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12"/>
  </p:notesMasterIdLst>
  <p:handoutMasterIdLst>
    <p:handoutMasterId r:id="rId13"/>
  </p:handoutMasterIdLst>
  <p:sldIdLst>
    <p:sldId id="878" r:id="rId4"/>
    <p:sldId id="879" r:id="rId5"/>
    <p:sldId id="880" r:id="rId6"/>
    <p:sldId id="881" r:id="rId7"/>
    <p:sldId id="882" r:id="rId8"/>
    <p:sldId id="883" r:id="rId9"/>
    <p:sldId id="884" r:id="rId10"/>
    <p:sldId id="885" r:id="rId11"/>
  </p:sldIdLst>
  <p:sldSz cx="9144000" cy="6858000" type="screen4x3"/>
  <p:notesSz cx="6934200" cy="9398000"/>
  <p:custDataLst>
    <p:tags r:id="rId17"/>
  </p:custDataLst>
  <p:defaultTextStyle>
    <a:defPPr>
      <a:defRPr lang="en-US"/>
    </a:defPPr>
    <a:lvl1pPr algn="ctr"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90DBFF"/>
    <a:srgbClr val="FFCCFF"/>
    <a:srgbClr val="DFC0FF"/>
    <a:srgbClr val="CCECFF"/>
    <a:srgbClr val="CCCCFF"/>
    <a:srgbClr val="CC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7" autoAdjust="0"/>
    <p:restoredTop sz="94647" autoAdjust="0"/>
  </p:normalViewPr>
  <p:slideViewPr>
    <p:cSldViewPr>
      <p:cViewPr varScale="1">
        <p:scale>
          <a:sx n="86" d="100"/>
          <a:sy n="86" d="100"/>
        </p:scale>
        <p:origin x="-822" y="-78"/>
      </p:cViewPr>
      <p:guideLst>
        <p:guide orient="horz" pos="2130"/>
        <p:guide pos="27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40"/>
    </p:cViewPr>
  </p:sorterViewPr>
  <p:notesViewPr>
    <p:cSldViewPr>
      <p:cViewPr varScale="1">
        <p:scale>
          <a:sx n="36" d="100"/>
          <a:sy n="36" d="100"/>
        </p:scale>
        <p:origin x="-1104" y="-58"/>
      </p:cViewPr>
      <p:guideLst>
        <p:guide orient="horz" pos="2919"/>
        <p:guide pos="210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gs" Target="tags/tag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l">
              <a:defRPr kumimoji="1" sz="1200"/>
            </a:lvl1pPr>
          </a:lstStyle>
          <a:p>
            <a:pPr>
              <a:defRPr/>
            </a:pPr>
            <a:endParaRPr lang="zh-CN" altLang="en-US"/>
          </a:p>
        </p:txBody>
      </p:sp>
      <p:sp>
        <p:nvSpPr>
          <p:cNvPr id="13315" name="Rectangle 3"/>
          <p:cNvSpPr>
            <a:spLocks noGrp="1" noChangeArrowheads="1"/>
          </p:cNvSpPr>
          <p:nvPr>
            <p:ph type="dt" sz="quarter"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a:defRPr kumimoji="1" sz="1200"/>
            </a:lvl1pPr>
          </a:lstStyle>
          <a:p>
            <a:pPr>
              <a:defRPr/>
            </a:pPr>
            <a:endParaRPr lang="en-US" altLang="zh-CN"/>
          </a:p>
        </p:txBody>
      </p:sp>
      <p:sp>
        <p:nvSpPr>
          <p:cNvPr id="13316" name="Rectangle 4"/>
          <p:cNvSpPr>
            <a:spLocks noGrp="1" noChangeArrowheads="1"/>
          </p:cNvSpPr>
          <p:nvPr>
            <p:ph type="ftr" sz="quarter" idx="2"/>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l">
              <a:defRPr kumimoji="1" sz="1200"/>
            </a:lvl1pPr>
          </a:lstStyle>
          <a:p>
            <a:pPr>
              <a:defRPr/>
            </a:pPr>
            <a:endParaRPr lang="en-US" altLang="zh-CN"/>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r">
              <a:defRPr kumimoji="1" sz="1200"/>
            </a:lvl1pPr>
          </a:lstStyle>
          <a:p>
            <a:fld id="{DA68D221-D3F9-4830-AC39-FF9D10053B3C}"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l">
              <a:defRPr sz="1200"/>
            </a:lvl1pPr>
          </a:lstStyle>
          <a:p>
            <a:pPr>
              <a:defRPr/>
            </a:pPr>
            <a:endParaRPr lang="zh-CN" altLang="en-US"/>
          </a:p>
        </p:txBody>
      </p:sp>
      <p:sp>
        <p:nvSpPr>
          <p:cNvPr id="26627" name="Rectangle 3"/>
          <p:cNvSpPr>
            <a:spLocks noGrp="1" noRot="1" noChangeAspect="1" noChangeArrowheads="1"/>
          </p:cNvSpPr>
          <p:nvPr>
            <p:ph type="sldImg" idx="2"/>
          </p:nvPr>
        </p:nvSpPr>
        <p:spPr bwMode="auto">
          <a:xfrm>
            <a:off x="1079500" y="685800"/>
            <a:ext cx="4775200" cy="35814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52" name="Rectangle 4"/>
          <p:cNvSpPr>
            <a:spLocks noGrp="1" noChangeArrowheads="1"/>
          </p:cNvSpPr>
          <p:nvPr>
            <p:ph type="body" sz="quarter" idx="3"/>
          </p:nvPr>
        </p:nvSpPr>
        <p:spPr bwMode="auto">
          <a:xfrm>
            <a:off x="914400" y="4495800"/>
            <a:ext cx="5105400" cy="41910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3" name="Rectangle 5"/>
          <p:cNvSpPr>
            <a:spLocks noGrp="1" noChangeArrowheads="1"/>
          </p:cNvSpPr>
          <p:nvPr>
            <p:ph type="dt" idx="1"/>
          </p:nvPr>
        </p:nvSpPr>
        <p:spPr bwMode="auto">
          <a:xfrm>
            <a:off x="39624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a:defRPr sz="1200"/>
            </a:lvl1pPr>
          </a:lstStyle>
          <a:p>
            <a:pPr>
              <a:defRPr/>
            </a:pPr>
            <a:endParaRPr lang="en-US" altLang="zh-CN"/>
          </a:p>
        </p:txBody>
      </p:sp>
      <p:sp>
        <p:nvSpPr>
          <p:cNvPr id="2054" name="Rectangle 6"/>
          <p:cNvSpPr>
            <a:spLocks noGrp="1" noChangeArrowheads="1"/>
          </p:cNvSpPr>
          <p:nvPr>
            <p:ph type="ftr" sz="quarter" idx="4"/>
          </p:nvPr>
        </p:nvSpPr>
        <p:spPr bwMode="auto">
          <a:xfrm>
            <a:off x="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l">
              <a:defRPr sz="1200"/>
            </a:lvl1pPr>
          </a:lstStyle>
          <a:p>
            <a:pPr>
              <a:defRPr/>
            </a:pPr>
            <a:endParaRPr lang="en-US" altLang="zh-CN"/>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r">
              <a:defRPr sz="1200"/>
            </a:lvl1pPr>
          </a:lstStyle>
          <a:p>
            <a:fld id="{674E1DBD-7185-4E8F-9444-03D94F62DD95}"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AutoShape 23"/>
          <p:cNvSpPr>
            <a:spLocks noChangeArrowheads="1"/>
          </p:cNvSpPr>
          <p:nvPr/>
        </p:nvSpPr>
        <p:spPr bwMode="auto">
          <a:xfrm rot="20940000">
            <a:off x="1828800" y="304800"/>
            <a:ext cx="457200" cy="457200"/>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5" name="AutoShape 24"/>
          <p:cNvSpPr>
            <a:spLocks noChangeArrowheads="1"/>
          </p:cNvSpPr>
          <p:nvPr/>
        </p:nvSpPr>
        <p:spPr bwMode="auto">
          <a:xfrm>
            <a:off x="2609850" y="171450"/>
            <a:ext cx="419100" cy="419100"/>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6" name="AutoShape 25"/>
          <p:cNvSpPr>
            <a:spLocks noChangeArrowheads="1"/>
          </p:cNvSpPr>
          <p:nvPr/>
        </p:nvSpPr>
        <p:spPr bwMode="auto">
          <a:xfrm rot="20940000">
            <a:off x="1752600" y="228600"/>
            <a:ext cx="457200" cy="457200"/>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7" name="AutoShape 26"/>
          <p:cNvSpPr>
            <a:spLocks noChangeArrowheads="1"/>
          </p:cNvSpPr>
          <p:nvPr/>
        </p:nvSpPr>
        <p:spPr bwMode="auto">
          <a:xfrm>
            <a:off x="2533650" y="19050"/>
            <a:ext cx="419100" cy="419100"/>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grpSp>
        <p:nvGrpSpPr>
          <p:cNvPr id="8" name="Group 27"/>
          <p:cNvGrpSpPr/>
          <p:nvPr/>
        </p:nvGrpSpPr>
        <p:grpSpPr bwMode="auto">
          <a:xfrm>
            <a:off x="6934200" y="5181600"/>
            <a:ext cx="2033588" cy="1219200"/>
            <a:chOff x="4368" y="3264"/>
            <a:chExt cx="1281" cy="768"/>
          </a:xfrm>
        </p:grpSpPr>
        <p:sp>
          <p:nvSpPr>
            <p:cNvPr id="9" name="AutoShape 28"/>
            <p:cNvSpPr>
              <a:spLocks noChangeArrowheads="1"/>
            </p:cNvSpPr>
            <p:nvPr/>
          </p:nvSpPr>
          <p:spPr bwMode="auto">
            <a:xfrm rot="20940000">
              <a:off x="4368" y="3681"/>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0" name="AutoShape 29"/>
            <p:cNvSpPr>
              <a:spLocks noChangeArrowheads="1"/>
            </p:cNvSpPr>
            <p:nvPr/>
          </p:nvSpPr>
          <p:spPr bwMode="auto">
            <a:xfrm>
              <a:off x="4845" y="3324"/>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1" name="AutoShape 30"/>
            <p:cNvSpPr>
              <a:spLocks noChangeArrowheads="1"/>
            </p:cNvSpPr>
            <p:nvPr/>
          </p:nvSpPr>
          <p:spPr bwMode="auto">
            <a:xfrm rot="1320000">
              <a:off x="5217" y="3264"/>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2" name="AutoShape 31"/>
            <p:cNvSpPr>
              <a:spLocks noChangeArrowheads="1"/>
            </p:cNvSpPr>
            <p:nvPr/>
          </p:nvSpPr>
          <p:spPr bwMode="auto">
            <a:xfrm rot="20940000">
              <a:off x="4449" y="3744"/>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3" name="AutoShape 32"/>
            <p:cNvSpPr>
              <a:spLocks noChangeArrowheads="1"/>
            </p:cNvSpPr>
            <p:nvPr/>
          </p:nvSpPr>
          <p:spPr bwMode="auto">
            <a:xfrm>
              <a:off x="4893" y="3372"/>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4" name="AutoShape 33"/>
            <p:cNvSpPr>
              <a:spLocks noChangeArrowheads="1"/>
            </p:cNvSpPr>
            <p:nvPr/>
          </p:nvSpPr>
          <p:spPr bwMode="auto">
            <a:xfrm rot="1320000">
              <a:off x="5265" y="3360"/>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grpSp>
      <p:sp>
        <p:nvSpPr>
          <p:cNvPr id="15" name="AutoShape 34"/>
          <p:cNvSpPr>
            <a:spLocks noChangeArrowheads="1"/>
          </p:cNvSpPr>
          <p:nvPr/>
        </p:nvSpPr>
        <p:spPr bwMode="auto">
          <a:xfrm rot="1320000">
            <a:off x="168275" y="244475"/>
            <a:ext cx="882650" cy="882650"/>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3087" name="Rectangle 15"/>
          <p:cNvSpPr>
            <a:spLocks noGrp="1" noChangeArrowheads="1"/>
          </p:cNvSpPr>
          <p:nvPr>
            <p:ph type="subTitle" sz="quarter" idx="1"/>
          </p:nvPr>
        </p:nvSpPr>
        <p:spPr>
          <a:xfrm>
            <a:off x="1371600" y="2667000"/>
            <a:ext cx="6400800" cy="3276600"/>
          </a:xfrm>
        </p:spPr>
        <p:txBody>
          <a:bodyPr anchor="ct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3091" name="Rectangle 19"/>
          <p:cNvSpPr>
            <a:spLocks noGrp="1" noChangeArrowheads="1"/>
          </p:cNvSpPr>
          <p:nvPr>
            <p:ph type="ctrTitle" sz="quarter"/>
          </p:nvPr>
        </p:nvSpPr>
        <p:spPr>
          <a:xfrm>
            <a:off x="685800" y="914400"/>
            <a:ext cx="7772400" cy="1143000"/>
          </a:xfrm>
        </p:spPr>
        <p:txBody>
          <a:bodyPr/>
          <a:lstStyle>
            <a:lvl1pPr algn="ctr">
              <a:defRPr/>
            </a:lvl1pPr>
          </a:lstStyle>
          <a:p>
            <a:r>
              <a:rPr lang="zh-CN" altLang="en-US"/>
              <a:t>单击此处编辑母版标题样式</a:t>
            </a:r>
            <a:endParaRPr lang="zh-CN" altLang="en-US"/>
          </a:p>
        </p:txBody>
      </p:sp>
      <p:sp>
        <p:nvSpPr>
          <p:cNvPr id="16" name="Rectangle 16"/>
          <p:cNvSpPr>
            <a:spLocks noGrp="1" noChangeArrowheads="1"/>
          </p:cNvSpPr>
          <p:nvPr>
            <p:ph type="dt" sz="quarter" idx="10"/>
          </p:nvPr>
        </p:nvSpPr>
        <p:spPr>
          <a:xfrm>
            <a:off x="76200" y="6323013"/>
            <a:ext cx="1905000" cy="457200"/>
          </a:xfrm>
        </p:spPr>
        <p:txBody>
          <a:bodyPr/>
          <a:lstStyle>
            <a:lvl1pPr>
              <a:defRPr/>
            </a:lvl1pPr>
          </a:lstStyle>
          <a:p>
            <a:pPr>
              <a:defRPr/>
            </a:pPr>
            <a:endParaRPr lang="en-US" altLang="zh-CN"/>
          </a:p>
        </p:txBody>
      </p:sp>
      <p:sp>
        <p:nvSpPr>
          <p:cNvPr id="17" name="Rectangle 17"/>
          <p:cNvSpPr>
            <a:spLocks noGrp="1" noChangeArrowheads="1"/>
          </p:cNvSpPr>
          <p:nvPr>
            <p:ph type="ftr" sz="quarter" idx="11"/>
          </p:nvPr>
        </p:nvSpPr>
        <p:spPr>
          <a:xfrm>
            <a:off x="3124200" y="6324600"/>
            <a:ext cx="2895600" cy="457200"/>
          </a:xfrm>
        </p:spPr>
        <p:txBody>
          <a:bodyPr/>
          <a:lstStyle>
            <a:lvl1pPr>
              <a:defRPr/>
            </a:lvl1pPr>
          </a:lstStyle>
          <a:p>
            <a:pPr>
              <a:defRPr/>
            </a:pPr>
            <a:endParaRPr lang="en-US" altLang="zh-CN"/>
          </a:p>
        </p:txBody>
      </p:sp>
      <p:sp>
        <p:nvSpPr>
          <p:cNvPr id="18" name="Rectangle 18"/>
          <p:cNvSpPr>
            <a:spLocks noGrp="1" noChangeArrowheads="1"/>
          </p:cNvSpPr>
          <p:nvPr>
            <p:ph type="sldNum" sz="quarter" idx="12"/>
          </p:nvPr>
        </p:nvSpPr>
        <p:spPr/>
        <p:txBody>
          <a:bodyPr/>
          <a:lstStyle>
            <a:lvl1pPr>
              <a:defRPr/>
            </a:lvl1pPr>
          </a:lstStyle>
          <a:p>
            <a:fld id="{61D93D06-A2E2-4CC8-9CE4-49CC66B32A71}"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380E3673-55E5-478B-8CFA-5B004E58375C}"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4F206BDC-BCFD-4005-A362-08C9E36D0E0B}"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700213"/>
            <a:ext cx="3810000" cy="44656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700213"/>
            <a:ext cx="3810000" cy="44656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0"/>
          <p:cNvSpPr>
            <a:spLocks noGrp="1" noChangeArrowheads="1"/>
          </p:cNvSpPr>
          <p:nvPr>
            <p:ph type="dt" sz="half" idx="10"/>
          </p:nvPr>
        </p:nvSpPr>
        <p:spPr/>
        <p:txBody>
          <a:bodyPr/>
          <a:lstStyle>
            <a:lvl1pPr>
              <a:defRPr/>
            </a:lvl1pPr>
          </a:lstStyle>
          <a:p>
            <a:pPr>
              <a:defRPr/>
            </a:pPr>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
        <p:nvSpPr>
          <p:cNvPr id="7" name="Rectangle 12"/>
          <p:cNvSpPr>
            <a:spLocks noGrp="1" noChangeArrowheads="1"/>
          </p:cNvSpPr>
          <p:nvPr>
            <p:ph type="sldNum" sz="quarter" idx="12"/>
          </p:nvPr>
        </p:nvSpPr>
        <p:spPr/>
        <p:txBody>
          <a:bodyPr/>
          <a:lstStyle>
            <a:lvl1pPr>
              <a:defRPr/>
            </a:lvl1pPr>
          </a:lstStyle>
          <a:p>
            <a:fld id="{A5297BF6-560D-4E2F-AC40-FA57AF766ADF}"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0"/>
          <p:cNvSpPr>
            <a:spLocks noGrp="1" noChangeArrowheads="1"/>
          </p:cNvSpPr>
          <p:nvPr>
            <p:ph type="dt" sz="half" idx="10"/>
          </p:nvPr>
        </p:nvSpPr>
        <p:spPr/>
        <p:txBody>
          <a:bodyPr/>
          <a:lstStyle>
            <a:lvl1pPr>
              <a:defRPr/>
            </a:lvl1pPr>
          </a:lstStyle>
          <a:p>
            <a:pPr>
              <a:defRPr/>
            </a:pPr>
            <a:endParaRPr lang="en-US" altLang="zh-CN"/>
          </a:p>
        </p:txBody>
      </p:sp>
      <p:sp>
        <p:nvSpPr>
          <p:cNvPr id="8" name="Rectangle 11"/>
          <p:cNvSpPr>
            <a:spLocks noGrp="1" noChangeArrowheads="1"/>
          </p:cNvSpPr>
          <p:nvPr>
            <p:ph type="ftr" sz="quarter" idx="11"/>
          </p:nvPr>
        </p:nvSpPr>
        <p:spPr/>
        <p:txBody>
          <a:bodyPr/>
          <a:lstStyle>
            <a:lvl1pPr>
              <a:defRPr/>
            </a:lvl1pPr>
          </a:lstStyle>
          <a:p>
            <a:pPr>
              <a:defRPr/>
            </a:pPr>
            <a:endParaRPr lang="en-US" altLang="zh-CN"/>
          </a:p>
        </p:txBody>
      </p:sp>
      <p:sp>
        <p:nvSpPr>
          <p:cNvPr id="9" name="Rectangle 12"/>
          <p:cNvSpPr>
            <a:spLocks noGrp="1" noChangeArrowheads="1"/>
          </p:cNvSpPr>
          <p:nvPr>
            <p:ph type="sldNum" sz="quarter" idx="12"/>
          </p:nvPr>
        </p:nvSpPr>
        <p:spPr/>
        <p:txBody>
          <a:bodyPr/>
          <a:lstStyle>
            <a:lvl1pPr>
              <a:defRPr/>
            </a:lvl1pPr>
          </a:lstStyle>
          <a:p>
            <a:fld id="{1700C170-C758-4743-9B9E-4DE610D27BBE}"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0"/>
          <p:cNvSpPr>
            <a:spLocks noGrp="1" noChangeArrowheads="1"/>
          </p:cNvSpPr>
          <p:nvPr>
            <p:ph type="dt" sz="half" idx="10"/>
          </p:nvPr>
        </p:nvSpPr>
        <p:spPr/>
        <p:txBody>
          <a:bodyPr/>
          <a:lstStyle>
            <a:lvl1pPr>
              <a:defRPr/>
            </a:lvl1pPr>
          </a:lstStyle>
          <a:p>
            <a:pPr>
              <a:defRPr/>
            </a:pPr>
            <a:endParaRPr lang="en-US" altLang="zh-CN"/>
          </a:p>
        </p:txBody>
      </p:sp>
      <p:sp>
        <p:nvSpPr>
          <p:cNvPr id="4" name="Rectangle 11"/>
          <p:cNvSpPr>
            <a:spLocks noGrp="1" noChangeArrowheads="1"/>
          </p:cNvSpPr>
          <p:nvPr>
            <p:ph type="ftr" sz="quarter" idx="11"/>
          </p:nvPr>
        </p:nvSpPr>
        <p:spPr/>
        <p:txBody>
          <a:bodyPr/>
          <a:lstStyle>
            <a:lvl1pPr>
              <a:defRPr/>
            </a:lvl1pPr>
          </a:lstStyle>
          <a:p>
            <a:pPr>
              <a:defRPr/>
            </a:pPr>
            <a:endParaRPr lang="en-US" altLang="zh-CN"/>
          </a:p>
        </p:txBody>
      </p:sp>
      <p:sp>
        <p:nvSpPr>
          <p:cNvPr id="5" name="Rectangle 12"/>
          <p:cNvSpPr>
            <a:spLocks noGrp="1" noChangeArrowheads="1"/>
          </p:cNvSpPr>
          <p:nvPr>
            <p:ph type="sldNum" sz="quarter" idx="12"/>
          </p:nvPr>
        </p:nvSpPr>
        <p:spPr/>
        <p:txBody>
          <a:bodyPr/>
          <a:lstStyle>
            <a:lvl1pPr>
              <a:defRPr/>
            </a:lvl1pPr>
          </a:lstStyle>
          <a:p>
            <a:fld id="{99F31464-E6EB-42B3-A822-091548E96D82}"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p:txBody>
          <a:bodyPr/>
          <a:lstStyle>
            <a:lvl1pPr>
              <a:defRPr/>
            </a:lvl1pPr>
          </a:lstStyle>
          <a:p>
            <a:pPr>
              <a:defRPr/>
            </a:pPr>
            <a:endParaRPr lang="en-US" altLang="zh-CN"/>
          </a:p>
        </p:txBody>
      </p:sp>
      <p:sp>
        <p:nvSpPr>
          <p:cNvPr id="3" name="Rectangle 11"/>
          <p:cNvSpPr>
            <a:spLocks noGrp="1" noChangeArrowheads="1"/>
          </p:cNvSpPr>
          <p:nvPr>
            <p:ph type="ftr" sz="quarter" idx="11"/>
          </p:nvPr>
        </p:nvSpPr>
        <p:spPr/>
        <p:txBody>
          <a:bodyPr/>
          <a:lstStyle>
            <a:lvl1pPr>
              <a:defRPr/>
            </a:lvl1pPr>
          </a:lstStyle>
          <a:p>
            <a:pPr>
              <a:defRPr/>
            </a:pPr>
            <a:endParaRPr lang="en-US" altLang="zh-CN"/>
          </a:p>
        </p:txBody>
      </p:sp>
      <p:sp>
        <p:nvSpPr>
          <p:cNvPr id="4" name="Rectangle 12"/>
          <p:cNvSpPr>
            <a:spLocks noGrp="1" noChangeArrowheads="1"/>
          </p:cNvSpPr>
          <p:nvPr>
            <p:ph type="sldNum" sz="quarter" idx="12"/>
          </p:nvPr>
        </p:nvSpPr>
        <p:spPr/>
        <p:txBody>
          <a:bodyPr/>
          <a:lstStyle>
            <a:lvl1pPr>
              <a:defRPr/>
            </a:lvl1pPr>
          </a:lstStyle>
          <a:p>
            <a:fld id="{44F23632-F709-496C-BEAC-BDCB82AFA7A9}"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0"/>
          <p:cNvSpPr>
            <a:spLocks noGrp="1" noChangeArrowheads="1"/>
          </p:cNvSpPr>
          <p:nvPr>
            <p:ph type="dt" sz="half" idx="10"/>
          </p:nvPr>
        </p:nvSpPr>
        <p:spPr/>
        <p:txBody>
          <a:bodyPr/>
          <a:lstStyle>
            <a:lvl1pPr>
              <a:defRPr/>
            </a:lvl1pPr>
          </a:lstStyle>
          <a:p>
            <a:pPr>
              <a:defRPr/>
            </a:pPr>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
        <p:nvSpPr>
          <p:cNvPr id="7" name="Rectangle 12"/>
          <p:cNvSpPr>
            <a:spLocks noGrp="1" noChangeArrowheads="1"/>
          </p:cNvSpPr>
          <p:nvPr>
            <p:ph type="sldNum" sz="quarter" idx="12"/>
          </p:nvPr>
        </p:nvSpPr>
        <p:spPr/>
        <p:txBody>
          <a:bodyPr/>
          <a:lstStyle>
            <a:lvl1pPr>
              <a:defRPr/>
            </a:lvl1pPr>
          </a:lstStyle>
          <a:p>
            <a:fld id="{3102F045-B54D-4102-88E6-FED495DC6C7E}"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20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0"/>
          <p:cNvSpPr>
            <a:spLocks noGrp="1" noChangeArrowheads="1"/>
          </p:cNvSpPr>
          <p:nvPr>
            <p:ph type="dt" sz="half" idx="10"/>
          </p:nvPr>
        </p:nvSpPr>
        <p:spPr/>
        <p:txBody>
          <a:bodyPr/>
          <a:lstStyle>
            <a:lvl1pPr>
              <a:defRPr/>
            </a:lvl1pPr>
          </a:lstStyle>
          <a:p>
            <a:pPr>
              <a:defRPr/>
            </a:pPr>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
        <p:nvSpPr>
          <p:cNvPr id="7" name="Rectangle 12"/>
          <p:cNvSpPr>
            <a:spLocks noGrp="1" noChangeArrowheads="1"/>
          </p:cNvSpPr>
          <p:nvPr>
            <p:ph type="sldNum" sz="quarter" idx="12"/>
          </p:nvPr>
        </p:nvSpPr>
        <p:spPr/>
        <p:txBody>
          <a:bodyPr/>
          <a:lstStyle>
            <a:lvl1pPr>
              <a:defRPr/>
            </a:lvl1pPr>
          </a:lstStyle>
          <a:p>
            <a:fld id="{8DC1222C-B722-48FF-B34C-EE3D08261CB0}"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40B08D72-37B5-400F-89FA-3F145928F21B}"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9372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228600"/>
            <a:ext cx="5676900" cy="59372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0"/>
          <p:cNvSpPr>
            <a:spLocks noGrp="1" noChangeArrowheads="1"/>
          </p:cNvSpPr>
          <p:nvPr>
            <p:ph type="dt" sz="half" idx="10"/>
          </p:nvPr>
        </p:nvSpPr>
        <p:spPr/>
        <p:txBody>
          <a:bodyPr/>
          <a:lstStyle>
            <a:lvl1pPr>
              <a:defRPr/>
            </a:lvl1pPr>
          </a:lstStyle>
          <a:p>
            <a:pPr>
              <a:defRPr/>
            </a:pPr>
            <a:endParaRPr lang="en-US" altLang="zh-CN"/>
          </a:p>
        </p:txBody>
      </p:sp>
      <p:sp>
        <p:nvSpPr>
          <p:cNvPr id="5" name="Rectangle 11"/>
          <p:cNvSpPr>
            <a:spLocks noGrp="1" noChangeArrowheads="1"/>
          </p:cNvSpPr>
          <p:nvPr>
            <p:ph type="ftr" sz="quarter" idx="11"/>
          </p:nvPr>
        </p:nvSpPr>
        <p:spPr/>
        <p:txBody>
          <a:bodyPr/>
          <a:lstStyle>
            <a:lvl1pPr>
              <a:defRPr/>
            </a:lvl1pPr>
          </a:lstStyle>
          <a:p>
            <a:pPr>
              <a:defRPr/>
            </a:pPr>
            <a:endParaRPr lang="en-US" altLang="zh-CN"/>
          </a:p>
        </p:txBody>
      </p:sp>
      <p:sp>
        <p:nvSpPr>
          <p:cNvPr id="6" name="Rectangle 12"/>
          <p:cNvSpPr>
            <a:spLocks noGrp="1" noChangeArrowheads="1"/>
          </p:cNvSpPr>
          <p:nvPr>
            <p:ph type="sldNum" sz="quarter" idx="12"/>
          </p:nvPr>
        </p:nvSpPr>
        <p:spPr/>
        <p:txBody>
          <a:bodyPr/>
          <a:lstStyle>
            <a:lvl1pPr>
              <a:defRPr/>
            </a:lvl1pPr>
          </a:lstStyle>
          <a:p>
            <a:fld id="{F4A7C56D-1254-449F-8F9A-2B2CFFC8C2A6}"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700213"/>
            <a:ext cx="3810000" cy="44656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700213"/>
            <a:ext cx="3810000" cy="44656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0"/>
          <p:cNvSpPr>
            <a:spLocks noGrp="1" noChangeArrowheads="1"/>
          </p:cNvSpPr>
          <p:nvPr>
            <p:ph type="dt" sz="half" idx="10"/>
          </p:nvPr>
        </p:nvSpPr>
        <p:spPr/>
        <p:txBody>
          <a:bodyPr/>
          <a:lstStyle>
            <a:lvl1pPr>
              <a:defRPr/>
            </a:lvl1pPr>
          </a:lstStyle>
          <a:p>
            <a:pPr>
              <a:defRPr/>
            </a:pPr>
            <a:endParaRPr lang="en-US" altLang="zh-CN"/>
          </a:p>
        </p:txBody>
      </p:sp>
      <p:sp>
        <p:nvSpPr>
          <p:cNvPr id="6" name="Rectangle 11"/>
          <p:cNvSpPr>
            <a:spLocks noGrp="1" noChangeArrowheads="1"/>
          </p:cNvSpPr>
          <p:nvPr>
            <p:ph type="ftr" sz="quarter" idx="11"/>
          </p:nvPr>
        </p:nvSpPr>
        <p:spPr/>
        <p:txBody>
          <a:bodyPr/>
          <a:lstStyle>
            <a:lvl1pPr>
              <a:defRPr/>
            </a:lvl1pPr>
          </a:lstStyle>
          <a:p>
            <a:pPr>
              <a:defRPr/>
            </a:pPr>
            <a:endParaRPr lang="en-US" altLang="zh-CN"/>
          </a:p>
        </p:txBody>
      </p:sp>
      <p:sp>
        <p:nvSpPr>
          <p:cNvPr id="7" name="Rectangle 12"/>
          <p:cNvSpPr>
            <a:spLocks noGrp="1" noChangeArrowheads="1"/>
          </p:cNvSpPr>
          <p:nvPr>
            <p:ph type="sldNum" sz="quarter" idx="12"/>
          </p:nvPr>
        </p:nvSpPr>
        <p:spPr/>
        <p:txBody>
          <a:bodyPr/>
          <a:lstStyle>
            <a:lvl1pPr>
              <a:defRPr/>
            </a:lvl1pPr>
          </a:lstStyle>
          <a:p>
            <a:fld id="{CAC099A8-23E7-4954-B7BD-3B3B7D9F25C1}"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700213"/>
            <a:ext cx="7772400" cy="4465637"/>
          </a:xfrm>
        </p:spPr>
        <p:txBody>
          <a:bodyPr/>
          <a:lstStyle/>
          <a:p>
            <a:pPr lvl="0"/>
            <a:endParaRPr lang="zh-CN" altLang="en-US" noProof="0"/>
          </a:p>
        </p:txBody>
      </p:sp>
      <p:sp>
        <p:nvSpPr>
          <p:cNvPr id="4" name="Rectangle 10"/>
          <p:cNvSpPr>
            <a:spLocks noGrp="1" noChangeArrowheads="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Rectangle 11"/>
          <p:cNvSpPr>
            <a:spLocks noGrp="1" noChangeArrowheads="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12"/>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EFD42DA-3F22-439E-AEF5-A34265AFAC7C}" type="slidenum">
              <a:rPr kumimoji="1" lang="zh-CN"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20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chemeClr val="bg1"/>
            </a:gs>
          </a:gsLst>
          <a:lin ang="5400000" scaled="1"/>
        </a:gra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body" idx="1"/>
          </p:nvPr>
        </p:nvSpPr>
        <p:spPr bwMode="auto">
          <a:xfrm>
            <a:off x="685800" y="1700213"/>
            <a:ext cx="7772400"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p:txBody>
      </p:sp>
      <p:sp>
        <p:nvSpPr>
          <p:cNvPr id="1034" name="Rectangle 10"/>
          <p:cNvSpPr>
            <a:spLocks noGrp="1" noChangeArrowheads="1"/>
          </p:cNvSpPr>
          <p:nvPr>
            <p:ph type="dt" sz="half" idx="2"/>
          </p:nvPr>
        </p:nvSpPr>
        <p:spPr bwMode="auto">
          <a:xfrm>
            <a:off x="2209800" y="6400800"/>
            <a:ext cx="1905000" cy="457200"/>
          </a:xfrm>
          <a:prstGeom prst="rect">
            <a:avLst/>
          </a:prstGeom>
          <a:noFill/>
          <a:ln w="9525">
            <a:noFill/>
            <a:miter lim="800000"/>
          </a:ln>
          <a:effectLst/>
        </p:spPr>
        <p:txBody>
          <a:bodyPr vert="horz" wrap="none" lIns="92075" tIns="46038" rIns="92075" bIns="46038" numCol="1" anchor="ctr" anchorCtr="0" compatLnSpc="1"/>
          <a:lstStyle>
            <a:lvl1pPr algn="l">
              <a:defRPr kumimoji="1" sz="1400"/>
            </a:lvl1pPr>
          </a:lstStyle>
          <a:p>
            <a:pPr>
              <a:defRPr/>
            </a:pPr>
            <a:endParaRPr lang="en-US" altLang="zh-CN"/>
          </a:p>
        </p:txBody>
      </p:sp>
      <p:sp>
        <p:nvSpPr>
          <p:cNvPr id="1035" name="Rectangle 11"/>
          <p:cNvSpPr>
            <a:spLocks noGrp="1" noChangeArrowheads="1"/>
          </p:cNvSpPr>
          <p:nvPr>
            <p:ph type="ftr" sz="quarter" idx="3"/>
          </p:nvPr>
        </p:nvSpPr>
        <p:spPr bwMode="auto">
          <a:xfrm>
            <a:off x="4191000" y="6400800"/>
            <a:ext cx="2895600" cy="457200"/>
          </a:xfrm>
          <a:prstGeom prst="rect">
            <a:avLst/>
          </a:prstGeom>
          <a:noFill/>
          <a:ln w="9525">
            <a:noFill/>
            <a:miter lim="800000"/>
          </a:ln>
          <a:effectLst/>
        </p:spPr>
        <p:txBody>
          <a:bodyPr vert="horz" wrap="none" lIns="92075" tIns="46038" rIns="92075" bIns="46038" numCol="1" anchor="ctr" anchorCtr="0" compatLnSpc="1"/>
          <a:lstStyle>
            <a:lvl1pPr>
              <a:defRPr kumimoji="1" sz="1400"/>
            </a:lvl1pPr>
          </a:lstStyle>
          <a:p>
            <a:pPr>
              <a:defRPr/>
            </a:pPr>
            <a:endParaRPr lang="en-US" altLang="zh-CN"/>
          </a:p>
        </p:txBody>
      </p:sp>
      <p:sp>
        <p:nvSpPr>
          <p:cNvPr id="1036" name="Rectangle 12"/>
          <p:cNvSpPr>
            <a:spLocks noGrp="1" noChangeArrowheads="1"/>
          </p:cNvSpPr>
          <p:nvPr>
            <p:ph type="sldNum" sz="quarter" idx="4"/>
          </p:nvPr>
        </p:nvSpPr>
        <p:spPr bwMode="auto">
          <a:xfrm>
            <a:off x="7162800" y="63246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kumimoji="1" sz="1400"/>
            </a:lvl1pPr>
          </a:lstStyle>
          <a:p>
            <a:fld id="{2E1498CF-3678-47FB-A25A-8AD641525EBE}" type="slidenum">
              <a:rPr lang="zh-CN" altLang="en-US"/>
            </a:fld>
            <a:endParaRPr lang="en-US" altLang="zh-CN"/>
          </a:p>
        </p:txBody>
      </p:sp>
      <p:sp>
        <p:nvSpPr>
          <p:cNvPr id="1030" name="Rectangle 16"/>
          <p:cNvSpPr>
            <a:spLocks noGrp="1" noChangeArrowheads="1"/>
          </p:cNvSpPr>
          <p:nvPr>
            <p:ph type="title"/>
          </p:nvPr>
        </p:nvSpPr>
        <p:spPr bwMode="auto">
          <a:xfrm>
            <a:off x="6858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lstStyle/>
          <a:p>
            <a:pPr lvl="0"/>
            <a:r>
              <a:rPr lang="zh-CN" altLang="en-US"/>
              <a:t>单击此处编辑母版标题样式</a:t>
            </a:r>
            <a:endParaRPr lang="zh-CN" altLang="en-US"/>
          </a:p>
        </p:txBody>
      </p:sp>
      <p:grpSp>
        <p:nvGrpSpPr>
          <p:cNvPr id="1031" name="Group 20"/>
          <p:cNvGrpSpPr/>
          <p:nvPr/>
        </p:nvGrpSpPr>
        <p:grpSpPr bwMode="auto">
          <a:xfrm>
            <a:off x="6934200" y="5257800"/>
            <a:ext cx="2033588" cy="1219200"/>
            <a:chOff x="4368" y="3312"/>
            <a:chExt cx="1281" cy="768"/>
          </a:xfrm>
        </p:grpSpPr>
        <p:sp>
          <p:nvSpPr>
            <p:cNvPr id="1045" name="AutoShape 21"/>
            <p:cNvSpPr>
              <a:spLocks noChangeArrowheads="1"/>
            </p:cNvSpPr>
            <p:nvPr/>
          </p:nvSpPr>
          <p:spPr bwMode="auto">
            <a:xfrm rot="20940000">
              <a:off x="4368" y="3729"/>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046" name="AutoShape 22"/>
            <p:cNvSpPr>
              <a:spLocks noChangeArrowheads="1"/>
            </p:cNvSpPr>
            <p:nvPr/>
          </p:nvSpPr>
          <p:spPr bwMode="auto">
            <a:xfrm>
              <a:off x="4845" y="3372"/>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047" name="AutoShape 23"/>
            <p:cNvSpPr>
              <a:spLocks noChangeArrowheads="1"/>
            </p:cNvSpPr>
            <p:nvPr/>
          </p:nvSpPr>
          <p:spPr bwMode="auto">
            <a:xfrm rot="1320000">
              <a:off x="5217" y="3312"/>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048" name="AutoShape 24"/>
            <p:cNvSpPr>
              <a:spLocks noChangeArrowheads="1"/>
            </p:cNvSpPr>
            <p:nvPr/>
          </p:nvSpPr>
          <p:spPr bwMode="auto">
            <a:xfrm rot="20940000">
              <a:off x="4449" y="3792"/>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049" name="AutoShape 25"/>
            <p:cNvSpPr>
              <a:spLocks noChangeArrowheads="1"/>
            </p:cNvSpPr>
            <p:nvPr/>
          </p:nvSpPr>
          <p:spPr bwMode="auto">
            <a:xfrm>
              <a:off x="4893" y="3420"/>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sp>
          <p:nvSpPr>
            <p:cNvPr id="1050" name="AutoShape 26"/>
            <p:cNvSpPr>
              <a:spLocks noChangeArrowheads="1"/>
            </p:cNvSpPr>
            <p:nvPr/>
          </p:nvSpPr>
          <p:spPr bwMode="auto">
            <a:xfrm rot="1320000">
              <a:off x="5265" y="3408"/>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wrap="none" lIns="92075" tIns="46038" rIns="92075" bIns="46038" anchor="ctr"/>
            <a:lstStyle/>
            <a:p>
              <a:pPr algn="l">
                <a:spcBef>
                  <a:spcPct val="50000"/>
                </a:spcBef>
                <a:defRPr/>
              </a:pPr>
              <a:endParaRPr kumimoji="1" lang="zh-CN" altLang="en-US"/>
            </a:p>
          </p:txBody>
        </p:sp>
      </p:grpSp>
      <p:grpSp>
        <p:nvGrpSpPr>
          <p:cNvPr id="1032" name="Group 27"/>
          <p:cNvGrpSpPr/>
          <p:nvPr/>
        </p:nvGrpSpPr>
        <p:grpSpPr bwMode="auto">
          <a:xfrm>
            <a:off x="395288" y="1196975"/>
            <a:ext cx="8305800" cy="381000"/>
            <a:chOff x="240" y="768"/>
            <a:chExt cx="5232" cy="240"/>
          </a:xfrm>
        </p:grpSpPr>
        <p:sp>
          <p:nvSpPr>
            <p:cNvPr id="1052" name="Rectangle 28"/>
            <p:cNvSpPr>
              <a:spLocks noChangeArrowheads="1"/>
            </p:cNvSpPr>
            <p:nvPr/>
          </p:nvSpPr>
          <p:spPr bwMode="auto">
            <a:xfrm>
              <a:off x="384" y="912"/>
              <a:ext cx="5088" cy="96"/>
            </a:xfrm>
            <a:prstGeom prst="rect">
              <a:avLst/>
            </a:prstGeom>
            <a:gradFill rotWithShape="0">
              <a:gsLst>
                <a:gs pos="0">
                  <a:schemeClr val="hlink"/>
                </a:gs>
                <a:gs pos="100000">
                  <a:schemeClr val="hlink">
                    <a:gamma/>
                    <a:shade val="46275"/>
                    <a:invGamma/>
                  </a:schemeClr>
                </a:gs>
              </a:gsLst>
              <a:path path="shape">
                <a:fillToRect l="50000" t="50000" r="50000" b="50000"/>
              </a:path>
            </a:gradFill>
            <a:ln w="9525">
              <a:noFill/>
              <a:miter lim="800000"/>
            </a:ln>
            <a:effectLst/>
          </p:spPr>
          <p:txBody>
            <a:bodyPr/>
            <a:lstStyle/>
            <a:p>
              <a:pPr algn="l">
                <a:defRPr/>
              </a:pPr>
              <a:endParaRPr kumimoji="1" lang="zh-CN" altLang="en-US"/>
            </a:p>
          </p:txBody>
        </p:sp>
        <p:sp>
          <p:nvSpPr>
            <p:cNvPr id="1053" name="Rectangle 29"/>
            <p:cNvSpPr>
              <a:spLocks noChangeArrowheads="1"/>
            </p:cNvSpPr>
            <p:nvPr/>
          </p:nvSpPr>
          <p:spPr bwMode="auto">
            <a:xfrm>
              <a:off x="240" y="768"/>
              <a:ext cx="5088" cy="96"/>
            </a:xfrm>
            <a:prstGeom prst="rect">
              <a:avLst/>
            </a:prstGeom>
            <a:gradFill rotWithShape="0">
              <a:gsLst>
                <a:gs pos="0">
                  <a:schemeClr val="bg1">
                    <a:gamma/>
                    <a:shade val="46275"/>
                    <a:invGamma/>
                  </a:schemeClr>
                </a:gs>
                <a:gs pos="100000">
                  <a:schemeClr val="bg1"/>
                </a:gs>
              </a:gsLst>
              <a:path path="shape">
                <a:fillToRect l="50000" t="50000" r="50000" b="50000"/>
              </a:path>
            </a:gradFill>
            <a:ln w="9525">
              <a:noFill/>
              <a:miter lim="800000"/>
            </a:ln>
            <a:effectLst/>
          </p:spPr>
          <p:txBody>
            <a:bodyPr/>
            <a:lstStyle/>
            <a:p>
              <a:pPr algn="l">
                <a:defRPr/>
              </a:pPr>
              <a:endParaRPr kumimoji="1" lang="zh-CN" altLang="en-US"/>
            </a:p>
          </p:txBody>
        </p:sp>
      </p:grpSp>
      <p:sp>
        <p:nvSpPr>
          <p:cNvPr id="1054" name="Freeform 30">
            <a:hlinkClick r:id="" action="ppaction://hlinkshowjump?jump=previousslide"/>
          </p:cNvPr>
          <p:cNvSpPr/>
          <p:nvPr/>
        </p:nvSpPr>
        <p:spPr bwMode="auto">
          <a:xfrm>
            <a:off x="781050" y="6416675"/>
            <a:ext cx="557213" cy="347663"/>
          </a:xfrm>
          <a:custGeom>
            <a:avLst/>
            <a:gdLst/>
            <a:ahLst/>
            <a:cxnLst>
              <a:cxn ang="0">
                <a:pos x="350" y="1"/>
              </a:cxn>
              <a:cxn ang="0">
                <a:pos x="101" y="0"/>
              </a:cxn>
              <a:cxn ang="0">
                <a:pos x="81" y="2"/>
              </a:cxn>
              <a:cxn ang="0">
                <a:pos x="67" y="6"/>
              </a:cxn>
              <a:cxn ang="0">
                <a:pos x="51" y="15"/>
              </a:cxn>
              <a:cxn ang="0">
                <a:pos x="38" y="25"/>
              </a:cxn>
              <a:cxn ang="0">
                <a:pos x="28" y="35"/>
              </a:cxn>
              <a:cxn ang="0">
                <a:pos x="19" y="48"/>
              </a:cxn>
              <a:cxn ang="0">
                <a:pos x="12" y="59"/>
              </a:cxn>
              <a:cxn ang="0">
                <a:pos x="6" y="73"/>
              </a:cxn>
              <a:cxn ang="0">
                <a:pos x="1" y="89"/>
              </a:cxn>
              <a:cxn ang="0">
                <a:pos x="1" y="99"/>
              </a:cxn>
              <a:cxn ang="0">
                <a:pos x="0" y="119"/>
              </a:cxn>
              <a:cxn ang="0">
                <a:pos x="2" y="136"/>
              </a:cxn>
              <a:cxn ang="0">
                <a:pos x="9" y="150"/>
              </a:cxn>
              <a:cxn ang="0">
                <a:pos x="15" y="164"/>
              </a:cxn>
              <a:cxn ang="0">
                <a:pos x="24" y="176"/>
              </a:cxn>
              <a:cxn ang="0">
                <a:pos x="33" y="189"/>
              </a:cxn>
              <a:cxn ang="0">
                <a:pos x="46" y="198"/>
              </a:cxn>
              <a:cxn ang="0">
                <a:pos x="59" y="207"/>
              </a:cxn>
              <a:cxn ang="0">
                <a:pos x="72" y="212"/>
              </a:cxn>
              <a:cxn ang="0">
                <a:pos x="90" y="218"/>
              </a:cxn>
              <a:cxn ang="0">
                <a:pos x="350" y="218"/>
              </a:cxn>
              <a:cxn ang="0">
                <a:pos x="350" y="1"/>
              </a:cxn>
            </a:cxnLst>
            <a:rect l="0" t="0" r="r" b="b"/>
            <a:pathLst>
              <a:path w="351" h="219">
                <a:moveTo>
                  <a:pt x="350" y="1"/>
                </a:moveTo>
                <a:lnTo>
                  <a:pt x="101" y="0"/>
                </a:lnTo>
                <a:lnTo>
                  <a:pt x="81" y="2"/>
                </a:lnTo>
                <a:lnTo>
                  <a:pt x="67" y="6"/>
                </a:lnTo>
                <a:lnTo>
                  <a:pt x="51" y="15"/>
                </a:lnTo>
                <a:lnTo>
                  <a:pt x="38" y="25"/>
                </a:lnTo>
                <a:lnTo>
                  <a:pt x="28" y="35"/>
                </a:lnTo>
                <a:lnTo>
                  <a:pt x="19" y="48"/>
                </a:lnTo>
                <a:lnTo>
                  <a:pt x="12" y="59"/>
                </a:lnTo>
                <a:lnTo>
                  <a:pt x="6" y="73"/>
                </a:lnTo>
                <a:lnTo>
                  <a:pt x="1" y="89"/>
                </a:lnTo>
                <a:lnTo>
                  <a:pt x="1" y="99"/>
                </a:lnTo>
                <a:lnTo>
                  <a:pt x="0" y="119"/>
                </a:lnTo>
                <a:lnTo>
                  <a:pt x="2" y="136"/>
                </a:lnTo>
                <a:lnTo>
                  <a:pt x="9" y="150"/>
                </a:lnTo>
                <a:lnTo>
                  <a:pt x="15" y="164"/>
                </a:lnTo>
                <a:lnTo>
                  <a:pt x="24" y="176"/>
                </a:lnTo>
                <a:lnTo>
                  <a:pt x="33" y="189"/>
                </a:lnTo>
                <a:lnTo>
                  <a:pt x="46" y="198"/>
                </a:lnTo>
                <a:lnTo>
                  <a:pt x="59" y="207"/>
                </a:lnTo>
                <a:lnTo>
                  <a:pt x="72" y="212"/>
                </a:lnTo>
                <a:lnTo>
                  <a:pt x="90" y="218"/>
                </a:lnTo>
                <a:lnTo>
                  <a:pt x="350" y="218"/>
                </a:lnTo>
                <a:lnTo>
                  <a:pt x="350" y="1"/>
                </a:lnTo>
              </a:path>
            </a:pathLst>
          </a:custGeom>
          <a:gradFill rotWithShape="0">
            <a:gsLst>
              <a:gs pos="0">
                <a:schemeClr val="hlink"/>
              </a:gs>
              <a:gs pos="100000">
                <a:schemeClr val="hlink">
                  <a:gamma/>
                  <a:shade val="46275"/>
                  <a:invGamma/>
                </a:schemeClr>
              </a:gs>
            </a:gsLst>
            <a:path path="rect">
              <a:fillToRect l="50000" t="50000" r="50000" b="50000"/>
            </a:path>
          </a:gradFill>
          <a:ln w="9525">
            <a:noFill/>
            <a:round/>
            <a:headEnd type="none" w="sm" len="sm"/>
            <a:tailEnd type="none" w="sm" len="sm"/>
          </a:ln>
          <a:effectLst/>
        </p:spPr>
        <p:txBody>
          <a:bodyPr/>
          <a:lstStyle/>
          <a:p>
            <a:pPr>
              <a:defRPr/>
            </a:pPr>
            <a:endParaRPr lang="zh-CN" altLang="en-US"/>
          </a:p>
        </p:txBody>
      </p:sp>
      <p:sp>
        <p:nvSpPr>
          <p:cNvPr id="1055" name="Freeform 31">
            <a:hlinkClick r:id="" action="ppaction://hlinkshowjump?jump=nextslide"/>
          </p:cNvPr>
          <p:cNvSpPr/>
          <p:nvPr/>
        </p:nvSpPr>
        <p:spPr bwMode="auto">
          <a:xfrm>
            <a:off x="1447800" y="6416675"/>
            <a:ext cx="557213" cy="347663"/>
          </a:xfrm>
          <a:custGeom>
            <a:avLst/>
            <a:gdLst/>
            <a:ahLst/>
            <a:cxnLst>
              <a:cxn ang="0">
                <a:pos x="0" y="1"/>
              </a:cxn>
              <a:cxn ang="0">
                <a:pos x="249" y="0"/>
              </a:cxn>
              <a:cxn ang="0">
                <a:pos x="268" y="3"/>
              </a:cxn>
              <a:cxn ang="0">
                <a:pos x="283" y="6"/>
              </a:cxn>
              <a:cxn ang="0">
                <a:pos x="298" y="16"/>
              </a:cxn>
              <a:cxn ang="0">
                <a:pos x="311" y="26"/>
              </a:cxn>
              <a:cxn ang="0">
                <a:pos x="321" y="35"/>
              </a:cxn>
              <a:cxn ang="0">
                <a:pos x="331" y="48"/>
              </a:cxn>
              <a:cxn ang="0">
                <a:pos x="337" y="60"/>
              </a:cxn>
              <a:cxn ang="0">
                <a:pos x="344" y="74"/>
              </a:cxn>
              <a:cxn ang="0">
                <a:pos x="349" y="90"/>
              </a:cxn>
              <a:cxn ang="0">
                <a:pos x="349" y="100"/>
              </a:cxn>
              <a:cxn ang="0">
                <a:pos x="350" y="119"/>
              </a:cxn>
              <a:cxn ang="0">
                <a:pos x="347" y="136"/>
              </a:cxn>
              <a:cxn ang="0">
                <a:pos x="341" y="151"/>
              </a:cxn>
              <a:cxn ang="0">
                <a:pos x="334" y="165"/>
              </a:cxn>
              <a:cxn ang="0">
                <a:pos x="325" y="176"/>
              </a:cxn>
              <a:cxn ang="0">
                <a:pos x="316" y="189"/>
              </a:cxn>
              <a:cxn ang="0">
                <a:pos x="303" y="199"/>
              </a:cxn>
              <a:cxn ang="0">
                <a:pos x="290" y="208"/>
              </a:cxn>
              <a:cxn ang="0">
                <a:pos x="277" y="213"/>
              </a:cxn>
              <a:cxn ang="0">
                <a:pos x="259" y="218"/>
              </a:cxn>
              <a:cxn ang="0">
                <a:pos x="0" y="218"/>
              </a:cxn>
              <a:cxn ang="0">
                <a:pos x="0" y="1"/>
              </a:cxn>
            </a:cxnLst>
            <a:rect l="0" t="0" r="r" b="b"/>
            <a:pathLst>
              <a:path w="351" h="219">
                <a:moveTo>
                  <a:pt x="0" y="1"/>
                </a:moveTo>
                <a:lnTo>
                  <a:pt x="249" y="0"/>
                </a:lnTo>
                <a:lnTo>
                  <a:pt x="268" y="3"/>
                </a:lnTo>
                <a:lnTo>
                  <a:pt x="283" y="6"/>
                </a:lnTo>
                <a:lnTo>
                  <a:pt x="298" y="16"/>
                </a:lnTo>
                <a:lnTo>
                  <a:pt x="311" y="26"/>
                </a:lnTo>
                <a:lnTo>
                  <a:pt x="321" y="35"/>
                </a:lnTo>
                <a:lnTo>
                  <a:pt x="331" y="48"/>
                </a:lnTo>
                <a:lnTo>
                  <a:pt x="337" y="60"/>
                </a:lnTo>
                <a:lnTo>
                  <a:pt x="344" y="74"/>
                </a:lnTo>
                <a:lnTo>
                  <a:pt x="349" y="90"/>
                </a:lnTo>
                <a:lnTo>
                  <a:pt x="349" y="100"/>
                </a:lnTo>
                <a:lnTo>
                  <a:pt x="350" y="119"/>
                </a:lnTo>
                <a:lnTo>
                  <a:pt x="347" y="136"/>
                </a:lnTo>
                <a:lnTo>
                  <a:pt x="341" y="151"/>
                </a:lnTo>
                <a:lnTo>
                  <a:pt x="334" y="165"/>
                </a:lnTo>
                <a:lnTo>
                  <a:pt x="325" y="176"/>
                </a:lnTo>
                <a:lnTo>
                  <a:pt x="316" y="189"/>
                </a:lnTo>
                <a:lnTo>
                  <a:pt x="303" y="199"/>
                </a:lnTo>
                <a:lnTo>
                  <a:pt x="290" y="208"/>
                </a:lnTo>
                <a:lnTo>
                  <a:pt x="277" y="213"/>
                </a:lnTo>
                <a:lnTo>
                  <a:pt x="259" y="218"/>
                </a:lnTo>
                <a:lnTo>
                  <a:pt x="0" y="218"/>
                </a:lnTo>
                <a:lnTo>
                  <a:pt x="0" y="1"/>
                </a:lnTo>
              </a:path>
            </a:pathLst>
          </a:custGeom>
          <a:gradFill rotWithShape="0">
            <a:gsLst>
              <a:gs pos="0">
                <a:schemeClr val="hlink"/>
              </a:gs>
              <a:gs pos="100000">
                <a:schemeClr val="hlink">
                  <a:gamma/>
                  <a:shade val="46275"/>
                  <a:invGamma/>
                </a:schemeClr>
              </a:gs>
            </a:gsLst>
            <a:path path="rect">
              <a:fillToRect l="50000" t="50000" r="50000" b="50000"/>
            </a:path>
          </a:gradFill>
          <a:ln w="9525">
            <a:noFill/>
            <a:round/>
            <a:headEnd type="none" w="sm" len="sm"/>
            <a:tailEnd type="none" w="sm" len="sm"/>
          </a:ln>
          <a:effectLst/>
        </p:spPr>
        <p:txBody>
          <a:body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q"/>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kumimoji="1" sz="28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4813935"/>
          </a:xfrm>
        </p:spPr>
        <p:txBody>
          <a:bodyPr/>
          <a:lstStyle/>
          <a:p>
            <a:pPr marL="223520"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常规存储器存储器出现的问题？结合常规存储器的特征分析为何会产生上述问题。</a:t>
            </a:r>
            <a:endParaRPr lang="zh-CN" altLang="en-US" sz="2200" b="0" dirty="0" smtClean="0">
              <a:latin typeface="Times New Roman" panose="02020603050405020304" pitchFamily="18" charset="0"/>
              <a:ea typeface="+mj-ea"/>
              <a:cs typeface="Times New Roman" panose="02020603050405020304" pitchFamily="18" charset="0"/>
            </a:endParaRPr>
          </a:p>
          <a:p>
            <a:pPr marL="223520"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什么是局部性原理？局限性有哪两方面的表现？</a:t>
            </a:r>
            <a:endParaRPr lang="zh-CN" altLang="en-US" sz="2200" b="0" dirty="0" smtClean="0">
              <a:latin typeface="Times New Roman" panose="02020603050405020304" pitchFamily="18" charset="0"/>
              <a:ea typeface="+mj-ea"/>
              <a:cs typeface="Times New Roman" panose="02020603050405020304" pitchFamily="18" charset="0"/>
            </a:endParaRPr>
          </a:p>
          <a:p>
            <a:pPr marL="223520"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虚拟存储器的定义，虚拟存储器的特征。</a:t>
            </a:r>
            <a:endParaRPr lang="zh-CN" altLang="en-US" sz="2200" b="0" dirty="0" smtClean="0">
              <a:latin typeface="Times New Roman" panose="02020603050405020304" pitchFamily="18" charset="0"/>
              <a:ea typeface="+mj-ea"/>
              <a:cs typeface="Times New Roman" panose="02020603050405020304" pitchFamily="18" charset="0"/>
            </a:endParaRPr>
          </a:p>
          <a:p>
            <a:pPr marL="223520"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结合虚拟存储器的特征分析该技术是如何解决常规存储器中存在的问题？</a:t>
            </a:r>
            <a:endParaRPr lang="zh-CN" altLang="en-US" sz="2200" b="0" dirty="0" smtClean="0">
              <a:latin typeface="Times New Roman" panose="02020603050405020304" pitchFamily="18" charset="0"/>
              <a:ea typeface="+mj-ea"/>
              <a:cs typeface="Times New Roman" panose="02020603050405020304" pitchFamily="18" charset="0"/>
            </a:endParaRPr>
          </a:p>
          <a:p>
            <a:pPr marL="223520"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虚拟存储器的理论最大容量仅与计算机的地址结构有关，例如</a:t>
            </a:r>
            <a:r>
              <a:rPr lang="en-US" altLang="zh-CN" sz="2200" b="0" dirty="0" smtClean="0">
                <a:latin typeface="Times New Roman" panose="02020603050405020304" pitchFamily="18" charset="0"/>
                <a:ea typeface="+mj-ea"/>
                <a:cs typeface="Times New Roman" panose="02020603050405020304" pitchFamily="18" charset="0"/>
              </a:rPr>
              <a:t>64</a:t>
            </a:r>
            <a:r>
              <a:rPr lang="zh-CN" altLang="en-US" sz="2200" b="0" dirty="0" smtClean="0">
                <a:latin typeface="Times New Roman" panose="02020603050405020304" pitchFamily="18" charset="0"/>
                <a:ea typeface="+mj-ea"/>
                <a:cs typeface="Times New Roman" panose="02020603050405020304" pitchFamily="18" charset="0"/>
              </a:rPr>
              <a:t>位机，</a:t>
            </a:r>
            <a:endParaRPr lang="zh-CN" altLang="en-US" sz="2200" b="0" dirty="0" smtClean="0">
              <a:latin typeface="Times New Roman" panose="02020603050405020304" pitchFamily="18" charset="0"/>
              <a:ea typeface="+mj-ea"/>
              <a:cs typeface="Times New Roman" panose="02020603050405020304" pitchFamily="18" charset="0"/>
            </a:endParaRPr>
          </a:p>
          <a:p>
            <a:pPr marL="737870" lvl="1" indent="-342900"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虚存的理论最大容量为2</a:t>
            </a:r>
            <a:r>
              <a:rPr lang="en-US" altLang="zh-CN" sz="2200" b="0" baseline="30000" dirty="0" smtClean="0">
                <a:latin typeface="Times New Roman" panose="02020603050405020304" pitchFamily="18" charset="0"/>
                <a:ea typeface="+mj-ea"/>
                <a:cs typeface="Times New Roman" panose="02020603050405020304" pitchFamily="18" charset="0"/>
              </a:rPr>
              <a:t>64</a:t>
            </a:r>
            <a:r>
              <a:rPr lang="zh-CN" altLang="en-US" sz="2200" b="0" dirty="0" smtClean="0">
                <a:latin typeface="Times New Roman" panose="02020603050405020304" pitchFamily="18" charset="0"/>
                <a:ea typeface="+mj-ea"/>
                <a:cs typeface="Times New Roman" panose="02020603050405020304" pitchFamily="18" charset="0"/>
              </a:rPr>
              <a:t>B；</a:t>
            </a:r>
            <a:endParaRPr lang="zh-CN" altLang="en-US" sz="2200" b="0" dirty="0" smtClean="0">
              <a:latin typeface="Times New Roman" panose="02020603050405020304" pitchFamily="18" charset="0"/>
              <a:ea typeface="+mj-ea"/>
              <a:cs typeface="Times New Roman" panose="02020603050405020304" pitchFamily="18" charset="0"/>
            </a:endParaRPr>
          </a:p>
          <a:p>
            <a:pPr marL="737870" lvl="1" indent="-342900"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虚存的实际容量=内存+实际外存的容量，例如内存2GB，硬盘20GB，则虚存的实际容量=22GB。</a:t>
            </a:r>
            <a:endParaRPr lang="zh-CN" altLang="en-US" sz="2200" b="0" dirty="0" smtClean="0">
              <a:latin typeface="Times New Roman" panose="02020603050405020304" pitchFamily="18" charset="0"/>
              <a:ea typeface="+mj-ea"/>
              <a:cs typeface="Times New Roman" panose="02020603050405020304" pitchFamily="18" charset="0"/>
            </a:endParaRPr>
          </a:p>
          <a:p>
            <a:pPr marL="0" lvl="0" indent="0" algn="just" eaLnBrk="1" hangingPunct="1">
              <a:lnSpc>
                <a:spcPct val="100000"/>
              </a:lnSpc>
              <a:spcBef>
                <a:spcPts val="600"/>
              </a:spcBef>
              <a:spcAft>
                <a:spcPts val="0"/>
              </a:spcAft>
              <a:buClr>
                <a:schemeClr val="accent1"/>
              </a:buClr>
              <a:buSzPct val="80000"/>
              <a:buFont typeface="Wingdings" panose="05000000000000000000" charset="0"/>
              <a:buNone/>
            </a:pPr>
            <a:endParaRPr lang="zh-CN" altLang="en-US" sz="2200"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4813935"/>
          </a:xfrm>
        </p:spPr>
        <p:txBody>
          <a:bodyPr/>
          <a:lstStyle/>
          <a:p>
            <a:pPr marL="223520"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虚拟存储器的技术——毫无例外地建立在离散分配存储管理方式的基础上。</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分页请求系统：具有快表分页的基础上+请求调页、页面置换，以页为单位置换。</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硬件支持：页表机制、缺页中断处理、地址转换机构</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软件支持：请求调页、页面置换</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请求分段系统：基本分段的基础上+请求调段和段</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硬件支持：段表机制、缺段中断处理、地址转换机构</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软件支持：请求调段，段置换。因为每段段长不同，因此段置换比页置换复杂</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请求段页：</a:t>
            </a:r>
            <a:endParaRPr lang="zh-CN" altLang="en-US" sz="2200"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4813935"/>
          </a:xfrm>
        </p:spPr>
        <p:txBody>
          <a:bodyPr/>
          <a:lstStyle/>
          <a:p>
            <a:pPr marL="223520"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请求分页存储管理方式——与基本分页最大的区别：多次性 </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实现的基本原理： </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硬件支持</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页表机制</a:t>
            </a:r>
            <a:r>
              <a:rPr lang="en-US" altLang="zh-CN" sz="2200" b="0" dirty="0" smtClean="0">
                <a:latin typeface="Times New Roman" panose="02020603050405020304" pitchFamily="18" charset="0"/>
                <a:ea typeface="+mj-ea"/>
                <a:cs typeface="Times New Roman" panose="02020603050405020304" pitchFamily="18" charset="0"/>
              </a:rPr>
              <a:t>——</a:t>
            </a:r>
            <a:r>
              <a:rPr lang="zh-CN" altLang="en-US" sz="2200" b="0" dirty="0" smtClean="0">
                <a:latin typeface="Times New Roman" panose="02020603050405020304" pitchFamily="18" charset="0"/>
                <a:ea typeface="+mj-ea"/>
                <a:cs typeface="Times New Roman" panose="02020603050405020304" pitchFamily="18" charset="0"/>
              </a:rPr>
              <a:t>页表中属性的变化，主要增加了“</a:t>
            </a:r>
            <a:r>
              <a:rPr lang="zh-CN" altLang="en-US" sz="2200" b="1" dirty="0" smtClean="0">
                <a:solidFill>
                  <a:srgbClr val="FF0000"/>
                </a:solidFill>
                <a:latin typeface="Times New Roman" panose="02020603050405020304" pitchFamily="18" charset="0"/>
                <a:ea typeface="+mj-ea"/>
                <a:cs typeface="Times New Roman" panose="02020603050405020304" pitchFamily="18" charset="0"/>
              </a:rPr>
              <a:t>存在位</a:t>
            </a:r>
            <a:r>
              <a:rPr lang="zh-CN" altLang="en-US" sz="2200" b="0" dirty="0" smtClean="0">
                <a:latin typeface="Times New Roman" panose="02020603050405020304" pitchFamily="18" charset="0"/>
                <a:ea typeface="+mj-ea"/>
                <a:cs typeface="Times New Roman" panose="02020603050405020304" pitchFamily="18" charset="0"/>
              </a:rPr>
              <a:t>”</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缺页中断处理机构：作用、缺页中断与一般中断的比较：相同点、不同点</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请求分页地址转换的过程：注意状态位、访问位、修改位的使用 </a:t>
            </a:r>
            <a:endParaRPr lang="zh-CN" altLang="en-US" sz="2200" b="0" dirty="0" smtClean="0">
              <a:latin typeface="Times New Roman" panose="02020603050405020304" pitchFamily="18" charset="0"/>
              <a:ea typeface="+mj-ea"/>
              <a:cs typeface="Times New Roman" panose="02020603050405020304" pitchFamily="18" charset="0"/>
            </a:endParaRPr>
          </a:p>
          <a:p>
            <a:pPr marL="1371600" lvl="3" indent="0" algn="just" eaLnBrk="1" hangingPunct="1">
              <a:lnSpc>
                <a:spcPct val="100000"/>
              </a:lnSpc>
              <a:spcBef>
                <a:spcPts val="600"/>
              </a:spcBef>
              <a:spcAft>
                <a:spcPts val="0"/>
              </a:spcAft>
              <a:buClr>
                <a:schemeClr val="accent1"/>
              </a:buClr>
              <a:buSzPct val="80000"/>
              <a:buNone/>
            </a:pPr>
            <a:r>
              <a:rPr lang="zh-CN" altLang="en-US" sz="1570" b="0" dirty="0" smtClean="0">
                <a:latin typeface="Times New Roman" panose="02020603050405020304" pitchFamily="18" charset="0"/>
                <a:ea typeface="+mj-ea"/>
                <a:cs typeface="Times New Roman" panose="02020603050405020304" pitchFamily="18" charset="0"/>
              </a:rPr>
              <a:t>①</a:t>
            </a:r>
            <a:r>
              <a:rPr lang="zh-CN" altLang="en-US" b="0" dirty="0" smtClean="0">
                <a:latin typeface="Times New Roman" panose="02020603050405020304" pitchFamily="18" charset="0"/>
                <a:ea typeface="+mj-ea"/>
                <a:cs typeface="Times New Roman" panose="02020603050405020304" pitchFamily="18" charset="0"/>
              </a:rPr>
              <a:t>不缺页：同具有快表的地址转换</a:t>
            </a:r>
            <a:endParaRPr lang="zh-CN" altLang="en-US" b="0" dirty="0" smtClean="0">
              <a:latin typeface="Times New Roman" panose="02020603050405020304" pitchFamily="18" charset="0"/>
              <a:ea typeface="+mj-ea"/>
              <a:cs typeface="Times New Roman" panose="02020603050405020304" pitchFamily="18" charset="0"/>
            </a:endParaRPr>
          </a:p>
          <a:p>
            <a:pPr marL="1371600" lvl="3" indent="0" algn="just" eaLnBrk="1" hangingPunct="1">
              <a:lnSpc>
                <a:spcPct val="100000"/>
              </a:lnSpc>
              <a:spcBef>
                <a:spcPts val="600"/>
              </a:spcBef>
              <a:spcAft>
                <a:spcPts val="0"/>
              </a:spcAft>
              <a:buClr>
                <a:schemeClr val="accent1"/>
              </a:buClr>
              <a:buSzPct val="80000"/>
              <a:buNone/>
            </a:pPr>
            <a:r>
              <a:rPr lang="zh-CN" altLang="en-US" b="0" dirty="0" smtClean="0">
                <a:latin typeface="Times New Roman" panose="02020603050405020304" pitchFamily="18" charset="0"/>
                <a:ea typeface="+mj-ea"/>
                <a:cs typeface="Times New Roman" panose="02020603050405020304" pitchFamily="18" charset="0"/>
              </a:rPr>
              <a:t>②缺页：需要通过缺页中断过程将缺的页面调入内存后，再进行地址转换</a:t>
            </a:r>
            <a:endParaRPr lang="zh-CN" altLang="en-US" b="0" dirty="0" smtClean="0">
              <a:latin typeface="Times New Roman" panose="02020603050405020304" pitchFamily="18" charset="0"/>
              <a:ea typeface="+mj-ea"/>
              <a:cs typeface="Times New Roman" panose="02020603050405020304" pitchFamily="18" charset="0"/>
            </a:endParaRPr>
          </a:p>
          <a:p>
            <a:pPr marL="1371600" lvl="3" indent="0" algn="just" eaLnBrk="1" hangingPunct="1">
              <a:lnSpc>
                <a:spcPct val="100000"/>
              </a:lnSpc>
              <a:spcBef>
                <a:spcPts val="600"/>
              </a:spcBef>
              <a:spcAft>
                <a:spcPts val="0"/>
              </a:spcAft>
              <a:buClr>
                <a:schemeClr val="accent1"/>
              </a:buClr>
              <a:buSzPct val="80000"/>
              <a:buNone/>
            </a:pPr>
            <a:r>
              <a:rPr lang="zh-CN" altLang="en-US" b="0" dirty="0" smtClean="0">
                <a:latin typeface="Calibri" panose="020F0502020204030204" charset="0"/>
                <a:ea typeface="+mj-ea"/>
                <a:cs typeface="Times New Roman" panose="02020603050405020304" pitchFamily="18" charset="0"/>
              </a:rPr>
              <a:t>③</a:t>
            </a:r>
            <a:r>
              <a:rPr lang="zh-CN" altLang="en-US" b="0" dirty="0" smtClean="0">
                <a:latin typeface="Times New Roman" panose="02020603050405020304" pitchFamily="18" charset="0"/>
                <a:ea typeface="+mj-ea"/>
                <a:cs typeface="Times New Roman" panose="02020603050405020304" pitchFamily="18" charset="0"/>
              </a:rPr>
              <a:t>缺页中断处理过程</a:t>
            </a:r>
            <a:endParaRPr lang="zh-CN" altLang="en-US"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5099685"/>
          </a:xfrm>
        </p:spPr>
        <p:txBody>
          <a:bodyPr/>
          <a:lstStyle/>
          <a:p>
            <a:pPr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请求分页中的内存物理块（驻留集）分配</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最小物理块数的确定</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内存分配策略：固定分配局部置换、可变分配全局置换、可变分配局部置换 </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物理块的分配算法：平均分配、按比例分配、考虑优先权的分配算法</a:t>
            </a:r>
            <a:endParaRPr lang="zh-CN" altLang="en-US" sz="2200" b="0" dirty="0" smtClean="0">
              <a:latin typeface="Times New Roman" panose="02020603050405020304" pitchFamily="18" charset="0"/>
              <a:ea typeface="+mj-ea"/>
              <a:cs typeface="Times New Roman" panose="02020603050405020304" pitchFamily="18" charset="0"/>
            </a:endParaRPr>
          </a:p>
          <a:p>
            <a:pPr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页面置换策略</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何时调入页面：预调页策略（程序开始执行时使用）、请求调页（程序执行过程中使用）策略</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从何处调入页面：系统拥有足够的对换区、系统缺少足够的对换区、UNIX方式。</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页面调入过程：请求调页的过程</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缺页率的计算：</a:t>
            </a:r>
            <a:r>
              <a:rPr lang="en-US" altLang="zh-CN" sz="2200" b="0" dirty="0" smtClean="0">
                <a:latin typeface="Times New Roman" panose="02020603050405020304" pitchFamily="18" charset="0"/>
                <a:ea typeface="+mj-ea"/>
                <a:cs typeface="Times New Roman" panose="02020603050405020304" pitchFamily="18" charset="0"/>
              </a:rPr>
              <a:t>Belady</a:t>
            </a:r>
            <a:r>
              <a:rPr lang="zh-CN" altLang="en-US" sz="2200" b="0" dirty="0" smtClean="0">
                <a:latin typeface="Times New Roman" panose="02020603050405020304" pitchFamily="18" charset="0"/>
                <a:ea typeface="+mj-ea"/>
                <a:cs typeface="Times New Roman" panose="02020603050405020304" pitchFamily="18" charset="0"/>
              </a:rPr>
              <a:t>现象、程序编制方法对缺页率的影响</a:t>
            </a:r>
            <a:endParaRPr lang="zh-CN" altLang="en-US" sz="2200"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4813935"/>
          </a:xfrm>
        </p:spPr>
        <p:txBody>
          <a:bodyPr/>
          <a:lstStyle/>
          <a:p>
            <a:pPr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页面置换算法</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页面置换算法</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None/>
            </a:pPr>
            <a:r>
              <a:rPr lang="zh-CN" altLang="en-US" sz="2200" b="0" dirty="0" smtClean="0">
                <a:latin typeface="Times New Roman" panose="02020603050405020304" pitchFamily="18" charset="0"/>
                <a:ea typeface="+mj-ea"/>
                <a:cs typeface="Times New Roman" panose="02020603050405020304" pitchFamily="18" charset="0"/>
              </a:rPr>
              <a:t>①最佳置换算法</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None/>
            </a:pPr>
            <a:r>
              <a:rPr lang="zh-CN" altLang="en-US" sz="2200" b="0" dirty="0" smtClean="0">
                <a:latin typeface="Times New Roman" panose="02020603050405020304" pitchFamily="18" charset="0"/>
                <a:ea typeface="+mj-ea"/>
                <a:cs typeface="Times New Roman" panose="02020603050405020304" pitchFamily="18" charset="0"/>
              </a:rPr>
              <a:t>②先进先出</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None/>
            </a:pPr>
            <a:r>
              <a:rPr lang="zh-CN" altLang="en-US" sz="2200" b="0" dirty="0" smtClean="0">
                <a:latin typeface="Times New Roman" panose="02020603050405020304" pitchFamily="18" charset="0"/>
                <a:ea typeface="+mj-ea"/>
                <a:cs typeface="Times New Roman" panose="02020603050405020304" pitchFamily="18" charset="0"/>
              </a:rPr>
              <a:t>③LRU</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None/>
            </a:pPr>
            <a:r>
              <a:rPr lang="zh-CN" altLang="en-US" sz="2200" b="0" dirty="0" smtClean="0">
                <a:latin typeface="Times New Roman" panose="02020603050405020304" pitchFamily="18" charset="0"/>
                <a:ea typeface="+mj-ea"/>
                <a:cs typeface="Times New Roman" panose="02020603050405020304" pitchFamily="18" charset="0"/>
              </a:rPr>
              <a:t>④最少使用算法</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None/>
            </a:pPr>
            <a:r>
              <a:rPr lang="zh-CN" altLang="en-US" sz="2200" b="0" dirty="0" smtClean="0">
                <a:latin typeface="Times New Roman" panose="02020603050405020304" pitchFamily="18" charset="0"/>
                <a:ea typeface="+mj-ea"/>
                <a:cs typeface="Times New Roman" panose="02020603050405020304" pitchFamily="18" charset="0"/>
              </a:rPr>
              <a:t>⑤简单的C</a:t>
            </a:r>
            <a:r>
              <a:rPr lang="en-US" altLang="zh-CN" sz="2200" b="0" dirty="0" smtClean="0">
                <a:latin typeface="Times New Roman" panose="02020603050405020304" pitchFamily="18" charset="0"/>
                <a:ea typeface="+mj-ea"/>
                <a:cs typeface="Times New Roman" panose="02020603050405020304" pitchFamily="18" charset="0"/>
              </a:rPr>
              <a:t>lock</a:t>
            </a:r>
            <a:r>
              <a:rPr lang="zh-CN" altLang="en-US" sz="2200" b="0" dirty="0" smtClean="0">
                <a:latin typeface="Times New Roman" panose="02020603050405020304" pitchFamily="18" charset="0"/>
                <a:ea typeface="+mj-ea"/>
                <a:cs typeface="Times New Roman" panose="02020603050405020304" pitchFamily="18" charset="0"/>
              </a:rPr>
              <a:t>置换算法</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None/>
            </a:pPr>
            <a:r>
              <a:rPr lang="zh-CN" altLang="en-US" sz="2200" b="0" dirty="0" smtClean="0">
                <a:latin typeface="Times New Roman" panose="02020603050405020304" pitchFamily="18" charset="0"/>
                <a:ea typeface="+mj-ea"/>
                <a:cs typeface="Times New Roman" panose="02020603050405020304" pitchFamily="18" charset="0"/>
              </a:rPr>
              <a:t>⑥改进型C</a:t>
            </a:r>
            <a:r>
              <a:rPr lang="en-US" altLang="zh-CN" sz="2200" b="0" dirty="0" smtClean="0">
                <a:latin typeface="Times New Roman" panose="02020603050405020304" pitchFamily="18" charset="0"/>
                <a:ea typeface="+mj-ea"/>
                <a:cs typeface="Times New Roman" panose="02020603050405020304" pitchFamily="18" charset="0"/>
              </a:rPr>
              <a:t>lock</a:t>
            </a:r>
            <a:r>
              <a:rPr lang="zh-CN" altLang="en-US" sz="2200" b="0" dirty="0" smtClean="0">
                <a:latin typeface="Times New Roman" panose="02020603050405020304" pitchFamily="18" charset="0"/>
                <a:ea typeface="+mj-ea"/>
                <a:cs typeface="Times New Roman" panose="02020603050405020304" pitchFamily="18" charset="0"/>
              </a:rPr>
              <a:t>置换算法</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访问内存的有效时间的计算：结合</a:t>
            </a:r>
            <a:r>
              <a:rPr lang="en-US" altLang="zh-CN" sz="2200" b="0" dirty="0" smtClean="0">
                <a:latin typeface="Times New Roman" panose="02020603050405020304" pitchFamily="18" charset="0"/>
                <a:ea typeface="+mj-ea"/>
                <a:cs typeface="Times New Roman" panose="02020603050405020304" pitchFamily="18" charset="0"/>
              </a:rPr>
              <a:t>P150</a:t>
            </a:r>
            <a:r>
              <a:rPr lang="zh-CN" altLang="en-US" sz="2200" b="0" dirty="0" smtClean="0">
                <a:latin typeface="Times New Roman" panose="02020603050405020304" pitchFamily="18" charset="0"/>
                <a:ea typeface="+mj-ea"/>
                <a:cs typeface="Times New Roman" panose="02020603050405020304" pitchFamily="18" charset="0"/>
              </a:rPr>
              <a:t>图</a:t>
            </a:r>
            <a:r>
              <a:rPr lang="en-US" altLang="zh-CN" sz="2200" b="0" dirty="0" smtClean="0">
                <a:latin typeface="Times New Roman" panose="02020603050405020304" pitchFamily="18" charset="0"/>
                <a:ea typeface="+mj-ea"/>
                <a:cs typeface="Times New Roman" panose="02020603050405020304" pitchFamily="18" charset="0"/>
              </a:rPr>
              <a:t>5-2</a:t>
            </a:r>
            <a:r>
              <a:rPr lang="zh-CN" altLang="en-US" sz="2200" b="0" dirty="0" smtClean="0">
                <a:latin typeface="Times New Roman" panose="02020603050405020304" pitchFamily="18" charset="0"/>
                <a:ea typeface="+mj-ea"/>
                <a:cs typeface="Times New Roman" panose="02020603050405020304" pitchFamily="18" charset="0"/>
              </a:rPr>
              <a:t>进行分析</a:t>
            </a:r>
            <a:endParaRPr lang="zh-CN" altLang="en-US" sz="2200"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4813935"/>
          </a:xfrm>
        </p:spPr>
        <p:txBody>
          <a:bodyPr/>
          <a:lstStyle/>
          <a:p>
            <a:pPr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抖动与工作集</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什么是抖动？</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内存中装入的作业数量越多，CPU的利用率就越高，这种说法是否正确，为什么？</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产生抖动的原因？</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工作集：什么是工作集？根据进程访问的页面序列，给出进程某时刻的工作集。</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“抖动”的预防方法</a:t>
            </a:r>
            <a:endParaRPr lang="zh-CN" altLang="en-US" sz="2200"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4813935"/>
          </a:xfrm>
        </p:spPr>
        <p:txBody>
          <a:bodyPr/>
          <a:lstStyle/>
          <a:p>
            <a:pPr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请求分段系统</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实现的基本原理：基本分段+请求调段、段置换</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硬件支持</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段表机制</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缺段中断处理机构：掌握缺段中断处理，重点注意：为调入</a:t>
            </a:r>
            <a:r>
              <a:rPr lang="en-US" altLang="zh-CN" sz="2200" b="0" dirty="0" smtClean="0">
                <a:latin typeface="Times New Roman" panose="02020603050405020304" pitchFamily="18" charset="0"/>
                <a:ea typeface="+mj-ea"/>
                <a:cs typeface="Times New Roman" panose="02020603050405020304" pitchFamily="18" charset="0"/>
              </a:rPr>
              <a:t>1</a:t>
            </a:r>
            <a:r>
              <a:rPr lang="zh-CN" altLang="en-US" sz="2200" b="0" dirty="0" smtClean="0">
                <a:latin typeface="Times New Roman" panose="02020603050405020304" pitchFamily="18" charset="0"/>
                <a:ea typeface="+mj-ea"/>
                <a:cs typeface="Times New Roman" panose="02020603050405020304" pitchFamily="18" charset="0"/>
              </a:rPr>
              <a:t>个段可能需要淘汰多个段，拼接后装入新段。</a:t>
            </a:r>
            <a:endParaRPr lang="zh-CN" altLang="en-US" sz="2200" b="0" dirty="0" smtClean="0">
              <a:latin typeface="Times New Roman" panose="02020603050405020304" pitchFamily="18" charset="0"/>
              <a:ea typeface="+mj-ea"/>
              <a:cs typeface="Times New Roman" panose="02020603050405020304" pitchFamily="18" charset="0"/>
            </a:endParaRPr>
          </a:p>
          <a:p>
            <a:pPr lvl="2" algn="just" eaLnBrk="1" hangingPunct="1">
              <a:lnSpc>
                <a:spcPct val="100000"/>
              </a:lnSpc>
              <a:spcBef>
                <a:spcPts val="600"/>
              </a:spcBef>
              <a:spcAft>
                <a:spcPts val="0"/>
              </a:spcAft>
              <a:buClr>
                <a:schemeClr val="accent1"/>
              </a:buClr>
              <a:buSzPct val="80000"/>
              <a:buFont typeface="Arial" panose="020B0604020202020204" pitchFamily="34" charset="0"/>
              <a:buChar char="•"/>
            </a:pPr>
            <a:r>
              <a:rPr lang="zh-CN" altLang="en-US" sz="2200" b="0" dirty="0" smtClean="0">
                <a:latin typeface="Times New Roman" panose="02020603050405020304" pitchFamily="18" charset="0"/>
                <a:ea typeface="+mj-ea"/>
                <a:cs typeface="Times New Roman" panose="02020603050405020304" pitchFamily="18" charset="0"/>
              </a:rPr>
              <a:t>地址转换机构：请求分段地址转换的过程</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缺段中断与缺页中断的区别：两者都是在指令执行期间产生的中断，都可以多次中断；但分段系统中不可能出现一个指令或一个数据跨多页的情况。</a:t>
            </a:r>
            <a:endParaRPr lang="zh-CN" altLang="en-US" sz="2200"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body" idx="1"/>
          </p:nvPr>
        </p:nvSpPr>
        <p:spPr>
          <a:xfrm>
            <a:off x="594995" y="1525270"/>
            <a:ext cx="8153400" cy="4813935"/>
          </a:xfrm>
        </p:spPr>
        <p:txBody>
          <a:bodyPr/>
          <a:lstStyle/>
          <a:p>
            <a:pPr lvl="0" algn="just" eaLnBrk="1" hangingPunct="1">
              <a:lnSpc>
                <a:spcPct val="100000"/>
              </a:lnSpc>
              <a:spcBef>
                <a:spcPts val="600"/>
              </a:spcBef>
              <a:spcAft>
                <a:spcPts val="0"/>
              </a:spcAft>
              <a:buClr>
                <a:schemeClr val="accent1"/>
              </a:buClr>
              <a:buSzPct val="80000"/>
              <a:buFont typeface="Wingdings" panose="05000000000000000000" charset="0"/>
              <a:buChar char="p"/>
            </a:pPr>
            <a:r>
              <a:rPr lang="zh-CN" altLang="en-US" sz="2200" b="0" dirty="0" smtClean="0">
                <a:latin typeface="Times New Roman" panose="02020603050405020304" pitchFamily="18" charset="0"/>
                <a:ea typeface="+mj-ea"/>
                <a:cs typeface="Times New Roman" panose="02020603050405020304" pitchFamily="18" charset="0"/>
              </a:rPr>
              <a:t>分段的共享和保护</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为所有的共享段设置共享段表：记录共享段的基本信息、共享进程计数、共享该段的进程信息。</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共享段的分配</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Font typeface="Wingdings" panose="05000000000000000000" charset="0"/>
              <a:buNone/>
            </a:pPr>
            <a:r>
              <a:rPr lang="zh-CN" altLang="en-US" sz="2200" b="0" dirty="0" smtClean="0">
                <a:latin typeface="Times New Roman" panose="02020603050405020304" pitchFamily="18" charset="0"/>
                <a:ea typeface="+mj-ea"/>
                <a:cs typeface="Times New Roman" panose="02020603050405020304" pitchFamily="18" charset="0"/>
              </a:rPr>
              <a:t>①第一个提出使用时，调入共享段、在共享段表中记录段的基本信息、计数、共享进程的信息。</a:t>
            </a:r>
            <a:endParaRPr lang="zh-CN" altLang="en-US" sz="2200" b="0" dirty="0" smtClean="0">
              <a:latin typeface="Times New Roman" panose="02020603050405020304" pitchFamily="18" charset="0"/>
              <a:ea typeface="+mj-ea"/>
              <a:cs typeface="Times New Roman" panose="02020603050405020304" pitchFamily="18" charset="0"/>
            </a:endParaRPr>
          </a:p>
          <a:p>
            <a:pPr marL="914400" lvl="2" indent="0" algn="just" eaLnBrk="1" hangingPunct="1">
              <a:lnSpc>
                <a:spcPct val="100000"/>
              </a:lnSpc>
              <a:spcBef>
                <a:spcPts val="600"/>
              </a:spcBef>
              <a:spcAft>
                <a:spcPts val="0"/>
              </a:spcAft>
              <a:buClr>
                <a:schemeClr val="accent1"/>
              </a:buClr>
              <a:buSzPct val="80000"/>
              <a:buFont typeface="Wingdings" panose="05000000000000000000" charset="0"/>
              <a:buNone/>
            </a:pPr>
            <a:r>
              <a:rPr lang="zh-CN" altLang="en-US" sz="2200" b="0" dirty="0" smtClean="0">
                <a:latin typeface="Times New Roman" panose="02020603050405020304" pitchFamily="18" charset="0"/>
                <a:ea typeface="+mj-ea"/>
                <a:cs typeface="Times New Roman" panose="02020603050405020304" pitchFamily="18" charset="0"/>
              </a:rPr>
              <a:t>②第二个及以后提出使用共享段时，仅修改计数、添加共享进程的信息。</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共享段的回收：计数等于0时，回收共享段</a:t>
            </a:r>
            <a:endParaRPr lang="zh-CN" altLang="en-US" sz="2200" b="0" dirty="0" smtClean="0">
              <a:latin typeface="Times New Roman" panose="02020603050405020304" pitchFamily="18" charset="0"/>
              <a:ea typeface="+mj-ea"/>
              <a:cs typeface="Times New Roman" panose="02020603050405020304" pitchFamily="18" charset="0"/>
            </a:endParaRPr>
          </a:p>
          <a:p>
            <a:pPr lvl="1" algn="just" eaLnBrk="1" hangingPunct="1">
              <a:lnSpc>
                <a:spcPct val="100000"/>
              </a:lnSpc>
              <a:spcBef>
                <a:spcPts val="600"/>
              </a:spcBef>
              <a:spcAft>
                <a:spcPts val="0"/>
              </a:spcAft>
              <a:buClr>
                <a:schemeClr val="accent1"/>
              </a:buClr>
              <a:buSzPct val="80000"/>
              <a:buFont typeface="Wingdings" panose="05000000000000000000" charset="0"/>
              <a:buChar char="Ø"/>
            </a:pPr>
            <a:r>
              <a:rPr lang="zh-CN" altLang="en-US" sz="2200" b="0" dirty="0" smtClean="0">
                <a:latin typeface="Times New Roman" panose="02020603050405020304" pitchFamily="18" charset="0"/>
                <a:ea typeface="+mj-ea"/>
                <a:cs typeface="Times New Roman" panose="02020603050405020304" pitchFamily="18" charset="0"/>
              </a:rPr>
              <a:t>段的保护：越界检查（段号、段内位移）、存取控制、环保护机制。</a:t>
            </a:r>
            <a:endParaRPr lang="zh-CN" altLang="en-US" sz="2200" b="0" dirty="0" smtClean="0">
              <a:latin typeface="Times New Roman" panose="02020603050405020304" pitchFamily="18" charset="0"/>
              <a:ea typeface="+mj-ea"/>
              <a:cs typeface="Times New Roman" panose="02020603050405020304" pitchFamily="18" charset="0"/>
            </a:endParaRPr>
          </a:p>
        </p:txBody>
      </p:sp>
      <p:sp>
        <p:nvSpPr>
          <p:cNvPr id="4099" name="Rectangle 3"/>
          <p:cNvSpPr>
            <a:spLocks noGrp="1" noChangeArrowheads="1"/>
          </p:cNvSpPr>
          <p:nvPr>
            <p:ph type="title"/>
          </p:nvPr>
        </p:nvSpPr>
        <p:spPr>
          <a:xfrm>
            <a:off x="567950" y="404664"/>
            <a:ext cx="7772400" cy="762000"/>
          </a:xfrm>
          <a:noFill/>
        </p:spPr>
        <p:txBody>
          <a:bodyPr/>
          <a:lstStyle/>
          <a:p>
            <a:pPr eaLnBrk="1" hangingPunct="1"/>
            <a:r>
              <a:rPr lang="zh-CN" sz="3600" dirty="0" smtClean="0"/>
              <a:t>第五章</a:t>
            </a:r>
            <a:r>
              <a:rPr lang="en-US" altLang="zh-CN" sz="3600" dirty="0" smtClean="0"/>
              <a:t> </a:t>
            </a:r>
            <a:r>
              <a:rPr lang="zh-CN" altLang="en-US" sz="3600" dirty="0" smtClean="0"/>
              <a:t>内容小结</a:t>
            </a:r>
            <a:endParaRPr lang="zh-CN" altLang="en-US" sz="3600" dirty="0"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DEFINEDINNAVIGATOR" val="True"/>
  <p:tag name="HOTSPOTTYPE" val="DefinedInNavigator"/>
  <p:tag name="BRANCHTO" val="257"/>
</p:tagLst>
</file>

<file path=ppt/theme/theme1.xml><?xml version="1.0" encoding="utf-8"?>
<a:theme xmlns:a="http://schemas.openxmlformats.org/drawingml/2006/main" name="个人主页 (标准)">
  <a:themeElements>
    <a:clrScheme name="个人主页 (标准) 9">
      <a:dk1>
        <a:srgbClr val="000000"/>
      </a:dk1>
      <a:lt1>
        <a:srgbClr val="DFF9EF"/>
      </a:lt1>
      <a:dk2>
        <a:srgbClr val="0000FF"/>
      </a:dk2>
      <a:lt2>
        <a:srgbClr val="000000"/>
      </a:lt2>
      <a:accent1>
        <a:srgbClr val="000000"/>
      </a:accent1>
      <a:accent2>
        <a:srgbClr val="336699"/>
      </a:accent2>
      <a:accent3>
        <a:srgbClr val="ECFBF6"/>
      </a:accent3>
      <a:accent4>
        <a:srgbClr val="000000"/>
      </a:accent4>
      <a:accent5>
        <a:srgbClr val="AAAAAA"/>
      </a:accent5>
      <a:accent6>
        <a:srgbClr val="2D5C8A"/>
      </a:accent6>
      <a:hlink>
        <a:srgbClr val="EBFFF5"/>
      </a:hlink>
      <a:folHlink>
        <a:srgbClr val="A73737"/>
      </a:folHlink>
    </a:clrScheme>
    <a:fontScheme name="个人主页 (标准)">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个人主页 (标准) 1">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EAEAEA"/>
        </a:hlink>
        <a:folHlink>
          <a:srgbClr val="A73737"/>
        </a:folHlink>
      </a:clrScheme>
      <a:clrMap bg1="dk2" tx1="lt1" bg2="dk1" tx2="lt2" accent1="accent1" accent2="accent2" accent3="accent3" accent4="accent4" accent5="accent5" accent6="accent6" hlink="hlink" folHlink="folHlink"/>
    </a:extraClrScheme>
    <a:extraClrScheme>
      <a:clrScheme name="个人主页 (标准) 2">
        <a:dk1>
          <a:srgbClr val="663300"/>
        </a:dk1>
        <a:lt1>
          <a:srgbClr val="FFFFFF"/>
        </a:lt1>
        <a:dk2>
          <a:srgbClr val="996633"/>
        </a:dk2>
        <a:lt2>
          <a:srgbClr val="868686"/>
        </a:lt2>
        <a:accent1>
          <a:srgbClr val="FF9900"/>
        </a:accent1>
        <a:accent2>
          <a:srgbClr val="CC6600"/>
        </a:accent2>
        <a:accent3>
          <a:srgbClr val="FFFFFF"/>
        </a:accent3>
        <a:accent4>
          <a:srgbClr val="562A00"/>
        </a:accent4>
        <a:accent5>
          <a:srgbClr val="FFCAAA"/>
        </a:accent5>
        <a:accent6>
          <a:srgbClr val="B95C00"/>
        </a:accent6>
        <a:hlink>
          <a:srgbClr val="FFCC00"/>
        </a:hlink>
        <a:folHlink>
          <a:srgbClr val="CCCCCC"/>
        </a:folHlink>
      </a:clrScheme>
      <a:clrMap bg1="lt1" tx1="dk1" bg2="lt2" tx2="dk2" accent1="accent1" accent2="accent2" accent3="accent3" accent4="accent4" accent5="accent5" accent6="accent6" hlink="hlink" folHlink="folHlink"/>
    </a:extraClrScheme>
    <a:extraClrScheme>
      <a:clrScheme name="个人主页 (标准)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个人主页 (标准) 4">
        <a:dk1>
          <a:srgbClr val="000000"/>
        </a:dk1>
        <a:lt1>
          <a:srgbClr val="FFFFFF"/>
        </a:lt1>
        <a:dk2>
          <a:srgbClr val="0000FF"/>
        </a:dk2>
        <a:lt2>
          <a:srgbClr val="000000"/>
        </a:lt2>
        <a:accent1>
          <a:srgbClr val="FF9933"/>
        </a:accent1>
        <a:accent2>
          <a:srgbClr val="336699"/>
        </a:accent2>
        <a:accent3>
          <a:srgbClr val="FFFFFF"/>
        </a:accent3>
        <a:accent4>
          <a:srgbClr val="000000"/>
        </a:accent4>
        <a:accent5>
          <a:srgbClr val="FFCAAD"/>
        </a:accent5>
        <a:accent6>
          <a:srgbClr val="2D5C8A"/>
        </a:accent6>
        <a:hlink>
          <a:srgbClr val="EAEAEA"/>
        </a:hlink>
        <a:folHlink>
          <a:srgbClr val="A73737"/>
        </a:folHlink>
      </a:clrScheme>
      <a:clrMap bg1="lt1" tx1="dk1" bg2="lt2" tx2="dk2" accent1="accent1" accent2="accent2" accent3="accent3" accent4="accent4" accent5="accent5" accent6="accent6" hlink="hlink" folHlink="folHlink"/>
    </a:extraClrScheme>
    <a:extraClrScheme>
      <a:clrScheme name="个人主页 (标准) 5">
        <a:dk1>
          <a:srgbClr val="000000"/>
        </a:dk1>
        <a:lt1>
          <a:srgbClr val="FFFFFF"/>
        </a:lt1>
        <a:dk2>
          <a:srgbClr val="0000FF"/>
        </a:dk2>
        <a:lt2>
          <a:srgbClr val="000000"/>
        </a:lt2>
        <a:accent1>
          <a:srgbClr val="000000"/>
        </a:accent1>
        <a:accent2>
          <a:srgbClr val="336699"/>
        </a:accent2>
        <a:accent3>
          <a:srgbClr val="FFFFFF"/>
        </a:accent3>
        <a:accent4>
          <a:srgbClr val="000000"/>
        </a:accent4>
        <a:accent5>
          <a:srgbClr val="AAAAAA"/>
        </a:accent5>
        <a:accent6>
          <a:srgbClr val="2D5C8A"/>
        </a:accent6>
        <a:hlink>
          <a:srgbClr val="EAEAEA"/>
        </a:hlink>
        <a:folHlink>
          <a:srgbClr val="A73737"/>
        </a:folHlink>
      </a:clrScheme>
      <a:clrMap bg1="lt1" tx1="dk1" bg2="lt2" tx2="dk2" accent1="accent1" accent2="accent2" accent3="accent3" accent4="accent4" accent5="accent5" accent6="accent6" hlink="hlink" folHlink="folHlink"/>
    </a:extraClrScheme>
    <a:extraClrScheme>
      <a:clrScheme name="个人主页 (标准) 6">
        <a:dk1>
          <a:srgbClr val="000000"/>
        </a:dk1>
        <a:lt1>
          <a:srgbClr val="FFFFFF"/>
        </a:lt1>
        <a:dk2>
          <a:srgbClr val="0000FF"/>
        </a:dk2>
        <a:lt2>
          <a:srgbClr val="000000"/>
        </a:lt2>
        <a:accent1>
          <a:srgbClr val="000000"/>
        </a:accent1>
        <a:accent2>
          <a:srgbClr val="336699"/>
        </a:accent2>
        <a:accent3>
          <a:srgbClr val="FFFFFF"/>
        </a:accent3>
        <a:accent4>
          <a:srgbClr val="000000"/>
        </a:accent4>
        <a:accent5>
          <a:srgbClr val="AAAAAA"/>
        </a:accent5>
        <a:accent6>
          <a:srgbClr val="2D5C8A"/>
        </a:accent6>
        <a:hlink>
          <a:srgbClr val="DDDDDD"/>
        </a:hlink>
        <a:folHlink>
          <a:srgbClr val="A73737"/>
        </a:folHlink>
      </a:clrScheme>
      <a:clrMap bg1="lt1" tx1="dk1" bg2="lt2" tx2="dk2" accent1="accent1" accent2="accent2" accent3="accent3" accent4="accent4" accent5="accent5" accent6="accent6" hlink="hlink" folHlink="folHlink"/>
    </a:extraClrScheme>
    <a:extraClrScheme>
      <a:clrScheme name="个人主页 (标准) 7">
        <a:dk1>
          <a:srgbClr val="000000"/>
        </a:dk1>
        <a:lt1>
          <a:srgbClr val="DFF9EF"/>
        </a:lt1>
        <a:dk2>
          <a:srgbClr val="0000FF"/>
        </a:dk2>
        <a:lt2>
          <a:srgbClr val="000000"/>
        </a:lt2>
        <a:accent1>
          <a:srgbClr val="000000"/>
        </a:accent1>
        <a:accent2>
          <a:srgbClr val="336699"/>
        </a:accent2>
        <a:accent3>
          <a:srgbClr val="ECFBF6"/>
        </a:accent3>
        <a:accent4>
          <a:srgbClr val="000000"/>
        </a:accent4>
        <a:accent5>
          <a:srgbClr val="AAAAAA"/>
        </a:accent5>
        <a:accent6>
          <a:srgbClr val="2D5C8A"/>
        </a:accent6>
        <a:hlink>
          <a:srgbClr val="B7FFE7"/>
        </a:hlink>
        <a:folHlink>
          <a:srgbClr val="A73737"/>
        </a:folHlink>
      </a:clrScheme>
      <a:clrMap bg1="lt1" tx1="dk1" bg2="lt2" tx2="dk2" accent1="accent1" accent2="accent2" accent3="accent3" accent4="accent4" accent5="accent5" accent6="accent6" hlink="hlink" folHlink="folHlink"/>
    </a:extraClrScheme>
    <a:extraClrScheme>
      <a:clrScheme name="个人主页 (标准) 8">
        <a:dk1>
          <a:srgbClr val="000000"/>
        </a:dk1>
        <a:lt1>
          <a:srgbClr val="DFF9EF"/>
        </a:lt1>
        <a:dk2>
          <a:srgbClr val="0000FF"/>
        </a:dk2>
        <a:lt2>
          <a:srgbClr val="000000"/>
        </a:lt2>
        <a:accent1>
          <a:srgbClr val="000000"/>
        </a:accent1>
        <a:accent2>
          <a:srgbClr val="336699"/>
        </a:accent2>
        <a:accent3>
          <a:srgbClr val="ECFBF6"/>
        </a:accent3>
        <a:accent4>
          <a:srgbClr val="000000"/>
        </a:accent4>
        <a:accent5>
          <a:srgbClr val="AAAAAA"/>
        </a:accent5>
        <a:accent6>
          <a:srgbClr val="2D5C8A"/>
        </a:accent6>
        <a:hlink>
          <a:srgbClr val="DDFFF4"/>
        </a:hlink>
        <a:folHlink>
          <a:srgbClr val="A73737"/>
        </a:folHlink>
      </a:clrScheme>
      <a:clrMap bg1="lt1" tx1="dk1" bg2="lt2" tx2="dk2" accent1="accent1" accent2="accent2" accent3="accent3" accent4="accent4" accent5="accent5" accent6="accent6" hlink="hlink" folHlink="folHlink"/>
    </a:extraClrScheme>
    <a:extraClrScheme>
      <a:clrScheme name="个人主页 (标准) 9">
        <a:dk1>
          <a:srgbClr val="000000"/>
        </a:dk1>
        <a:lt1>
          <a:srgbClr val="DFF9EF"/>
        </a:lt1>
        <a:dk2>
          <a:srgbClr val="0000FF"/>
        </a:dk2>
        <a:lt2>
          <a:srgbClr val="000000"/>
        </a:lt2>
        <a:accent1>
          <a:srgbClr val="000000"/>
        </a:accent1>
        <a:accent2>
          <a:srgbClr val="336699"/>
        </a:accent2>
        <a:accent3>
          <a:srgbClr val="ECFBF6"/>
        </a:accent3>
        <a:accent4>
          <a:srgbClr val="000000"/>
        </a:accent4>
        <a:accent5>
          <a:srgbClr val="AAAAAA"/>
        </a:accent5>
        <a:accent6>
          <a:srgbClr val="2D5C8A"/>
        </a:accent6>
        <a:hlink>
          <a:srgbClr val="EBFFF5"/>
        </a:hlink>
        <a:folHlink>
          <a:srgbClr val="A7373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0</TotalTime>
  <Words>1389</Words>
  <Application>WPS 演示</Application>
  <PresentationFormat>全屏显示(4:3)</PresentationFormat>
  <Paragraphs>87</Paragraphs>
  <Slides>8</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8</vt:i4>
      </vt:variant>
    </vt:vector>
  </HeadingPairs>
  <TitlesOfParts>
    <vt:vector size="20" baseType="lpstr">
      <vt:lpstr>Arial</vt:lpstr>
      <vt:lpstr>宋体</vt:lpstr>
      <vt:lpstr>Wingdings</vt:lpstr>
      <vt:lpstr>Times New Roman</vt:lpstr>
      <vt:lpstr>微软雅黑</vt:lpstr>
      <vt:lpstr>Arial Unicode MS</vt:lpstr>
      <vt:lpstr>Cambria Math</vt:lpstr>
      <vt:lpstr>Wingdings</vt:lpstr>
      <vt:lpstr>Calibri</vt:lpstr>
      <vt:lpstr>Cambria Math</vt:lpstr>
      <vt:lpstr>个人主页 (标准)</vt:lpstr>
      <vt:lpstr>自定义设计方案</vt:lpstr>
      <vt:lpstr>第五章 内容小结</vt:lpstr>
      <vt:lpstr>第五章 内容小结</vt:lpstr>
      <vt:lpstr>第五章 内容小结</vt:lpstr>
      <vt:lpstr>第五章 内容小结</vt:lpstr>
      <vt:lpstr>第五章 内容小结</vt:lpstr>
      <vt:lpstr>第五章 内容小结</vt:lpstr>
      <vt:lpstr>第五章 内容小结</vt:lpstr>
      <vt:lpstr>第五章 内容小结</vt:lpstr>
    </vt:vector>
  </TitlesOfParts>
  <Company>NEU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songby</dc:creator>
  <cp:lastModifiedBy>红艳</cp:lastModifiedBy>
  <cp:revision>1288</cp:revision>
  <cp:lastPrinted>1995-12-08T18:33:00Z</cp:lastPrinted>
  <dcterms:created xsi:type="dcterms:W3CDTF">2000-10-31T09:27:00Z</dcterms:created>
  <dcterms:modified xsi:type="dcterms:W3CDTF">2021-11-14T05:08:26Z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70E5622BC2C140FE995274CD76212D49</vt:lpwstr>
  </property>
  <property fmtid="{D5CDD505-2E9C-101B-9397-08002B2CF9AE}" pid="3" name="KSOProductBuildVer">
    <vt:lpwstr>2052-11.1.0.11045</vt:lpwstr>
  </property>
</Properties>
</file>