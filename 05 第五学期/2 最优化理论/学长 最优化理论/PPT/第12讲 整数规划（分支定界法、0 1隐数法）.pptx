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57" r:id="rId1"/>
  </p:sldMasterIdLst>
  <p:notesMasterIdLst>
    <p:notesMasterId r:id="rId50"/>
  </p:notesMasterIdLst>
  <p:handoutMasterIdLst>
    <p:handoutMasterId r:id="rId5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84" r:id="rId23"/>
    <p:sldId id="278" r:id="rId24"/>
    <p:sldId id="279" r:id="rId25"/>
    <p:sldId id="281" r:id="rId26"/>
    <p:sldId id="280" r:id="rId27"/>
    <p:sldId id="283" r:id="rId28"/>
    <p:sldId id="282" r:id="rId29"/>
    <p:sldId id="285" r:id="rId30"/>
    <p:sldId id="288" r:id="rId31"/>
    <p:sldId id="286" r:id="rId32"/>
    <p:sldId id="289" r:id="rId33"/>
    <p:sldId id="290" r:id="rId34"/>
    <p:sldId id="287" r:id="rId35"/>
    <p:sldId id="291" r:id="rId36"/>
    <p:sldId id="292" r:id="rId37"/>
    <p:sldId id="294" r:id="rId38"/>
    <p:sldId id="295" r:id="rId39"/>
    <p:sldId id="296" r:id="rId40"/>
    <p:sldId id="300" r:id="rId41"/>
    <p:sldId id="293" r:id="rId42"/>
    <p:sldId id="301" r:id="rId43"/>
    <p:sldId id="297" r:id="rId44"/>
    <p:sldId id="299" r:id="rId45"/>
    <p:sldId id="298" r:id="rId46"/>
    <p:sldId id="302" r:id="rId47"/>
    <p:sldId id="306" r:id="rId48"/>
    <p:sldId id="305" r:id="rId49"/>
  </p:sldIdLst>
  <p:sldSz cx="9906000" cy="6858000" type="A4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BF6BE6E-4B09-4148-9F0C-7F96FBD9B71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84"/>
            <p14:sldId id="278"/>
            <p14:sldId id="279"/>
            <p14:sldId id="281"/>
            <p14:sldId id="280"/>
            <p14:sldId id="283"/>
            <p14:sldId id="282"/>
            <p14:sldId id="285"/>
            <p14:sldId id="288"/>
            <p14:sldId id="286"/>
            <p14:sldId id="289"/>
            <p14:sldId id="290"/>
            <p14:sldId id="287"/>
            <p14:sldId id="291"/>
            <p14:sldId id="292"/>
            <p14:sldId id="294"/>
            <p14:sldId id="295"/>
            <p14:sldId id="296"/>
            <p14:sldId id="300"/>
            <p14:sldId id="293"/>
            <p14:sldId id="301"/>
            <p14:sldId id="297"/>
            <p14:sldId id="299"/>
            <p14:sldId id="298"/>
            <p14:sldId id="302"/>
            <p14:sldId id="306"/>
            <p14:sldId id="3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FF00"/>
    <a:srgbClr val="0000CC"/>
    <a:srgbClr val="FFFF66"/>
    <a:srgbClr val="30A040"/>
    <a:srgbClr val="CC3399"/>
    <a:srgbClr val="FFFFFF"/>
    <a:srgbClr val="333399"/>
    <a:srgbClr val="000099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1" autoAdjust="0"/>
    <p:restoredTop sz="93826" autoAdjust="0"/>
  </p:normalViewPr>
  <p:slideViewPr>
    <p:cSldViewPr>
      <p:cViewPr varScale="1">
        <p:scale>
          <a:sx n="67" d="100"/>
          <a:sy n="67" d="100"/>
        </p:scale>
        <p:origin x="880" y="8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>
        <p:scale>
          <a:sx n="56" d="100"/>
          <a:sy n="56" d="100"/>
        </p:scale>
        <p:origin x="-1830" y="-9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E4C64EE1-592A-45A9-9E8D-8A110C604C90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31277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en-US" altLang="zh-CN"/>
              <a:t>5656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8DA2099C-E03D-4BEA-80BD-EC59252D8E32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9284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96C443-04BC-4639-B5F7-E14A7E3E0041}" type="slidenum">
              <a:rPr lang="zh-CN" altLang="en-US"/>
              <a:pPr/>
              <a:t>1</a:t>
            </a:fld>
            <a:endParaRPr lang="en-US" altLang="zh-CN" dirty="0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20 9">
            <a:extLst>
              <a:ext uri="{FF2B5EF4-FFF2-40B4-BE49-F238E27FC236}">
                <a16:creationId xmlns:a16="http://schemas.microsoft.com/office/drawing/2014/main" id="{DB875CB5-79D2-4F0D-AAEA-E38F8F1FB7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894850" cy="2420888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3A371CBA-E3A3-49E4-BC50-D73E5519A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8584" y="2620777"/>
            <a:ext cx="8016639" cy="1070582"/>
          </a:xfrm>
        </p:spPr>
        <p:txBody>
          <a:bodyPr anchor="ctr">
            <a:normAutofit fontScale="90000"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endParaRPr lang="zh-CN" altLang="en-US" sz="4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2E156885-70F0-4648-845E-265F36444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7282" y="4015551"/>
            <a:ext cx="6619242" cy="642776"/>
          </a:xfrm>
        </p:spPr>
        <p:txBody>
          <a:bodyPr>
            <a:normAutofit/>
          </a:bodyPr>
          <a:lstStyle>
            <a:lvl1pPr marL="0" indent="0" algn="ctr">
              <a:buNone/>
              <a:defRPr sz="3600"/>
            </a:lvl1pPr>
          </a:lstStyle>
          <a:p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001777F-61CF-42D4-943E-7A0268001DD7}"/>
              </a:ext>
            </a:extLst>
          </p:cNvPr>
          <p:cNvSpPr/>
          <p:nvPr userDrawn="1"/>
        </p:nvSpPr>
        <p:spPr>
          <a:xfrm>
            <a:off x="1" y="6415953"/>
            <a:ext cx="9906000" cy="44204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FD28CC49-F75B-42A3-A246-3A936A3C1C5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5577048"/>
            <a:ext cx="1938018" cy="128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日期占位符 12">
            <a:extLst>
              <a:ext uri="{FF2B5EF4-FFF2-40B4-BE49-F238E27FC236}">
                <a16:creationId xmlns:a16="http://schemas.microsoft.com/office/drawing/2014/main" id="{BF0374B4-E0FA-4D63-930E-15A90A36D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44945" y="6448251"/>
            <a:ext cx="2743200" cy="365125"/>
          </a:xfrm>
        </p:spPr>
        <p:txBody>
          <a:bodyPr/>
          <a:lstStyle/>
          <a:p>
            <a:fld id="{9BF28558-7B33-427A-B568-3609C5F68DFB}" type="datetime3">
              <a:rPr lang="zh-CN" altLang="en-US" sz="1600" smtClean="0"/>
              <a:t>2022年12月2日星期五</a:t>
            </a:fld>
            <a:endParaRPr lang="zh-CN" altLang="en-US" sz="1600" dirty="0"/>
          </a:p>
        </p:txBody>
      </p:sp>
      <p:pic>
        <p:nvPicPr>
          <p:cNvPr id="20" name="20 19">
            <a:extLst>
              <a:ext uri="{FF2B5EF4-FFF2-40B4-BE49-F238E27FC236}">
                <a16:creationId xmlns:a16="http://schemas.microsoft.com/office/drawing/2014/main" id="{92CA545C-BE9F-4FE0-8561-A177CAB1467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610" y="6418253"/>
            <a:ext cx="1424240" cy="4420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044" y="188640"/>
            <a:ext cx="971949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6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C79822-BC0D-4DE8-A7E5-90A3732A2B82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auto">
          <a:xfrm flipV="1">
            <a:off x="58044" y="1052735"/>
            <a:ext cx="9719492" cy="1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4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95300" y="6381328"/>
            <a:ext cx="2311400" cy="432048"/>
          </a:xfrm>
        </p:spPr>
        <p:txBody>
          <a:bodyPr/>
          <a:lstStyle>
            <a:lvl1pPr>
              <a:defRPr sz="1600"/>
            </a:lvl1pPr>
          </a:lstStyle>
          <a:p>
            <a:fld id="{A3C8579E-F682-4174-8232-D943C000E3D7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944367" y="6453336"/>
            <a:ext cx="2311400" cy="360040"/>
          </a:xfrm>
        </p:spPr>
        <p:txBody>
          <a:bodyPr/>
          <a:lstStyle>
            <a:lvl1pPr algn="ctr">
              <a:defRPr sz="1600"/>
            </a:lvl1pPr>
          </a:lstStyle>
          <a:p>
            <a:fld id="{C3F47B36-077D-42FE-9DED-0C77CB87E4B3}" type="slidenum">
              <a:rPr lang="zh-CN" altLang="en-US" smtClean="0"/>
              <a:pPr/>
              <a:t>‹#›</a:t>
            </a:fld>
            <a:endParaRPr lang="en-US" altLang="zh-CN" dirty="0"/>
          </a:p>
        </p:txBody>
      </p:sp>
      <p:pic>
        <p:nvPicPr>
          <p:cNvPr id="7" name="20 6">
            <a:extLst>
              <a:ext uri="{FF2B5EF4-FFF2-40B4-BE49-F238E27FC236}">
                <a16:creationId xmlns:a16="http://schemas.microsoft.com/office/drawing/2014/main" id="{E94A7FD3-B299-4610-AC83-3B451DCD0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240" y="6542278"/>
            <a:ext cx="874512" cy="27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3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566F1B3-94A1-4D75-BEB5-A24ADF28504A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B52295-AD8D-47A8-A4D5-D2F6B9F48E3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32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60A4C-2E7A-4BC7-92BB-4811D8BBCCED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753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D6D13C-CD6B-463A-856C-AE7EFF1CC60E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090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AAF49A-B9BF-4A20-9CBD-058DA3EDBF07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38B79-8FD5-46F1-8A19-651A319ADB19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3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7B4B721-E592-4506-A42D-A485CD36D387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7DC1DE-D772-415A-B75D-6C2A3BBF0EE5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0705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5F4B58-8D9C-4A13-BFBC-1BE0A361A717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74B41-85B4-4984-A2A4-801BFDC62CF6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82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单击图标添加20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60B875-7DB8-40C0-8DE9-C73D2B1839FC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FEF2C3-09B7-48D6-BCFF-274B159605E4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85987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99A547-F978-4B5E-95FF-4A25E1B63B3F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236A91-AB49-49FF-BD59-8386391FD12B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84642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4BF687-6B3E-44A6-8A17-B031BCEB5374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8FACEB-921B-4428-A32E-7A6FF935A2DD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91822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448BAC07-5643-4648-8B99-28E352517941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C52F4D9-41EC-423B-B963-42D1C41ACCC5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9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550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/>
              <a:t>单击图标添加剪 贴画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D344004-1B03-4B97-88C0-C8765BDB0F88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966CAE82-64C7-4E5B-88D2-F38A61F120C5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89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8044" y="44624"/>
            <a:ext cx="9784456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" y="1017862"/>
            <a:ext cx="9784456" cy="5514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endParaRPr lang="en-US" altLang="zh-CN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8044" y="6542278"/>
            <a:ext cx="2311400" cy="271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itchFamily="2" charset="-122"/>
              </a:defRPr>
            </a:lvl1pPr>
          </a:lstStyle>
          <a:p>
            <a:fld id="{9505B10C-6225-4137-9473-CCC2B763FCE5}" type="datetime3">
              <a:rPr lang="zh-CN" altLang="en-US" smtClean="0"/>
              <a:pPr/>
              <a:t>2022年12月2日星期五</a:t>
            </a:fld>
            <a:endParaRPr lang="en-US" altLang="zh-CN" dirty="0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797300" y="6533050"/>
            <a:ext cx="2311400" cy="271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itchFamily="2" charset="-122"/>
              </a:defRPr>
            </a:lvl1pPr>
          </a:lstStyle>
          <a:p>
            <a:fld id="{67B052E9-C54A-4603-AE2F-EB72B006DB6C}" type="slidenum">
              <a:rPr lang="zh-CN" altLang="en-US" smtClean="0"/>
              <a:pPr/>
              <a:t>‹#›</a:t>
            </a:fld>
            <a:endParaRPr lang="en-US" altLang="zh-CN" dirty="0"/>
          </a:p>
        </p:txBody>
      </p:sp>
      <p:sp>
        <p:nvSpPr>
          <p:cNvPr id="2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2" name="20 11">
            <a:extLst>
              <a:ext uri="{FF2B5EF4-FFF2-40B4-BE49-F238E27FC236}">
                <a16:creationId xmlns:a16="http://schemas.microsoft.com/office/drawing/2014/main" id="{482E3178-F79E-4C1F-91C9-D07D79763864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3444" y="6562880"/>
            <a:ext cx="874512" cy="27109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71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"/>
        <a:defRPr sz="3200" b="1">
          <a:solidFill>
            <a:schemeClr val="tx1"/>
          </a:solidFill>
          <a:latin typeface="+mn-lt"/>
          <a:ea typeface="黑体" pitchFamily="2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"/>
        <a:defRPr sz="2800" b="1">
          <a:solidFill>
            <a:schemeClr val="tx1"/>
          </a:solidFill>
          <a:latin typeface="+mn-lt"/>
          <a:ea typeface="黑体" pitchFamily="2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"/>
        <a:defRPr sz="2400" b="1">
          <a:solidFill>
            <a:schemeClr val="tx1"/>
          </a:solidFill>
          <a:latin typeface="+mn-lt"/>
          <a:ea typeface="黑体" pitchFamily="2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黑体" pitchFamily="2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  <a:ea typeface="黑体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3.wmf"/><Relationship Id="rId18" Type="http://schemas.openxmlformats.org/officeDocument/2006/relationships/oleObject" Target="../embeddings/oleObject13.bin"/><Relationship Id="rId26" Type="http://schemas.openxmlformats.org/officeDocument/2006/relationships/oleObject" Target="../embeddings/oleObject17.bin"/><Relationship Id="rId39" Type="http://schemas.openxmlformats.org/officeDocument/2006/relationships/oleObject" Target="../embeddings/oleObject28.bin"/><Relationship Id="rId3" Type="http://schemas.openxmlformats.org/officeDocument/2006/relationships/image" Target="../media/image8.wmf"/><Relationship Id="rId21" Type="http://schemas.openxmlformats.org/officeDocument/2006/relationships/image" Target="../media/image17.wmf"/><Relationship Id="rId34" Type="http://schemas.openxmlformats.org/officeDocument/2006/relationships/oleObject" Target="../embeddings/oleObject23.bin"/><Relationship Id="rId42" Type="http://schemas.openxmlformats.org/officeDocument/2006/relationships/oleObject" Target="../embeddings/oleObject31.bin"/><Relationship Id="rId47" Type="http://schemas.openxmlformats.org/officeDocument/2006/relationships/image" Target="../media/image22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0.bin"/><Relationship Id="rId17" Type="http://schemas.openxmlformats.org/officeDocument/2006/relationships/image" Target="../media/image15.wmf"/><Relationship Id="rId25" Type="http://schemas.openxmlformats.org/officeDocument/2006/relationships/image" Target="../media/image19.wmf"/><Relationship Id="rId33" Type="http://schemas.openxmlformats.org/officeDocument/2006/relationships/oleObject" Target="../embeddings/oleObject22.bin"/><Relationship Id="rId38" Type="http://schemas.openxmlformats.org/officeDocument/2006/relationships/oleObject" Target="../embeddings/oleObject27.bin"/><Relationship Id="rId46" Type="http://schemas.openxmlformats.org/officeDocument/2006/relationships/oleObject" Target="../embeddings/oleObject35.bin"/><Relationship Id="rId2" Type="http://schemas.openxmlformats.org/officeDocument/2006/relationships/oleObject" Target="../embeddings/oleObject5.bin"/><Relationship Id="rId16" Type="http://schemas.openxmlformats.org/officeDocument/2006/relationships/oleObject" Target="../embeddings/oleObject12.bin"/><Relationship Id="rId20" Type="http://schemas.openxmlformats.org/officeDocument/2006/relationships/oleObject" Target="../embeddings/oleObject14.bin"/><Relationship Id="rId29" Type="http://schemas.openxmlformats.org/officeDocument/2006/relationships/image" Target="../media/image21.wmf"/><Relationship Id="rId41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2.wmf"/><Relationship Id="rId24" Type="http://schemas.openxmlformats.org/officeDocument/2006/relationships/oleObject" Target="../embeddings/oleObject16.bin"/><Relationship Id="rId32" Type="http://schemas.openxmlformats.org/officeDocument/2006/relationships/oleObject" Target="../embeddings/oleObject21.bin"/><Relationship Id="rId37" Type="http://schemas.openxmlformats.org/officeDocument/2006/relationships/oleObject" Target="../embeddings/oleObject26.bin"/><Relationship Id="rId40" Type="http://schemas.openxmlformats.org/officeDocument/2006/relationships/oleObject" Target="../embeddings/oleObject29.bin"/><Relationship Id="rId45" Type="http://schemas.openxmlformats.org/officeDocument/2006/relationships/oleObject" Target="../embeddings/oleObject34.bin"/><Relationship Id="rId5" Type="http://schemas.openxmlformats.org/officeDocument/2006/relationships/image" Target="../media/image9.wmf"/><Relationship Id="rId15" Type="http://schemas.openxmlformats.org/officeDocument/2006/relationships/image" Target="../media/image14.wmf"/><Relationship Id="rId23" Type="http://schemas.openxmlformats.org/officeDocument/2006/relationships/image" Target="../media/image18.wmf"/><Relationship Id="rId28" Type="http://schemas.openxmlformats.org/officeDocument/2006/relationships/oleObject" Target="../embeddings/oleObject18.bin"/><Relationship Id="rId36" Type="http://schemas.openxmlformats.org/officeDocument/2006/relationships/oleObject" Target="../embeddings/oleObject25.bin"/><Relationship Id="rId10" Type="http://schemas.openxmlformats.org/officeDocument/2006/relationships/oleObject" Target="../embeddings/oleObject9.bin"/><Relationship Id="rId19" Type="http://schemas.openxmlformats.org/officeDocument/2006/relationships/image" Target="../media/image16.wmf"/><Relationship Id="rId31" Type="http://schemas.openxmlformats.org/officeDocument/2006/relationships/oleObject" Target="../embeddings/oleObject20.bin"/><Relationship Id="rId44" Type="http://schemas.openxmlformats.org/officeDocument/2006/relationships/oleObject" Target="../embeddings/oleObject33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11.bin"/><Relationship Id="rId22" Type="http://schemas.openxmlformats.org/officeDocument/2006/relationships/oleObject" Target="../embeddings/oleObject15.bin"/><Relationship Id="rId27" Type="http://schemas.openxmlformats.org/officeDocument/2006/relationships/image" Target="../media/image20.wmf"/><Relationship Id="rId30" Type="http://schemas.openxmlformats.org/officeDocument/2006/relationships/oleObject" Target="../embeddings/oleObject19.bin"/><Relationship Id="rId35" Type="http://schemas.openxmlformats.org/officeDocument/2006/relationships/oleObject" Target="../embeddings/oleObject24.bin"/><Relationship Id="rId43" Type="http://schemas.openxmlformats.org/officeDocument/2006/relationships/oleObject" Target="../embeddings/oleObject32.bin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wmf"/><Relationship Id="rId18" Type="http://schemas.openxmlformats.org/officeDocument/2006/relationships/oleObject" Target="../embeddings/oleObject44.bin"/><Relationship Id="rId26" Type="http://schemas.openxmlformats.org/officeDocument/2006/relationships/oleObject" Target="../embeddings/oleObject48.bin"/><Relationship Id="rId39" Type="http://schemas.openxmlformats.org/officeDocument/2006/relationships/oleObject" Target="../embeddings/oleObject61.bin"/><Relationship Id="rId3" Type="http://schemas.openxmlformats.org/officeDocument/2006/relationships/image" Target="../media/image10.wmf"/><Relationship Id="rId21" Type="http://schemas.openxmlformats.org/officeDocument/2006/relationships/image" Target="../media/image19.wmf"/><Relationship Id="rId34" Type="http://schemas.openxmlformats.org/officeDocument/2006/relationships/oleObject" Target="../embeddings/oleObject56.bin"/><Relationship Id="rId42" Type="http://schemas.openxmlformats.org/officeDocument/2006/relationships/oleObject" Target="../embeddings/oleObject64.bin"/><Relationship Id="rId47" Type="http://schemas.openxmlformats.org/officeDocument/2006/relationships/oleObject" Target="../embeddings/oleObject67.bin"/><Relationship Id="rId50" Type="http://schemas.openxmlformats.org/officeDocument/2006/relationships/image" Target="../media/image9.wmf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41.bin"/><Relationship Id="rId17" Type="http://schemas.openxmlformats.org/officeDocument/2006/relationships/image" Target="../media/image17.wmf"/><Relationship Id="rId25" Type="http://schemas.openxmlformats.org/officeDocument/2006/relationships/image" Target="../media/image21.wmf"/><Relationship Id="rId33" Type="http://schemas.openxmlformats.org/officeDocument/2006/relationships/oleObject" Target="../embeddings/oleObject55.bin"/><Relationship Id="rId38" Type="http://schemas.openxmlformats.org/officeDocument/2006/relationships/oleObject" Target="../embeddings/oleObject60.bin"/><Relationship Id="rId46" Type="http://schemas.openxmlformats.org/officeDocument/2006/relationships/oleObject" Target="../embeddings/oleObject66.bin"/><Relationship Id="rId2" Type="http://schemas.openxmlformats.org/officeDocument/2006/relationships/oleObject" Target="../embeddings/oleObject36.bin"/><Relationship Id="rId16" Type="http://schemas.openxmlformats.org/officeDocument/2006/relationships/oleObject" Target="../embeddings/oleObject43.bin"/><Relationship Id="rId20" Type="http://schemas.openxmlformats.org/officeDocument/2006/relationships/oleObject" Target="../embeddings/oleObject45.bin"/><Relationship Id="rId29" Type="http://schemas.openxmlformats.org/officeDocument/2006/relationships/oleObject" Target="../embeddings/oleObject51.bin"/><Relationship Id="rId41" Type="http://schemas.openxmlformats.org/officeDocument/2006/relationships/oleObject" Target="../embeddings/oleObject6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14.wmf"/><Relationship Id="rId24" Type="http://schemas.openxmlformats.org/officeDocument/2006/relationships/oleObject" Target="../embeddings/oleObject47.bin"/><Relationship Id="rId32" Type="http://schemas.openxmlformats.org/officeDocument/2006/relationships/oleObject" Target="../embeddings/oleObject54.bin"/><Relationship Id="rId37" Type="http://schemas.openxmlformats.org/officeDocument/2006/relationships/oleObject" Target="../embeddings/oleObject59.bin"/><Relationship Id="rId40" Type="http://schemas.openxmlformats.org/officeDocument/2006/relationships/oleObject" Target="../embeddings/oleObject62.bin"/><Relationship Id="rId45" Type="http://schemas.openxmlformats.org/officeDocument/2006/relationships/image" Target="../media/image23.wmf"/><Relationship Id="rId5" Type="http://schemas.openxmlformats.org/officeDocument/2006/relationships/image" Target="../media/image11.wmf"/><Relationship Id="rId15" Type="http://schemas.openxmlformats.org/officeDocument/2006/relationships/image" Target="../media/image16.wmf"/><Relationship Id="rId23" Type="http://schemas.openxmlformats.org/officeDocument/2006/relationships/image" Target="../media/image20.wmf"/><Relationship Id="rId28" Type="http://schemas.openxmlformats.org/officeDocument/2006/relationships/oleObject" Target="../embeddings/oleObject50.bin"/><Relationship Id="rId36" Type="http://schemas.openxmlformats.org/officeDocument/2006/relationships/oleObject" Target="../embeddings/oleObject58.bin"/><Relationship Id="rId49" Type="http://schemas.openxmlformats.org/officeDocument/2006/relationships/oleObject" Target="../embeddings/oleObject69.bin"/><Relationship Id="rId10" Type="http://schemas.openxmlformats.org/officeDocument/2006/relationships/oleObject" Target="../embeddings/oleObject40.bin"/><Relationship Id="rId19" Type="http://schemas.openxmlformats.org/officeDocument/2006/relationships/image" Target="../media/image18.wmf"/><Relationship Id="rId31" Type="http://schemas.openxmlformats.org/officeDocument/2006/relationships/oleObject" Target="../embeddings/oleObject53.bin"/><Relationship Id="rId44" Type="http://schemas.openxmlformats.org/officeDocument/2006/relationships/oleObject" Target="../embeddings/oleObject65.bin"/><Relationship Id="rId4" Type="http://schemas.openxmlformats.org/officeDocument/2006/relationships/oleObject" Target="../embeddings/oleObject37.bin"/><Relationship Id="rId9" Type="http://schemas.openxmlformats.org/officeDocument/2006/relationships/image" Target="../media/image13.wmf"/><Relationship Id="rId14" Type="http://schemas.openxmlformats.org/officeDocument/2006/relationships/oleObject" Target="../embeddings/oleObject42.bin"/><Relationship Id="rId22" Type="http://schemas.openxmlformats.org/officeDocument/2006/relationships/oleObject" Target="../embeddings/oleObject46.bin"/><Relationship Id="rId27" Type="http://schemas.openxmlformats.org/officeDocument/2006/relationships/oleObject" Target="../embeddings/oleObject49.bin"/><Relationship Id="rId30" Type="http://schemas.openxmlformats.org/officeDocument/2006/relationships/oleObject" Target="../embeddings/oleObject52.bin"/><Relationship Id="rId35" Type="http://schemas.openxmlformats.org/officeDocument/2006/relationships/oleObject" Target="../embeddings/oleObject57.bin"/><Relationship Id="rId43" Type="http://schemas.openxmlformats.org/officeDocument/2006/relationships/image" Target="../media/image22.wmf"/><Relationship Id="rId48" Type="http://schemas.openxmlformats.org/officeDocument/2006/relationships/oleObject" Target="../embeddings/oleObject68.bin"/><Relationship Id="rId8" Type="http://schemas.openxmlformats.org/officeDocument/2006/relationships/oleObject" Target="../embeddings/oleObject39.bin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wmf"/><Relationship Id="rId18" Type="http://schemas.openxmlformats.org/officeDocument/2006/relationships/oleObject" Target="../embeddings/oleObject78.bin"/><Relationship Id="rId26" Type="http://schemas.openxmlformats.org/officeDocument/2006/relationships/oleObject" Target="../embeddings/oleObject82.bin"/><Relationship Id="rId39" Type="http://schemas.openxmlformats.org/officeDocument/2006/relationships/oleObject" Target="../embeddings/oleObject95.bin"/><Relationship Id="rId3" Type="http://schemas.openxmlformats.org/officeDocument/2006/relationships/image" Target="../media/image10.wmf"/><Relationship Id="rId21" Type="http://schemas.openxmlformats.org/officeDocument/2006/relationships/image" Target="../media/image19.wmf"/><Relationship Id="rId34" Type="http://schemas.openxmlformats.org/officeDocument/2006/relationships/oleObject" Target="../embeddings/oleObject90.bin"/><Relationship Id="rId42" Type="http://schemas.openxmlformats.org/officeDocument/2006/relationships/oleObject" Target="../embeddings/oleObject98.bin"/><Relationship Id="rId47" Type="http://schemas.openxmlformats.org/officeDocument/2006/relationships/oleObject" Target="../embeddings/oleObject101.bin"/><Relationship Id="rId50" Type="http://schemas.openxmlformats.org/officeDocument/2006/relationships/image" Target="../media/image24.wmf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75.bin"/><Relationship Id="rId17" Type="http://schemas.openxmlformats.org/officeDocument/2006/relationships/image" Target="../media/image17.wmf"/><Relationship Id="rId25" Type="http://schemas.openxmlformats.org/officeDocument/2006/relationships/image" Target="../media/image21.wmf"/><Relationship Id="rId33" Type="http://schemas.openxmlformats.org/officeDocument/2006/relationships/oleObject" Target="../embeddings/oleObject89.bin"/><Relationship Id="rId38" Type="http://schemas.openxmlformats.org/officeDocument/2006/relationships/oleObject" Target="../embeddings/oleObject94.bin"/><Relationship Id="rId46" Type="http://schemas.openxmlformats.org/officeDocument/2006/relationships/oleObject" Target="../embeddings/oleObject100.bin"/><Relationship Id="rId2" Type="http://schemas.openxmlformats.org/officeDocument/2006/relationships/oleObject" Target="../embeddings/oleObject70.bin"/><Relationship Id="rId16" Type="http://schemas.openxmlformats.org/officeDocument/2006/relationships/oleObject" Target="../embeddings/oleObject77.bin"/><Relationship Id="rId20" Type="http://schemas.openxmlformats.org/officeDocument/2006/relationships/oleObject" Target="../embeddings/oleObject79.bin"/><Relationship Id="rId29" Type="http://schemas.openxmlformats.org/officeDocument/2006/relationships/oleObject" Target="../embeddings/oleObject85.bin"/><Relationship Id="rId41" Type="http://schemas.openxmlformats.org/officeDocument/2006/relationships/oleObject" Target="../embeddings/oleObject9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14.wmf"/><Relationship Id="rId24" Type="http://schemas.openxmlformats.org/officeDocument/2006/relationships/oleObject" Target="../embeddings/oleObject81.bin"/><Relationship Id="rId32" Type="http://schemas.openxmlformats.org/officeDocument/2006/relationships/oleObject" Target="../embeddings/oleObject88.bin"/><Relationship Id="rId37" Type="http://schemas.openxmlformats.org/officeDocument/2006/relationships/oleObject" Target="../embeddings/oleObject93.bin"/><Relationship Id="rId40" Type="http://schemas.openxmlformats.org/officeDocument/2006/relationships/oleObject" Target="../embeddings/oleObject96.bin"/><Relationship Id="rId45" Type="http://schemas.openxmlformats.org/officeDocument/2006/relationships/image" Target="../media/image23.wmf"/><Relationship Id="rId5" Type="http://schemas.openxmlformats.org/officeDocument/2006/relationships/image" Target="../media/image11.wmf"/><Relationship Id="rId15" Type="http://schemas.openxmlformats.org/officeDocument/2006/relationships/image" Target="../media/image16.wmf"/><Relationship Id="rId23" Type="http://schemas.openxmlformats.org/officeDocument/2006/relationships/image" Target="../media/image20.wmf"/><Relationship Id="rId28" Type="http://schemas.openxmlformats.org/officeDocument/2006/relationships/oleObject" Target="../embeddings/oleObject84.bin"/><Relationship Id="rId36" Type="http://schemas.openxmlformats.org/officeDocument/2006/relationships/oleObject" Target="../embeddings/oleObject92.bin"/><Relationship Id="rId49" Type="http://schemas.openxmlformats.org/officeDocument/2006/relationships/oleObject" Target="../embeddings/oleObject103.bin"/><Relationship Id="rId10" Type="http://schemas.openxmlformats.org/officeDocument/2006/relationships/oleObject" Target="../embeddings/oleObject74.bin"/><Relationship Id="rId19" Type="http://schemas.openxmlformats.org/officeDocument/2006/relationships/image" Target="../media/image18.wmf"/><Relationship Id="rId31" Type="http://schemas.openxmlformats.org/officeDocument/2006/relationships/oleObject" Target="../embeddings/oleObject87.bin"/><Relationship Id="rId44" Type="http://schemas.openxmlformats.org/officeDocument/2006/relationships/oleObject" Target="../embeddings/oleObject99.bin"/><Relationship Id="rId52" Type="http://schemas.openxmlformats.org/officeDocument/2006/relationships/image" Target="../media/image25.wmf"/><Relationship Id="rId4" Type="http://schemas.openxmlformats.org/officeDocument/2006/relationships/oleObject" Target="../embeddings/oleObject71.bin"/><Relationship Id="rId9" Type="http://schemas.openxmlformats.org/officeDocument/2006/relationships/image" Target="../media/image13.wmf"/><Relationship Id="rId14" Type="http://schemas.openxmlformats.org/officeDocument/2006/relationships/oleObject" Target="../embeddings/oleObject76.bin"/><Relationship Id="rId22" Type="http://schemas.openxmlformats.org/officeDocument/2006/relationships/oleObject" Target="../embeddings/oleObject80.bin"/><Relationship Id="rId27" Type="http://schemas.openxmlformats.org/officeDocument/2006/relationships/oleObject" Target="../embeddings/oleObject83.bin"/><Relationship Id="rId30" Type="http://schemas.openxmlformats.org/officeDocument/2006/relationships/oleObject" Target="../embeddings/oleObject86.bin"/><Relationship Id="rId35" Type="http://schemas.openxmlformats.org/officeDocument/2006/relationships/oleObject" Target="../embeddings/oleObject91.bin"/><Relationship Id="rId43" Type="http://schemas.openxmlformats.org/officeDocument/2006/relationships/image" Target="../media/image22.wmf"/><Relationship Id="rId48" Type="http://schemas.openxmlformats.org/officeDocument/2006/relationships/oleObject" Target="../embeddings/oleObject102.bin"/><Relationship Id="rId8" Type="http://schemas.openxmlformats.org/officeDocument/2006/relationships/oleObject" Target="../embeddings/oleObject73.bin"/><Relationship Id="rId51" Type="http://schemas.openxmlformats.org/officeDocument/2006/relationships/oleObject" Target="../embeddings/oleObject104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wmf"/><Relationship Id="rId18" Type="http://schemas.openxmlformats.org/officeDocument/2006/relationships/oleObject" Target="../embeddings/oleObject113.bin"/><Relationship Id="rId26" Type="http://schemas.openxmlformats.org/officeDocument/2006/relationships/oleObject" Target="../embeddings/oleObject117.bin"/><Relationship Id="rId39" Type="http://schemas.openxmlformats.org/officeDocument/2006/relationships/oleObject" Target="../embeddings/oleObject130.bin"/><Relationship Id="rId3" Type="http://schemas.openxmlformats.org/officeDocument/2006/relationships/image" Target="../media/image10.wmf"/><Relationship Id="rId21" Type="http://schemas.openxmlformats.org/officeDocument/2006/relationships/image" Target="../media/image19.wmf"/><Relationship Id="rId34" Type="http://schemas.openxmlformats.org/officeDocument/2006/relationships/oleObject" Target="../embeddings/oleObject125.bin"/><Relationship Id="rId42" Type="http://schemas.openxmlformats.org/officeDocument/2006/relationships/oleObject" Target="../embeddings/oleObject133.bin"/><Relationship Id="rId47" Type="http://schemas.openxmlformats.org/officeDocument/2006/relationships/oleObject" Target="../embeddings/oleObject136.bin"/><Relationship Id="rId50" Type="http://schemas.openxmlformats.org/officeDocument/2006/relationships/image" Target="../media/image27.wmf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110.bin"/><Relationship Id="rId17" Type="http://schemas.openxmlformats.org/officeDocument/2006/relationships/image" Target="../media/image17.wmf"/><Relationship Id="rId25" Type="http://schemas.openxmlformats.org/officeDocument/2006/relationships/image" Target="../media/image21.wmf"/><Relationship Id="rId33" Type="http://schemas.openxmlformats.org/officeDocument/2006/relationships/oleObject" Target="../embeddings/oleObject124.bin"/><Relationship Id="rId38" Type="http://schemas.openxmlformats.org/officeDocument/2006/relationships/oleObject" Target="../embeddings/oleObject129.bin"/><Relationship Id="rId46" Type="http://schemas.openxmlformats.org/officeDocument/2006/relationships/oleObject" Target="../embeddings/oleObject135.bin"/><Relationship Id="rId2" Type="http://schemas.openxmlformats.org/officeDocument/2006/relationships/oleObject" Target="../embeddings/oleObject105.bin"/><Relationship Id="rId16" Type="http://schemas.openxmlformats.org/officeDocument/2006/relationships/oleObject" Target="../embeddings/oleObject112.bin"/><Relationship Id="rId20" Type="http://schemas.openxmlformats.org/officeDocument/2006/relationships/oleObject" Target="../embeddings/oleObject114.bin"/><Relationship Id="rId29" Type="http://schemas.openxmlformats.org/officeDocument/2006/relationships/oleObject" Target="../embeddings/oleObject120.bin"/><Relationship Id="rId41" Type="http://schemas.openxmlformats.org/officeDocument/2006/relationships/oleObject" Target="../embeddings/oleObject13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7.bin"/><Relationship Id="rId11" Type="http://schemas.openxmlformats.org/officeDocument/2006/relationships/image" Target="../media/image14.wmf"/><Relationship Id="rId24" Type="http://schemas.openxmlformats.org/officeDocument/2006/relationships/oleObject" Target="../embeddings/oleObject116.bin"/><Relationship Id="rId32" Type="http://schemas.openxmlformats.org/officeDocument/2006/relationships/oleObject" Target="../embeddings/oleObject123.bin"/><Relationship Id="rId37" Type="http://schemas.openxmlformats.org/officeDocument/2006/relationships/oleObject" Target="../embeddings/oleObject128.bin"/><Relationship Id="rId40" Type="http://schemas.openxmlformats.org/officeDocument/2006/relationships/oleObject" Target="../embeddings/oleObject131.bin"/><Relationship Id="rId45" Type="http://schemas.openxmlformats.org/officeDocument/2006/relationships/image" Target="../media/image23.wmf"/><Relationship Id="rId5" Type="http://schemas.openxmlformats.org/officeDocument/2006/relationships/image" Target="../media/image11.wmf"/><Relationship Id="rId15" Type="http://schemas.openxmlformats.org/officeDocument/2006/relationships/image" Target="../media/image16.wmf"/><Relationship Id="rId23" Type="http://schemas.openxmlformats.org/officeDocument/2006/relationships/image" Target="../media/image20.wmf"/><Relationship Id="rId28" Type="http://schemas.openxmlformats.org/officeDocument/2006/relationships/oleObject" Target="../embeddings/oleObject119.bin"/><Relationship Id="rId36" Type="http://schemas.openxmlformats.org/officeDocument/2006/relationships/oleObject" Target="../embeddings/oleObject127.bin"/><Relationship Id="rId49" Type="http://schemas.openxmlformats.org/officeDocument/2006/relationships/oleObject" Target="../embeddings/oleObject138.bin"/><Relationship Id="rId10" Type="http://schemas.openxmlformats.org/officeDocument/2006/relationships/oleObject" Target="../embeddings/oleObject109.bin"/><Relationship Id="rId19" Type="http://schemas.openxmlformats.org/officeDocument/2006/relationships/image" Target="../media/image18.wmf"/><Relationship Id="rId31" Type="http://schemas.openxmlformats.org/officeDocument/2006/relationships/oleObject" Target="../embeddings/oleObject122.bin"/><Relationship Id="rId44" Type="http://schemas.openxmlformats.org/officeDocument/2006/relationships/oleObject" Target="../embeddings/oleObject134.bin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13.wmf"/><Relationship Id="rId14" Type="http://schemas.openxmlformats.org/officeDocument/2006/relationships/oleObject" Target="../embeddings/oleObject111.bin"/><Relationship Id="rId22" Type="http://schemas.openxmlformats.org/officeDocument/2006/relationships/oleObject" Target="../embeddings/oleObject115.bin"/><Relationship Id="rId27" Type="http://schemas.openxmlformats.org/officeDocument/2006/relationships/oleObject" Target="../embeddings/oleObject118.bin"/><Relationship Id="rId30" Type="http://schemas.openxmlformats.org/officeDocument/2006/relationships/oleObject" Target="../embeddings/oleObject121.bin"/><Relationship Id="rId35" Type="http://schemas.openxmlformats.org/officeDocument/2006/relationships/oleObject" Target="../embeddings/oleObject126.bin"/><Relationship Id="rId43" Type="http://schemas.openxmlformats.org/officeDocument/2006/relationships/image" Target="../media/image26.wmf"/><Relationship Id="rId48" Type="http://schemas.openxmlformats.org/officeDocument/2006/relationships/oleObject" Target="../embeddings/oleObject137.bin"/><Relationship Id="rId8" Type="http://schemas.openxmlformats.org/officeDocument/2006/relationships/oleObject" Target="../embeddings/oleObject108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139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14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141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8.bin"/><Relationship Id="rId13" Type="http://schemas.openxmlformats.org/officeDocument/2006/relationships/image" Target="../media/image15.wmf"/><Relationship Id="rId18" Type="http://schemas.openxmlformats.org/officeDocument/2006/relationships/oleObject" Target="../embeddings/oleObject113.bin"/><Relationship Id="rId26" Type="http://schemas.openxmlformats.org/officeDocument/2006/relationships/oleObject" Target="../embeddings/oleObject124.bin"/><Relationship Id="rId39" Type="http://schemas.openxmlformats.org/officeDocument/2006/relationships/oleObject" Target="../embeddings/oleObject144.bin"/><Relationship Id="rId3" Type="http://schemas.openxmlformats.org/officeDocument/2006/relationships/image" Target="../media/image29.wmf"/><Relationship Id="rId21" Type="http://schemas.openxmlformats.org/officeDocument/2006/relationships/image" Target="../media/image19.wmf"/><Relationship Id="rId34" Type="http://schemas.openxmlformats.org/officeDocument/2006/relationships/oleObject" Target="../embeddings/oleObject132.bin"/><Relationship Id="rId42" Type="http://schemas.openxmlformats.org/officeDocument/2006/relationships/image" Target="../media/image32.wmf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110.bin"/><Relationship Id="rId17" Type="http://schemas.openxmlformats.org/officeDocument/2006/relationships/image" Target="../media/image17.wmf"/><Relationship Id="rId25" Type="http://schemas.openxmlformats.org/officeDocument/2006/relationships/image" Target="../media/image21.wmf"/><Relationship Id="rId33" Type="http://schemas.openxmlformats.org/officeDocument/2006/relationships/oleObject" Target="../embeddings/oleObject131.bin"/><Relationship Id="rId38" Type="http://schemas.openxmlformats.org/officeDocument/2006/relationships/image" Target="../media/image10.wmf"/><Relationship Id="rId2" Type="http://schemas.openxmlformats.org/officeDocument/2006/relationships/oleObject" Target="../embeddings/oleObject142.bin"/><Relationship Id="rId16" Type="http://schemas.openxmlformats.org/officeDocument/2006/relationships/oleObject" Target="../embeddings/oleObject112.bin"/><Relationship Id="rId20" Type="http://schemas.openxmlformats.org/officeDocument/2006/relationships/oleObject" Target="../embeddings/oleObject114.bin"/><Relationship Id="rId29" Type="http://schemas.openxmlformats.org/officeDocument/2006/relationships/oleObject" Target="../embeddings/oleObject127.bin"/><Relationship Id="rId41" Type="http://schemas.openxmlformats.org/officeDocument/2006/relationships/oleObject" Target="../embeddings/oleObject14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7.bin"/><Relationship Id="rId11" Type="http://schemas.openxmlformats.org/officeDocument/2006/relationships/image" Target="../media/image14.wmf"/><Relationship Id="rId24" Type="http://schemas.openxmlformats.org/officeDocument/2006/relationships/oleObject" Target="../embeddings/oleObject116.bin"/><Relationship Id="rId32" Type="http://schemas.openxmlformats.org/officeDocument/2006/relationships/oleObject" Target="../embeddings/oleObject130.bin"/><Relationship Id="rId37" Type="http://schemas.openxmlformats.org/officeDocument/2006/relationships/oleObject" Target="../embeddings/oleObject105.bin"/><Relationship Id="rId40" Type="http://schemas.openxmlformats.org/officeDocument/2006/relationships/image" Target="../media/image31.wmf"/><Relationship Id="rId5" Type="http://schemas.openxmlformats.org/officeDocument/2006/relationships/image" Target="../media/image11.wmf"/><Relationship Id="rId15" Type="http://schemas.openxmlformats.org/officeDocument/2006/relationships/image" Target="../media/image16.wmf"/><Relationship Id="rId23" Type="http://schemas.openxmlformats.org/officeDocument/2006/relationships/image" Target="../media/image20.wmf"/><Relationship Id="rId28" Type="http://schemas.openxmlformats.org/officeDocument/2006/relationships/oleObject" Target="../embeddings/oleObject126.bin"/><Relationship Id="rId36" Type="http://schemas.openxmlformats.org/officeDocument/2006/relationships/image" Target="../media/image30.wmf"/><Relationship Id="rId10" Type="http://schemas.openxmlformats.org/officeDocument/2006/relationships/oleObject" Target="../embeddings/oleObject109.bin"/><Relationship Id="rId19" Type="http://schemas.openxmlformats.org/officeDocument/2006/relationships/image" Target="../media/image18.wmf"/><Relationship Id="rId31" Type="http://schemas.openxmlformats.org/officeDocument/2006/relationships/oleObject" Target="../embeddings/oleObject129.bin"/><Relationship Id="rId44" Type="http://schemas.openxmlformats.org/officeDocument/2006/relationships/image" Target="../media/image33.wmf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13.wmf"/><Relationship Id="rId14" Type="http://schemas.openxmlformats.org/officeDocument/2006/relationships/oleObject" Target="../embeddings/oleObject111.bin"/><Relationship Id="rId22" Type="http://schemas.openxmlformats.org/officeDocument/2006/relationships/oleObject" Target="../embeddings/oleObject115.bin"/><Relationship Id="rId27" Type="http://schemas.openxmlformats.org/officeDocument/2006/relationships/oleObject" Target="../embeddings/oleObject125.bin"/><Relationship Id="rId30" Type="http://schemas.openxmlformats.org/officeDocument/2006/relationships/oleObject" Target="../embeddings/oleObject128.bin"/><Relationship Id="rId35" Type="http://schemas.openxmlformats.org/officeDocument/2006/relationships/oleObject" Target="../embeddings/oleObject143.bin"/><Relationship Id="rId43" Type="http://schemas.openxmlformats.org/officeDocument/2006/relationships/oleObject" Target="../embeddings/oleObject146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8.bin"/><Relationship Id="rId13" Type="http://schemas.openxmlformats.org/officeDocument/2006/relationships/image" Target="../media/image15.wmf"/><Relationship Id="rId18" Type="http://schemas.openxmlformats.org/officeDocument/2006/relationships/oleObject" Target="../embeddings/oleObject113.bin"/><Relationship Id="rId26" Type="http://schemas.openxmlformats.org/officeDocument/2006/relationships/oleObject" Target="../embeddings/oleObject124.bin"/><Relationship Id="rId39" Type="http://schemas.openxmlformats.org/officeDocument/2006/relationships/oleObject" Target="../embeddings/oleObject149.bin"/><Relationship Id="rId3" Type="http://schemas.openxmlformats.org/officeDocument/2006/relationships/image" Target="../media/image29.wmf"/><Relationship Id="rId21" Type="http://schemas.openxmlformats.org/officeDocument/2006/relationships/image" Target="../media/image19.wmf"/><Relationship Id="rId34" Type="http://schemas.openxmlformats.org/officeDocument/2006/relationships/oleObject" Target="../embeddings/oleObject132.bin"/><Relationship Id="rId42" Type="http://schemas.openxmlformats.org/officeDocument/2006/relationships/image" Target="../media/image32.wmf"/><Relationship Id="rId47" Type="http://schemas.openxmlformats.org/officeDocument/2006/relationships/oleObject" Target="../embeddings/oleObject153.bin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110.bin"/><Relationship Id="rId17" Type="http://schemas.openxmlformats.org/officeDocument/2006/relationships/image" Target="../media/image17.wmf"/><Relationship Id="rId25" Type="http://schemas.openxmlformats.org/officeDocument/2006/relationships/image" Target="../media/image21.wmf"/><Relationship Id="rId33" Type="http://schemas.openxmlformats.org/officeDocument/2006/relationships/oleObject" Target="../embeddings/oleObject131.bin"/><Relationship Id="rId38" Type="http://schemas.openxmlformats.org/officeDocument/2006/relationships/image" Target="../media/image10.wmf"/><Relationship Id="rId46" Type="http://schemas.openxmlformats.org/officeDocument/2006/relationships/image" Target="../media/image34.wmf"/><Relationship Id="rId2" Type="http://schemas.openxmlformats.org/officeDocument/2006/relationships/oleObject" Target="../embeddings/oleObject147.bin"/><Relationship Id="rId16" Type="http://schemas.openxmlformats.org/officeDocument/2006/relationships/oleObject" Target="../embeddings/oleObject112.bin"/><Relationship Id="rId20" Type="http://schemas.openxmlformats.org/officeDocument/2006/relationships/oleObject" Target="../embeddings/oleObject114.bin"/><Relationship Id="rId29" Type="http://schemas.openxmlformats.org/officeDocument/2006/relationships/oleObject" Target="../embeddings/oleObject127.bin"/><Relationship Id="rId41" Type="http://schemas.openxmlformats.org/officeDocument/2006/relationships/oleObject" Target="../embeddings/oleObject15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7.bin"/><Relationship Id="rId11" Type="http://schemas.openxmlformats.org/officeDocument/2006/relationships/image" Target="../media/image14.wmf"/><Relationship Id="rId24" Type="http://schemas.openxmlformats.org/officeDocument/2006/relationships/oleObject" Target="../embeddings/oleObject116.bin"/><Relationship Id="rId32" Type="http://schemas.openxmlformats.org/officeDocument/2006/relationships/oleObject" Target="../embeddings/oleObject130.bin"/><Relationship Id="rId37" Type="http://schemas.openxmlformats.org/officeDocument/2006/relationships/oleObject" Target="../embeddings/oleObject105.bin"/><Relationship Id="rId40" Type="http://schemas.openxmlformats.org/officeDocument/2006/relationships/image" Target="../media/image31.wmf"/><Relationship Id="rId45" Type="http://schemas.openxmlformats.org/officeDocument/2006/relationships/oleObject" Target="../embeddings/oleObject152.bin"/><Relationship Id="rId5" Type="http://schemas.openxmlformats.org/officeDocument/2006/relationships/image" Target="../media/image11.wmf"/><Relationship Id="rId15" Type="http://schemas.openxmlformats.org/officeDocument/2006/relationships/image" Target="../media/image16.wmf"/><Relationship Id="rId23" Type="http://schemas.openxmlformats.org/officeDocument/2006/relationships/image" Target="../media/image20.wmf"/><Relationship Id="rId28" Type="http://schemas.openxmlformats.org/officeDocument/2006/relationships/oleObject" Target="../embeddings/oleObject126.bin"/><Relationship Id="rId36" Type="http://schemas.openxmlformats.org/officeDocument/2006/relationships/image" Target="../media/image30.wmf"/><Relationship Id="rId10" Type="http://schemas.openxmlformats.org/officeDocument/2006/relationships/oleObject" Target="../embeddings/oleObject109.bin"/><Relationship Id="rId19" Type="http://schemas.openxmlformats.org/officeDocument/2006/relationships/image" Target="../media/image18.wmf"/><Relationship Id="rId31" Type="http://schemas.openxmlformats.org/officeDocument/2006/relationships/oleObject" Target="../embeddings/oleObject129.bin"/><Relationship Id="rId44" Type="http://schemas.openxmlformats.org/officeDocument/2006/relationships/image" Target="../media/image33.wmf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13.wmf"/><Relationship Id="rId14" Type="http://schemas.openxmlformats.org/officeDocument/2006/relationships/oleObject" Target="../embeddings/oleObject111.bin"/><Relationship Id="rId22" Type="http://schemas.openxmlformats.org/officeDocument/2006/relationships/oleObject" Target="../embeddings/oleObject115.bin"/><Relationship Id="rId27" Type="http://schemas.openxmlformats.org/officeDocument/2006/relationships/oleObject" Target="../embeddings/oleObject125.bin"/><Relationship Id="rId30" Type="http://schemas.openxmlformats.org/officeDocument/2006/relationships/oleObject" Target="../embeddings/oleObject128.bin"/><Relationship Id="rId35" Type="http://schemas.openxmlformats.org/officeDocument/2006/relationships/oleObject" Target="../embeddings/oleObject148.bin"/><Relationship Id="rId43" Type="http://schemas.openxmlformats.org/officeDocument/2006/relationships/oleObject" Target="../embeddings/oleObject151.bin"/><Relationship Id="rId48" Type="http://schemas.openxmlformats.org/officeDocument/2006/relationships/image" Target="../media/image35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7.bin"/><Relationship Id="rId3" Type="http://schemas.openxmlformats.org/officeDocument/2006/relationships/image" Target="../media/image36.wmf"/><Relationship Id="rId7" Type="http://schemas.openxmlformats.org/officeDocument/2006/relationships/image" Target="../media/image33.wmf"/><Relationship Id="rId2" Type="http://schemas.openxmlformats.org/officeDocument/2006/relationships/oleObject" Target="../embeddings/oleObject15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6.bin"/><Relationship Id="rId11" Type="http://schemas.openxmlformats.org/officeDocument/2006/relationships/image" Target="../media/image38.wmf"/><Relationship Id="rId5" Type="http://schemas.openxmlformats.org/officeDocument/2006/relationships/image" Target="../media/image32.wmf"/><Relationship Id="rId10" Type="http://schemas.openxmlformats.org/officeDocument/2006/relationships/oleObject" Target="../embeddings/oleObject158.bin"/><Relationship Id="rId4" Type="http://schemas.openxmlformats.org/officeDocument/2006/relationships/oleObject" Target="../embeddings/oleObject155.bin"/><Relationship Id="rId9" Type="http://schemas.openxmlformats.org/officeDocument/2006/relationships/image" Target="../media/image37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9.bin"/><Relationship Id="rId13" Type="http://schemas.openxmlformats.org/officeDocument/2006/relationships/image" Target="../media/image16.wmf"/><Relationship Id="rId18" Type="http://schemas.openxmlformats.org/officeDocument/2006/relationships/oleObject" Target="../embeddings/oleObject114.bin"/><Relationship Id="rId26" Type="http://schemas.openxmlformats.org/officeDocument/2006/relationships/oleObject" Target="../embeddings/oleObject126.bin"/><Relationship Id="rId39" Type="http://schemas.openxmlformats.org/officeDocument/2006/relationships/oleObject" Target="../embeddings/oleObject161.bin"/><Relationship Id="rId3" Type="http://schemas.openxmlformats.org/officeDocument/2006/relationships/image" Target="../media/image11.wmf"/><Relationship Id="rId21" Type="http://schemas.openxmlformats.org/officeDocument/2006/relationships/image" Target="../media/image20.wmf"/><Relationship Id="rId34" Type="http://schemas.openxmlformats.org/officeDocument/2006/relationships/image" Target="../media/image39.wmf"/><Relationship Id="rId42" Type="http://schemas.openxmlformats.org/officeDocument/2006/relationships/image" Target="../media/image33.wmf"/><Relationship Id="rId47" Type="http://schemas.openxmlformats.org/officeDocument/2006/relationships/oleObject" Target="../embeddings/oleObject165.bin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11.bin"/><Relationship Id="rId17" Type="http://schemas.openxmlformats.org/officeDocument/2006/relationships/image" Target="../media/image18.wmf"/><Relationship Id="rId25" Type="http://schemas.openxmlformats.org/officeDocument/2006/relationships/oleObject" Target="../embeddings/oleObject125.bin"/><Relationship Id="rId33" Type="http://schemas.openxmlformats.org/officeDocument/2006/relationships/oleObject" Target="../embeddings/oleObject159.bin"/><Relationship Id="rId38" Type="http://schemas.openxmlformats.org/officeDocument/2006/relationships/image" Target="../media/image31.wmf"/><Relationship Id="rId46" Type="http://schemas.openxmlformats.org/officeDocument/2006/relationships/image" Target="../media/image35.wmf"/><Relationship Id="rId2" Type="http://schemas.openxmlformats.org/officeDocument/2006/relationships/oleObject" Target="../embeddings/oleObject106.bin"/><Relationship Id="rId16" Type="http://schemas.openxmlformats.org/officeDocument/2006/relationships/oleObject" Target="../embeddings/oleObject113.bin"/><Relationship Id="rId20" Type="http://schemas.openxmlformats.org/officeDocument/2006/relationships/oleObject" Target="../embeddings/oleObject115.bin"/><Relationship Id="rId29" Type="http://schemas.openxmlformats.org/officeDocument/2006/relationships/oleObject" Target="../embeddings/oleObject129.bin"/><Relationship Id="rId41" Type="http://schemas.openxmlformats.org/officeDocument/2006/relationships/oleObject" Target="../embeddings/oleObject16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8.bin"/><Relationship Id="rId11" Type="http://schemas.openxmlformats.org/officeDocument/2006/relationships/image" Target="../media/image15.wmf"/><Relationship Id="rId24" Type="http://schemas.openxmlformats.org/officeDocument/2006/relationships/oleObject" Target="../embeddings/oleObject124.bin"/><Relationship Id="rId32" Type="http://schemas.openxmlformats.org/officeDocument/2006/relationships/oleObject" Target="../embeddings/oleObject132.bin"/><Relationship Id="rId37" Type="http://schemas.openxmlformats.org/officeDocument/2006/relationships/oleObject" Target="../embeddings/oleObject160.bin"/><Relationship Id="rId40" Type="http://schemas.openxmlformats.org/officeDocument/2006/relationships/image" Target="../media/image32.wmf"/><Relationship Id="rId45" Type="http://schemas.openxmlformats.org/officeDocument/2006/relationships/oleObject" Target="../embeddings/oleObject164.bin"/><Relationship Id="rId5" Type="http://schemas.openxmlformats.org/officeDocument/2006/relationships/image" Target="../media/image12.wmf"/><Relationship Id="rId15" Type="http://schemas.openxmlformats.org/officeDocument/2006/relationships/image" Target="../media/image17.wmf"/><Relationship Id="rId23" Type="http://schemas.openxmlformats.org/officeDocument/2006/relationships/image" Target="../media/image21.wmf"/><Relationship Id="rId28" Type="http://schemas.openxmlformats.org/officeDocument/2006/relationships/oleObject" Target="../embeddings/oleObject128.bin"/><Relationship Id="rId36" Type="http://schemas.openxmlformats.org/officeDocument/2006/relationships/image" Target="../media/image10.wmf"/><Relationship Id="rId10" Type="http://schemas.openxmlformats.org/officeDocument/2006/relationships/oleObject" Target="../embeddings/oleObject110.bin"/><Relationship Id="rId19" Type="http://schemas.openxmlformats.org/officeDocument/2006/relationships/image" Target="../media/image19.wmf"/><Relationship Id="rId31" Type="http://schemas.openxmlformats.org/officeDocument/2006/relationships/oleObject" Target="../embeddings/oleObject131.bin"/><Relationship Id="rId44" Type="http://schemas.openxmlformats.org/officeDocument/2006/relationships/image" Target="../media/image34.wmf"/><Relationship Id="rId4" Type="http://schemas.openxmlformats.org/officeDocument/2006/relationships/oleObject" Target="../embeddings/oleObject107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112.bin"/><Relationship Id="rId22" Type="http://schemas.openxmlformats.org/officeDocument/2006/relationships/oleObject" Target="../embeddings/oleObject116.bin"/><Relationship Id="rId27" Type="http://schemas.openxmlformats.org/officeDocument/2006/relationships/oleObject" Target="../embeddings/oleObject127.bin"/><Relationship Id="rId30" Type="http://schemas.openxmlformats.org/officeDocument/2006/relationships/oleObject" Target="../embeddings/oleObject130.bin"/><Relationship Id="rId35" Type="http://schemas.openxmlformats.org/officeDocument/2006/relationships/oleObject" Target="../embeddings/oleObject105.bin"/><Relationship Id="rId43" Type="http://schemas.openxmlformats.org/officeDocument/2006/relationships/oleObject" Target="../embeddings/oleObject163.bin"/><Relationship Id="rId48" Type="http://schemas.openxmlformats.org/officeDocument/2006/relationships/image" Target="../media/image37.wmf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wmf"/><Relationship Id="rId18" Type="http://schemas.openxmlformats.org/officeDocument/2006/relationships/oleObject" Target="../embeddings/oleObject114.bin"/><Relationship Id="rId26" Type="http://schemas.openxmlformats.org/officeDocument/2006/relationships/oleObject" Target="../embeddings/oleObject126.bin"/><Relationship Id="rId39" Type="http://schemas.openxmlformats.org/officeDocument/2006/relationships/oleObject" Target="../embeddings/oleObject168.bin"/><Relationship Id="rId3" Type="http://schemas.openxmlformats.org/officeDocument/2006/relationships/image" Target="../media/image11.wmf"/><Relationship Id="rId21" Type="http://schemas.openxmlformats.org/officeDocument/2006/relationships/image" Target="../media/image20.wmf"/><Relationship Id="rId34" Type="http://schemas.openxmlformats.org/officeDocument/2006/relationships/image" Target="../media/image39.wmf"/><Relationship Id="rId42" Type="http://schemas.openxmlformats.org/officeDocument/2006/relationships/image" Target="../media/image33.wmf"/><Relationship Id="rId47" Type="http://schemas.openxmlformats.org/officeDocument/2006/relationships/oleObject" Target="../embeddings/oleObject172.bin"/><Relationship Id="rId50" Type="http://schemas.openxmlformats.org/officeDocument/2006/relationships/image" Target="../media/image41.wmf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11.bin"/><Relationship Id="rId17" Type="http://schemas.openxmlformats.org/officeDocument/2006/relationships/image" Target="../media/image18.wmf"/><Relationship Id="rId25" Type="http://schemas.openxmlformats.org/officeDocument/2006/relationships/oleObject" Target="../embeddings/oleObject125.bin"/><Relationship Id="rId33" Type="http://schemas.openxmlformats.org/officeDocument/2006/relationships/oleObject" Target="../embeddings/oleObject166.bin"/><Relationship Id="rId38" Type="http://schemas.openxmlformats.org/officeDocument/2006/relationships/image" Target="../media/image31.wmf"/><Relationship Id="rId46" Type="http://schemas.openxmlformats.org/officeDocument/2006/relationships/image" Target="../media/image35.wmf"/><Relationship Id="rId2" Type="http://schemas.openxmlformats.org/officeDocument/2006/relationships/oleObject" Target="../embeddings/oleObject106.bin"/><Relationship Id="rId16" Type="http://schemas.openxmlformats.org/officeDocument/2006/relationships/oleObject" Target="../embeddings/oleObject113.bin"/><Relationship Id="rId20" Type="http://schemas.openxmlformats.org/officeDocument/2006/relationships/oleObject" Target="../embeddings/oleObject115.bin"/><Relationship Id="rId29" Type="http://schemas.openxmlformats.org/officeDocument/2006/relationships/oleObject" Target="../embeddings/oleObject129.bin"/><Relationship Id="rId41" Type="http://schemas.openxmlformats.org/officeDocument/2006/relationships/oleObject" Target="../embeddings/oleObject16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8.bin"/><Relationship Id="rId11" Type="http://schemas.openxmlformats.org/officeDocument/2006/relationships/image" Target="../media/image15.wmf"/><Relationship Id="rId24" Type="http://schemas.openxmlformats.org/officeDocument/2006/relationships/oleObject" Target="../embeddings/oleObject124.bin"/><Relationship Id="rId32" Type="http://schemas.openxmlformats.org/officeDocument/2006/relationships/oleObject" Target="../embeddings/oleObject132.bin"/><Relationship Id="rId37" Type="http://schemas.openxmlformats.org/officeDocument/2006/relationships/oleObject" Target="../embeddings/oleObject167.bin"/><Relationship Id="rId40" Type="http://schemas.openxmlformats.org/officeDocument/2006/relationships/image" Target="../media/image32.wmf"/><Relationship Id="rId45" Type="http://schemas.openxmlformats.org/officeDocument/2006/relationships/oleObject" Target="../embeddings/oleObject171.bin"/><Relationship Id="rId5" Type="http://schemas.openxmlformats.org/officeDocument/2006/relationships/image" Target="../media/image12.wmf"/><Relationship Id="rId15" Type="http://schemas.openxmlformats.org/officeDocument/2006/relationships/image" Target="../media/image17.wmf"/><Relationship Id="rId23" Type="http://schemas.openxmlformats.org/officeDocument/2006/relationships/image" Target="../media/image21.wmf"/><Relationship Id="rId28" Type="http://schemas.openxmlformats.org/officeDocument/2006/relationships/oleObject" Target="../embeddings/oleObject128.bin"/><Relationship Id="rId36" Type="http://schemas.openxmlformats.org/officeDocument/2006/relationships/image" Target="../media/image10.wmf"/><Relationship Id="rId49" Type="http://schemas.openxmlformats.org/officeDocument/2006/relationships/oleObject" Target="../embeddings/oleObject173.bin"/><Relationship Id="rId10" Type="http://schemas.openxmlformats.org/officeDocument/2006/relationships/oleObject" Target="../embeddings/oleObject110.bin"/><Relationship Id="rId19" Type="http://schemas.openxmlformats.org/officeDocument/2006/relationships/image" Target="../media/image19.wmf"/><Relationship Id="rId31" Type="http://schemas.openxmlformats.org/officeDocument/2006/relationships/oleObject" Target="../embeddings/oleObject131.bin"/><Relationship Id="rId44" Type="http://schemas.openxmlformats.org/officeDocument/2006/relationships/image" Target="../media/image40.wmf"/><Relationship Id="rId4" Type="http://schemas.openxmlformats.org/officeDocument/2006/relationships/oleObject" Target="../embeddings/oleObject107.bin"/><Relationship Id="rId9" Type="http://schemas.openxmlformats.org/officeDocument/2006/relationships/image" Target="../media/image14.wmf"/><Relationship Id="rId14" Type="http://schemas.openxmlformats.org/officeDocument/2006/relationships/oleObject" Target="../embeddings/oleObject112.bin"/><Relationship Id="rId22" Type="http://schemas.openxmlformats.org/officeDocument/2006/relationships/oleObject" Target="../embeddings/oleObject116.bin"/><Relationship Id="rId27" Type="http://schemas.openxmlformats.org/officeDocument/2006/relationships/oleObject" Target="../embeddings/oleObject127.bin"/><Relationship Id="rId30" Type="http://schemas.openxmlformats.org/officeDocument/2006/relationships/oleObject" Target="../embeddings/oleObject130.bin"/><Relationship Id="rId35" Type="http://schemas.openxmlformats.org/officeDocument/2006/relationships/oleObject" Target="../embeddings/oleObject105.bin"/><Relationship Id="rId43" Type="http://schemas.openxmlformats.org/officeDocument/2006/relationships/oleObject" Target="../embeddings/oleObject170.bin"/><Relationship Id="rId48" Type="http://schemas.openxmlformats.org/officeDocument/2006/relationships/image" Target="../media/image37.wmf"/><Relationship Id="rId8" Type="http://schemas.openxmlformats.org/officeDocument/2006/relationships/oleObject" Target="../embeddings/oleObject10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7.bin"/><Relationship Id="rId13" Type="http://schemas.openxmlformats.org/officeDocument/2006/relationships/image" Target="../media/image45.wmf"/><Relationship Id="rId3" Type="http://schemas.openxmlformats.org/officeDocument/2006/relationships/image" Target="../media/image42.wmf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179.bin"/><Relationship Id="rId2" Type="http://schemas.openxmlformats.org/officeDocument/2006/relationships/oleObject" Target="../embeddings/oleObject17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6.bin"/><Relationship Id="rId11" Type="http://schemas.openxmlformats.org/officeDocument/2006/relationships/image" Target="../media/image44.wmf"/><Relationship Id="rId5" Type="http://schemas.openxmlformats.org/officeDocument/2006/relationships/image" Target="../media/image32.wmf"/><Relationship Id="rId15" Type="http://schemas.openxmlformats.org/officeDocument/2006/relationships/image" Target="../media/image46.wmf"/><Relationship Id="rId10" Type="http://schemas.openxmlformats.org/officeDocument/2006/relationships/oleObject" Target="../embeddings/oleObject178.bin"/><Relationship Id="rId4" Type="http://schemas.openxmlformats.org/officeDocument/2006/relationships/oleObject" Target="../embeddings/oleObject175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180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4.bin"/><Relationship Id="rId13" Type="http://schemas.openxmlformats.org/officeDocument/2006/relationships/image" Target="../media/image45.wmf"/><Relationship Id="rId3" Type="http://schemas.openxmlformats.org/officeDocument/2006/relationships/image" Target="../media/image42.wmf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186.bin"/><Relationship Id="rId2" Type="http://schemas.openxmlformats.org/officeDocument/2006/relationships/oleObject" Target="../embeddings/oleObject18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3.bin"/><Relationship Id="rId11" Type="http://schemas.openxmlformats.org/officeDocument/2006/relationships/image" Target="../media/image44.wmf"/><Relationship Id="rId5" Type="http://schemas.openxmlformats.org/officeDocument/2006/relationships/image" Target="../media/image47.wmf"/><Relationship Id="rId15" Type="http://schemas.openxmlformats.org/officeDocument/2006/relationships/image" Target="../media/image46.wmf"/><Relationship Id="rId10" Type="http://schemas.openxmlformats.org/officeDocument/2006/relationships/oleObject" Target="../embeddings/oleObject185.bin"/><Relationship Id="rId4" Type="http://schemas.openxmlformats.org/officeDocument/2006/relationships/oleObject" Target="../embeddings/oleObject182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187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1.bin"/><Relationship Id="rId13" Type="http://schemas.openxmlformats.org/officeDocument/2006/relationships/image" Target="../media/image49.wmf"/><Relationship Id="rId3" Type="http://schemas.openxmlformats.org/officeDocument/2006/relationships/image" Target="../media/image42.wmf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193.bin"/><Relationship Id="rId2" Type="http://schemas.openxmlformats.org/officeDocument/2006/relationships/oleObject" Target="../embeddings/oleObject18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0.bin"/><Relationship Id="rId11" Type="http://schemas.openxmlformats.org/officeDocument/2006/relationships/image" Target="../media/image44.wmf"/><Relationship Id="rId5" Type="http://schemas.openxmlformats.org/officeDocument/2006/relationships/image" Target="../media/image48.wmf"/><Relationship Id="rId15" Type="http://schemas.openxmlformats.org/officeDocument/2006/relationships/image" Target="../media/image46.wmf"/><Relationship Id="rId10" Type="http://schemas.openxmlformats.org/officeDocument/2006/relationships/oleObject" Target="../embeddings/oleObject192.bin"/><Relationship Id="rId4" Type="http://schemas.openxmlformats.org/officeDocument/2006/relationships/oleObject" Target="../embeddings/oleObject189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194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8.bin"/><Relationship Id="rId13" Type="http://schemas.openxmlformats.org/officeDocument/2006/relationships/image" Target="../media/image46.wmf"/><Relationship Id="rId3" Type="http://schemas.openxmlformats.org/officeDocument/2006/relationships/image" Target="../media/image42.wmf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200.bin"/><Relationship Id="rId2" Type="http://schemas.openxmlformats.org/officeDocument/2006/relationships/oleObject" Target="../embeddings/oleObject19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7.bin"/><Relationship Id="rId11" Type="http://schemas.openxmlformats.org/officeDocument/2006/relationships/image" Target="../media/image44.wmf"/><Relationship Id="rId5" Type="http://schemas.openxmlformats.org/officeDocument/2006/relationships/image" Target="../media/image50.wmf"/><Relationship Id="rId15" Type="http://schemas.openxmlformats.org/officeDocument/2006/relationships/image" Target="../media/image49.wmf"/><Relationship Id="rId10" Type="http://schemas.openxmlformats.org/officeDocument/2006/relationships/oleObject" Target="../embeddings/oleObject199.bin"/><Relationship Id="rId4" Type="http://schemas.openxmlformats.org/officeDocument/2006/relationships/oleObject" Target="../embeddings/oleObject196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201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5.bin"/><Relationship Id="rId13" Type="http://schemas.openxmlformats.org/officeDocument/2006/relationships/image" Target="../media/image53.wmf"/><Relationship Id="rId3" Type="http://schemas.openxmlformats.org/officeDocument/2006/relationships/image" Target="../media/image42.wmf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207.bin"/><Relationship Id="rId2" Type="http://schemas.openxmlformats.org/officeDocument/2006/relationships/oleObject" Target="../embeddings/oleObject20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4.bin"/><Relationship Id="rId11" Type="http://schemas.openxmlformats.org/officeDocument/2006/relationships/image" Target="../media/image44.wmf"/><Relationship Id="rId5" Type="http://schemas.openxmlformats.org/officeDocument/2006/relationships/image" Target="../media/image52.wmf"/><Relationship Id="rId15" Type="http://schemas.openxmlformats.org/officeDocument/2006/relationships/image" Target="../media/image49.wmf"/><Relationship Id="rId10" Type="http://schemas.openxmlformats.org/officeDocument/2006/relationships/oleObject" Target="../embeddings/oleObject206.bin"/><Relationship Id="rId4" Type="http://schemas.openxmlformats.org/officeDocument/2006/relationships/oleObject" Target="../embeddings/oleObject203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208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2.bin"/><Relationship Id="rId13" Type="http://schemas.openxmlformats.org/officeDocument/2006/relationships/image" Target="../media/image53.wmf"/><Relationship Id="rId18" Type="http://schemas.openxmlformats.org/officeDocument/2006/relationships/oleObject" Target="../embeddings/oleObject217.bin"/><Relationship Id="rId3" Type="http://schemas.openxmlformats.org/officeDocument/2006/relationships/image" Target="../media/image42.wmf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214.bin"/><Relationship Id="rId17" Type="http://schemas.openxmlformats.org/officeDocument/2006/relationships/image" Target="../media/image56.wmf"/><Relationship Id="rId2" Type="http://schemas.openxmlformats.org/officeDocument/2006/relationships/oleObject" Target="../embeddings/oleObject209.bin"/><Relationship Id="rId16" Type="http://schemas.openxmlformats.org/officeDocument/2006/relationships/oleObject" Target="../embeddings/oleObject21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1.bin"/><Relationship Id="rId11" Type="http://schemas.openxmlformats.org/officeDocument/2006/relationships/image" Target="../media/image55.wmf"/><Relationship Id="rId5" Type="http://schemas.openxmlformats.org/officeDocument/2006/relationships/image" Target="../media/image54.wmf"/><Relationship Id="rId15" Type="http://schemas.openxmlformats.org/officeDocument/2006/relationships/image" Target="../media/image49.wmf"/><Relationship Id="rId10" Type="http://schemas.openxmlformats.org/officeDocument/2006/relationships/oleObject" Target="../embeddings/oleObject213.bin"/><Relationship Id="rId19" Type="http://schemas.openxmlformats.org/officeDocument/2006/relationships/image" Target="../media/image57.wmf"/><Relationship Id="rId4" Type="http://schemas.openxmlformats.org/officeDocument/2006/relationships/oleObject" Target="../embeddings/oleObject210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215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1.bin"/><Relationship Id="rId13" Type="http://schemas.openxmlformats.org/officeDocument/2006/relationships/image" Target="../media/image53.wmf"/><Relationship Id="rId18" Type="http://schemas.openxmlformats.org/officeDocument/2006/relationships/oleObject" Target="../embeddings/oleObject226.bin"/><Relationship Id="rId3" Type="http://schemas.openxmlformats.org/officeDocument/2006/relationships/image" Target="../media/image42.wmf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223.bin"/><Relationship Id="rId17" Type="http://schemas.openxmlformats.org/officeDocument/2006/relationships/image" Target="../media/image56.wmf"/><Relationship Id="rId2" Type="http://schemas.openxmlformats.org/officeDocument/2006/relationships/oleObject" Target="../embeddings/oleObject218.bin"/><Relationship Id="rId16" Type="http://schemas.openxmlformats.org/officeDocument/2006/relationships/oleObject" Target="../embeddings/oleObject22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0.bin"/><Relationship Id="rId11" Type="http://schemas.openxmlformats.org/officeDocument/2006/relationships/image" Target="../media/image55.wmf"/><Relationship Id="rId5" Type="http://schemas.openxmlformats.org/officeDocument/2006/relationships/image" Target="../media/image58.wmf"/><Relationship Id="rId15" Type="http://schemas.openxmlformats.org/officeDocument/2006/relationships/image" Target="../media/image49.wmf"/><Relationship Id="rId10" Type="http://schemas.openxmlformats.org/officeDocument/2006/relationships/oleObject" Target="../embeddings/oleObject222.bin"/><Relationship Id="rId19" Type="http://schemas.openxmlformats.org/officeDocument/2006/relationships/image" Target="../media/image59.wmf"/><Relationship Id="rId4" Type="http://schemas.openxmlformats.org/officeDocument/2006/relationships/oleObject" Target="../embeddings/oleObject219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224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0.bin"/><Relationship Id="rId13" Type="http://schemas.openxmlformats.org/officeDocument/2006/relationships/image" Target="../media/image53.wmf"/><Relationship Id="rId18" Type="http://schemas.openxmlformats.org/officeDocument/2006/relationships/oleObject" Target="../embeddings/oleObject235.bin"/><Relationship Id="rId3" Type="http://schemas.openxmlformats.org/officeDocument/2006/relationships/image" Target="../media/image42.wmf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232.bin"/><Relationship Id="rId17" Type="http://schemas.openxmlformats.org/officeDocument/2006/relationships/image" Target="../media/image61.wmf"/><Relationship Id="rId2" Type="http://schemas.openxmlformats.org/officeDocument/2006/relationships/oleObject" Target="../embeddings/oleObject227.bin"/><Relationship Id="rId16" Type="http://schemas.openxmlformats.org/officeDocument/2006/relationships/oleObject" Target="../embeddings/oleObject23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9.bin"/><Relationship Id="rId11" Type="http://schemas.openxmlformats.org/officeDocument/2006/relationships/image" Target="../media/image55.wmf"/><Relationship Id="rId5" Type="http://schemas.openxmlformats.org/officeDocument/2006/relationships/image" Target="../media/image60.wmf"/><Relationship Id="rId15" Type="http://schemas.openxmlformats.org/officeDocument/2006/relationships/image" Target="../media/image49.wmf"/><Relationship Id="rId10" Type="http://schemas.openxmlformats.org/officeDocument/2006/relationships/oleObject" Target="../embeddings/oleObject231.bin"/><Relationship Id="rId19" Type="http://schemas.openxmlformats.org/officeDocument/2006/relationships/image" Target="../media/image62.wmf"/><Relationship Id="rId4" Type="http://schemas.openxmlformats.org/officeDocument/2006/relationships/oleObject" Target="../embeddings/oleObject228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233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9.bin"/><Relationship Id="rId13" Type="http://schemas.openxmlformats.org/officeDocument/2006/relationships/image" Target="../media/image49.wmf"/><Relationship Id="rId3" Type="http://schemas.openxmlformats.org/officeDocument/2006/relationships/image" Target="../media/image42.wmf"/><Relationship Id="rId7" Type="http://schemas.openxmlformats.org/officeDocument/2006/relationships/image" Target="../media/image43.wmf"/><Relationship Id="rId12" Type="http://schemas.openxmlformats.org/officeDocument/2006/relationships/oleObject" Target="../embeddings/oleObject241.bin"/><Relationship Id="rId17" Type="http://schemas.openxmlformats.org/officeDocument/2006/relationships/image" Target="../media/image62.wmf"/><Relationship Id="rId2" Type="http://schemas.openxmlformats.org/officeDocument/2006/relationships/oleObject" Target="../embeddings/oleObject236.bin"/><Relationship Id="rId16" Type="http://schemas.openxmlformats.org/officeDocument/2006/relationships/oleObject" Target="../embeddings/oleObject24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8.bin"/><Relationship Id="rId11" Type="http://schemas.openxmlformats.org/officeDocument/2006/relationships/image" Target="../media/image53.wmf"/><Relationship Id="rId5" Type="http://schemas.openxmlformats.org/officeDocument/2006/relationships/image" Target="../media/image63.wmf"/><Relationship Id="rId15" Type="http://schemas.openxmlformats.org/officeDocument/2006/relationships/image" Target="../media/image61.wmf"/><Relationship Id="rId10" Type="http://schemas.openxmlformats.org/officeDocument/2006/relationships/oleObject" Target="../embeddings/oleObject240.bin"/><Relationship Id="rId4" Type="http://schemas.openxmlformats.org/officeDocument/2006/relationships/oleObject" Target="../embeddings/oleObject237.bin"/><Relationship Id="rId9" Type="http://schemas.openxmlformats.org/officeDocument/2006/relationships/image" Target="../media/image55.wmf"/><Relationship Id="rId14" Type="http://schemas.openxmlformats.org/officeDocument/2006/relationships/oleObject" Target="../embeddings/oleObject242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oleObject" Target="../embeddings/oleObject244.bin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oleObject" Target="../embeddings/oleObject245.bin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oleObject" Target="../embeddings/oleObject246.bin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oleObject" Target="../embeddings/oleObject247.bin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oleObject" Target="../embeddings/oleObject248.bin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69.tmp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68.wmf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oleObject" Target="../embeddings/oleObject249.bin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8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69.tmp"/><Relationship Id="rId5" Type="http://schemas.openxmlformats.org/officeDocument/2006/relationships/tags" Target="../tags/tag14.xml"/><Relationship Id="rId10" Type="http://schemas.openxmlformats.org/officeDocument/2006/relationships/slideLayout" Target="../slideLayouts/slideLayout8.xml"/><Relationship Id="rId4" Type="http://schemas.openxmlformats.org/officeDocument/2006/relationships/tags" Target="../tags/tag13.xml"/><Relationship Id="rId9" Type="http://schemas.openxmlformats.org/officeDocument/2006/relationships/tags" Target="../tags/ta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E2B51CF4-66D4-4F19-97F3-24307D69E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680" y="2636912"/>
            <a:ext cx="8016639" cy="1070582"/>
          </a:xfrm>
        </p:spPr>
        <p:txBody>
          <a:bodyPr anchor="ctr">
            <a:normAutofit fontScale="90000"/>
          </a:bodyPr>
          <a:lstStyle/>
          <a:p>
            <a:r>
              <a:rPr lang="zh-CN" altLang="en-US" sz="7200" dirty="0">
                <a:latin typeface="黑体" panose="02010609060101010101" pitchFamily="49" charset="-122"/>
                <a:ea typeface="黑体" panose="02010609060101010101" pitchFamily="49" charset="-122"/>
              </a:rPr>
              <a:t>最优化理论</a:t>
            </a:r>
            <a:endParaRPr lang="zh-CN" altLang="en-US" sz="4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188F20-BD1A-4DBF-8204-5DEB489FF2A7}"/>
              </a:ext>
            </a:extLst>
          </p:cNvPr>
          <p:cNvSpPr/>
          <p:nvPr/>
        </p:nvSpPr>
        <p:spPr>
          <a:xfrm>
            <a:off x="3237436" y="3933056"/>
            <a:ext cx="36471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12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讲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整数规划</a:t>
            </a:r>
            <a:endParaRPr lang="zh-CN" altLang="en-US" sz="3600" dirty="0"/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9D4C4213-E352-4C4A-BD9E-BD5380CE8F1C}"/>
              </a:ext>
            </a:extLst>
          </p:cNvPr>
          <p:cNvSpPr txBox="1">
            <a:spLocks/>
          </p:cNvSpPr>
          <p:nvPr/>
        </p:nvSpPr>
        <p:spPr bwMode="auto">
          <a:xfrm>
            <a:off x="2576736" y="5139615"/>
            <a:ext cx="4968552" cy="642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75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黑体" pitchFamily="2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5000"/>
              <a:buFont typeface="Wingdings" pitchFamily="2" charset="2"/>
              <a:buChar char="p"/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zh-CN" altLang="en-US" sz="2400" kern="0" dirty="0">
                <a:latin typeface="黑体" pitchFamily="49" charset="-122"/>
                <a:ea typeface="黑体" pitchFamily="49" charset="-122"/>
              </a:rPr>
              <a:t>辽宁大学 信息学院</a:t>
            </a:r>
          </a:p>
          <a:p>
            <a:pPr algn="ctr"/>
            <a:endParaRPr lang="zh-CN" altLang="en-US" sz="2400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4A68E3-A51C-4F7D-918B-4EC486F2D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9E4A-C161-4DC7-B97B-9882453A8887}" type="datetime3">
              <a:rPr lang="zh-CN" altLang="en-US" sz="1600" smtClean="0"/>
              <a:t>2022年12月2日星期五</a:t>
            </a:fld>
            <a:endParaRPr lang="zh-CN" alt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644AD-5B74-4F77-90AC-CBBA03CDE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整数规划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0834F9-8C99-4AD0-87F5-67C4F1961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zh-CN" altLang="en-US" b="0" dirty="0"/>
              <a:t>分支定界法</a:t>
            </a:r>
            <a:endParaRPr lang="en-US" altLang="zh-CN" b="0" dirty="0"/>
          </a:p>
          <a:p>
            <a:pPr marL="742950" indent="-742950">
              <a:buFont typeface="+mj-lt"/>
              <a:buAutoNum type="arabicPeriod"/>
            </a:pPr>
            <a:r>
              <a:rPr lang="en-US" altLang="zh-CN" b="0" dirty="0"/>
              <a:t>0-1</a:t>
            </a:r>
            <a:r>
              <a:rPr lang="zh-CN" altLang="en-US" b="0" dirty="0"/>
              <a:t>整数规划（隐枚举法）</a:t>
            </a:r>
            <a:endParaRPr lang="en-US" altLang="zh-CN" b="0" dirty="0"/>
          </a:p>
          <a:p>
            <a:pPr marL="742950" indent="-742950">
              <a:buFont typeface="+mj-lt"/>
              <a:buAutoNum type="arabicPeriod"/>
            </a:pPr>
            <a:endParaRPr lang="en-US" altLang="zh-CN" b="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39445D-8EC3-46FB-97D7-EB56D5F4C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6E21FE-18DA-4C23-B22B-F5C45B33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97975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60F643-5746-76E3-DD0B-1A3901A34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整数规划概述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322695-034D-1770-3891-B3D93D6AC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整数规划定义</a:t>
            </a:r>
            <a:endParaRPr lang="en-US" altLang="zh-CN" dirty="0"/>
          </a:p>
          <a:p>
            <a:pPr lvl="1"/>
            <a:r>
              <a:rPr lang="zh-CN" altLang="en-US" dirty="0"/>
              <a:t>对于</a:t>
            </a:r>
            <a:r>
              <a:rPr lang="zh-CN" altLang="en-US" dirty="0">
                <a:solidFill>
                  <a:srgbClr val="0000FF"/>
                </a:solidFill>
              </a:rPr>
              <a:t>线性规划问题</a:t>
            </a:r>
            <a:r>
              <a:rPr lang="zh-CN" altLang="en-US" dirty="0"/>
              <a:t>，如果</a:t>
            </a:r>
            <a:r>
              <a:rPr lang="zh-CN" altLang="en-US" dirty="0">
                <a:solidFill>
                  <a:srgbClr val="C00000"/>
                </a:solidFill>
              </a:rPr>
              <a:t>要求解必须为整数</a:t>
            </a:r>
            <a:r>
              <a:rPr lang="zh-CN" altLang="en-US" dirty="0"/>
              <a:t>，则称这样的问题为整数线性规划</a:t>
            </a:r>
            <a:r>
              <a:rPr lang="en-US" altLang="zh-CN" dirty="0"/>
              <a:t>(ILP</a:t>
            </a:r>
            <a:r>
              <a:rPr lang="zh-CN" altLang="en-US" dirty="0"/>
              <a:t>，</a:t>
            </a:r>
            <a:r>
              <a:rPr lang="en-US" altLang="zh-CN" dirty="0"/>
              <a:t>integer linear programming)</a:t>
            </a:r>
            <a:r>
              <a:rPr lang="zh-CN" altLang="en-US" dirty="0"/>
              <a:t>，简称</a:t>
            </a:r>
            <a:r>
              <a:rPr lang="zh-CN" altLang="en-US" dirty="0">
                <a:solidFill>
                  <a:srgbClr val="7030A0"/>
                </a:solidFill>
              </a:rPr>
              <a:t>整数规划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zh-CN" altLang="en-US" dirty="0"/>
              <a:t>整数规划不能直接用线性规划方法。</a:t>
            </a:r>
            <a:endParaRPr lang="en-US" altLang="zh-CN" dirty="0"/>
          </a:p>
          <a:p>
            <a:pPr lvl="2"/>
            <a:r>
              <a:rPr lang="zh-CN" altLang="en-US" dirty="0"/>
              <a:t>常用的整数规划方法有</a:t>
            </a:r>
            <a:r>
              <a:rPr lang="zh-CN" altLang="en-US" dirty="0">
                <a:solidFill>
                  <a:srgbClr val="C00000"/>
                </a:solidFill>
              </a:rPr>
              <a:t>分支定界法</a:t>
            </a:r>
            <a:r>
              <a:rPr lang="zh-CN" altLang="en-US" dirty="0"/>
              <a:t>、割平面法等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35AD56-45DD-D624-CCC7-695D5242D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08DF39-03C3-F57D-A541-34F107A1F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2519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89939F-F3AD-5EB4-CC7B-230E0613F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整数规划概述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59952B-7ED2-F8CF-3F5D-792F4DAA4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分类</a:t>
            </a:r>
            <a:endParaRPr lang="en-US" altLang="zh-CN" dirty="0"/>
          </a:p>
          <a:p>
            <a:pPr lvl="1"/>
            <a:r>
              <a:rPr lang="zh-CN" altLang="en-US" dirty="0"/>
              <a:t>如果所有的</a:t>
            </a:r>
            <a:r>
              <a:rPr lang="zh-CN" altLang="en-US" dirty="0">
                <a:solidFill>
                  <a:srgbClr val="0000CC"/>
                </a:solidFill>
              </a:rPr>
              <a:t>变量都限制为</a:t>
            </a:r>
            <a:r>
              <a:rPr lang="en-US" altLang="zh-CN" dirty="0">
                <a:solidFill>
                  <a:srgbClr val="0000CC"/>
                </a:solidFill>
              </a:rPr>
              <a:t>(</a:t>
            </a:r>
            <a:r>
              <a:rPr lang="zh-CN" altLang="en-US" dirty="0">
                <a:solidFill>
                  <a:srgbClr val="0000CC"/>
                </a:solidFill>
              </a:rPr>
              <a:t>非负</a:t>
            </a:r>
            <a:r>
              <a:rPr lang="en-US" altLang="zh-CN" dirty="0">
                <a:solidFill>
                  <a:srgbClr val="0000CC"/>
                </a:solidFill>
              </a:rPr>
              <a:t>)</a:t>
            </a:r>
            <a:r>
              <a:rPr lang="zh-CN" altLang="en-US" dirty="0">
                <a:solidFill>
                  <a:srgbClr val="0000CC"/>
                </a:solidFill>
              </a:rPr>
              <a:t>整数</a:t>
            </a:r>
            <a:r>
              <a:rPr lang="zh-CN" altLang="en-US" dirty="0"/>
              <a:t>，就称为</a:t>
            </a:r>
            <a:r>
              <a:rPr lang="zh-CN" altLang="en-US" dirty="0">
                <a:solidFill>
                  <a:srgbClr val="C00000"/>
                </a:solidFill>
              </a:rPr>
              <a:t>纯整数线性规划</a:t>
            </a:r>
            <a:r>
              <a:rPr lang="en-US" altLang="zh-CN" dirty="0"/>
              <a:t>(pure integer linear programming)</a:t>
            </a:r>
            <a:r>
              <a:rPr lang="zh-CN" altLang="en-US" dirty="0"/>
              <a:t>或称为全整数线性规划</a:t>
            </a:r>
            <a:r>
              <a:rPr lang="en-US" altLang="zh-CN" dirty="0"/>
              <a:t>(all integer linear programming)</a:t>
            </a:r>
          </a:p>
          <a:p>
            <a:pPr lvl="1"/>
            <a:r>
              <a:rPr lang="zh-CN" altLang="en-US" dirty="0"/>
              <a:t>如果仅一部分变量限制为整数，则称为混合整数规划</a:t>
            </a:r>
            <a:r>
              <a:rPr lang="en-US" altLang="zh-CN" dirty="0"/>
              <a:t>(mixed integer linear programming)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整数线性规划的一种特殊情形是</a:t>
            </a:r>
            <a:r>
              <a:rPr lang="en-US" altLang="zh-CN" dirty="0">
                <a:solidFill>
                  <a:srgbClr val="C00000"/>
                </a:solidFill>
              </a:rPr>
              <a:t>0-1</a:t>
            </a:r>
            <a:r>
              <a:rPr lang="zh-CN" altLang="en-US" dirty="0">
                <a:solidFill>
                  <a:srgbClr val="C00000"/>
                </a:solidFill>
              </a:rPr>
              <a:t>规划</a:t>
            </a:r>
            <a:r>
              <a:rPr lang="zh-CN" altLang="en-US" dirty="0"/>
              <a:t>，即</a:t>
            </a:r>
            <a:r>
              <a:rPr lang="zh-CN" altLang="en-US" dirty="0">
                <a:solidFill>
                  <a:srgbClr val="0000CC"/>
                </a:solidFill>
              </a:rPr>
              <a:t>变量的取值仅限于</a:t>
            </a:r>
            <a:r>
              <a:rPr lang="en-US" altLang="zh-CN" dirty="0">
                <a:solidFill>
                  <a:srgbClr val="0000CC"/>
                </a:solidFill>
              </a:rPr>
              <a:t>0</a:t>
            </a:r>
            <a:r>
              <a:rPr lang="zh-CN" altLang="en-US" dirty="0">
                <a:solidFill>
                  <a:srgbClr val="0000CC"/>
                </a:solidFill>
              </a:rPr>
              <a:t>或</a:t>
            </a:r>
            <a:r>
              <a:rPr lang="en-US" altLang="zh-CN" dirty="0">
                <a:solidFill>
                  <a:srgbClr val="0000CC"/>
                </a:solidFill>
              </a:rPr>
              <a:t>1</a:t>
            </a:r>
            <a:r>
              <a:rPr lang="zh-CN" altLang="en-US" dirty="0"/>
              <a:t>。 </a:t>
            </a:r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7CB6E9-2AD3-3336-4F9B-9F2CFADBD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B023FBB-5F1D-3156-9588-009F52163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22798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327E15-F643-F0E1-7314-E6BBC3335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整数规划概述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8087C9-7364-1F2F-6BD2-7E2F744A2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标准形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429E78-279D-9FD1-955F-6A6CA4D29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51DBDC-7A62-4788-8708-63790A53D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5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F32C4A5-23E6-C25D-886B-C47DA8DCCB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6485538"/>
              </p:ext>
            </p:extLst>
          </p:nvPr>
        </p:nvGraphicFramePr>
        <p:xfrm>
          <a:off x="1552575" y="1235075"/>
          <a:ext cx="6729413" cy="465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87520" imgH="1650960" progId="Equation.DSMT4">
                  <p:embed/>
                </p:oleObj>
              </mc:Choice>
              <mc:Fallback>
                <p:oleObj name="Equation" r:id="rId2" imgW="2387520" imgH="16509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FA88257-4D60-4084-B927-DABAA9DD83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52575" y="1235075"/>
                        <a:ext cx="6729413" cy="4654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599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EA5CCE-02EC-F860-E30E-4E70D6536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整数规划概述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0D9726-851E-69E7-3F0B-792145C42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主要方法</a:t>
            </a:r>
            <a:endParaRPr lang="en-US" altLang="zh-CN" dirty="0"/>
          </a:p>
          <a:p>
            <a:pPr lvl="1"/>
            <a:r>
              <a:rPr lang="zh-CN" altLang="en-US" dirty="0"/>
              <a:t>为满足整数解的要求，初看起来，似乎只要把已得到的带有分数或小数的解经过“舍入化整”就可以了。但这常常是不行的，因为化整后不见得是可行解；或虽是可行解，但不一定是最优解。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分支定界法</a:t>
            </a:r>
            <a:r>
              <a:rPr lang="zh-CN" altLang="en-US" dirty="0"/>
              <a:t>是有效的一种求解方法。</a:t>
            </a:r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D852D2-4530-0172-3671-0EA3D9868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E51E8A1-2612-6B92-05C3-8CDB37ECC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6</a:t>
            </a:fld>
            <a:endParaRPr lang="en-US" altLang="zh-CN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AC79407-1374-58E5-1CF3-13FF81EB5D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0273133"/>
              </p:ext>
            </p:extLst>
          </p:nvPr>
        </p:nvGraphicFramePr>
        <p:xfrm>
          <a:off x="4114800" y="2209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198720" progId="Equation.DSMT4">
                  <p:embed/>
                </p:oleObj>
              </mc:Choice>
              <mc:Fallback>
                <p:oleObj name="Equation" r:id="rId2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14800" y="2209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8834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72B313-E8E2-099D-E2DC-453785373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分枝定界法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6AEE17-AC6F-5F66-1A1C-7FAC571FF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：某厂拟用集装箱托运甲乙两种货物，每箱的体积、重量、可获利润以及托运所受限制如表所示。问两种货物各托运多少箱，可使获得利润为最大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D0321F-6841-3B60-6E8C-125059B60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60347A-FA17-FB9E-B1F1-0D75B98A5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7</a:t>
            </a:fld>
            <a:endParaRPr lang="en-US" altLang="zh-CN" dirty="0"/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0D0D3826-CE92-6F93-2FC5-C48AC1FAE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823908"/>
              </p:ext>
            </p:extLst>
          </p:nvPr>
        </p:nvGraphicFramePr>
        <p:xfrm>
          <a:off x="632520" y="3789039"/>
          <a:ext cx="8928991" cy="21122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3371855762"/>
                    </a:ext>
                  </a:extLst>
                </a:gridCol>
                <a:gridCol w="2424269">
                  <a:extLst>
                    <a:ext uri="{9D8B030D-6E8A-4147-A177-3AD203B41FA5}">
                      <a16:colId xmlns:a16="http://schemas.microsoft.com/office/drawing/2014/main" val="3488846941"/>
                    </a:ext>
                  </a:extLst>
                </a:gridCol>
                <a:gridCol w="2424269">
                  <a:extLst>
                    <a:ext uri="{9D8B030D-6E8A-4147-A177-3AD203B41FA5}">
                      <a16:colId xmlns:a16="http://schemas.microsoft.com/office/drawing/2014/main" val="4193201143"/>
                    </a:ext>
                  </a:extLst>
                </a:gridCol>
                <a:gridCol w="2424269">
                  <a:extLst>
                    <a:ext uri="{9D8B030D-6E8A-4147-A177-3AD203B41FA5}">
                      <a16:colId xmlns:a16="http://schemas.microsoft.com/office/drawing/2014/main" val="2779724555"/>
                    </a:ext>
                  </a:extLst>
                </a:gridCol>
              </a:tblGrid>
              <a:tr h="52805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货物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体积</a:t>
                      </a:r>
                      <a:r>
                        <a:rPr lang="en-US" altLang="zh-CN" sz="2400" dirty="0"/>
                        <a:t>(m</a:t>
                      </a:r>
                      <a:r>
                        <a:rPr lang="en-US" altLang="zh-CN" sz="2400" baseline="30000" dirty="0"/>
                        <a:t>3</a:t>
                      </a:r>
                      <a:r>
                        <a:rPr lang="en-US" altLang="zh-CN" sz="2400" dirty="0"/>
                        <a:t>/</a:t>
                      </a:r>
                      <a:r>
                        <a:rPr lang="zh-CN" altLang="en-US" sz="2400" dirty="0"/>
                        <a:t>箱</a:t>
                      </a:r>
                      <a:r>
                        <a:rPr lang="en-US" altLang="zh-CN" sz="2400" dirty="0"/>
                        <a:t>)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重量（</a:t>
                      </a:r>
                      <a:r>
                        <a:rPr lang="en-US" altLang="zh-CN" sz="2400" dirty="0"/>
                        <a:t>100kg/</a:t>
                      </a:r>
                      <a:r>
                        <a:rPr lang="zh-CN" altLang="en-US" sz="2400" dirty="0"/>
                        <a:t>箱）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利润（</a:t>
                      </a:r>
                      <a:r>
                        <a:rPr lang="en-US" altLang="zh-CN" sz="2400" dirty="0"/>
                        <a:t>100</a:t>
                      </a:r>
                      <a:r>
                        <a:rPr lang="zh-CN" altLang="en-US" sz="2400" dirty="0"/>
                        <a:t>元</a:t>
                      </a:r>
                      <a:r>
                        <a:rPr lang="en-US" altLang="zh-CN" sz="2400" dirty="0"/>
                        <a:t>/</a:t>
                      </a:r>
                      <a:r>
                        <a:rPr lang="zh-CN" altLang="en-US" sz="2400" dirty="0"/>
                        <a:t>箱）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8198754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5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2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20</a:t>
                      </a:r>
                      <a:endParaRPr lang="zh-CN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6467403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4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5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10</a:t>
                      </a:r>
                      <a:endParaRPr lang="zh-CN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1146425"/>
                  </a:ext>
                </a:extLst>
              </a:tr>
              <a:tr h="52805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托运限制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24m</a:t>
                      </a:r>
                      <a:r>
                        <a:rPr lang="en-US" altLang="zh-CN" sz="2400" baseline="30000" dirty="0"/>
                        <a:t>3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1300kg</a:t>
                      </a:r>
                      <a:endParaRPr lang="zh-CN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7278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66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72B313-E8E2-099D-E2DC-453785373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分枝定界法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6AEE17-AC6F-5F66-1A1C-7FAC571FF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标准形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D0321F-6841-3B60-6E8C-125059B60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60347A-FA17-FB9E-B1F1-0D75B98A5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8</a:t>
            </a:fld>
            <a:endParaRPr lang="en-US" altLang="zh-CN" dirty="0"/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0D0D3826-CE92-6F93-2FC5-C48AC1FAE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864219"/>
              </p:ext>
            </p:extLst>
          </p:nvPr>
        </p:nvGraphicFramePr>
        <p:xfrm>
          <a:off x="2297063" y="1176586"/>
          <a:ext cx="7488832" cy="158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9058">
                  <a:extLst>
                    <a:ext uri="{9D8B030D-6E8A-4147-A177-3AD203B41FA5}">
                      <a16:colId xmlns:a16="http://schemas.microsoft.com/office/drawing/2014/main" val="3371855762"/>
                    </a:ext>
                  </a:extLst>
                </a:gridCol>
                <a:gridCol w="2033258">
                  <a:extLst>
                    <a:ext uri="{9D8B030D-6E8A-4147-A177-3AD203B41FA5}">
                      <a16:colId xmlns:a16="http://schemas.microsoft.com/office/drawing/2014/main" val="3488846941"/>
                    </a:ext>
                  </a:extLst>
                </a:gridCol>
                <a:gridCol w="2033258">
                  <a:extLst>
                    <a:ext uri="{9D8B030D-6E8A-4147-A177-3AD203B41FA5}">
                      <a16:colId xmlns:a16="http://schemas.microsoft.com/office/drawing/2014/main" val="4193201143"/>
                    </a:ext>
                  </a:extLst>
                </a:gridCol>
                <a:gridCol w="2033258">
                  <a:extLst>
                    <a:ext uri="{9D8B030D-6E8A-4147-A177-3AD203B41FA5}">
                      <a16:colId xmlns:a16="http://schemas.microsoft.com/office/drawing/2014/main" val="2779724555"/>
                    </a:ext>
                  </a:extLst>
                </a:gridCol>
              </a:tblGrid>
              <a:tr h="3780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货物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体积</a:t>
                      </a:r>
                      <a:r>
                        <a:rPr lang="en-US" altLang="zh-CN" sz="2000" dirty="0"/>
                        <a:t>(m</a:t>
                      </a:r>
                      <a:r>
                        <a:rPr lang="en-US" altLang="zh-CN" sz="2000" baseline="30000" dirty="0"/>
                        <a:t>3</a:t>
                      </a:r>
                      <a:r>
                        <a:rPr lang="en-US" altLang="zh-CN" sz="2000" dirty="0"/>
                        <a:t>/</a:t>
                      </a:r>
                      <a:r>
                        <a:rPr lang="zh-CN" altLang="en-US" sz="2000" dirty="0"/>
                        <a:t>箱</a:t>
                      </a:r>
                      <a:r>
                        <a:rPr lang="en-US" altLang="zh-CN" sz="2000" dirty="0"/>
                        <a:t>)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重量（</a:t>
                      </a:r>
                      <a:r>
                        <a:rPr lang="en-US" altLang="zh-CN" sz="2000" dirty="0"/>
                        <a:t>100kg/</a:t>
                      </a:r>
                      <a:r>
                        <a:rPr lang="zh-CN" altLang="en-US" sz="2000" dirty="0"/>
                        <a:t>箱）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利润（</a:t>
                      </a:r>
                      <a:r>
                        <a:rPr lang="en-US" altLang="zh-CN" sz="2000" dirty="0"/>
                        <a:t>100</a:t>
                      </a:r>
                      <a:r>
                        <a:rPr lang="zh-CN" altLang="en-US" sz="2000" dirty="0"/>
                        <a:t>元</a:t>
                      </a:r>
                      <a:r>
                        <a:rPr lang="en-US" altLang="zh-CN" sz="2000" dirty="0"/>
                        <a:t>/</a:t>
                      </a:r>
                      <a:r>
                        <a:rPr lang="zh-CN" altLang="en-US" sz="2000" dirty="0"/>
                        <a:t>箱）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8198754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5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20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6467403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4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5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10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1146425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托运限制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24m</a:t>
                      </a:r>
                      <a:r>
                        <a:rPr lang="en-US" altLang="zh-CN" sz="2000" baseline="30000" dirty="0"/>
                        <a:t>3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1300kg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7278296"/>
                  </a:ext>
                </a:extLst>
              </a:tr>
            </a:tbl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F74BF73-0780-7B01-D9B2-BDF89B952C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5418729"/>
              </p:ext>
            </p:extLst>
          </p:nvPr>
        </p:nvGraphicFramePr>
        <p:xfrm>
          <a:off x="154409" y="3143537"/>
          <a:ext cx="4270405" cy="3317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36480" imgH="1193760" progId="Equation.DSMT4">
                  <p:embed/>
                </p:oleObj>
              </mc:Choice>
              <mc:Fallback>
                <p:oleObj name="Equation" r:id="rId2" imgW="1536480" imgH="1193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4409" y="3143537"/>
                        <a:ext cx="4270405" cy="33175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箭头: 右 7">
            <a:extLst>
              <a:ext uri="{FF2B5EF4-FFF2-40B4-BE49-F238E27FC236}">
                <a16:creationId xmlns:a16="http://schemas.microsoft.com/office/drawing/2014/main" id="{7FD5F8C4-B140-519B-2801-39E6516BF7D7}"/>
              </a:ext>
            </a:extLst>
          </p:cNvPr>
          <p:cNvSpPr/>
          <p:nvPr/>
        </p:nvSpPr>
        <p:spPr bwMode="auto">
          <a:xfrm>
            <a:off x="4232920" y="4725144"/>
            <a:ext cx="720080" cy="57606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A427734-B56C-DE6B-F57D-53EE3AA049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0989937"/>
              </p:ext>
            </p:extLst>
          </p:nvPr>
        </p:nvGraphicFramePr>
        <p:xfrm>
          <a:off x="5375275" y="3137048"/>
          <a:ext cx="4446588" cy="331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00200" imgH="1193760" progId="Equation.DSMT4">
                  <p:embed/>
                </p:oleObj>
              </mc:Choice>
              <mc:Fallback>
                <p:oleObj name="Equation" r:id="rId4" imgW="1600200" imgH="11937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EF74BF73-0780-7B01-D9B2-BDF89B952C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75275" y="3137048"/>
                        <a:ext cx="4446588" cy="3316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9556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1DC0C9-62AC-AA48-2D3B-99648EA1E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分枝定界法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AEF04A-9C9D-16B5-7765-C3BF1261B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54" y="1199686"/>
            <a:ext cx="9719492" cy="5264289"/>
          </a:xfrm>
        </p:spPr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2AB357-A8E5-5E38-DB3A-E11762D95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CDA45B-284F-0931-48D2-BB9D8A85C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9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A98AF2D-81FA-5FFE-B2E6-26CFA18394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4384392"/>
              </p:ext>
            </p:extLst>
          </p:nvPr>
        </p:nvGraphicFramePr>
        <p:xfrm>
          <a:off x="5973266" y="163141"/>
          <a:ext cx="3816424" cy="2846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00200" imgH="1193760" progId="Equation.DSMT4">
                  <p:embed/>
                </p:oleObj>
              </mc:Choice>
              <mc:Fallback>
                <p:oleObj name="Equation" r:id="rId2" imgW="1600200" imgH="11937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CA427734-B56C-DE6B-F57D-53EE3AA049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73266" y="163141"/>
                        <a:ext cx="3816424" cy="284630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8575"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08891B9-8B22-47A0-3875-2174D41B74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4675851"/>
              </p:ext>
            </p:extLst>
          </p:nvPr>
        </p:nvGraphicFramePr>
        <p:xfrm>
          <a:off x="5875461" y="3933056"/>
          <a:ext cx="3902075" cy="235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00200" imgH="965160" progId="Equation.DSMT4">
                  <p:embed/>
                </p:oleObj>
              </mc:Choice>
              <mc:Fallback>
                <p:oleObj name="Equation" r:id="rId4" imgW="1600200" imgH="9651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CA427734-B56C-DE6B-F57D-53EE3AA049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75461" y="3933056"/>
                        <a:ext cx="3902075" cy="2352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箭头: 右 7">
            <a:extLst>
              <a:ext uri="{FF2B5EF4-FFF2-40B4-BE49-F238E27FC236}">
                <a16:creationId xmlns:a16="http://schemas.microsoft.com/office/drawing/2014/main" id="{62548B78-C376-0FE8-B991-B2DBE817AF22}"/>
              </a:ext>
            </a:extLst>
          </p:cNvPr>
          <p:cNvSpPr/>
          <p:nvPr/>
        </p:nvSpPr>
        <p:spPr bwMode="auto">
          <a:xfrm rot="5400000">
            <a:off x="7401272" y="3284984"/>
            <a:ext cx="720080" cy="57606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134447-E115-A6B1-269D-615B501A1406}"/>
              </a:ext>
            </a:extLst>
          </p:cNvPr>
          <p:cNvSpPr txBox="1"/>
          <p:nvPr/>
        </p:nvSpPr>
        <p:spPr>
          <a:xfrm>
            <a:off x="4984626" y="3153465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普通线性规划问题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EE0936A-1C7C-4457-3FCE-6ACEB313E9C1}"/>
              </a:ext>
            </a:extLst>
          </p:cNvPr>
          <p:cNvCxnSpPr/>
          <p:nvPr/>
        </p:nvCxnSpPr>
        <p:spPr bwMode="auto">
          <a:xfrm>
            <a:off x="338275" y="5805264"/>
            <a:ext cx="504056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1838C84-02F6-3E4E-F73A-7EBFAA226260}"/>
              </a:ext>
            </a:extLst>
          </p:cNvPr>
          <p:cNvCxnSpPr/>
          <p:nvPr/>
        </p:nvCxnSpPr>
        <p:spPr bwMode="auto">
          <a:xfrm flipV="1">
            <a:off x="1249819" y="1706722"/>
            <a:ext cx="0" cy="457900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3356C29B-63B4-6F64-C720-407B00C661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8950515"/>
              </p:ext>
            </p:extLst>
          </p:nvPr>
        </p:nvGraphicFramePr>
        <p:xfrm>
          <a:off x="1266464" y="1266582"/>
          <a:ext cx="535558" cy="741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228600" progId="Equation.DSMT4">
                  <p:embed/>
                </p:oleObj>
              </mc:Choice>
              <mc:Fallback>
                <p:oleObj name="Equation" r:id="rId6" imgW="164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66464" y="1266582"/>
                        <a:ext cx="535558" cy="7415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077BE9E3-034C-CB72-B934-BC955BCC11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1208340"/>
              </p:ext>
            </p:extLst>
          </p:nvPr>
        </p:nvGraphicFramePr>
        <p:xfrm>
          <a:off x="5131979" y="5661248"/>
          <a:ext cx="493712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80" imgH="228600" progId="Equation.DSMT4">
                  <p:embed/>
                </p:oleObj>
              </mc:Choice>
              <mc:Fallback>
                <p:oleObj name="Equation" r:id="rId8" imgW="152280" imgH="2286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3356C29B-63B4-6F64-C720-407B00C661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131979" y="5661248"/>
                        <a:ext cx="493712" cy="741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A1BEC0B7-BE8A-2D49-8974-C0422D6738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4217667"/>
              </p:ext>
            </p:extLst>
          </p:nvPr>
        </p:nvGraphicFramePr>
        <p:xfrm>
          <a:off x="980134" y="5805264"/>
          <a:ext cx="285834" cy="400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720" imgH="177480" progId="Equation.DSMT4">
                  <p:embed/>
                </p:oleObj>
              </mc:Choice>
              <mc:Fallback>
                <p:oleObj name="Equation" r:id="rId10" imgW="126720" imgH="1774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077BE9E3-034C-CB72-B934-BC955BCC11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80134" y="5805264"/>
                        <a:ext cx="285834" cy="400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椭圆 29">
            <a:extLst>
              <a:ext uri="{FF2B5EF4-FFF2-40B4-BE49-F238E27FC236}">
                <a16:creationId xmlns:a16="http://schemas.microsoft.com/office/drawing/2014/main" id="{D22E938E-5527-2354-5D47-1778B9C07D0D}"/>
              </a:ext>
            </a:extLst>
          </p:cNvPr>
          <p:cNvSpPr/>
          <p:nvPr/>
        </p:nvSpPr>
        <p:spPr bwMode="auto">
          <a:xfrm>
            <a:off x="1212376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63FB9C3B-71FE-D92E-D531-95253925C480}"/>
              </a:ext>
            </a:extLst>
          </p:cNvPr>
          <p:cNvSpPr/>
          <p:nvPr/>
        </p:nvSpPr>
        <p:spPr bwMode="auto">
          <a:xfrm>
            <a:off x="1598570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2C1589A1-B985-58B9-A619-5104FAE2C1F5}"/>
              </a:ext>
            </a:extLst>
          </p:cNvPr>
          <p:cNvSpPr/>
          <p:nvPr/>
        </p:nvSpPr>
        <p:spPr bwMode="auto">
          <a:xfrm>
            <a:off x="1984764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3FFE8A74-FA1C-7B7D-E107-A0D180FFA470}"/>
              </a:ext>
            </a:extLst>
          </p:cNvPr>
          <p:cNvSpPr/>
          <p:nvPr/>
        </p:nvSpPr>
        <p:spPr bwMode="auto">
          <a:xfrm>
            <a:off x="2370958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0AB819F-8622-E0A9-7BDD-1C8D9FFF7337}"/>
              </a:ext>
            </a:extLst>
          </p:cNvPr>
          <p:cNvSpPr/>
          <p:nvPr/>
        </p:nvSpPr>
        <p:spPr bwMode="auto">
          <a:xfrm>
            <a:off x="2757152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735DDAB4-04A2-D7F0-98EA-E371C96CBE9A}"/>
              </a:ext>
            </a:extLst>
          </p:cNvPr>
          <p:cNvSpPr/>
          <p:nvPr/>
        </p:nvSpPr>
        <p:spPr bwMode="auto">
          <a:xfrm>
            <a:off x="3143346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26F01CC4-1639-21F2-2BBB-41FD11A787ED}"/>
              </a:ext>
            </a:extLst>
          </p:cNvPr>
          <p:cNvSpPr/>
          <p:nvPr/>
        </p:nvSpPr>
        <p:spPr bwMode="auto">
          <a:xfrm>
            <a:off x="3532787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E6FC4F66-DA66-E0D0-BF28-51BFFC3B32D0}"/>
              </a:ext>
            </a:extLst>
          </p:cNvPr>
          <p:cNvSpPr/>
          <p:nvPr/>
        </p:nvSpPr>
        <p:spPr bwMode="auto">
          <a:xfrm>
            <a:off x="3918981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0CC48ABC-0E4D-6B07-1868-C66CDA1A6A06}"/>
              </a:ext>
            </a:extLst>
          </p:cNvPr>
          <p:cNvSpPr/>
          <p:nvPr/>
        </p:nvSpPr>
        <p:spPr bwMode="auto">
          <a:xfrm>
            <a:off x="4289027" y="5768008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A1D502EC-D08D-B64B-BA80-1CA2985523A6}"/>
              </a:ext>
            </a:extLst>
          </p:cNvPr>
          <p:cNvSpPr/>
          <p:nvPr/>
        </p:nvSpPr>
        <p:spPr bwMode="auto">
          <a:xfrm>
            <a:off x="4675221" y="5768008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94AD046E-9A8D-2B91-CC9C-E97185E7260D}"/>
              </a:ext>
            </a:extLst>
          </p:cNvPr>
          <p:cNvSpPr/>
          <p:nvPr/>
        </p:nvSpPr>
        <p:spPr bwMode="auto">
          <a:xfrm>
            <a:off x="1208584" y="5426804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E4DDDE26-46A0-F61E-9B63-CF940F5FC3C3}"/>
              </a:ext>
            </a:extLst>
          </p:cNvPr>
          <p:cNvSpPr/>
          <p:nvPr/>
        </p:nvSpPr>
        <p:spPr bwMode="auto">
          <a:xfrm>
            <a:off x="1217608" y="509567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00B31306-6154-745B-B563-99E2287FBB4A}"/>
              </a:ext>
            </a:extLst>
          </p:cNvPr>
          <p:cNvSpPr/>
          <p:nvPr/>
        </p:nvSpPr>
        <p:spPr bwMode="auto">
          <a:xfrm>
            <a:off x="1213816" y="4753218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076B6BB2-8F1B-5858-0EB5-3521518BCE64}"/>
              </a:ext>
            </a:extLst>
          </p:cNvPr>
          <p:cNvSpPr/>
          <p:nvPr/>
        </p:nvSpPr>
        <p:spPr bwMode="auto">
          <a:xfrm>
            <a:off x="1208912" y="4422086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5E25D333-8C35-8B6A-7814-0B5D3F8FA103}"/>
              </a:ext>
            </a:extLst>
          </p:cNvPr>
          <p:cNvSpPr/>
          <p:nvPr/>
        </p:nvSpPr>
        <p:spPr bwMode="auto">
          <a:xfrm>
            <a:off x="1205120" y="4079631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DA496C92-4E04-13F3-FA42-443B98CD6A1B}"/>
              </a:ext>
            </a:extLst>
          </p:cNvPr>
          <p:cNvSpPr/>
          <p:nvPr/>
        </p:nvSpPr>
        <p:spPr bwMode="auto">
          <a:xfrm>
            <a:off x="1208912" y="375982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4C40E199-A14E-A293-AD4B-D1E23C7F7041}"/>
              </a:ext>
            </a:extLst>
          </p:cNvPr>
          <p:cNvSpPr/>
          <p:nvPr/>
        </p:nvSpPr>
        <p:spPr bwMode="auto">
          <a:xfrm>
            <a:off x="1205120" y="3417368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84FF9E29-2352-45C7-7E33-0E1C2B6E88B5}"/>
              </a:ext>
            </a:extLst>
          </p:cNvPr>
          <p:cNvSpPr/>
          <p:nvPr/>
        </p:nvSpPr>
        <p:spPr bwMode="auto">
          <a:xfrm>
            <a:off x="1217608" y="307731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E7BB1A7B-EDE1-6D2A-00A9-0C56800F8325}"/>
              </a:ext>
            </a:extLst>
          </p:cNvPr>
          <p:cNvSpPr/>
          <p:nvPr/>
        </p:nvSpPr>
        <p:spPr bwMode="auto">
          <a:xfrm>
            <a:off x="1213816" y="2734864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56" name="对象 55">
            <a:extLst>
              <a:ext uri="{FF2B5EF4-FFF2-40B4-BE49-F238E27FC236}">
                <a16:creationId xmlns:a16="http://schemas.microsoft.com/office/drawing/2014/main" id="{3239229B-6C74-932C-70E5-C18DD45CCA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282908"/>
              </p:ext>
            </p:extLst>
          </p:nvPr>
        </p:nvGraphicFramePr>
        <p:xfrm>
          <a:off x="1541463" y="5805264"/>
          <a:ext cx="2000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8560" imgH="164880" progId="Equation.DSMT4">
                  <p:embed/>
                </p:oleObj>
              </mc:Choice>
              <mc:Fallback>
                <p:oleObj name="Equation" r:id="rId12" imgW="88560" imgH="1648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A1BEC0B7-BE8A-2D49-8974-C0422D6738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41463" y="5805264"/>
                        <a:ext cx="200025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>
            <a:extLst>
              <a:ext uri="{FF2B5EF4-FFF2-40B4-BE49-F238E27FC236}">
                <a16:creationId xmlns:a16="http://schemas.microsoft.com/office/drawing/2014/main" id="{E6473A8B-B5C9-5357-63F3-F92D7709A6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3376703"/>
              </p:ext>
            </p:extLst>
          </p:nvPr>
        </p:nvGraphicFramePr>
        <p:xfrm>
          <a:off x="1879562" y="5805264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6720" imgH="164880" progId="Equation.DSMT4">
                  <p:embed/>
                </p:oleObj>
              </mc:Choice>
              <mc:Fallback>
                <p:oleObj name="Equation" r:id="rId14" imgW="126720" imgH="164880" progId="Equation.DSMT4">
                  <p:embed/>
                  <p:pic>
                    <p:nvPicPr>
                      <p:cNvPr id="56" name="对象 55">
                        <a:extLst>
                          <a:ext uri="{FF2B5EF4-FFF2-40B4-BE49-F238E27FC236}">
                            <a16:creationId xmlns:a16="http://schemas.microsoft.com/office/drawing/2014/main" id="{3239229B-6C74-932C-70E5-C18DD45CCA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879562" y="5805264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对象 57">
            <a:extLst>
              <a:ext uri="{FF2B5EF4-FFF2-40B4-BE49-F238E27FC236}">
                <a16:creationId xmlns:a16="http://schemas.microsoft.com/office/drawing/2014/main" id="{CB1E7B76-F5BF-958B-C0C0-EADB495312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362481"/>
              </p:ext>
            </p:extLst>
          </p:nvPr>
        </p:nvGraphicFramePr>
        <p:xfrm>
          <a:off x="2286447" y="5805264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4120" imgH="177480" progId="Equation.DSMT4">
                  <p:embed/>
                </p:oleObj>
              </mc:Choice>
              <mc:Fallback>
                <p:oleObj name="Equation" r:id="rId16" imgW="114120" imgH="177480" progId="Equation.DSMT4">
                  <p:embed/>
                  <p:pic>
                    <p:nvPicPr>
                      <p:cNvPr id="56" name="对象 55">
                        <a:extLst>
                          <a:ext uri="{FF2B5EF4-FFF2-40B4-BE49-F238E27FC236}">
                            <a16:creationId xmlns:a16="http://schemas.microsoft.com/office/drawing/2014/main" id="{3239229B-6C74-932C-70E5-C18DD45CCA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286447" y="5805264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>
            <a:extLst>
              <a:ext uri="{FF2B5EF4-FFF2-40B4-BE49-F238E27FC236}">
                <a16:creationId xmlns:a16="http://schemas.microsoft.com/office/drawing/2014/main" id="{707FF895-2325-82DD-9FDA-72E8CBB8E2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1115470"/>
              </p:ext>
            </p:extLst>
          </p:nvPr>
        </p:nvGraphicFramePr>
        <p:xfrm>
          <a:off x="2651125" y="5805264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6720" imgH="164880" progId="Equation.DSMT4">
                  <p:embed/>
                </p:oleObj>
              </mc:Choice>
              <mc:Fallback>
                <p:oleObj name="Equation" r:id="rId18" imgW="126720" imgH="164880" progId="Equation.DSMT4">
                  <p:embed/>
                  <p:pic>
                    <p:nvPicPr>
                      <p:cNvPr id="56" name="对象 55">
                        <a:extLst>
                          <a:ext uri="{FF2B5EF4-FFF2-40B4-BE49-F238E27FC236}">
                            <a16:creationId xmlns:a16="http://schemas.microsoft.com/office/drawing/2014/main" id="{3239229B-6C74-932C-70E5-C18DD45CCA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651125" y="5805264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>
            <a:extLst>
              <a:ext uri="{FF2B5EF4-FFF2-40B4-BE49-F238E27FC236}">
                <a16:creationId xmlns:a16="http://schemas.microsoft.com/office/drawing/2014/main" id="{526617D2-84D4-55F4-DC93-A7CD4ECEA6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358744"/>
              </p:ext>
            </p:extLst>
          </p:nvPr>
        </p:nvGraphicFramePr>
        <p:xfrm>
          <a:off x="3044825" y="5805488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4120" imgH="177480" progId="Equation.DSMT4">
                  <p:embed/>
                </p:oleObj>
              </mc:Choice>
              <mc:Fallback>
                <p:oleObj name="Equation" r:id="rId20" imgW="114120" imgH="177480" progId="Equation.DSMT4">
                  <p:embed/>
                  <p:pic>
                    <p:nvPicPr>
                      <p:cNvPr id="57" name="对象 56">
                        <a:extLst>
                          <a:ext uri="{FF2B5EF4-FFF2-40B4-BE49-F238E27FC236}">
                            <a16:creationId xmlns:a16="http://schemas.microsoft.com/office/drawing/2014/main" id="{E6473A8B-B5C9-5357-63F3-F92D7709A6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044825" y="5805488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对象 60">
            <a:extLst>
              <a:ext uri="{FF2B5EF4-FFF2-40B4-BE49-F238E27FC236}">
                <a16:creationId xmlns:a16="http://schemas.microsoft.com/office/drawing/2014/main" id="{752AD8C6-45C0-4718-427C-2AE2F32902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7800279"/>
              </p:ext>
            </p:extLst>
          </p:nvPr>
        </p:nvGraphicFramePr>
        <p:xfrm>
          <a:off x="3424238" y="5805488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26720" imgH="177480" progId="Equation.DSMT4">
                  <p:embed/>
                </p:oleObj>
              </mc:Choice>
              <mc:Fallback>
                <p:oleObj name="Equation" r:id="rId22" imgW="126720" imgH="177480" progId="Equation.DSMT4">
                  <p:embed/>
                  <p:pic>
                    <p:nvPicPr>
                      <p:cNvPr id="58" name="对象 57">
                        <a:extLst>
                          <a:ext uri="{FF2B5EF4-FFF2-40B4-BE49-F238E27FC236}">
                            <a16:creationId xmlns:a16="http://schemas.microsoft.com/office/drawing/2014/main" id="{CB1E7B76-F5BF-958B-C0C0-EADB495312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424238" y="5805488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>
            <a:extLst>
              <a:ext uri="{FF2B5EF4-FFF2-40B4-BE49-F238E27FC236}">
                <a16:creationId xmlns:a16="http://schemas.microsoft.com/office/drawing/2014/main" id="{3C892039-B966-A3D6-120D-DA34D61E3B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118167"/>
              </p:ext>
            </p:extLst>
          </p:nvPr>
        </p:nvGraphicFramePr>
        <p:xfrm>
          <a:off x="3805238" y="5805264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26720" imgH="177480" progId="Equation.DSMT4">
                  <p:embed/>
                </p:oleObj>
              </mc:Choice>
              <mc:Fallback>
                <p:oleObj name="Equation" r:id="rId24" imgW="126720" imgH="177480" progId="Equation.DSMT4">
                  <p:embed/>
                  <p:pic>
                    <p:nvPicPr>
                      <p:cNvPr id="56" name="对象 55">
                        <a:extLst>
                          <a:ext uri="{FF2B5EF4-FFF2-40B4-BE49-F238E27FC236}">
                            <a16:creationId xmlns:a16="http://schemas.microsoft.com/office/drawing/2014/main" id="{3239229B-6C74-932C-70E5-C18DD45CCA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805238" y="5805264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对象 62">
            <a:extLst>
              <a:ext uri="{FF2B5EF4-FFF2-40B4-BE49-F238E27FC236}">
                <a16:creationId xmlns:a16="http://schemas.microsoft.com/office/drawing/2014/main" id="{03DB19E5-A7CE-8EBE-C3BC-F8445F257F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1174077"/>
              </p:ext>
            </p:extLst>
          </p:nvPr>
        </p:nvGraphicFramePr>
        <p:xfrm>
          <a:off x="4200525" y="5791200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14120" imgH="177480" progId="Equation.DSMT4">
                  <p:embed/>
                </p:oleObj>
              </mc:Choice>
              <mc:Fallback>
                <p:oleObj name="Equation" r:id="rId26" imgW="114120" imgH="177480" progId="Equation.DSMT4">
                  <p:embed/>
                  <p:pic>
                    <p:nvPicPr>
                      <p:cNvPr id="57" name="对象 56">
                        <a:extLst>
                          <a:ext uri="{FF2B5EF4-FFF2-40B4-BE49-F238E27FC236}">
                            <a16:creationId xmlns:a16="http://schemas.microsoft.com/office/drawing/2014/main" id="{E6473A8B-B5C9-5357-63F3-F92D7709A6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200525" y="5791200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对象 64">
            <a:extLst>
              <a:ext uri="{FF2B5EF4-FFF2-40B4-BE49-F238E27FC236}">
                <a16:creationId xmlns:a16="http://schemas.microsoft.com/office/drawing/2014/main" id="{EBB26960-A38E-65B8-AE42-0CF3133986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6017861"/>
              </p:ext>
            </p:extLst>
          </p:nvPr>
        </p:nvGraphicFramePr>
        <p:xfrm>
          <a:off x="4581194" y="5805264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14120" imgH="177480" progId="Equation.DSMT4">
                  <p:embed/>
                </p:oleObj>
              </mc:Choice>
              <mc:Fallback>
                <p:oleObj name="Equation" r:id="rId28" imgW="114120" imgH="177480" progId="Equation.DSMT4">
                  <p:embed/>
                  <p:pic>
                    <p:nvPicPr>
                      <p:cNvPr id="63" name="对象 62">
                        <a:extLst>
                          <a:ext uri="{FF2B5EF4-FFF2-40B4-BE49-F238E27FC236}">
                            <a16:creationId xmlns:a16="http://schemas.microsoft.com/office/drawing/2014/main" id="{03DB19E5-A7CE-8EBE-C3BC-F8445F257F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581194" y="5805264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对象 66">
            <a:extLst>
              <a:ext uri="{FF2B5EF4-FFF2-40B4-BE49-F238E27FC236}">
                <a16:creationId xmlns:a16="http://schemas.microsoft.com/office/drawing/2014/main" id="{E0635741-F2E9-D7B6-3096-60DD460F1D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282908"/>
              </p:ext>
            </p:extLst>
          </p:nvPr>
        </p:nvGraphicFramePr>
        <p:xfrm>
          <a:off x="1554332" y="5805264"/>
          <a:ext cx="2000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88560" imgH="164880" progId="Equation.DSMT4">
                  <p:embed/>
                </p:oleObj>
              </mc:Choice>
              <mc:Fallback>
                <p:oleObj name="Equation" r:id="rId30" imgW="88560" imgH="164880" progId="Equation.DSMT4">
                  <p:embed/>
                  <p:pic>
                    <p:nvPicPr>
                      <p:cNvPr id="56" name="对象 55">
                        <a:extLst>
                          <a:ext uri="{FF2B5EF4-FFF2-40B4-BE49-F238E27FC236}">
                            <a16:creationId xmlns:a16="http://schemas.microsoft.com/office/drawing/2014/main" id="{3239229B-6C74-932C-70E5-C18DD45CCA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54332" y="5805264"/>
                        <a:ext cx="200025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67">
            <a:extLst>
              <a:ext uri="{FF2B5EF4-FFF2-40B4-BE49-F238E27FC236}">
                <a16:creationId xmlns:a16="http://schemas.microsoft.com/office/drawing/2014/main" id="{034DC39E-082B-7511-332F-35B286DAB0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3376703"/>
              </p:ext>
            </p:extLst>
          </p:nvPr>
        </p:nvGraphicFramePr>
        <p:xfrm>
          <a:off x="1892431" y="5805264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26720" imgH="164880" progId="Equation.DSMT4">
                  <p:embed/>
                </p:oleObj>
              </mc:Choice>
              <mc:Fallback>
                <p:oleObj name="Equation" r:id="rId31" imgW="126720" imgH="164880" progId="Equation.DSMT4">
                  <p:embed/>
                  <p:pic>
                    <p:nvPicPr>
                      <p:cNvPr id="57" name="对象 56">
                        <a:extLst>
                          <a:ext uri="{FF2B5EF4-FFF2-40B4-BE49-F238E27FC236}">
                            <a16:creationId xmlns:a16="http://schemas.microsoft.com/office/drawing/2014/main" id="{E6473A8B-B5C9-5357-63F3-F92D7709A6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892431" y="5805264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对象 68">
            <a:extLst>
              <a:ext uri="{FF2B5EF4-FFF2-40B4-BE49-F238E27FC236}">
                <a16:creationId xmlns:a16="http://schemas.microsoft.com/office/drawing/2014/main" id="{CF3C4802-AE1D-56F1-B9D3-5DF28DD779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1410751"/>
              </p:ext>
            </p:extLst>
          </p:nvPr>
        </p:nvGraphicFramePr>
        <p:xfrm>
          <a:off x="2299316" y="5805264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14120" imgH="177480" progId="Equation.DSMT4">
                  <p:embed/>
                </p:oleObj>
              </mc:Choice>
              <mc:Fallback>
                <p:oleObj name="Equation" r:id="rId32" imgW="114120" imgH="177480" progId="Equation.DSMT4">
                  <p:embed/>
                  <p:pic>
                    <p:nvPicPr>
                      <p:cNvPr id="58" name="对象 57">
                        <a:extLst>
                          <a:ext uri="{FF2B5EF4-FFF2-40B4-BE49-F238E27FC236}">
                            <a16:creationId xmlns:a16="http://schemas.microsoft.com/office/drawing/2014/main" id="{CB1E7B76-F5BF-958B-C0C0-EADB495312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299316" y="5805264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69">
            <a:extLst>
              <a:ext uri="{FF2B5EF4-FFF2-40B4-BE49-F238E27FC236}">
                <a16:creationId xmlns:a16="http://schemas.microsoft.com/office/drawing/2014/main" id="{13337F79-334E-1AF5-E7D3-CC139BB34D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1115470"/>
              </p:ext>
            </p:extLst>
          </p:nvPr>
        </p:nvGraphicFramePr>
        <p:xfrm>
          <a:off x="2663994" y="5805264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26720" imgH="164880" progId="Equation.DSMT4">
                  <p:embed/>
                </p:oleObj>
              </mc:Choice>
              <mc:Fallback>
                <p:oleObj name="Equation" r:id="rId33" imgW="126720" imgH="164880" progId="Equation.DSMT4">
                  <p:embed/>
                  <p:pic>
                    <p:nvPicPr>
                      <p:cNvPr id="59" name="对象 58">
                        <a:extLst>
                          <a:ext uri="{FF2B5EF4-FFF2-40B4-BE49-F238E27FC236}">
                            <a16:creationId xmlns:a16="http://schemas.microsoft.com/office/drawing/2014/main" id="{707FF895-2325-82DD-9FDA-72E8CBB8E2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663994" y="5805264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对象 70">
            <a:extLst>
              <a:ext uri="{FF2B5EF4-FFF2-40B4-BE49-F238E27FC236}">
                <a16:creationId xmlns:a16="http://schemas.microsoft.com/office/drawing/2014/main" id="{ED1B65BD-CF28-02B1-8F79-D6518B39A9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358744"/>
              </p:ext>
            </p:extLst>
          </p:nvPr>
        </p:nvGraphicFramePr>
        <p:xfrm>
          <a:off x="3057694" y="5805488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14120" imgH="177480" progId="Equation.DSMT4">
                  <p:embed/>
                </p:oleObj>
              </mc:Choice>
              <mc:Fallback>
                <p:oleObj name="Equation" r:id="rId34" imgW="114120" imgH="177480" progId="Equation.DSMT4">
                  <p:embed/>
                  <p:pic>
                    <p:nvPicPr>
                      <p:cNvPr id="60" name="对象 59">
                        <a:extLst>
                          <a:ext uri="{FF2B5EF4-FFF2-40B4-BE49-F238E27FC236}">
                            <a16:creationId xmlns:a16="http://schemas.microsoft.com/office/drawing/2014/main" id="{526617D2-84D4-55F4-DC93-A7CD4ECEA6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057694" y="5805488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对象 71">
            <a:extLst>
              <a:ext uri="{FF2B5EF4-FFF2-40B4-BE49-F238E27FC236}">
                <a16:creationId xmlns:a16="http://schemas.microsoft.com/office/drawing/2014/main" id="{045AD1B4-4DBB-03B9-D0E9-DC9C5889DF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7800279"/>
              </p:ext>
            </p:extLst>
          </p:nvPr>
        </p:nvGraphicFramePr>
        <p:xfrm>
          <a:off x="3437107" y="5805488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26720" imgH="177480" progId="Equation.DSMT4">
                  <p:embed/>
                </p:oleObj>
              </mc:Choice>
              <mc:Fallback>
                <p:oleObj name="Equation" r:id="rId35" imgW="126720" imgH="177480" progId="Equation.DSMT4">
                  <p:embed/>
                  <p:pic>
                    <p:nvPicPr>
                      <p:cNvPr id="61" name="对象 60">
                        <a:extLst>
                          <a:ext uri="{FF2B5EF4-FFF2-40B4-BE49-F238E27FC236}">
                            <a16:creationId xmlns:a16="http://schemas.microsoft.com/office/drawing/2014/main" id="{752AD8C6-45C0-4718-427C-2AE2F32902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437107" y="5805488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对象 72">
            <a:extLst>
              <a:ext uri="{FF2B5EF4-FFF2-40B4-BE49-F238E27FC236}">
                <a16:creationId xmlns:a16="http://schemas.microsoft.com/office/drawing/2014/main" id="{78BD814B-2ED4-C6F7-826B-F83C637FFE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118167"/>
              </p:ext>
            </p:extLst>
          </p:nvPr>
        </p:nvGraphicFramePr>
        <p:xfrm>
          <a:off x="3818107" y="5805264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26720" imgH="177480" progId="Equation.DSMT4">
                  <p:embed/>
                </p:oleObj>
              </mc:Choice>
              <mc:Fallback>
                <p:oleObj name="Equation" r:id="rId36" imgW="126720" imgH="177480" progId="Equation.DSMT4">
                  <p:embed/>
                  <p:pic>
                    <p:nvPicPr>
                      <p:cNvPr id="62" name="对象 61">
                        <a:extLst>
                          <a:ext uri="{FF2B5EF4-FFF2-40B4-BE49-F238E27FC236}">
                            <a16:creationId xmlns:a16="http://schemas.microsoft.com/office/drawing/2014/main" id="{3C892039-B966-A3D6-120D-DA34D61E3B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818107" y="5805264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对象 82">
            <a:extLst>
              <a:ext uri="{FF2B5EF4-FFF2-40B4-BE49-F238E27FC236}">
                <a16:creationId xmlns:a16="http://schemas.microsoft.com/office/drawing/2014/main" id="{3F0618C7-88CC-A10A-47CE-2BE954CF3F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0322463"/>
              </p:ext>
            </p:extLst>
          </p:nvPr>
        </p:nvGraphicFramePr>
        <p:xfrm>
          <a:off x="1010645" y="2908908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14120" imgH="177480" progId="Equation.DSMT4">
                  <p:embed/>
                </p:oleObj>
              </mc:Choice>
              <mc:Fallback>
                <p:oleObj name="Equation" r:id="rId37" imgW="114120" imgH="177480" progId="Equation.DSMT4">
                  <p:embed/>
                  <p:pic>
                    <p:nvPicPr>
                      <p:cNvPr id="63" name="对象 62">
                        <a:extLst>
                          <a:ext uri="{FF2B5EF4-FFF2-40B4-BE49-F238E27FC236}">
                            <a16:creationId xmlns:a16="http://schemas.microsoft.com/office/drawing/2014/main" id="{03DB19E5-A7CE-8EBE-C3BC-F8445F257F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010645" y="2908908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对象 83">
            <a:extLst>
              <a:ext uri="{FF2B5EF4-FFF2-40B4-BE49-F238E27FC236}">
                <a16:creationId xmlns:a16="http://schemas.microsoft.com/office/drawing/2014/main" id="{FA9FE1F2-11A5-8E18-58FF-671F848D65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8579643"/>
              </p:ext>
            </p:extLst>
          </p:nvPr>
        </p:nvGraphicFramePr>
        <p:xfrm>
          <a:off x="991203" y="2579688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14120" imgH="177480" progId="Equation.DSMT4">
                  <p:embed/>
                </p:oleObj>
              </mc:Choice>
              <mc:Fallback>
                <p:oleObj name="Equation" r:id="rId38" imgW="114120" imgH="177480" progId="Equation.DSMT4">
                  <p:embed/>
                  <p:pic>
                    <p:nvPicPr>
                      <p:cNvPr id="65" name="对象 64">
                        <a:extLst>
                          <a:ext uri="{FF2B5EF4-FFF2-40B4-BE49-F238E27FC236}">
                            <a16:creationId xmlns:a16="http://schemas.microsoft.com/office/drawing/2014/main" id="{EBB26960-A38E-65B8-AE42-0CF3133986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991203" y="2579688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对象 84">
            <a:extLst>
              <a:ext uri="{FF2B5EF4-FFF2-40B4-BE49-F238E27FC236}">
                <a16:creationId xmlns:a16="http://schemas.microsoft.com/office/drawing/2014/main" id="{83C64AF7-9C26-F487-BF1D-8AD5549B0A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2185318"/>
              </p:ext>
            </p:extLst>
          </p:nvPr>
        </p:nvGraphicFramePr>
        <p:xfrm>
          <a:off x="1014964" y="5265428"/>
          <a:ext cx="2000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88560" imgH="164880" progId="Equation.DSMT4">
                  <p:embed/>
                </p:oleObj>
              </mc:Choice>
              <mc:Fallback>
                <p:oleObj name="Equation" r:id="rId39" imgW="88560" imgH="164880" progId="Equation.DSMT4">
                  <p:embed/>
                  <p:pic>
                    <p:nvPicPr>
                      <p:cNvPr id="67" name="对象 66">
                        <a:extLst>
                          <a:ext uri="{FF2B5EF4-FFF2-40B4-BE49-F238E27FC236}">
                            <a16:creationId xmlns:a16="http://schemas.microsoft.com/office/drawing/2014/main" id="{E0635741-F2E9-D7B6-3096-60DD460F1D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14964" y="5265428"/>
                        <a:ext cx="200025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对象 85">
            <a:extLst>
              <a:ext uri="{FF2B5EF4-FFF2-40B4-BE49-F238E27FC236}">
                <a16:creationId xmlns:a16="http://schemas.microsoft.com/office/drawing/2014/main" id="{B88B0EA7-F707-4444-DB18-EE011FD2CC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4318193"/>
              </p:ext>
            </p:extLst>
          </p:nvPr>
        </p:nvGraphicFramePr>
        <p:xfrm>
          <a:off x="980218" y="4934296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126720" imgH="164880" progId="Equation.DSMT4">
                  <p:embed/>
                </p:oleObj>
              </mc:Choice>
              <mc:Fallback>
                <p:oleObj name="Equation" r:id="rId40" imgW="126720" imgH="164880" progId="Equation.DSMT4">
                  <p:embed/>
                  <p:pic>
                    <p:nvPicPr>
                      <p:cNvPr id="68" name="对象 67">
                        <a:extLst>
                          <a:ext uri="{FF2B5EF4-FFF2-40B4-BE49-F238E27FC236}">
                            <a16:creationId xmlns:a16="http://schemas.microsoft.com/office/drawing/2014/main" id="{034DC39E-082B-7511-332F-35B286DAB0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80218" y="4934296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对象 86">
            <a:extLst>
              <a:ext uri="{FF2B5EF4-FFF2-40B4-BE49-F238E27FC236}">
                <a16:creationId xmlns:a16="http://schemas.microsoft.com/office/drawing/2014/main" id="{203B63E7-AD4A-59A4-3D18-0172FDD3FD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466266"/>
              </p:ext>
            </p:extLst>
          </p:nvPr>
        </p:nvGraphicFramePr>
        <p:xfrm>
          <a:off x="992560" y="4590673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14120" imgH="177480" progId="Equation.DSMT4">
                  <p:embed/>
                </p:oleObj>
              </mc:Choice>
              <mc:Fallback>
                <p:oleObj name="Equation" r:id="rId41" imgW="114120" imgH="177480" progId="Equation.DSMT4">
                  <p:embed/>
                  <p:pic>
                    <p:nvPicPr>
                      <p:cNvPr id="69" name="对象 68">
                        <a:extLst>
                          <a:ext uri="{FF2B5EF4-FFF2-40B4-BE49-F238E27FC236}">
                            <a16:creationId xmlns:a16="http://schemas.microsoft.com/office/drawing/2014/main" id="{CF3C4802-AE1D-56F1-B9D3-5DF28DD779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92560" y="4590673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对象 87">
            <a:extLst>
              <a:ext uri="{FF2B5EF4-FFF2-40B4-BE49-F238E27FC236}">
                <a16:creationId xmlns:a16="http://schemas.microsoft.com/office/drawing/2014/main" id="{25C6DE3E-718D-5C46-4AE2-03B04A0330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0998520"/>
              </p:ext>
            </p:extLst>
          </p:nvPr>
        </p:nvGraphicFramePr>
        <p:xfrm>
          <a:off x="980134" y="4247522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126720" imgH="164880" progId="Equation.DSMT4">
                  <p:embed/>
                </p:oleObj>
              </mc:Choice>
              <mc:Fallback>
                <p:oleObj name="Equation" r:id="rId42" imgW="126720" imgH="164880" progId="Equation.DSMT4">
                  <p:embed/>
                  <p:pic>
                    <p:nvPicPr>
                      <p:cNvPr id="70" name="对象 69">
                        <a:extLst>
                          <a:ext uri="{FF2B5EF4-FFF2-40B4-BE49-F238E27FC236}">
                            <a16:creationId xmlns:a16="http://schemas.microsoft.com/office/drawing/2014/main" id="{13337F79-334E-1AF5-E7D3-CC139BB34D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80134" y="4247522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对象 88">
            <a:extLst>
              <a:ext uri="{FF2B5EF4-FFF2-40B4-BE49-F238E27FC236}">
                <a16:creationId xmlns:a16="http://schemas.microsoft.com/office/drawing/2014/main" id="{6650898B-8A11-BCDB-3062-B7B943C4E7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64421"/>
              </p:ext>
            </p:extLst>
          </p:nvPr>
        </p:nvGraphicFramePr>
        <p:xfrm>
          <a:off x="1006297" y="3926464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114120" imgH="177480" progId="Equation.DSMT4">
                  <p:embed/>
                </p:oleObj>
              </mc:Choice>
              <mc:Fallback>
                <p:oleObj name="Equation" r:id="rId43" imgW="114120" imgH="177480" progId="Equation.DSMT4">
                  <p:embed/>
                  <p:pic>
                    <p:nvPicPr>
                      <p:cNvPr id="71" name="对象 70">
                        <a:extLst>
                          <a:ext uri="{FF2B5EF4-FFF2-40B4-BE49-F238E27FC236}">
                            <a16:creationId xmlns:a16="http://schemas.microsoft.com/office/drawing/2014/main" id="{ED1B65BD-CF28-02B1-8F79-D6518B39A9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006297" y="3926464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对象 89">
            <a:extLst>
              <a:ext uri="{FF2B5EF4-FFF2-40B4-BE49-F238E27FC236}">
                <a16:creationId xmlns:a16="http://schemas.microsoft.com/office/drawing/2014/main" id="{C945A74D-5EC5-75D3-81AF-D596D26C23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5164272"/>
              </p:ext>
            </p:extLst>
          </p:nvPr>
        </p:nvGraphicFramePr>
        <p:xfrm>
          <a:off x="992560" y="3586536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126720" imgH="177480" progId="Equation.DSMT4">
                  <p:embed/>
                </p:oleObj>
              </mc:Choice>
              <mc:Fallback>
                <p:oleObj name="Equation" r:id="rId44" imgW="126720" imgH="177480" progId="Equation.DSMT4">
                  <p:embed/>
                  <p:pic>
                    <p:nvPicPr>
                      <p:cNvPr id="72" name="对象 71">
                        <a:extLst>
                          <a:ext uri="{FF2B5EF4-FFF2-40B4-BE49-F238E27FC236}">
                            <a16:creationId xmlns:a16="http://schemas.microsoft.com/office/drawing/2014/main" id="{045AD1B4-4DBB-03B9-D0E9-DC9C5889DF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992560" y="3586536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对象 90">
            <a:extLst>
              <a:ext uri="{FF2B5EF4-FFF2-40B4-BE49-F238E27FC236}">
                <a16:creationId xmlns:a16="http://schemas.microsoft.com/office/drawing/2014/main" id="{B8DE7E3C-F8F0-A7EB-0970-475D55A5B6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6517041"/>
              </p:ext>
            </p:extLst>
          </p:nvPr>
        </p:nvGraphicFramePr>
        <p:xfrm>
          <a:off x="980134" y="3255754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126720" imgH="177480" progId="Equation.DSMT4">
                  <p:embed/>
                </p:oleObj>
              </mc:Choice>
              <mc:Fallback>
                <p:oleObj name="Equation" r:id="rId45" imgW="126720" imgH="177480" progId="Equation.DSMT4">
                  <p:embed/>
                  <p:pic>
                    <p:nvPicPr>
                      <p:cNvPr id="73" name="对象 72">
                        <a:extLst>
                          <a:ext uri="{FF2B5EF4-FFF2-40B4-BE49-F238E27FC236}">
                            <a16:creationId xmlns:a16="http://schemas.microsoft.com/office/drawing/2014/main" id="{78BD814B-2ED4-C6F7-826B-F83C637FFE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80134" y="3255754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12E4EC4D-F42B-6DF9-2467-8643ABBA3129}"/>
              </a:ext>
            </a:extLst>
          </p:cNvPr>
          <p:cNvCxnSpPr/>
          <p:nvPr/>
        </p:nvCxnSpPr>
        <p:spPr bwMode="auto">
          <a:xfrm>
            <a:off x="526655" y="3069944"/>
            <a:ext cx="3053327" cy="333266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A73F9611-073D-75AB-4022-743DAA607B87}"/>
              </a:ext>
            </a:extLst>
          </p:cNvPr>
          <p:cNvCxnSpPr/>
          <p:nvPr/>
        </p:nvCxnSpPr>
        <p:spPr bwMode="auto">
          <a:xfrm>
            <a:off x="128464" y="4590673"/>
            <a:ext cx="4329236" cy="147791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6C677720-B196-47AF-DC9C-3EBDB19DC249}"/>
              </a:ext>
            </a:extLst>
          </p:cNvPr>
          <p:cNvCxnSpPr/>
          <p:nvPr/>
        </p:nvCxnSpPr>
        <p:spPr bwMode="auto">
          <a:xfrm flipH="1">
            <a:off x="2079638" y="4623512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4612B18E-B915-4533-DD9D-59B64C6B4A39}"/>
              </a:ext>
            </a:extLst>
          </p:cNvPr>
          <p:cNvCxnSpPr/>
          <p:nvPr/>
        </p:nvCxnSpPr>
        <p:spPr bwMode="auto">
          <a:xfrm flipH="1">
            <a:off x="2247092" y="4768503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EAB3A293-7EDC-EE71-D33B-53AE539E46F7}"/>
              </a:ext>
            </a:extLst>
          </p:cNvPr>
          <p:cNvCxnSpPr/>
          <p:nvPr/>
        </p:nvCxnSpPr>
        <p:spPr bwMode="auto">
          <a:xfrm flipH="1">
            <a:off x="2384438" y="4941168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DA1C1F62-036B-46E1-F65F-3508B3F11C15}"/>
              </a:ext>
            </a:extLst>
          </p:cNvPr>
          <p:cNvCxnSpPr/>
          <p:nvPr/>
        </p:nvCxnSpPr>
        <p:spPr bwMode="auto">
          <a:xfrm flipH="1">
            <a:off x="2536838" y="5127568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6181C83D-C5D9-31F8-979F-75AF1C6939DF}"/>
              </a:ext>
            </a:extLst>
          </p:cNvPr>
          <p:cNvCxnSpPr/>
          <p:nvPr/>
        </p:nvCxnSpPr>
        <p:spPr bwMode="auto">
          <a:xfrm flipH="1">
            <a:off x="2689238" y="5271584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154B94E9-8D90-3A42-4CF0-513FDEFC09A5}"/>
              </a:ext>
            </a:extLst>
          </p:cNvPr>
          <p:cNvCxnSpPr/>
          <p:nvPr/>
        </p:nvCxnSpPr>
        <p:spPr bwMode="auto">
          <a:xfrm flipH="1">
            <a:off x="2841638" y="5487608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BE7A4888-E65C-DBCF-9DCD-C424E496485E}"/>
              </a:ext>
            </a:extLst>
          </p:cNvPr>
          <p:cNvCxnSpPr/>
          <p:nvPr/>
        </p:nvCxnSpPr>
        <p:spPr bwMode="auto">
          <a:xfrm flipH="1">
            <a:off x="2989757" y="5631624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AC46024E-8684-A149-9EBF-DEEE174719EA}"/>
              </a:ext>
            </a:extLst>
          </p:cNvPr>
          <p:cNvCxnSpPr/>
          <p:nvPr/>
        </p:nvCxnSpPr>
        <p:spPr bwMode="auto">
          <a:xfrm flipH="1">
            <a:off x="1744744" y="4244539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7F676428-5E8A-DEEE-ED21-C95A21B00BE9}"/>
              </a:ext>
            </a:extLst>
          </p:cNvPr>
          <p:cNvCxnSpPr/>
          <p:nvPr/>
        </p:nvCxnSpPr>
        <p:spPr bwMode="auto">
          <a:xfrm flipH="1">
            <a:off x="1897144" y="4427677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D4AD3563-A227-FDBB-EFB3-CF8273C8DEEA}"/>
              </a:ext>
            </a:extLst>
          </p:cNvPr>
          <p:cNvCxnSpPr/>
          <p:nvPr/>
        </p:nvCxnSpPr>
        <p:spPr bwMode="auto">
          <a:xfrm flipH="1">
            <a:off x="1482834" y="3914985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4DC24FB4-E095-3734-5A61-CB3DA42C7FAF}"/>
              </a:ext>
            </a:extLst>
          </p:cNvPr>
          <p:cNvCxnSpPr/>
          <p:nvPr/>
        </p:nvCxnSpPr>
        <p:spPr bwMode="auto">
          <a:xfrm flipH="1">
            <a:off x="1618707" y="4084059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19FA5AE4-E647-3ECE-75EC-48DA8112BBD6}"/>
              </a:ext>
            </a:extLst>
          </p:cNvPr>
          <p:cNvCxnSpPr/>
          <p:nvPr/>
        </p:nvCxnSpPr>
        <p:spPr bwMode="auto">
          <a:xfrm flipH="1">
            <a:off x="1475614" y="4869160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0" name="直接连接符 119">
            <a:extLst>
              <a:ext uri="{FF2B5EF4-FFF2-40B4-BE49-F238E27FC236}">
                <a16:creationId xmlns:a16="http://schemas.microsoft.com/office/drawing/2014/main" id="{FAFA9C05-D1E8-53C3-9EAE-797C696E549F}"/>
              </a:ext>
            </a:extLst>
          </p:cNvPr>
          <p:cNvCxnSpPr/>
          <p:nvPr/>
        </p:nvCxnSpPr>
        <p:spPr bwMode="auto">
          <a:xfrm flipH="1">
            <a:off x="1688936" y="4945632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371A5534-1D94-67C0-4D73-26DD571D6E9E}"/>
              </a:ext>
            </a:extLst>
          </p:cNvPr>
          <p:cNvCxnSpPr/>
          <p:nvPr/>
        </p:nvCxnSpPr>
        <p:spPr bwMode="auto">
          <a:xfrm flipH="1">
            <a:off x="1905516" y="5008119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2" name="直接连接符 121">
            <a:extLst>
              <a:ext uri="{FF2B5EF4-FFF2-40B4-BE49-F238E27FC236}">
                <a16:creationId xmlns:a16="http://schemas.microsoft.com/office/drawing/2014/main" id="{A0358978-21B7-A210-2737-A223CEAA1AB6}"/>
              </a:ext>
            </a:extLst>
          </p:cNvPr>
          <p:cNvCxnSpPr/>
          <p:nvPr/>
        </p:nvCxnSpPr>
        <p:spPr bwMode="auto">
          <a:xfrm flipH="1">
            <a:off x="2114398" y="5084591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7B91C76B-AD48-AF6E-AFA3-9228BD10A9A7}"/>
              </a:ext>
            </a:extLst>
          </p:cNvPr>
          <p:cNvCxnSpPr/>
          <p:nvPr/>
        </p:nvCxnSpPr>
        <p:spPr bwMode="auto">
          <a:xfrm flipH="1">
            <a:off x="605416" y="4580182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84469A91-ECEB-BB2A-399D-2EA5F8C99E30}"/>
              </a:ext>
            </a:extLst>
          </p:cNvPr>
          <p:cNvCxnSpPr/>
          <p:nvPr/>
        </p:nvCxnSpPr>
        <p:spPr bwMode="auto">
          <a:xfrm flipH="1">
            <a:off x="818738" y="4656654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2FF65F9D-E458-7BD3-7A29-80492A0A987F}"/>
              </a:ext>
            </a:extLst>
          </p:cNvPr>
          <p:cNvCxnSpPr/>
          <p:nvPr/>
        </p:nvCxnSpPr>
        <p:spPr bwMode="auto">
          <a:xfrm flipH="1">
            <a:off x="1035318" y="4719141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43E487DC-75D1-707E-6C7A-D54EAFF1DE79}"/>
              </a:ext>
            </a:extLst>
          </p:cNvPr>
          <p:cNvCxnSpPr/>
          <p:nvPr/>
        </p:nvCxnSpPr>
        <p:spPr bwMode="auto">
          <a:xfrm flipH="1">
            <a:off x="1244200" y="4795613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C7E0CEFA-A509-450F-698E-E16688B494A3}"/>
              </a:ext>
            </a:extLst>
          </p:cNvPr>
          <p:cNvCxnSpPr/>
          <p:nvPr/>
        </p:nvCxnSpPr>
        <p:spPr bwMode="auto">
          <a:xfrm flipH="1">
            <a:off x="2320784" y="5161063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A7458916-419F-2798-4FAC-70B589B139C7}"/>
              </a:ext>
            </a:extLst>
          </p:cNvPr>
          <p:cNvCxnSpPr/>
          <p:nvPr/>
        </p:nvCxnSpPr>
        <p:spPr bwMode="auto">
          <a:xfrm flipH="1">
            <a:off x="3224838" y="5480745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8" name="任意多边形: 形状 147">
            <a:extLst>
              <a:ext uri="{FF2B5EF4-FFF2-40B4-BE49-F238E27FC236}">
                <a16:creationId xmlns:a16="http://schemas.microsoft.com/office/drawing/2014/main" id="{96032E0B-662E-4875-048E-4F82BE8D9E9C}"/>
              </a:ext>
            </a:extLst>
          </p:cNvPr>
          <p:cNvSpPr/>
          <p:nvPr/>
        </p:nvSpPr>
        <p:spPr bwMode="auto">
          <a:xfrm>
            <a:off x="1263650" y="5017864"/>
            <a:ext cx="1758950" cy="787400"/>
          </a:xfrm>
          <a:custGeom>
            <a:avLst/>
            <a:gdLst>
              <a:gd name="connsiteX0" fmla="*/ 0 w 1758950"/>
              <a:gd name="connsiteY0" fmla="*/ 0 h 787400"/>
              <a:gd name="connsiteX1" fmla="*/ 1479550 w 1758950"/>
              <a:gd name="connsiteY1" fmla="*/ 508000 h 787400"/>
              <a:gd name="connsiteX2" fmla="*/ 1758950 w 1758950"/>
              <a:gd name="connsiteY2" fmla="*/ 787400 h 787400"/>
              <a:gd name="connsiteX3" fmla="*/ 31750 w 1758950"/>
              <a:gd name="connsiteY3" fmla="*/ 781050 h 787400"/>
              <a:gd name="connsiteX4" fmla="*/ 0 w 1758950"/>
              <a:gd name="connsiteY4" fmla="*/ 0 h 7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8950" h="787400">
                <a:moveTo>
                  <a:pt x="0" y="0"/>
                </a:moveTo>
                <a:lnTo>
                  <a:pt x="1479550" y="508000"/>
                </a:lnTo>
                <a:lnTo>
                  <a:pt x="1758950" y="787400"/>
                </a:lnTo>
                <a:lnTo>
                  <a:pt x="31750" y="7810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2919D787-9794-B549-FFD3-07F00E2AAFF5}"/>
              </a:ext>
            </a:extLst>
          </p:cNvPr>
          <p:cNvCxnSpPr/>
          <p:nvPr/>
        </p:nvCxnSpPr>
        <p:spPr bwMode="auto">
          <a:xfrm>
            <a:off x="975435" y="2008124"/>
            <a:ext cx="2434513" cy="446099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7030A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C82FB8F6-7AAD-5A38-3125-F20A3972F24E}"/>
              </a:ext>
            </a:extLst>
          </p:cNvPr>
          <p:cNvCxnSpPr/>
          <p:nvPr/>
        </p:nvCxnSpPr>
        <p:spPr bwMode="auto">
          <a:xfrm flipH="1">
            <a:off x="3057693" y="4656654"/>
            <a:ext cx="665164" cy="107660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55" name="对象 154">
            <a:extLst>
              <a:ext uri="{FF2B5EF4-FFF2-40B4-BE49-F238E27FC236}">
                <a16:creationId xmlns:a16="http://schemas.microsoft.com/office/drawing/2014/main" id="{63ABE1F2-C6E8-076F-B186-42BDBFA659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4327895"/>
              </p:ext>
            </p:extLst>
          </p:nvPr>
        </p:nvGraphicFramePr>
        <p:xfrm>
          <a:off x="3053636" y="4134875"/>
          <a:ext cx="1975143" cy="493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1015920" imgH="253800" progId="Equation.DSMT4">
                  <p:embed/>
                </p:oleObj>
              </mc:Choice>
              <mc:Fallback>
                <p:oleObj name="Equation" r:id="rId46" imgW="1015920" imgH="2538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077BE9E3-034C-CB72-B934-BC955BCC11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3053636" y="4134875"/>
                        <a:ext cx="1975143" cy="4935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4518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0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30" grpId="0" animBg="1"/>
      <p:bldP spid="31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14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24312A-7616-8F1A-10F5-2118E6C72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分支定界法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5EEDE6-DE25-40ED-D5AA-44845390E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C05D79-017E-62FB-928A-CD9CB86AD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37EED8-EE50-036F-CD6D-11F54A0E7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10</a:t>
            </a:fld>
            <a:endParaRPr lang="en-US" altLang="zh-CN" dirty="0"/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D9B57B95-9740-9CC2-CD65-001277EC894F}"/>
              </a:ext>
            </a:extLst>
          </p:cNvPr>
          <p:cNvCxnSpPr/>
          <p:nvPr/>
        </p:nvCxnSpPr>
        <p:spPr bwMode="auto">
          <a:xfrm>
            <a:off x="338275" y="5805264"/>
            <a:ext cx="504056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5426F485-2E56-D293-5C8E-6C2608E404DE}"/>
              </a:ext>
            </a:extLst>
          </p:cNvPr>
          <p:cNvCxnSpPr/>
          <p:nvPr/>
        </p:nvCxnSpPr>
        <p:spPr bwMode="auto">
          <a:xfrm flipV="1">
            <a:off x="1249819" y="1706722"/>
            <a:ext cx="0" cy="457900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84" name="对象 83">
            <a:extLst>
              <a:ext uri="{FF2B5EF4-FFF2-40B4-BE49-F238E27FC236}">
                <a16:creationId xmlns:a16="http://schemas.microsoft.com/office/drawing/2014/main" id="{E59EB5AF-A9CA-5849-D934-7EBAC3EFBB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487205"/>
              </p:ext>
            </p:extLst>
          </p:nvPr>
        </p:nvGraphicFramePr>
        <p:xfrm>
          <a:off x="1266464" y="1266582"/>
          <a:ext cx="535558" cy="741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80" imgH="228600" progId="Equation.DSMT4">
                  <p:embed/>
                </p:oleObj>
              </mc:Choice>
              <mc:Fallback>
                <p:oleObj name="Equation" r:id="rId2" imgW="164880" imgH="2286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3356C29B-63B4-6F64-C720-407B00C661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66464" y="1266582"/>
                        <a:ext cx="535558" cy="7415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对象 84">
            <a:extLst>
              <a:ext uri="{FF2B5EF4-FFF2-40B4-BE49-F238E27FC236}">
                <a16:creationId xmlns:a16="http://schemas.microsoft.com/office/drawing/2014/main" id="{39BB0CC5-0648-B084-B554-C092DC58B3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0373259"/>
              </p:ext>
            </p:extLst>
          </p:nvPr>
        </p:nvGraphicFramePr>
        <p:xfrm>
          <a:off x="5131979" y="5661248"/>
          <a:ext cx="493712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228600" progId="Equation.DSMT4">
                  <p:embed/>
                </p:oleObj>
              </mc:Choice>
              <mc:Fallback>
                <p:oleObj name="Equation" r:id="rId4" imgW="152280" imgH="2286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077BE9E3-034C-CB72-B934-BC955BCC11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31979" y="5661248"/>
                        <a:ext cx="493712" cy="741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对象 85">
            <a:extLst>
              <a:ext uri="{FF2B5EF4-FFF2-40B4-BE49-F238E27FC236}">
                <a16:creationId xmlns:a16="http://schemas.microsoft.com/office/drawing/2014/main" id="{6CD2E065-001F-E412-6B6F-5A270B7306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235124"/>
              </p:ext>
            </p:extLst>
          </p:nvPr>
        </p:nvGraphicFramePr>
        <p:xfrm>
          <a:off x="980134" y="5805264"/>
          <a:ext cx="285834" cy="400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20" imgH="177480" progId="Equation.DSMT4">
                  <p:embed/>
                </p:oleObj>
              </mc:Choice>
              <mc:Fallback>
                <p:oleObj name="Equation" r:id="rId6" imgW="126720" imgH="1774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A1BEC0B7-BE8A-2D49-8974-C0422D6738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80134" y="5805264"/>
                        <a:ext cx="285834" cy="400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椭圆 86">
            <a:extLst>
              <a:ext uri="{FF2B5EF4-FFF2-40B4-BE49-F238E27FC236}">
                <a16:creationId xmlns:a16="http://schemas.microsoft.com/office/drawing/2014/main" id="{2D359E34-49BE-9390-B464-BA674D2D612E}"/>
              </a:ext>
            </a:extLst>
          </p:cNvPr>
          <p:cNvSpPr/>
          <p:nvPr/>
        </p:nvSpPr>
        <p:spPr bwMode="auto">
          <a:xfrm>
            <a:off x="1212376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D7FBE534-4270-9F90-2B9A-5CE9CF148739}"/>
              </a:ext>
            </a:extLst>
          </p:cNvPr>
          <p:cNvSpPr/>
          <p:nvPr/>
        </p:nvSpPr>
        <p:spPr bwMode="auto">
          <a:xfrm>
            <a:off x="1598570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6F630480-F1C3-C625-4ED4-7F0AA712BA04}"/>
              </a:ext>
            </a:extLst>
          </p:cNvPr>
          <p:cNvSpPr/>
          <p:nvPr/>
        </p:nvSpPr>
        <p:spPr bwMode="auto">
          <a:xfrm>
            <a:off x="1984764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3A836504-AB7C-A963-5D19-2F3C2FA8743E}"/>
              </a:ext>
            </a:extLst>
          </p:cNvPr>
          <p:cNvSpPr/>
          <p:nvPr/>
        </p:nvSpPr>
        <p:spPr bwMode="auto">
          <a:xfrm>
            <a:off x="2370958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D284078F-C0D9-D6DC-9EE8-D16E83567426}"/>
              </a:ext>
            </a:extLst>
          </p:cNvPr>
          <p:cNvSpPr/>
          <p:nvPr/>
        </p:nvSpPr>
        <p:spPr bwMode="auto">
          <a:xfrm>
            <a:off x="2757152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5A52E034-3AD5-913C-0776-DA4C46EA153D}"/>
              </a:ext>
            </a:extLst>
          </p:cNvPr>
          <p:cNvSpPr/>
          <p:nvPr/>
        </p:nvSpPr>
        <p:spPr bwMode="auto">
          <a:xfrm>
            <a:off x="3143346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DAAAA122-B782-1C5A-29DB-D9986F1D312E}"/>
              </a:ext>
            </a:extLst>
          </p:cNvPr>
          <p:cNvSpPr/>
          <p:nvPr/>
        </p:nvSpPr>
        <p:spPr bwMode="auto">
          <a:xfrm>
            <a:off x="3532787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A99AE001-B68C-3F94-24E5-8DD42C541D8C}"/>
              </a:ext>
            </a:extLst>
          </p:cNvPr>
          <p:cNvSpPr/>
          <p:nvPr/>
        </p:nvSpPr>
        <p:spPr bwMode="auto">
          <a:xfrm>
            <a:off x="3918981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0AF5C3EE-5690-E37E-E6A0-BFD58A06A7DB}"/>
              </a:ext>
            </a:extLst>
          </p:cNvPr>
          <p:cNvSpPr/>
          <p:nvPr/>
        </p:nvSpPr>
        <p:spPr bwMode="auto">
          <a:xfrm>
            <a:off x="4289027" y="5768008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CE5E6C6C-7881-E65A-ED5B-AC1D07383C03}"/>
              </a:ext>
            </a:extLst>
          </p:cNvPr>
          <p:cNvSpPr/>
          <p:nvPr/>
        </p:nvSpPr>
        <p:spPr bwMode="auto">
          <a:xfrm>
            <a:off x="4675221" y="5768008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0475BB7C-83E3-BEF5-3C7E-C38EEE72E837}"/>
              </a:ext>
            </a:extLst>
          </p:cNvPr>
          <p:cNvSpPr/>
          <p:nvPr/>
        </p:nvSpPr>
        <p:spPr bwMode="auto">
          <a:xfrm>
            <a:off x="1208584" y="5426804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84B32D63-A639-7757-A256-37148F192F49}"/>
              </a:ext>
            </a:extLst>
          </p:cNvPr>
          <p:cNvSpPr/>
          <p:nvPr/>
        </p:nvSpPr>
        <p:spPr bwMode="auto">
          <a:xfrm>
            <a:off x="1217608" y="509567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6CA68B48-9E08-F4A1-A914-7601B324D89F}"/>
              </a:ext>
            </a:extLst>
          </p:cNvPr>
          <p:cNvSpPr/>
          <p:nvPr/>
        </p:nvSpPr>
        <p:spPr bwMode="auto">
          <a:xfrm>
            <a:off x="1213816" y="4753218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EBBFC623-9AF8-6C18-1217-5DBB371DF596}"/>
              </a:ext>
            </a:extLst>
          </p:cNvPr>
          <p:cNvSpPr/>
          <p:nvPr/>
        </p:nvSpPr>
        <p:spPr bwMode="auto">
          <a:xfrm>
            <a:off x="1208912" y="4422086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67F63811-83D2-59CC-5742-BED68FA55E2A}"/>
              </a:ext>
            </a:extLst>
          </p:cNvPr>
          <p:cNvSpPr/>
          <p:nvPr/>
        </p:nvSpPr>
        <p:spPr bwMode="auto">
          <a:xfrm>
            <a:off x="1205120" y="4079631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49631D00-B61D-B3A4-B6A8-F331FAC14C58}"/>
              </a:ext>
            </a:extLst>
          </p:cNvPr>
          <p:cNvSpPr/>
          <p:nvPr/>
        </p:nvSpPr>
        <p:spPr bwMode="auto">
          <a:xfrm>
            <a:off x="1208912" y="375982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412DE214-3365-1155-9101-B943D0F8942D}"/>
              </a:ext>
            </a:extLst>
          </p:cNvPr>
          <p:cNvSpPr/>
          <p:nvPr/>
        </p:nvSpPr>
        <p:spPr bwMode="auto">
          <a:xfrm>
            <a:off x="1205120" y="3417368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E0F5C3FD-C5D6-0A0D-A695-2E99C1369E8B}"/>
              </a:ext>
            </a:extLst>
          </p:cNvPr>
          <p:cNvSpPr/>
          <p:nvPr/>
        </p:nvSpPr>
        <p:spPr bwMode="auto">
          <a:xfrm>
            <a:off x="1217608" y="307731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93D1BA2D-E3EA-6D84-3C64-AC5EE80527CD}"/>
              </a:ext>
            </a:extLst>
          </p:cNvPr>
          <p:cNvSpPr/>
          <p:nvPr/>
        </p:nvSpPr>
        <p:spPr bwMode="auto">
          <a:xfrm>
            <a:off x="1213816" y="2734864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06" name="对象 105">
            <a:extLst>
              <a:ext uri="{FF2B5EF4-FFF2-40B4-BE49-F238E27FC236}">
                <a16:creationId xmlns:a16="http://schemas.microsoft.com/office/drawing/2014/main" id="{3D2E5099-B390-87DF-02E7-6DA34346C5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583317"/>
              </p:ext>
            </p:extLst>
          </p:nvPr>
        </p:nvGraphicFramePr>
        <p:xfrm>
          <a:off x="1541463" y="5805264"/>
          <a:ext cx="2000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560" imgH="164880" progId="Equation.DSMT4">
                  <p:embed/>
                </p:oleObj>
              </mc:Choice>
              <mc:Fallback>
                <p:oleObj name="Equation" r:id="rId8" imgW="88560" imgH="164880" progId="Equation.DSMT4">
                  <p:embed/>
                  <p:pic>
                    <p:nvPicPr>
                      <p:cNvPr id="56" name="对象 55">
                        <a:extLst>
                          <a:ext uri="{FF2B5EF4-FFF2-40B4-BE49-F238E27FC236}">
                            <a16:creationId xmlns:a16="http://schemas.microsoft.com/office/drawing/2014/main" id="{3239229B-6C74-932C-70E5-C18DD45CCA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41463" y="5805264"/>
                        <a:ext cx="200025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对象 106">
            <a:extLst>
              <a:ext uri="{FF2B5EF4-FFF2-40B4-BE49-F238E27FC236}">
                <a16:creationId xmlns:a16="http://schemas.microsoft.com/office/drawing/2014/main" id="{F7E41F1B-A0A7-CCA0-FCE3-4204817580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1532691"/>
              </p:ext>
            </p:extLst>
          </p:nvPr>
        </p:nvGraphicFramePr>
        <p:xfrm>
          <a:off x="1879562" y="5805264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720" imgH="164880" progId="Equation.DSMT4">
                  <p:embed/>
                </p:oleObj>
              </mc:Choice>
              <mc:Fallback>
                <p:oleObj name="Equation" r:id="rId10" imgW="126720" imgH="164880" progId="Equation.DSMT4">
                  <p:embed/>
                  <p:pic>
                    <p:nvPicPr>
                      <p:cNvPr id="57" name="对象 56">
                        <a:extLst>
                          <a:ext uri="{FF2B5EF4-FFF2-40B4-BE49-F238E27FC236}">
                            <a16:creationId xmlns:a16="http://schemas.microsoft.com/office/drawing/2014/main" id="{E6473A8B-B5C9-5357-63F3-F92D7709A6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79562" y="5805264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对象 107">
            <a:extLst>
              <a:ext uri="{FF2B5EF4-FFF2-40B4-BE49-F238E27FC236}">
                <a16:creationId xmlns:a16="http://schemas.microsoft.com/office/drawing/2014/main" id="{6C519EA9-E1E0-C1F3-81F5-65162E2BF4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8814326"/>
              </p:ext>
            </p:extLst>
          </p:nvPr>
        </p:nvGraphicFramePr>
        <p:xfrm>
          <a:off x="2286447" y="5805264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120" imgH="177480" progId="Equation.DSMT4">
                  <p:embed/>
                </p:oleObj>
              </mc:Choice>
              <mc:Fallback>
                <p:oleObj name="Equation" r:id="rId12" imgW="114120" imgH="177480" progId="Equation.DSMT4">
                  <p:embed/>
                  <p:pic>
                    <p:nvPicPr>
                      <p:cNvPr id="58" name="对象 57">
                        <a:extLst>
                          <a:ext uri="{FF2B5EF4-FFF2-40B4-BE49-F238E27FC236}">
                            <a16:creationId xmlns:a16="http://schemas.microsoft.com/office/drawing/2014/main" id="{CB1E7B76-F5BF-958B-C0C0-EADB495312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286447" y="5805264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对象 108">
            <a:extLst>
              <a:ext uri="{FF2B5EF4-FFF2-40B4-BE49-F238E27FC236}">
                <a16:creationId xmlns:a16="http://schemas.microsoft.com/office/drawing/2014/main" id="{BCD4D47B-2ABE-339B-46AF-8732040E84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4197152"/>
              </p:ext>
            </p:extLst>
          </p:nvPr>
        </p:nvGraphicFramePr>
        <p:xfrm>
          <a:off x="2651125" y="5805264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6720" imgH="164880" progId="Equation.DSMT4">
                  <p:embed/>
                </p:oleObj>
              </mc:Choice>
              <mc:Fallback>
                <p:oleObj name="Equation" r:id="rId14" imgW="126720" imgH="164880" progId="Equation.DSMT4">
                  <p:embed/>
                  <p:pic>
                    <p:nvPicPr>
                      <p:cNvPr id="59" name="对象 58">
                        <a:extLst>
                          <a:ext uri="{FF2B5EF4-FFF2-40B4-BE49-F238E27FC236}">
                            <a16:creationId xmlns:a16="http://schemas.microsoft.com/office/drawing/2014/main" id="{707FF895-2325-82DD-9FDA-72E8CBB8E2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651125" y="5805264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" name="对象 109">
            <a:extLst>
              <a:ext uri="{FF2B5EF4-FFF2-40B4-BE49-F238E27FC236}">
                <a16:creationId xmlns:a16="http://schemas.microsoft.com/office/drawing/2014/main" id="{253F474F-8807-3FBB-C4C7-7F13A8CC73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438355"/>
              </p:ext>
            </p:extLst>
          </p:nvPr>
        </p:nvGraphicFramePr>
        <p:xfrm>
          <a:off x="3044825" y="5805488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4120" imgH="177480" progId="Equation.DSMT4">
                  <p:embed/>
                </p:oleObj>
              </mc:Choice>
              <mc:Fallback>
                <p:oleObj name="Equation" r:id="rId16" imgW="114120" imgH="177480" progId="Equation.DSMT4">
                  <p:embed/>
                  <p:pic>
                    <p:nvPicPr>
                      <p:cNvPr id="60" name="对象 59">
                        <a:extLst>
                          <a:ext uri="{FF2B5EF4-FFF2-40B4-BE49-F238E27FC236}">
                            <a16:creationId xmlns:a16="http://schemas.microsoft.com/office/drawing/2014/main" id="{526617D2-84D4-55F4-DC93-A7CD4ECEA6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044825" y="5805488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对象 110">
            <a:extLst>
              <a:ext uri="{FF2B5EF4-FFF2-40B4-BE49-F238E27FC236}">
                <a16:creationId xmlns:a16="http://schemas.microsoft.com/office/drawing/2014/main" id="{1AC04EAB-4A5D-1D0E-E643-EACA4C3918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9987191"/>
              </p:ext>
            </p:extLst>
          </p:nvPr>
        </p:nvGraphicFramePr>
        <p:xfrm>
          <a:off x="3424238" y="5805488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6720" imgH="177480" progId="Equation.DSMT4">
                  <p:embed/>
                </p:oleObj>
              </mc:Choice>
              <mc:Fallback>
                <p:oleObj name="Equation" r:id="rId18" imgW="126720" imgH="177480" progId="Equation.DSMT4">
                  <p:embed/>
                  <p:pic>
                    <p:nvPicPr>
                      <p:cNvPr id="61" name="对象 60">
                        <a:extLst>
                          <a:ext uri="{FF2B5EF4-FFF2-40B4-BE49-F238E27FC236}">
                            <a16:creationId xmlns:a16="http://schemas.microsoft.com/office/drawing/2014/main" id="{752AD8C6-45C0-4718-427C-2AE2F32902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424238" y="5805488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" name="对象 111">
            <a:extLst>
              <a:ext uri="{FF2B5EF4-FFF2-40B4-BE49-F238E27FC236}">
                <a16:creationId xmlns:a16="http://schemas.microsoft.com/office/drawing/2014/main" id="{336A24C1-F7ED-0C84-1C9C-4AF2AD3FAB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0066797"/>
              </p:ext>
            </p:extLst>
          </p:nvPr>
        </p:nvGraphicFramePr>
        <p:xfrm>
          <a:off x="3805238" y="5805264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6720" imgH="177480" progId="Equation.DSMT4">
                  <p:embed/>
                </p:oleObj>
              </mc:Choice>
              <mc:Fallback>
                <p:oleObj name="Equation" r:id="rId20" imgW="126720" imgH="177480" progId="Equation.DSMT4">
                  <p:embed/>
                  <p:pic>
                    <p:nvPicPr>
                      <p:cNvPr id="62" name="对象 61">
                        <a:extLst>
                          <a:ext uri="{FF2B5EF4-FFF2-40B4-BE49-F238E27FC236}">
                            <a16:creationId xmlns:a16="http://schemas.microsoft.com/office/drawing/2014/main" id="{3C892039-B966-A3D6-120D-DA34D61E3B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805238" y="5805264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" name="对象 112">
            <a:extLst>
              <a:ext uri="{FF2B5EF4-FFF2-40B4-BE49-F238E27FC236}">
                <a16:creationId xmlns:a16="http://schemas.microsoft.com/office/drawing/2014/main" id="{EA10E9FF-2E92-F2BE-937D-95675676AE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2696712"/>
              </p:ext>
            </p:extLst>
          </p:nvPr>
        </p:nvGraphicFramePr>
        <p:xfrm>
          <a:off x="4200525" y="5791200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4120" imgH="177480" progId="Equation.DSMT4">
                  <p:embed/>
                </p:oleObj>
              </mc:Choice>
              <mc:Fallback>
                <p:oleObj name="Equation" r:id="rId22" imgW="114120" imgH="177480" progId="Equation.DSMT4">
                  <p:embed/>
                  <p:pic>
                    <p:nvPicPr>
                      <p:cNvPr id="63" name="对象 62">
                        <a:extLst>
                          <a:ext uri="{FF2B5EF4-FFF2-40B4-BE49-F238E27FC236}">
                            <a16:creationId xmlns:a16="http://schemas.microsoft.com/office/drawing/2014/main" id="{03DB19E5-A7CE-8EBE-C3BC-F8445F257F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200525" y="5791200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" name="对象 113">
            <a:extLst>
              <a:ext uri="{FF2B5EF4-FFF2-40B4-BE49-F238E27FC236}">
                <a16:creationId xmlns:a16="http://schemas.microsoft.com/office/drawing/2014/main" id="{3EC9F064-5677-B034-C47E-1334981D97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1510370"/>
              </p:ext>
            </p:extLst>
          </p:nvPr>
        </p:nvGraphicFramePr>
        <p:xfrm>
          <a:off x="4581194" y="5805264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14120" imgH="177480" progId="Equation.DSMT4">
                  <p:embed/>
                </p:oleObj>
              </mc:Choice>
              <mc:Fallback>
                <p:oleObj name="Equation" r:id="rId24" imgW="114120" imgH="177480" progId="Equation.DSMT4">
                  <p:embed/>
                  <p:pic>
                    <p:nvPicPr>
                      <p:cNvPr id="65" name="对象 64">
                        <a:extLst>
                          <a:ext uri="{FF2B5EF4-FFF2-40B4-BE49-F238E27FC236}">
                            <a16:creationId xmlns:a16="http://schemas.microsoft.com/office/drawing/2014/main" id="{EBB26960-A38E-65B8-AE42-0CF3133986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581194" y="5805264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对象 114">
            <a:extLst>
              <a:ext uri="{FF2B5EF4-FFF2-40B4-BE49-F238E27FC236}">
                <a16:creationId xmlns:a16="http://schemas.microsoft.com/office/drawing/2014/main" id="{07238D51-8BAA-92E7-676E-3CE5A4653D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228743"/>
              </p:ext>
            </p:extLst>
          </p:nvPr>
        </p:nvGraphicFramePr>
        <p:xfrm>
          <a:off x="1554332" y="5805264"/>
          <a:ext cx="2000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88560" imgH="164880" progId="Equation.DSMT4">
                  <p:embed/>
                </p:oleObj>
              </mc:Choice>
              <mc:Fallback>
                <p:oleObj name="Equation" r:id="rId26" imgW="88560" imgH="164880" progId="Equation.DSMT4">
                  <p:embed/>
                  <p:pic>
                    <p:nvPicPr>
                      <p:cNvPr id="67" name="对象 66">
                        <a:extLst>
                          <a:ext uri="{FF2B5EF4-FFF2-40B4-BE49-F238E27FC236}">
                            <a16:creationId xmlns:a16="http://schemas.microsoft.com/office/drawing/2014/main" id="{E0635741-F2E9-D7B6-3096-60DD460F1D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54332" y="5805264"/>
                        <a:ext cx="200025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对象 115">
            <a:extLst>
              <a:ext uri="{FF2B5EF4-FFF2-40B4-BE49-F238E27FC236}">
                <a16:creationId xmlns:a16="http://schemas.microsoft.com/office/drawing/2014/main" id="{6EDFCE25-3184-81D4-1FC7-56CE59C68F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872424"/>
              </p:ext>
            </p:extLst>
          </p:nvPr>
        </p:nvGraphicFramePr>
        <p:xfrm>
          <a:off x="1892431" y="5805264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26720" imgH="164880" progId="Equation.DSMT4">
                  <p:embed/>
                </p:oleObj>
              </mc:Choice>
              <mc:Fallback>
                <p:oleObj name="Equation" r:id="rId27" imgW="126720" imgH="164880" progId="Equation.DSMT4">
                  <p:embed/>
                  <p:pic>
                    <p:nvPicPr>
                      <p:cNvPr id="68" name="对象 67">
                        <a:extLst>
                          <a:ext uri="{FF2B5EF4-FFF2-40B4-BE49-F238E27FC236}">
                            <a16:creationId xmlns:a16="http://schemas.microsoft.com/office/drawing/2014/main" id="{034DC39E-082B-7511-332F-35B286DAB0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92431" y="5805264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" name="对象 116">
            <a:extLst>
              <a:ext uri="{FF2B5EF4-FFF2-40B4-BE49-F238E27FC236}">
                <a16:creationId xmlns:a16="http://schemas.microsoft.com/office/drawing/2014/main" id="{0A511F10-D787-9596-F60F-1C7504007A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0881998"/>
              </p:ext>
            </p:extLst>
          </p:nvPr>
        </p:nvGraphicFramePr>
        <p:xfrm>
          <a:off x="2299316" y="5805264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14120" imgH="177480" progId="Equation.DSMT4">
                  <p:embed/>
                </p:oleObj>
              </mc:Choice>
              <mc:Fallback>
                <p:oleObj name="Equation" r:id="rId28" imgW="114120" imgH="177480" progId="Equation.DSMT4">
                  <p:embed/>
                  <p:pic>
                    <p:nvPicPr>
                      <p:cNvPr id="69" name="对象 68">
                        <a:extLst>
                          <a:ext uri="{FF2B5EF4-FFF2-40B4-BE49-F238E27FC236}">
                            <a16:creationId xmlns:a16="http://schemas.microsoft.com/office/drawing/2014/main" id="{CF3C4802-AE1D-56F1-B9D3-5DF28DD779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299316" y="5805264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对象 117">
            <a:extLst>
              <a:ext uri="{FF2B5EF4-FFF2-40B4-BE49-F238E27FC236}">
                <a16:creationId xmlns:a16="http://schemas.microsoft.com/office/drawing/2014/main" id="{93037CCE-3FBA-509B-889B-B9EA60ECC5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345321"/>
              </p:ext>
            </p:extLst>
          </p:nvPr>
        </p:nvGraphicFramePr>
        <p:xfrm>
          <a:off x="2663994" y="5805264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26720" imgH="164880" progId="Equation.DSMT4">
                  <p:embed/>
                </p:oleObj>
              </mc:Choice>
              <mc:Fallback>
                <p:oleObj name="Equation" r:id="rId29" imgW="126720" imgH="164880" progId="Equation.DSMT4">
                  <p:embed/>
                  <p:pic>
                    <p:nvPicPr>
                      <p:cNvPr id="70" name="对象 69">
                        <a:extLst>
                          <a:ext uri="{FF2B5EF4-FFF2-40B4-BE49-F238E27FC236}">
                            <a16:creationId xmlns:a16="http://schemas.microsoft.com/office/drawing/2014/main" id="{13337F79-334E-1AF5-E7D3-CC139BB34D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663994" y="5805264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" name="对象 118">
            <a:extLst>
              <a:ext uri="{FF2B5EF4-FFF2-40B4-BE49-F238E27FC236}">
                <a16:creationId xmlns:a16="http://schemas.microsoft.com/office/drawing/2014/main" id="{DE8C87F5-C476-259C-E89D-1FEA05AAFE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6197233"/>
              </p:ext>
            </p:extLst>
          </p:nvPr>
        </p:nvGraphicFramePr>
        <p:xfrm>
          <a:off x="3057694" y="5805488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14120" imgH="177480" progId="Equation.DSMT4">
                  <p:embed/>
                </p:oleObj>
              </mc:Choice>
              <mc:Fallback>
                <p:oleObj name="Equation" r:id="rId30" imgW="114120" imgH="177480" progId="Equation.DSMT4">
                  <p:embed/>
                  <p:pic>
                    <p:nvPicPr>
                      <p:cNvPr id="71" name="对象 70">
                        <a:extLst>
                          <a:ext uri="{FF2B5EF4-FFF2-40B4-BE49-F238E27FC236}">
                            <a16:creationId xmlns:a16="http://schemas.microsoft.com/office/drawing/2014/main" id="{ED1B65BD-CF28-02B1-8F79-D6518B39A9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057694" y="5805488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对象 119">
            <a:extLst>
              <a:ext uri="{FF2B5EF4-FFF2-40B4-BE49-F238E27FC236}">
                <a16:creationId xmlns:a16="http://schemas.microsoft.com/office/drawing/2014/main" id="{5823A1F2-13FF-2424-3525-046A7F0F49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2823866"/>
              </p:ext>
            </p:extLst>
          </p:nvPr>
        </p:nvGraphicFramePr>
        <p:xfrm>
          <a:off x="3437107" y="5805488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26720" imgH="177480" progId="Equation.DSMT4">
                  <p:embed/>
                </p:oleObj>
              </mc:Choice>
              <mc:Fallback>
                <p:oleObj name="Equation" r:id="rId31" imgW="126720" imgH="177480" progId="Equation.DSMT4">
                  <p:embed/>
                  <p:pic>
                    <p:nvPicPr>
                      <p:cNvPr id="72" name="对象 71">
                        <a:extLst>
                          <a:ext uri="{FF2B5EF4-FFF2-40B4-BE49-F238E27FC236}">
                            <a16:creationId xmlns:a16="http://schemas.microsoft.com/office/drawing/2014/main" id="{045AD1B4-4DBB-03B9-D0E9-DC9C5889DF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437107" y="5805488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对象 120">
            <a:extLst>
              <a:ext uri="{FF2B5EF4-FFF2-40B4-BE49-F238E27FC236}">
                <a16:creationId xmlns:a16="http://schemas.microsoft.com/office/drawing/2014/main" id="{DF320C53-6C84-6D8E-3202-FFAE51A106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3783972"/>
              </p:ext>
            </p:extLst>
          </p:nvPr>
        </p:nvGraphicFramePr>
        <p:xfrm>
          <a:off x="3818107" y="5805264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26720" imgH="177480" progId="Equation.DSMT4">
                  <p:embed/>
                </p:oleObj>
              </mc:Choice>
              <mc:Fallback>
                <p:oleObj name="Equation" r:id="rId32" imgW="126720" imgH="177480" progId="Equation.DSMT4">
                  <p:embed/>
                  <p:pic>
                    <p:nvPicPr>
                      <p:cNvPr id="73" name="对象 72">
                        <a:extLst>
                          <a:ext uri="{FF2B5EF4-FFF2-40B4-BE49-F238E27FC236}">
                            <a16:creationId xmlns:a16="http://schemas.microsoft.com/office/drawing/2014/main" id="{78BD814B-2ED4-C6F7-826B-F83C637FFE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818107" y="5805264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对象 121">
            <a:extLst>
              <a:ext uri="{FF2B5EF4-FFF2-40B4-BE49-F238E27FC236}">
                <a16:creationId xmlns:a16="http://schemas.microsoft.com/office/drawing/2014/main" id="{449B2BA7-F2F2-69A8-477D-038DEF84A9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5181439"/>
              </p:ext>
            </p:extLst>
          </p:nvPr>
        </p:nvGraphicFramePr>
        <p:xfrm>
          <a:off x="1010645" y="2908908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14120" imgH="177480" progId="Equation.DSMT4">
                  <p:embed/>
                </p:oleObj>
              </mc:Choice>
              <mc:Fallback>
                <p:oleObj name="Equation" r:id="rId33" imgW="114120" imgH="177480" progId="Equation.DSMT4">
                  <p:embed/>
                  <p:pic>
                    <p:nvPicPr>
                      <p:cNvPr id="83" name="对象 82">
                        <a:extLst>
                          <a:ext uri="{FF2B5EF4-FFF2-40B4-BE49-F238E27FC236}">
                            <a16:creationId xmlns:a16="http://schemas.microsoft.com/office/drawing/2014/main" id="{3F0618C7-88CC-A10A-47CE-2BE954CF3F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010645" y="2908908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" name="对象 122">
            <a:extLst>
              <a:ext uri="{FF2B5EF4-FFF2-40B4-BE49-F238E27FC236}">
                <a16:creationId xmlns:a16="http://schemas.microsoft.com/office/drawing/2014/main" id="{93E1F1EE-B2B7-5017-442A-3AB082F14C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8554237"/>
              </p:ext>
            </p:extLst>
          </p:nvPr>
        </p:nvGraphicFramePr>
        <p:xfrm>
          <a:off x="991203" y="2579688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14120" imgH="177480" progId="Equation.DSMT4">
                  <p:embed/>
                </p:oleObj>
              </mc:Choice>
              <mc:Fallback>
                <p:oleObj name="Equation" r:id="rId34" imgW="114120" imgH="177480" progId="Equation.DSMT4">
                  <p:embed/>
                  <p:pic>
                    <p:nvPicPr>
                      <p:cNvPr id="84" name="对象 83">
                        <a:extLst>
                          <a:ext uri="{FF2B5EF4-FFF2-40B4-BE49-F238E27FC236}">
                            <a16:creationId xmlns:a16="http://schemas.microsoft.com/office/drawing/2014/main" id="{FA9FE1F2-11A5-8E18-58FF-671F848D65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91203" y="2579688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" name="对象 123">
            <a:extLst>
              <a:ext uri="{FF2B5EF4-FFF2-40B4-BE49-F238E27FC236}">
                <a16:creationId xmlns:a16="http://schemas.microsoft.com/office/drawing/2014/main" id="{7E90B596-DBAC-CDDC-8BEC-973FCB7FDF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8971880"/>
              </p:ext>
            </p:extLst>
          </p:nvPr>
        </p:nvGraphicFramePr>
        <p:xfrm>
          <a:off x="1014964" y="5265428"/>
          <a:ext cx="2000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88560" imgH="164880" progId="Equation.DSMT4">
                  <p:embed/>
                </p:oleObj>
              </mc:Choice>
              <mc:Fallback>
                <p:oleObj name="Equation" r:id="rId35" imgW="88560" imgH="164880" progId="Equation.DSMT4">
                  <p:embed/>
                  <p:pic>
                    <p:nvPicPr>
                      <p:cNvPr id="85" name="对象 84">
                        <a:extLst>
                          <a:ext uri="{FF2B5EF4-FFF2-40B4-BE49-F238E27FC236}">
                            <a16:creationId xmlns:a16="http://schemas.microsoft.com/office/drawing/2014/main" id="{83C64AF7-9C26-F487-BF1D-8AD5549B0A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14964" y="5265428"/>
                        <a:ext cx="200025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" name="对象 124">
            <a:extLst>
              <a:ext uri="{FF2B5EF4-FFF2-40B4-BE49-F238E27FC236}">
                <a16:creationId xmlns:a16="http://schemas.microsoft.com/office/drawing/2014/main" id="{FF5E7AA0-9140-028B-0F71-A82BF9E73A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23386"/>
              </p:ext>
            </p:extLst>
          </p:nvPr>
        </p:nvGraphicFramePr>
        <p:xfrm>
          <a:off x="980218" y="4934296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26720" imgH="164880" progId="Equation.DSMT4">
                  <p:embed/>
                </p:oleObj>
              </mc:Choice>
              <mc:Fallback>
                <p:oleObj name="Equation" r:id="rId36" imgW="126720" imgH="164880" progId="Equation.DSMT4">
                  <p:embed/>
                  <p:pic>
                    <p:nvPicPr>
                      <p:cNvPr id="86" name="对象 85">
                        <a:extLst>
                          <a:ext uri="{FF2B5EF4-FFF2-40B4-BE49-F238E27FC236}">
                            <a16:creationId xmlns:a16="http://schemas.microsoft.com/office/drawing/2014/main" id="{B88B0EA7-F707-4444-DB18-EE011FD2CC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80218" y="4934296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对象 125">
            <a:extLst>
              <a:ext uri="{FF2B5EF4-FFF2-40B4-BE49-F238E27FC236}">
                <a16:creationId xmlns:a16="http://schemas.microsoft.com/office/drawing/2014/main" id="{E9E44598-8252-6DE4-3CB0-4469533AB7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674712"/>
              </p:ext>
            </p:extLst>
          </p:nvPr>
        </p:nvGraphicFramePr>
        <p:xfrm>
          <a:off x="992560" y="4590673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14120" imgH="177480" progId="Equation.DSMT4">
                  <p:embed/>
                </p:oleObj>
              </mc:Choice>
              <mc:Fallback>
                <p:oleObj name="Equation" r:id="rId37" imgW="114120" imgH="177480" progId="Equation.DSMT4">
                  <p:embed/>
                  <p:pic>
                    <p:nvPicPr>
                      <p:cNvPr id="87" name="对象 86">
                        <a:extLst>
                          <a:ext uri="{FF2B5EF4-FFF2-40B4-BE49-F238E27FC236}">
                            <a16:creationId xmlns:a16="http://schemas.microsoft.com/office/drawing/2014/main" id="{203B63E7-AD4A-59A4-3D18-0172FDD3FD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92560" y="4590673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" name="对象 126">
            <a:extLst>
              <a:ext uri="{FF2B5EF4-FFF2-40B4-BE49-F238E27FC236}">
                <a16:creationId xmlns:a16="http://schemas.microsoft.com/office/drawing/2014/main" id="{B74FD861-EE8F-BBAE-6FEA-17794D0030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8009983"/>
              </p:ext>
            </p:extLst>
          </p:nvPr>
        </p:nvGraphicFramePr>
        <p:xfrm>
          <a:off x="980134" y="4247522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26720" imgH="164880" progId="Equation.DSMT4">
                  <p:embed/>
                </p:oleObj>
              </mc:Choice>
              <mc:Fallback>
                <p:oleObj name="Equation" r:id="rId38" imgW="126720" imgH="164880" progId="Equation.DSMT4">
                  <p:embed/>
                  <p:pic>
                    <p:nvPicPr>
                      <p:cNvPr id="88" name="对象 87">
                        <a:extLst>
                          <a:ext uri="{FF2B5EF4-FFF2-40B4-BE49-F238E27FC236}">
                            <a16:creationId xmlns:a16="http://schemas.microsoft.com/office/drawing/2014/main" id="{25C6DE3E-718D-5C46-4AE2-03B04A0330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80134" y="4247522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对象 127">
            <a:extLst>
              <a:ext uri="{FF2B5EF4-FFF2-40B4-BE49-F238E27FC236}">
                <a16:creationId xmlns:a16="http://schemas.microsoft.com/office/drawing/2014/main" id="{56791C37-3EF6-0CAE-9250-E33A42DF21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4400102"/>
              </p:ext>
            </p:extLst>
          </p:nvPr>
        </p:nvGraphicFramePr>
        <p:xfrm>
          <a:off x="1006297" y="3926464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14120" imgH="177480" progId="Equation.DSMT4">
                  <p:embed/>
                </p:oleObj>
              </mc:Choice>
              <mc:Fallback>
                <p:oleObj name="Equation" r:id="rId39" imgW="114120" imgH="177480" progId="Equation.DSMT4">
                  <p:embed/>
                  <p:pic>
                    <p:nvPicPr>
                      <p:cNvPr id="89" name="对象 88">
                        <a:extLst>
                          <a:ext uri="{FF2B5EF4-FFF2-40B4-BE49-F238E27FC236}">
                            <a16:creationId xmlns:a16="http://schemas.microsoft.com/office/drawing/2014/main" id="{6650898B-8A11-BCDB-3062-B7B943C4E7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006297" y="3926464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对象 128">
            <a:extLst>
              <a:ext uri="{FF2B5EF4-FFF2-40B4-BE49-F238E27FC236}">
                <a16:creationId xmlns:a16="http://schemas.microsoft.com/office/drawing/2014/main" id="{9B412BB0-47C9-7102-2A9E-5567F8EBA8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118677"/>
              </p:ext>
            </p:extLst>
          </p:nvPr>
        </p:nvGraphicFramePr>
        <p:xfrm>
          <a:off x="992560" y="3586536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126720" imgH="177480" progId="Equation.DSMT4">
                  <p:embed/>
                </p:oleObj>
              </mc:Choice>
              <mc:Fallback>
                <p:oleObj name="Equation" r:id="rId40" imgW="126720" imgH="177480" progId="Equation.DSMT4">
                  <p:embed/>
                  <p:pic>
                    <p:nvPicPr>
                      <p:cNvPr id="90" name="对象 89">
                        <a:extLst>
                          <a:ext uri="{FF2B5EF4-FFF2-40B4-BE49-F238E27FC236}">
                            <a16:creationId xmlns:a16="http://schemas.microsoft.com/office/drawing/2014/main" id="{C945A74D-5EC5-75D3-81AF-D596D26C23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92560" y="3586536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" name="对象 129">
            <a:extLst>
              <a:ext uri="{FF2B5EF4-FFF2-40B4-BE49-F238E27FC236}">
                <a16:creationId xmlns:a16="http://schemas.microsoft.com/office/drawing/2014/main" id="{89B42A13-EA12-5888-15E7-A89AF56098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0182855"/>
              </p:ext>
            </p:extLst>
          </p:nvPr>
        </p:nvGraphicFramePr>
        <p:xfrm>
          <a:off x="980134" y="3255754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26720" imgH="177480" progId="Equation.DSMT4">
                  <p:embed/>
                </p:oleObj>
              </mc:Choice>
              <mc:Fallback>
                <p:oleObj name="Equation" r:id="rId41" imgW="126720" imgH="177480" progId="Equation.DSMT4">
                  <p:embed/>
                  <p:pic>
                    <p:nvPicPr>
                      <p:cNvPr id="91" name="对象 90">
                        <a:extLst>
                          <a:ext uri="{FF2B5EF4-FFF2-40B4-BE49-F238E27FC236}">
                            <a16:creationId xmlns:a16="http://schemas.microsoft.com/office/drawing/2014/main" id="{B8DE7E3C-F8F0-A7EB-0970-475D55A5B6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80134" y="3255754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1ABAB54B-7B96-3000-081E-ED993846D1A5}"/>
              </a:ext>
            </a:extLst>
          </p:cNvPr>
          <p:cNvCxnSpPr/>
          <p:nvPr/>
        </p:nvCxnSpPr>
        <p:spPr bwMode="auto">
          <a:xfrm>
            <a:off x="526655" y="3069944"/>
            <a:ext cx="3053327" cy="333266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CFE0E684-9E54-1F01-3D2E-01F1BDEFA2D0}"/>
              </a:ext>
            </a:extLst>
          </p:cNvPr>
          <p:cNvCxnSpPr/>
          <p:nvPr/>
        </p:nvCxnSpPr>
        <p:spPr bwMode="auto">
          <a:xfrm>
            <a:off x="128464" y="4590673"/>
            <a:ext cx="4329236" cy="147791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9F1FAC5D-8EF8-C678-861C-101E9BB4F20B}"/>
              </a:ext>
            </a:extLst>
          </p:cNvPr>
          <p:cNvCxnSpPr/>
          <p:nvPr/>
        </p:nvCxnSpPr>
        <p:spPr bwMode="auto">
          <a:xfrm flipH="1">
            <a:off x="2079638" y="4623512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EAA6BD7D-B8B3-05FF-A15B-9EF5350485BD}"/>
              </a:ext>
            </a:extLst>
          </p:cNvPr>
          <p:cNvCxnSpPr/>
          <p:nvPr/>
        </p:nvCxnSpPr>
        <p:spPr bwMode="auto">
          <a:xfrm flipH="1">
            <a:off x="2247092" y="4768503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7D3E1363-E1C1-E349-3334-B143FA8E3085}"/>
              </a:ext>
            </a:extLst>
          </p:cNvPr>
          <p:cNvCxnSpPr/>
          <p:nvPr/>
        </p:nvCxnSpPr>
        <p:spPr bwMode="auto">
          <a:xfrm flipH="1">
            <a:off x="2384438" y="4941168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E2A857F0-AED1-DC25-4FEB-3B122827AECF}"/>
              </a:ext>
            </a:extLst>
          </p:cNvPr>
          <p:cNvCxnSpPr/>
          <p:nvPr/>
        </p:nvCxnSpPr>
        <p:spPr bwMode="auto">
          <a:xfrm flipH="1">
            <a:off x="2536838" y="5127568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DD169B14-508D-8081-E67F-095627ABBB55}"/>
              </a:ext>
            </a:extLst>
          </p:cNvPr>
          <p:cNvCxnSpPr/>
          <p:nvPr/>
        </p:nvCxnSpPr>
        <p:spPr bwMode="auto">
          <a:xfrm flipH="1">
            <a:off x="2689238" y="5271584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" name="直接连接符 137">
            <a:extLst>
              <a:ext uri="{FF2B5EF4-FFF2-40B4-BE49-F238E27FC236}">
                <a16:creationId xmlns:a16="http://schemas.microsoft.com/office/drawing/2014/main" id="{11BFD5BE-F238-8C2C-754F-6FD560FD664A}"/>
              </a:ext>
            </a:extLst>
          </p:cNvPr>
          <p:cNvCxnSpPr/>
          <p:nvPr/>
        </p:nvCxnSpPr>
        <p:spPr bwMode="auto">
          <a:xfrm flipH="1">
            <a:off x="2841638" y="5487608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C289AE44-400F-D50F-1C86-BB104E7B616F}"/>
              </a:ext>
            </a:extLst>
          </p:cNvPr>
          <p:cNvCxnSpPr/>
          <p:nvPr/>
        </p:nvCxnSpPr>
        <p:spPr bwMode="auto">
          <a:xfrm flipH="1">
            <a:off x="2989757" y="5631624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41E2B438-5F77-FB45-E268-6CB42E12DD93}"/>
              </a:ext>
            </a:extLst>
          </p:cNvPr>
          <p:cNvCxnSpPr/>
          <p:nvPr/>
        </p:nvCxnSpPr>
        <p:spPr bwMode="auto">
          <a:xfrm flipH="1">
            <a:off x="1744744" y="4244539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BAF29C3D-5151-9FD1-43D3-5D62F0D3AB3F}"/>
              </a:ext>
            </a:extLst>
          </p:cNvPr>
          <p:cNvCxnSpPr/>
          <p:nvPr/>
        </p:nvCxnSpPr>
        <p:spPr bwMode="auto">
          <a:xfrm flipH="1">
            <a:off x="1897144" y="4427677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C515AF5A-CC76-F5EB-CEA8-8B64010D304B}"/>
              </a:ext>
            </a:extLst>
          </p:cNvPr>
          <p:cNvCxnSpPr/>
          <p:nvPr/>
        </p:nvCxnSpPr>
        <p:spPr bwMode="auto">
          <a:xfrm flipH="1">
            <a:off x="1482834" y="3914985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A361DCBB-99AF-4345-6366-571EA4A2377F}"/>
              </a:ext>
            </a:extLst>
          </p:cNvPr>
          <p:cNvCxnSpPr/>
          <p:nvPr/>
        </p:nvCxnSpPr>
        <p:spPr bwMode="auto">
          <a:xfrm flipH="1">
            <a:off x="1618707" y="4084059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C3C20FB6-0A73-24E2-4CE1-F0DCD372682F}"/>
              </a:ext>
            </a:extLst>
          </p:cNvPr>
          <p:cNvCxnSpPr/>
          <p:nvPr/>
        </p:nvCxnSpPr>
        <p:spPr bwMode="auto">
          <a:xfrm flipH="1">
            <a:off x="1475614" y="4869160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E5EFD15F-019E-3E49-ADD1-43FFAC457546}"/>
              </a:ext>
            </a:extLst>
          </p:cNvPr>
          <p:cNvCxnSpPr/>
          <p:nvPr/>
        </p:nvCxnSpPr>
        <p:spPr bwMode="auto">
          <a:xfrm flipH="1">
            <a:off x="1688936" y="4945632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41E93A50-063F-F61B-D7D4-0EC0C45B7DF7}"/>
              </a:ext>
            </a:extLst>
          </p:cNvPr>
          <p:cNvCxnSpPr/>
          <p:nvPr/>
        </p:nvCxnSpPr>
        <p:spPr bwMode="auto">
          <a:xfrm flipH="1">
            <a:off x="1905516" y="5008119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208C6D60-152A-1478-BB94-9A9DF991536F}"/>
              </a:ext>
            </a:extLst>
          </p:cNvPr>
          <p:cNvCxnSpPr/>
          <p:nvPr/>
        </p:nvCxnSpPr>
        <p:spPr bwMode="auto">
          <a:xfrm flipH="1">
            <a:off x="2114398" y="5084591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A4535D8C-94FD-BF5B-314E-FF0AA9463A87}"/>
              </a:ext>
            </a:extLst>
          </p:cNvPr>
          <p:cNvCxnSpPr/>
          <p:nvPr/>
        </p:nvCxnSpPr>
        <p:spPr bwMode="auto">
          <a:xfrm flipH="1">
            <a:off x="605416" y="4580182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4D4883D6-4BC6-EC46-D11D-681A6658798D}"/>
              </a:ext>
            </a:extLst>
          </p:cNvPr>
          <p:cNvCxnSpPr/>
          <p:nvPr/>
        </p:nvCxnSpPr>
        <p:spPr bwMode="auto">
          <a:xfrm flipH="1">
            <a:off x="818738" y="4656654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E471BB58-B209-D066-2CBF-8D0265E95471}"/>
              </a:ext>
            </a:extLst>
          </p:cNvPr>
          <p:cNvCxnSpPr/>
          <p:nvPr/>
        </p:nvCxnSpPr>
        <p:spPr bwMode="auto">
          <a:xfrm flipH="1">
            <a:off x="1035318" y="4719141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0E0F8831-99B3-3BB1-CCD2-2E525A70E905}"/>
              </a:ext>
            </a:extLst>
          </p:cNvPr>
          <p:cNvCxnSpPr/>
          <p:nvPr/>
        </p:nvCxnSpPr>
        <p:spPr bwMode="auto">
          <a:xfrm flipH="1">
            <a:off x="1244200" y="4795613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F85CEED7-D83E-ED2A-8F3A-16A0FED76972}"/>
              </a:ext>
            </a:extLst>
          </p:cNvPr>
          <p:cNvCxnSpPr/>
          <p:nvPr/>
        </p:nvCxnSpPr>
        <p:spPr bwMode="auto">
          <a:xfrm flipH="1">
            <a:off x="2320784" y="5161063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C422829C-77AA-2A76-CA99-8D82A4E22544}"/>
              </a:ext>
            </a:extLst>
          </p:cNvPr>
          <p:cNvCxnSpPr/>
          <p:nvPr/>
        </p:nvCxnSpPr>
        <p:spPr bwMode="auto">
          <a:xfrm flipH="1">
            <a:off x="3224838" y="5480745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AD610967-60D7-4047-2E18-FDB26729488B}"/>
              </a:ext>
            </a:extLst>
          </p:cNvPr>
          <p:cNvSpPr/>
          <p:nvPr/>
        </p:nvSpPr>
        <p:spPr bwMode="auto">
          <a:xfrm>
            <a:off x="1263650" y="5017864"/>
            <a:ext cx="1758950" cy="787400"/>
          </a:xfrm>
          <a:custGeom>
            <a:avLst/>
            <a:gdLst>
              <a:gd name="connsiteX0" fmla="*/ 0 w 1758950"/>
              <a:gd name="connsiteY0" fmla="*/ 0 h 787400"/>
              <a:gd name="connsiteX1" fmla="*/ 1479550 w 1758950"/>
              <a:gd name="connsiteY1" fmla="*/ 508000 h 787400"/>
              <a:gd name="connsiteX2" fmla="*/ 1758950 w 1758950"/>
              <a:gd name="connsiteY2" fmla="*/ 787400 h 787400"/>
              <a:gd name="connsiteX3" fmla="*/ 31750 w 1758950"/>
              <a:gd name="connsiteY3" fmla="*/ 781050 h 787400"/>
              <a:gd name="connsiteX4" fmla="*/ 0 w 1758950"/>
              <a:gd name="connsiteY4" fmla="*/ 0 h 7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8950" h="787400">
                <a:moveTo>
                  <a:pt x="0" y="0"/>
                </a:moveTo>
                <a:lnTo>
                  <a:pt x="1479550" y="508000"/>
                </a:lnTo>
                <a:lnTo>
                  <a:pt x="1758950" y="787400"/>
                </a:lnTo>
                <a:lnTo>
                  <a:pt x="31750" y="7810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976C01F2-8E35-5A86-26CD-DEBFFF22FF82}"/>
              </a:ext>
            </a:extLst>
          </p:cNvPr>
          <p:cNvCxnSpPr/>
          <p:nvPr/>
        </p:nvCxnSpPr>
        <p:spPr bwMode="auto">
          <a:xfrm>
            <a:off x="975435" y="2008124"/>
            <a:ext cx="2434513" cy="446099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7030A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31981F7B-DDE3-34F0-3BC4-F8CB5999D137}"/>
              </a:ext>
            </a:extLst>
          </p:cNvPr>
          <p:cNvCxnSpPr/>
          <p:nvPr/>
        </p:nvCxnSpPr>
        <p:spPr bwMode="auto">
          <a:xfrm flipH="1">
            <a:off x="3057693" y="4656654"/>
            <a:ext cx="665164" cy="107660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57" name="对象 156">
            <a:extLst>
              <a:ext uri="{FF2B5EF4-FFF2-40B4-BE49-F238E27FC236}">
                <a16:creationId xmlns:a16="http://schemas.microsoft.com/office/drawing/2014/main" id="{848F61C0-4F0C-D307-A88B-AA217C93CB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6021505"/>
              </p:ext>
            </p:extLst>
          </p:nvPr>
        </p:nvGraphicFramePr>
        <p:xfrm>
          <a:off x="3053636" y="4134875"/>
          <a:ext cx="1975143" cy="493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1015920" imgH="253800" progId="Equation.DSMT4">
                  <p:embed/>
                </p:oleObj>
              </mc:Choice>
              <mc:Fallback>
                <p:oleObj name="Equation" r:id="rId42" imgW="1015920" imgH="253800" progId="Equation.DSMT4">
                  <p:embed/>
                  <p:pic>
                    <p:nvPicPr>
                      <p:cNvPr id="155" name="对象 154">
                        <a:extLst>
                          <a:ext uri="{FF2B5EF4-FFF2-40B4-BE49-F238E27FC236}">
                            <a16:creationId xmlns:a16="http://schemas.microsoft.com/office/drawing/2014/main" id="{63ABE1F2-C6E8-076F-B186-42BDBFA659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3053636" y="4134875"/>
                        <a:ext cx="1975143" cy="4935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" name="对象 157">
            <a:extLst>
              <a:ext uri="{FF2B5EF4-FFF2-40B4-BE49-F238E27FC236}">
                <a16:creationId xmlns:a16="http://schemas.microsoft.com/office/drawing/2014/main" id="{F8776BC1-DB20-A41E-D00C-C8D32C3F2B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4304416"/>
              </p:ext>
            </p:extLst>
          </p:nvPr>
        </p:nvGraphicFramePr>
        <p:xfrm>
          <a:off x="1497195" y="5333990"/>
          <a:ext cx="3143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139680" imgH="139680" progId="Equation.DSMT4">
                  <p:embed/>
                </p:oleObj>
              </mc:Choice>
              <mc:Fallback>
                <p:oleObj name="Equation" r:id="rId44" imgW="139680" imgH="139680" progId="Equation.DSMT4">
                  <p:embed/>
                  <p:pic>
                    <p:nvPicPr>
                      <p:cNvPr id="127" name="对象 126">
                        <a:extLst>
                          <a:ext uri="{FF2B5EF4-FFF2-40B4-BE49-F238E27FC236}">
                            <a16:creationId xmlns:a16="http://schemas.microsoft.com/office/drawing/2014/main" id="{B74FD861-EE8F-BBAE-6FEA-17794D0030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497195" y="5333990"/>
                        <a:ext cx="31432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" name="对象 159">
            <a:extLst>
              <a:ext uri="{FF2B5EF4-FFF2-40B4-BE49-F238E27FC236}">
                <a16:creationId xmlns:a16="http://schemas.microsoft.com/office/drawing/2014/main" id="{27B6ADA7-76EB-6A80-EBDE-E3E3B53235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6573771"/>
              </p:ext>
            </p:extLst>
          </p:nvPr>
        </p:nvGraphicFramePr>
        <p:xfrm>
          <a:off x="1849655" y="5346923"/>
          <a:ext cx="3143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139680" imgH="139680" progId="Equation.DSMT4">
                  <p:embed/>
                </p:oleObj>
              </mc:Choice>
              <mc:Fallback>
                <p:oleObj name="Equation" r:id="rId46" imgW="139680" imgH="139680" progId="Equation.DSMT4">
                  <p:embed/>
                  <p:pic>
                    <p:nvPicPr>
                      <p:cNvPr id="158" name="对象 157">
                        <a:extLst>
                          <a:ext uri="{FF2B5EF4-FFF2-40B4-BE49-F238E27FC236}">
                            <a16:creationId xmlns:a16="http://schemas.microsoft.com/office/drawing/2014/main" id="{F8776BC1-DB20-A41E-D00C-C8D32C3F2B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849655" y="5346923"/>
                        <a:ext cx="31432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" name="对象 161">
            <a:extLst>
              <a:ext uri="{FF2B5EF4-FFF2-40B4-BE49-F238E27FC236}">
                <a16:creationId xmlns:a16="http://schemas.microsoft.com/office/drawing/2014/main" id="{0107FB92-DA41-6DB1-37AF-F6700A61E9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441894"/>
              </p:ext>
            </p:extLst>
          </p:nvPr>
        </p:nvGraphicFramePr>
        <p:xfrm>
          <a:off x="1470323" y="5058891"/>
          <a:ext cx="3143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139680" imgH="139680" progId="Equation.DSMT4">
                  <p:embed/>
                </p:oleObj>
              </mc:Choice>
              <mc:Fallback>
                <p:oleObj name="Equation" r:id="rId47" imgW="139680" imgH="139680" progId="Equation.DSMT4">
                  <p:embed/>
                  <p:pic>
                    <p:nvPicPr>
                      <p:cNvPr id="160" name="对象 159">
                        <a:extLst>
                          <a:ext uri="{FF2B5EF4-FFF2-40B4-BE49-F238E27FC236}">
                            <a16:creationId xmlns:a16="http://schemas.microsoft.com/office/drawing/2014/main" id="{27B6ADA7-76EB-6A80-EBDE-E3E3B53235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470323" y="5058891"/>
                        <a:ext cx="31432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" name="对象 163">
            <a:extLst>
              <a:ext uri="{FF2B5EF4-FFF2-40B4-BE49-F238E27FC236}">
                <a16:creationId xmlns:a16="http://schemas.microsoft.com/office/drawing/2014/main" id="{110015D8-D698-6781-7849-0FC6E42656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404343"/>
              </p:ext>
            </p:extLst>
          </p:nvPr>
        </p:nvGraphicFramePr>
        <p:xfrm>
          <a:off x="2204177" y="5363366"/>
          <a:ext cx="3143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139680" imgH="139680" progId="Equation.DSMT4">
                  <p:embed/>
                </p:oleObj>
              </mc:Choice>
              <mc:Fallback>
                <p:oleObj name="Equation" r:id="rId48" imgW="139680" imgH="139680" progId="Equation.DSMT4">
                  <p:embed/>
                  <p:pic>
                    <p:nvPicPr>
                      <p:cNvPr id="160" name="对象 159">
                        <a:extLst>
                          <a:ext uri="{FF2B5EF4-FFF2-40B4-BE49-F238E27FC236}">
                            <a16:creationId xmlns:a16="http://schemas.microsoft.com/office/drawing/2014/main" id="{27B6ADA7-76EB-6A80-EBDE-E3E3B53235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2204177" y="5363366"/>
                        <a:ext cx="31432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" name="文本框 167">
            <a:extLst>
              <a:ext uri="{FF2B5EF4-FFF2-40B4-BE49-F238E27FC236}">
                <a16:creationId xmlns:a16="http://schemas.microsoft.com/office/drawing/2014/main" id="{8908B83E-2648-4A83-1CFD-5106D466109C}"/>
              </a:ext>
            </a:extLst>
          </p:cNvPr>
          <p:cNvSpPr txBox="1"/>
          <p:nvPr/>
        </p:nvSpPr>
        <p:spPr>
          <a:xfrm>
            <a:off x="2720070" y="1360670"/>
            <a:ext cx="64647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400" i="0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得到的结果中</a:t>
            </a:r>
            <a:r>
              <a:rPr kumimoji="0" lang="en-US" altLang="zh-CN" sz="2400" i="0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x1=4.8</a:t>
            </a:r>
            <a:r>
              <a:rPr kumimoji="0" lang="zh-CN" altLang="en-US" sz="2400" i="0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不符合整数规划的定义。图中画</a:t>
            </a:r>
            <a:r>
              <a:rPr kumimoji="0" lang="en-US" altLang="zh-CN" sz="2400" i="0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(+)</a:t>
            </a:r>
            <a:r>
              <a:rPr kumimoji="0" lang="zh-CN" altLang="en-US" sz="2400" i="0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号的点表示可行的整数解。如果用凑整法得到的</a:t>
            </a:r>
            <a:r>
              <a:rPr kumimoji="0" lang="en-US" altLang="zh-CN" sz="2400" i="0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(5</a:t>
            </a:r>
            <a:r>
              <a:rPr kumimoji="0" lang="zh-CN" altLang="en-US" sz="2400" i="0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i="0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0)</a:t>
            </a:r>
            <a:r>
              <a:rPr kumimoji="0" lang="zh-CN" altLang="en-US" sz="2400" i="0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点不在可行域内。（</a:t>
            </a:r>
            <a:r>
              <a:rPr kumimoji="0" lang="en-US" altLang="zh-CN" sz="2400" i="0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4,0</a:t>
            </a:r>
            <a:r>
              <a:rPr kumimoji="0" lang="zh-CN" altLang="en-US" sz="2400" i="0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）点在可行域内，但是很明显，它不是最优解。</a:t>
            </a:r>
            <a:endParaRPr lang="zh-CN" altLang="en-US" sz="2400" dirty="0"/>
          </a:p>
        </p:txBody>
      </p:sp>
      <p:graphicFrame>
        <p:nvGraphicFramePr>
          <p:cNvPr id="171" name="对象 170">
            <a:extLst>
              <a:ext uri="{FF2B5EF4-FFF2-40B4-BE49-F238E27FC236}">
                <a16:creationId xmlns:a16="http://schemas.microsoft.com/office/drawing/2014/main" id="{C2129B08-837D-B846-E11F-22342B9196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5573384"/>
              </p:ext>
            </p:extLst>
          </p:nvPr>
        </p:nvGraphicFramePr>
        <p:xfrm>
          <a:off x="5875461" y="3933056"/>
          <a:ext cx="3902075" cy="235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1600200" imgH="965160" progId="Equation.DSMT4">
                  <p:embed/>
                </p:oleObj>
              </mc:Choice>
              <mc:Fallback>
                <p:oleObj name="Equation" r:id="rId49" imgW="1600200" imgH="9651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C08891B9-8B22-47A0-3875-2174D41B74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5875461" y="3933056"/>
                        <a:ext cx="3902075" cy="2352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622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AD610967-60D7-4047-2E18-FDB26729488B}"/>
              </a:ext>
            </a:extLst>
          </p:cNvPr>
          <p:cNvSpPr/>
          <p:nvPr/>
        </p:nvSpPr>
        <p:spPr bwMode="auto">
          <a:xfrm>
            <a:off x="1263650" y="5017864"/>
            <a:ext cx="1758950" cy="787400"/>
          </a:xfrm>
          <a:custGeom>
            <a:avLst/>
            <a:gdLst>
              <a:gd name="connsiteX0" fmla="*/ 0 w 1758950"/>
              <a:gd name="connsiteY0" fmla="*/ 0 h 787400"/>
              <a:gd name="connsiteX1" fmla="*/ 1479550 w 1758950"/>
              <a:gd name="connsiteY1" fmla="*/ 508000 h 787400"/>
              <a:gd name="connsiteX2" fmla="*/ 1758950 w 1758950"/>
              <a:gd name="connsiteY2" fmla="*/ 787400 h 787400"/>
              <a:gd name="connsiteX3" fmla="*/ 31750 w 1758950"/>
              <a:gd name="connsiteY3" fmla="*/ 781050 h 787400"/>
              <a:gd name="connsiteX4" fmla="*/ 0 w 1758950"/>
              <a:gd name="connsiteY4" fmla="*/ 0 h 7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8950" h="787400">
                <a:moveTo>
                  <a:pt x="0" y="0"/>
                </a:moveTo>
                <a:lnTo>
                  <a:pt x="1479550" y="508000"/>
                </a:lnTo>
                <a:lnTo>
                  <a:pt x="1758950" y="787400"/>
                </a:lnTo>
                <a:lnTo>
                  <a:pt x="31750" y="7810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13FE13AF-3DED-00BB-64F2-1DBD8ACE98E5}"/>
              </a:ext>
            </a:extLst>
          </p:cNvPr>
          <p:cNvSpPr/>
          <p:nvPr/>
        </p:nvSpPr>
        <p:spPr bwMode="auto">
          <a:xfrm>
            <a:off x="1272750" y="5017863"/>
            <a:ext cx="1758950" cy="787400"/>
          </a:xfrm>
          <a:custGeom>
            <a:avLst/>
            <a:gdLst>
              <a:gd name="connsiteX0" fmla="*/ 0 w 1758950"/>
              <a:gd name="connsiteY0" fmla="*/ 0 h 787400"/>
              <a:gd name="connsiteX1" fmla="*/ 1479550 w 1758950"/>
              <a:gd name="connsiteY1" fmla="*/ 508000 h 787400"/>
              <a:gd name="connsiteX2" fmla="*/ 1758950 w 1758950"/>
              <a:gd name="connsiteY2" fmla="*/ 787400 h 787400"/>
              <a:gd name="connsiteX3" fmla="*/ 31750 w 1758950"/>
              <a:gd name="connsiteY3" fmla="*/ 781050 h 787400"/>
              <a:gd name="connsiteX4" fmla="*/ 0 w 1758950"/>
              <a:gd name="connsiteY4" fmla="*/ 0 h 7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8950" h="787400">
                <a:moveTo>
                  <a:pt x="0" y="0"/>
                </a:moveTo>
                <a:lnTo>
                  <a:pt x="1479550" y="508000"/>
                </a:lnTo>
                <a:lnTo>
                  <a:pt x="1758950" y="787400"/>
                </a:lnTo>
                <a:lnTo>
                  <a:pt x="31750" y="781050"/>
                </a:lnTo>
                <a:lnTo>
                  <a:pt x="0" y="0"/>
                </a:lnTo>
                <a:close/>
              </a:path>
            </a:pathLst>
          </a:cu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124312A-7616-8F1A-10F5-2118E6C72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分支定界法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5EEDE6-DE25-40ED-D5AA-44845390E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C05D79-017E-62FB-928A-CD9CB86AD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37EED8-EE50-036F-CD6D-11F54A0E7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11</a:t>
            </a:fld>
            <a:endParaRPr lang="en-US" altLang="zh-CN" dirty="0"/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D9B57B95-9740-9CC2-CD65-001277EC894F}"/>
              </a:ext>
            </a:extLst>
          </p:cNvPr>
          <p:cNvCxnSpPr/>
          <p:nvPr/>
        </p:nvCxnSpPr>
        <p:spPr bwMode="auto">
          <a:xfrm>
            <a:off x="338275" y="5805264"/>
            <a:ext cx="504056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5426F485-2E56-D293-5C8E-6C2608E404DE}"/>
              </a:ext>
            </a:extLst>
          </p:cNvPr>
          <p:cNvCxnSpPr/>
          <p:nvPr/>
        </p:nvCxnSpPr>
        <p:spPr bwMode="auto">
          <a:xfrm flipV="1">
            <a:off x="1249819" y="1706722"/>
            <a:ext cx="0" cy="457900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84" name="对象 83">
            <a:extLst>
              <a:ext uri="{FF2B5EF4-FFF2-40B4-BE49-F238E27FC236}">
                <a16:creationId xmlns:a16="http://schemas.microsoft.com/office/drawing/2014/main" id="{E59EB5AF-A9CA-5849-D934-7EBAC3EFBB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6464" y="1266582"/>
          <a:ext cx="535558" cy="741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80" imgH="228600" progId="Equation.DSMT4">
                  <p:embed/>
                </p:oleObj>
              </mc:Choice>
              <mc:Fallback>
                <p:oleObj name="Equation" r:id="rId2" imgW="164880" imgH="228600" progId="Equation.DSMT4">
                  <p:embed/>
                  <p:pic>
                    <p:nvPicPr>
                      <p:cNvPr id="84" name="对象 83">
                        <a:extLst>
                          <a:ext uri="{FF2B5EF4-FFF2-40B4-BE49-F238E27FC236}">
                            <a16:creationId xmlns:a16="http://schemas.microsoft.com/office/drawing/2014/main" id="{E59EB5AF-A9CA-5849-D934-7EBAC3EFBB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66464" y="1266582"/>
                        <a:ext cx="535558" cy="7415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对象 84">
            <a:extLst>
              <a:ext uri="{FF2B5EF4-FFF2-40B4-BE49-F238E27FC236}">
                <a16:creationId xmlns:a16="http://schemas.microsoft.com/office/drawing/2014/main" id="{39BB0CC5-0648-B084-B554-C092DC58B3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31979" y="5661248"/>
          <a:ext cx="493712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228600" progId="Equation.DSMT4">
                  <p:embed/>
                </p:oleObj>
              </mc:Choice>
              <mc:Fallback>
                <p:oleObj name="Equation" r:id="rId4" imgW="152280" imgH="228600" progId="Equation.DSMT4">
                  <p:embed/>
                  <p:pic>
                    <p:nvPicPr>
                      <p:cNvPr id="85" name="对象 84">
                        <a:extLst>
                          <a:ext uri="{FF2B5EF4-FFF2-40B4-BE49-F238E27FC236}">
                            <a16:creationId xmlns:a16="http://schemas.microsoft.com/office/drawing/2014/main" id="{39BB0CC5-0648-B084-B554-C092DC58B3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31979" y="5661248"/>
                        <a:ext cx="493712" cy="741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对象 85">
            <a:extLst>
              <a:ext uri="{FF2B5EF4-FFF2-40B4-BE49-F238E27FC236}">
                <a16:creationId xmlns:a16="http://schemas.microsoft.com/office/drawing/2014/main" id="{6CD2E065-001F-E412-6B6F-5A270B7306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0134" y="5805264"/>
          <a:ext cx="285834" cy="400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20" imgH="177480" progId="Equation.DSMT4">
                  <p:embed/>
                </p:oleObj>
              </mc:Choice>
              <mc:Fallback>
                <p:oleObj name="Equation" r:id="rId6" imgW="126720" imgH="177480" progId="Equation.DSMT4">
                  <p:embed/>
                  <p:pic>
                    <p:nvPicPr>
                      <p:cNvPr id="86" name="对象 85">
                        <a:extLst>
                          <a:ext uri="{FF2B5EF4-FFF2-40B4-BE49-F238E27FC236}">
                            <a16:creationId xmlns:a16="http://schemas.microsoft.com/office/drawing/2014/main" id="{6CD2E065-001F-E412-6B6F-5A270B7306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80134" y="5805264"/>
                        <a:ext cx="285834" cy="400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椭圆 86">
            <a:extLst>
              <a:ext uri="{FF2B5EF4-FFF2-40B4-BE49-F238E27FC236}">
                <a16:creationId xmlns:a16="http://schemas.microsoft.com/office/drawing/2014/main" id="{2D359E34-49BE-9390-B464-BA674D2D612E}"/>
              </a:ext>
            </a:extLst>
          </p:cNvPr>
          <p:cNvSpPr/>
          <p:nvPr/>
        </p:nvSpPr>
        <p:spPr bwMode="auto">
          <a:xfrm>
            <a:off x="1212376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D7FBE534-4270-9F90-2B9A-5CE9CF148739}"/>
              </a:ext>
            </a:extLst>
          </p:cNvPr>
          <p:cNvSpPr/>
          <p:nvPr/>
        </p:nvSpPr>
        <p:spPr bwMode="auto">
          <a:xfrm>
            <a:off x="1598570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6F630480-F1C3-C625-4ED4-7F0AA712BA04}"/>
              </a:ext>
            </a:extLst>
          </p:cNvPr>
          <p:cNvSpPr/>
          <p:nvPr/>
        </p:nvSpPr>
        <p:spPr bwMode="auto">
          <a:xfrm>
            <a:off x="1984764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3A836504-AB7C-A963-5D19-2F3C2FA8743E}"/>
              </a:ext>
            </a:extLst>
          </p:cNvPr>
          <p:cNvSpPr/>
          <p:nvPr/>
        </p:nvSpPr>
        <p:spPr bwMode="auto">
          <a:xfrm>
            <a:off x="2370958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D284078F-C0D9-D6DC-9EE8-D16E83567426}"/>
              </a:ext>
            </a:extLst>
          </p:cNvPr>
          <p:cNvSpPr/>
          <p:nvPr/>
        </p:nvSpPr>
        <p:spPr bwMode="auto">
          <a:xfrm>
            <a:off x="2757152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5A52E034-3AD5-913C-0776-DA4C46EA153D}"/>
              </a:ext>
            </a:extLst>
          </p:cNvPr>
          <p:cNvSpPr/>
          <p:nvPr/>
        </p:nvSpPr>
        <p:spPr bwMode="auto">
          <a:xfrm>
            <a:off x="3143346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DAAAA122-B782-1C5A-29DB-D9986F1D312E}"/>
              </a:ext>
            </a:extLst>
          </p:cNvPr>
          <p:cNvSpPr/>
          <p:nvPr/>
        </p:nvSpPr>
        <p:spPr bwMode="auto">
          <a:xfrm>
            <a:off x="3532787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A99AE001-B68C-3F94-24E5-8DD42C541D8C}"/>
              </a:ext>
            </a:extLst>
          </p:cNvPr>
          <p:cNvSpPr/>
          <p:nvPr/>
        </p:nvSpPr>
        <p:spPr bwMode="auto">
          <a:xfrm>
            <a:off x="3918981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0AF5C3EE-5690-E37E-E6A0-BFD58A06A7DB}"/>
              </a:ext>
            </a:extLst>
          </p:cNvPr>
          <p:cNvSpPr/>
          <p:nvPr/>
        </p:nvSpPr>
        <p:spPr bwMode="auto">
          <a:xfrm>
            <a:off x="4289027" y="5768008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CE5E6C6C-7881-E65A-ED5B-AC1D07383C03}"/>
              </a:ext>
            </a:extLst>
          </p:cNvPr>
          <p:cNvSpPr/>
          <p:nvPr/>
        </p:nvSpPr>
        <p:spPr bwMode="auto">
          <a:xfrm>
            <a:off x="4675221" y="5768008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0475BB7C-83E3-BEF5-3C7E-C38EEE72E837}"/>
              </a:ext>
            </a:extLst>
          </p:cNvPr>
          <p:cNvSpPr/>
          <p:nvPr/>
        </p:nvSpPr>
        <p:spPr bwMode="auto">
          <a:xfrm>
            <a:off x="1208584" y="5426804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84B32D63-A639-7757-A256-37148F192F49}"/>
              </a:ext>
            </a:extLst>
          </p:cNvPr>
          <p:cNvSpPr/>
          <p:nvPr/>
        </p:nvSpPr>
        <p:spPr bwMode="auto">
          <a:xfrm>
            <a:off x="1217608" y="509567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6CA68B48-9E08-F4A1-A914-7601B324D89F}"/>
              </a:ext>
            </a:extLst>
          </p:cNvPr>
          <p:cNvSpPr/>
          <p:nvPr/>
        </p:nvSpPr>
        <p:spPr bwMode="auto">
          <a:xfrm>
            <a:off x="1213816" y="4753218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EBBFC623-9AF8-6C18-1217-5DBB371DF596}"/>
              </a:ext>
            </a:extLst>
          </p:cNvPr>
          <p:cNvSpPr/>
          <p:nvPr/>
        </p:nvSpPr>
        <p:spPr bwMode="auto">
          <a:xfrm>
            <a:off x="1208912" y="4422086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67F63811-83D2-59CC-5742-BED68FA55E2A}"/>
              </a:ext>
            </a:extLst>
          </p:cNvPr>
          <p:cNvSpPr/>
          <p:nvPr/>
        </p:nvSpPr>
        <p:spPr bwMode="auto">
          <a:xfrm>
            <a:off x="1205120" y="4079631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49631D00-B61D-B3A4-B6A8-F331FAC14C58}"/>
              </a:ext>
            </a:extLst>
          </p:cNvPr>
          <p:cNvSpPr/>
          <p:nvPr/>
        </p:nvSpPr>
        <p:spPr bwMode="auto">
          <a:xfrm>
            <a:off x="1208912" y="375982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412DE214-3365-1155-9101-B943D0F8942D}"/>
              </a:ext>
            </a:extLst>
          </p:cNvPr>
          <p:cNvSpPr/>
          <p:nvPr/>
        </p:nvSpPr>
        <p:spPr bwMode="auto">
          <a:xfrm>
            <a:off x="1205120" y="3417368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E0F5C3FD-C5D6-0A0D-A695-2E99C1369E8B}"/>
              </a:ext>
            </a:extLst>
          </p:cNvPr>
          <p:cNvSpPr/>
          <p:nvPr/>
        </p:nvSpPr>
        <p:spPr bwMode="auto">
          <a:xfrm>
            <a:off x="1217608" y="307731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93D1BA2D-E3EA-6D84-3C64-AC5EE80527CD}"/>
              </a:ext>
            </a:extLst>
          </p:cNvPr>
          <p:cNvSpPr/>
          <p:nvPr/>
        </p:nvSpPr>
        <p:spPr bwMode="auto">
          <a:xfrm>
            <a:off x="1213816" y="2734864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06" name="对象 105">
            <a:extLst>
              <a:ext uri="{FF2B5EF4-FFF2-40B4-BE49-F238E27FC236}">
                <a16:creationId xmlns:a16="http://schemas.microsoft.com/office/drawing/2014/main" id="{3D2E5099-B390-87DF-02E7-6DA34346C5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1463" y="5805264"/>
          <a:ext cx="2000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560" imgH="164880" progId="Equation.DSMT4">
                  <p:embed/>
                </p:oleObj>
              </mc:Choice>
              <mc:Fallback>
                <p:oleObj name="Equation" r:id="rId8" imgW="88560" imgH="164880" progId="Equation.DSMT4">
                  <p:embed/>
                  <p:pic>
                    <p:nvPicPr>
                      <p:cNvPr id="106" name="对象 105">
                        <a:extLst>
                          <a:ext uri="{FF2B5EF4-FFF2-40B4-BE49-F238E27FC236}">
                            <a16:creationId xmlns:a16="http://schemas.microsoft.com/office/drawing/2014/main" id="{3D2E5099-B390-87DF-02E7-6DA34346C5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41463" y="5805264"/>
                        <a:ext cx="200025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对象 106">
            <a:extLst>
              <a:ext uri="{FF2B5EF4-FFF2-40B4-BE49-F238E27FC236}">
                <a16:creationId xmlns:a16="http://schemas.microsoft.com/office/drawing/2014/main" id="{F7E41F1B-A0A7-CCA0-FCE3-4204817580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79562" y="5805264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720" imgH="164880" progId="Equation.DSMT4">
                  <p:embed/>
                </p:oleObj>
              </mc:Choice>
              <mc:Fallback>
                <p:oleObj name="Equation" r:id="rId10" imgW="126720" imgH="164880" progId="Equation.DSMT4">
                  <p:embed/>
                  <p:pic>
                    <p:nvPicPr>
                      <p:cNvPr id="107" name="对象 106">
                        <a:extLst>
                          <a:ext uri="{FF2B5EF4-FFF2-40B4-BE49-F238E27FC236}">
                            <a16:creationId xmlns:a16="http://schemas.microsoft.com/office/drawing/2014/main" id="{F7E41F1B-A0A7-CCA0-FCE3-4204817580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79562" y="5805264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对象 107">
            <a:extLst>
              <a:ext uri="{FF2B5EF4-FFF2-40B4-BE49-F238E27FC236}">
                <a16:creationId xmlns:a16="http://schemas.microsoft.com/office/drawing/2014/main" id="{6C519EA9-E1E0-C1F3-81F5-65162E2BF4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447" y="5805264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120" imgH="177480" progId="Equation.DSMT4">
                  <p:embed/>
                </p:oleObj>
              </mc:Choice>
              <mc:Fallback>
                <p:oleObj name="Equation" r:id="rId12" imgW="114120" imgH="177480" progId="Equation.DSMT4">
                  <p:embed/>
                  <p:pic>
                    <p:nvPicPr>
                      <p:cNvPr id="108" name="对象 107">
                        <a:extLst>
                          <a:ext uri="{FF2B5EF4-FFF2-40B4-BE49-F238E27FC236}">
                            <a16:creationId xmlns:a16="http://schemas.microsoft.com/office/drawing/2014/main" id="{6C519EA9-E1E0-C1F3-81F5-65162E2BF4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286447" y="5805264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对象 108">
            <a:extLst>
              <a:ext uri="{FF2B5EF4-FFF2-40B4-BE49-F238E27FC236}">
                <a16:creationId xmlns:a16="http://schemas.microsoft.com/office/drawing/2014/main" id="{BCD4D47B-2ABE-339B-46AF-8732040E84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1125" y="5805264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6720" imgH="164880" progId="Equation.DSMT4">
                  <p:embed/>
                </p:oleObj>
              </mc:Choice>
              <mc:Fallback>
                <p:oleObj name="Equation" r:id="rId14" imgW="126720" imgH="164880" progId="Equation.DSMT4">
                  <p:embed/>
                  <p:pic>
                    <p:nvPicPr>
                      <p:cNvPr id="109" name="对象 108">
                        <a:extLst>
                          <a:ext uri="{FF2B5EF4-FFF2-40B4-BE49-F238E27FC236}">
                            <a16:creationId xmlns:a16="http://schemas.microsoft.com/office/drawing/2014/main" id="{BCD4D47B-2ABE-339B-46AF-8732040E84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651125" y="5805264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" name="对象 109">
            <a:extLst>
              <a:ext uri="{FF2B5EF4-FFF2-40B4-BE49-F238E27FC236}">
                <a16:creationId xmlns:a16="http://schemas.microsoft.com/office/drawing/2014/main" id="{253F474F-8807-3FBB-C4C7-7F13A8CC73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4825" y="5805488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4120" imgH="177480" progId="Equation.DSMT4">
                  <p:embed/>
                </p:oleObj>
              </mc:Choice>
              <mc:Fallback>
                <p:oleObj name="Equation" r:id="rId16" imgW="114120" imgH="177480" progId="Equation.DSMT4">
                  <p:embed/>
                  <p:pic>
                    <p:nvPicPr>
                      <p:cNvPr id="110" name="对象 109">
                        <a:extLst>
                          <a:ext uri="{FF2B5EF4-FFF2-40B4-BE49-F238E27FC236}">
                            <a16:creationId xmlns:a16="http://schemas.microsoft.com/office/drawing/2014/main" id="{253F474F-8807-3FBB-C4C7-7F13A8CC73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044825" y="5805488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对象 110">
            <a:extLst>
              <a:ext uri="{FF2B5EF4-FFF2-40B4-BE49-F238E27FC236}">
                <a16:creationId xmlns:a16="http://schemas.microsoft.com/office/drawing/2014/main" id="{1AC04EAB-4A5D-1D0E-E643-EACA4C3918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4238" y="5805488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6720" imgH="177480" progId="Equation.DSMT4">
                  <p:embed/>
                </p:oleObj>
              </mc:Choice>
              <mc:Fallback>
                <p:oleObj name="Equation" r:id="rId18" imgW="126720" imgH="177480" progId="Equation.DSMT4">
                  <p:embed/>
                  <p:pic>
                    <p:nvPicPr>
                      <p:cNvPr id="111" name="对象 110">
                        <a:extLst>
                          <a:ext uri="{FF2B5EF4-FFF2-40B4-BE49-F238E27FC236}">
                            <a16:creationId xmlns:a16="http://schemas.microsoft.com/office/drawing/2014/main" id="{1AC04EAB-4A5D-1D0E-E643-EACA4C3918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424238" y="5805488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" name="对象 111">
            <a:extLst>
              <a:ext uri="{FF2B5EF4-FFF2-40B4-BE49-F238E27FC236}">
                <a16:creationId xmlns:a16="http://schemas.microsoft.com/office/drawing/2014/main" id="{336A24C1-F7ED-0C84-1C9C-4AF2AD3FAB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5238" y="5805264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6720" imgH="177480" progId="Equation.DSMT4">
                  <p:embed/>
                </p:oleObj>
              </mc:Choice>
              <mc:Fallback>
                <p:oleObj name="Equation" r:id="rId20" imgW="126720" imgH="177480" progId="Equation.DSMT4">
                  <p:embed/>
                  <p:pic>
                    <p:nvPicPr>
                      <p:cNvPr id="112" name="对象 111">
                        <a:extLst>
                          <a:ext uri="{FF2B5EF4-FFF2-40B4-BE49-F238E27FC236}">
                            <a16:creationId xmlns:a16="http://schemas.microsoft.com/office/drawing/2014/main" id="{336A24C1-F7ED-0C84-1C9C-4AF2AD3FAB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805238" y="5805264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" name="对象 112">
            <a:extLst>
              <a:ext uri="{FF2B5EF4-FFF2-40B4-BE49-F238E27FC236}">
                <a16:creationId xmlns:a16="http://schemas.microsoft.com/office/drawing/2014/main" id="{EA10E9FF-2E92-F2BE-937D-95675676AE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00525" y="5791200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4120" imgH="177480" progId="Equation.DSMT4">
                  <p:embed/>
                </p:oleObj>
              </mc:Choice>
              <mc:Fallback>
                <p:oleObj name="Equation" r:id="rId22" imgW="114120" imgH="177480" progId="Equation.DSMT4">
                  <p:embed/>
                  <p:pic>
                    <p:nvPicPr>
                      <p:cNvPr id="113" name="对象 112">
                        <a:extLst>
                          <a:ext uri="{FF2B5EF4-FFF2-40B4-BE49-F238E27FC236}">
                            <a16:creationId xmlns:a16="http://schemas.microsoft.com/office/drawing/2014/main" id="{EA10E9FF-2E92-F2BE-937D-95675676AE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200525" y="5791200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" name="对象 113">
            <a:extLst>
              <a:ext uri="{FF2B5EF4-FFF2-40B4-BE49-F238E27FC236}">
                <a16:creationId xmlns:a16="http://schemas.microsoft.com/office/drawing/2014/main" id="{3EC9F064-5677-B034-C47E-1334981D97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1194" y="5805264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14120" imgH="177480" progId="Equation.DSMT4">
                  <p:embed/>
                </p:oleObj>
              </mc:Choice>
              <mc:Fallback>
                <p:oleObj name="Equation" r:id="rId24" imgW="114120" imgH="177480" progId="Equation.DSMT4">
                  <p:embed/>
                  <p:pic>
                    <p:nvPicPr>
                      <p:cNvPr id="114" name="对象 113">
                        <a:extLst>
                          <a:ext uri="{FF2B5EF4-FFF2-40B4-BE49-F238E27FC236}">
                            <a16:creationId xmlns:a16="http://schemas.microsoft.com/office/drawing/2014/main" id="{3EC9F064-5677-B034-C47E-1334981D97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581194" y="5805264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对象 114">
            <a:extLst>
              <a:ext uri="{FF2B5EF4-FFF2-40B4-BE49-F238E27FC236}">
                <a16:creationId xmlns:a16="http://schemas.microsoft.com/office/drawing/2014/main" id="{07238D51-8BAA-92E7-676E-3CE5A4653D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54332" y="5805264"/>
          <a:ext cx="2000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88560" imgH="164880" progId="Equation.DSMT4">
                  <p:embed/>
                </p:oleObj>
              </mc:Choice>
              <mc:Fallback>
                <p:oleObj name="Equation" r:id="rId26" imgW="88560" imgH="164880" progId="Equation.DSMT4">
                  <p:embed/>
                  <p:pic>
                    <p:nvPicPr>
                      <p:cNvPr id="115" name="对象 114">
                        <a:extLst>
                          <a:ext uri="{FF2B5EF4-FFF2-40B4-BE49-F238E27FC236}">
                            <a16:creationId xmlns:a16="http://schemas.microsoft.com/office/drawing/2014/main" id="{07238D51-8BAA-92E7-676E-3CE5A4653D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54332" y="5805264"/>
                        <a:ext cx="200025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对象 115">
            <a:extLst>
              <a:ext uri="{FF2B5EF4-FFF2-40B4-BE49-F238E27FC236}">
                <a16:creationId xmlns:a16="http://schemas.microsoft.com/office/drawing/2014/main" id="{6EDFCE25-3184-81D4-1FC7-56CE59C68F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92431" y="5805264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26720" imgH="164880" progId="Equation.DSMT4">
                  <p:embed/>
                </p:oleObj>
              </mc:Choice>
              <mc:Fallback>
                <p:oleObj name="Equation" r:id="rId27" imgW="126720" imgH="164880" progId="Equation.DSMT4">
                  <p:embed/>
                  <p:pic>
                    <p:nvPicPr>
                      <p:cNvPr id="116" name="对象 115">
                        <a:extLst>
                          <a:ext uri="{FF2B5EF4-FFF2-40B4-BE49-F238E27FC236}">
                            <a16:creationId xmlns:a16="http://schemas.microsoft.com/office/drawing/2014/main" id="{6EDFCE25-3184-81D4-1FC7-56CE59C68F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92431" y="5805264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" name="对象 116">
            <a:extLst>
              <a:ext uri="{FF2B5EF4-FFF2-40B4-BE49-F238E27FC236}">
                <a16:creationId xmlns:a16="http://schemas.microsoft.com/office/drawing/2014/main" id="{0A511F10-D787-9596-F60F-1C7504007A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9316" y="5805264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14120" imgH="177480" progId="Equation.DSMT4">
                  <p:embed/>
                </p:oleObj>
              </mc:Choice>
              <mc:Fallback>
                <p:oleObj name="Equation" r:id="rId28" imgW="114120" imgH="177480" progId="Equation.DSMT4">
                  <p:embed/>
                  <p:pic>
                    <p:nvPicPr>
                      <p:cNvPr id="117" name="对象 116">
                        <a:extLst>
                          <a:ext uri="{FF2B5EF4-FFF2-40B4-BE49-F238E27FC236}">
                            <a16:creationId xmlns:a16="http://schemas.microsoft.com/office/drawing/2014/main" id="{0A511F10-D787-9596-F60F-1C7504007A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299316" y="5805264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对象 117">
            <a:extLst>
              <a:ext uri="{FF2B5EF4-FFF2-40B4-BE49-F238E27FC236}">
                <a16:creationId xmlns:a16="http://schemas.microsoft.com/office/drawing/2014/main" id="{93037CCE-3FBA-509B-889B-B9EA60ECC5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3994" y="5805264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26720" imgH="164880" progId="Equation.DSMT4">
                  <p:embed/>
                </p:oleObj>
              </mc:Choice>
              <mc:Fallback>
                <p:oleObj name="Equation" r:id="rId29" imgW="126720" imgH="164880" progId="Equation.DSMT4">
                  <p:embed/>
                  <p:pic>
                    <p:nvPicPr>
                      <p:cNvPr id="118" name="对象 117">
                        <a:extLst>
                          <a:ext uri="{FF2B5EF4-FFF2-40B4-BE49-F238E27FC236}">
                            <a16:creationId xmlns:a16="http://schemas.microsoft.com/office/drawing/2014/main" id="{93037CCE-3FBA-509B-889B-B9EA60ECC5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663994" y="5805264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" name="对象 118">
            <a:extLst>
              <a:ext uri="{FF2B5EF4-FFF2-40B4-BE49-F238E27FC236}">
                <a16:creationId xmlns:a16="http://schemas.microsoft.com/office/drawing/2014/main" id="{DE8C87F5-C476-259C-E89D-1FEA05AAFE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7694" y="5805488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14120" imgH="177480" progId="Equation.DSMT4">
                  <p:embed/>
                </p:oleObj>
              </mc:Choice>
              <mc:Fallback>
                <p:oleObj name="Equation" r:id="rId30" imgW="114120" imgH="177480" progId="Equation.DSMT4">
                  <p:embed/>
                  <p:pic>
                    <p:nvPicPr>
                      <p:cNvPr id="119" name="对象 118">
                        <a:extLst>
                          <a:ext uri="{FF2B5EF4-FFF2-40B4-BE49-F238E27FC236}">
                            <a16:creationId xmlns:a16="http://schemas.microsoft.com/office/drawing/2014/main" id="{DE8C87F5-C476-259C-E89D-1FEA05AAFE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057694" y="5805488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对象 119">
            <a:extLst>
              <a:ext uri="{FF2B5EF4-FFF2-40B4-BE49-F238E27FC236}">
                <a16:creationId xmlns:a16="http://schemas.microsoft.com/office/drawing/2014/main" id="{5823A1F2-13FF-2424-3525-046A7F0F49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7107" y="5805488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26720" imgH="177480" progId="Equation.DSMT4">
                  <p:embed/>
                </p:oleObj>
              </mc:Choice>
              <mc:Fallback>
                <p:oleObj name="Equation" r:id="rId31" imgW="126720" imgH="177480" progId="Equation.DSMT4">
                  <p:embed/>
                  <p:pic>
                    <p:nvPicPr>
                      <p:cNvPr id="120" name="对象 119">
                        <a:extLst>
                          <a:ext uri="{FF2B5EF4-FFF2-40B4-BE49-F238E27FC236}">
                            <a16:creationId xmlns:a16="http://schemas.microsoft.com/office/drawing/2014/main" id="{5823A1F2-13FF-2424-3525-046A7F0F49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437107" y="5805488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对象 120">
            <a:extLst>
              <a:ext uri="{FF2B5EF4-FFF2-40B4-BE49-F238E27FC236}">
                <a16:creationId xmlns:a16="http://schemas.microsoft.com/office/drawing/2014/main" id="{DF320C53-6C84-6D8E-3202-FFAE51A106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8107" y="5805264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26720" imgH="177480" progId="Equation.DSMT4">
                  <p:embed/>
                </p:oleObj>
              </mc:Choice>
              <mc:Fallback>
                <p:oleObj name="Equation" r:id="rId32" imgW="126720" imgH="177480" progId="Equation.DSMT4">
                  <p:embed/>
                  <p:pic>
                    <p:nvPicPr>
                      <p:cNvPr id="121" name="对象 120">
                        <a:extLst>
                          <a:ext uri="{FF2B5EF4-FFF2-40B4-BE49-F238E27FC236}">
                            <a16:creationId xmlns:a16="http://schemas.microsoft.com/office/drawing/2014/main" id="{DF320C53-6C84-6D8E-3202-FFAE51A106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818107" y="5805264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对象 121">
            <a:extLst>
              <a:ext uri="{FF2B5EF4-FFF2-40B4-BE49-F238E27FC236}">
                <a16:creationId xmlns:a16="http://schemas.microsoft.com/office/drawing/2014/main" id="{449B2BA7-F2F2-69A8-477D-038DEF84A9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0645" y="2908908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14120" imgH="177480" progId="Equation.DSMT4">
                  <p:embed/>
                </p:oleObj>
              </mc:Choice>
              <mc:Fallback>
                <p:oleObj name="Equation" r:id="rId33" imgW="114120" imgH="177480" progId="Equation.DSMT4">
                  <p:embed/>
                  <p:pic>
                    <p:nvPicPr>
                      <p:cNvPr id="122" name="对象 121">
                        <a:extLst>
                          <a:ext uri="{FF2B5EF4-FFF2-40B4-BE49-F238E27FC236}">
                            <a16:creationId xmlns:a16="http://schemas.microsoft.com/office/drawing/2014/main" id="{449B2BA7-F2F2-69A8-477D-038DEF84A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010645" y="2908908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" name="对象 122">
            <a:extLst>
              <a:ext uri="{FF2B5EF4-FFF2-40B4-BE49-F238E27FC236}">
                <a16:creationId xmlns:a16="http://schemas.microsoft.com/office/drawing/2014/main" id="{93E1F1EE-B2B7-5017-442A-3AB082F14C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1203" y="2579688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14120" imgH="177480" progId="Equation.DSMT4">
                  <p:embed/>
                </p:oleObj>
              </mc:Choice>
              <mc:Fallback>
                <p:oleObj name="Equation" r:id="rId34" imgW="114120" imgH="177480" progId="Equation.DSMT4">
                  <p:embed/>
                  <p:pic>
                    <p:nvPicPr>
                      <p:cNvPr id="123" name="对象 122">
                        <a:extLst>
                          <a:ext uri="{FF2B5EF4-FFF2-40B4-BE49-F238E27FC236}">
                            <a16:creationId xmlns:a16="http://schemas.microsoft.com/office/drawing/2014/main" id="{93E1F1EE-B2B7-5017-442A-3AB082F14C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91203" y="2579688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" name="对象 123">
            <a:extLst>
              <a:ext uri="{FF2B5EF4-FFF2-40B4-BE49-F238E27FC236}">
                <a16:creationId xmlns:a16="http://schemas.microsoft.com/office/drawing/2014/main" id="{7E90B596-DBAC-CDDC-8BEC-973FCB7FDF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4964" y="5265428"/>
          <a:ext cx="2000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88560" imgH="164880" progId="Equation.DSMT4">
                  <p:embed/>
                </p:oleObj>
              </mc:Choice>
              <mc:Fallback>
                <p:oleObj name="Equation" r:id="rId35" imgW="88560" imgH="164880" progId="Equation.DSMT4">
                  <p:embed/>
                  <p:pic>
                    <p:nvPicPr>
                      <p:cNvPr id="124" name="对象 123">
                        <a:extLst>
                          <a:ext uri="{FF2B5EF4-FFF2-40B4-BE49-F238E27FC236}">
                            <a16:creationId xmlns:a16="http://schemas.microsoft.com/office/drawing/2014/main" id="{7E90B596-DBAC-CDDC-8BEC-973FCB7FDF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14964" y="5265428"/>
                        <a:ext cx="200025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" name="对象 124">
            <a:extLst>
              <a:ext uri="{FF2B5EF4-FFF2-40B4-BE49-F238E27FC236}">
                <a16:creationId xmlns:a16="http://schemas.microsoft.com/office/drawing/2014/main" id="{FF5E7AA0-9140-028B-0F71-A82BF9E73A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0218" y="4934296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26720" imgH="164880" progId="Equation.DSMT4">
                  <p:embed/>
                </p:oleObj>
              </mc:Choice>
              <mc:Fallback>
                <p:oleObj name="Equation" r:id="rId36" imgW="126720" imgH="164880" progId="Equation.DSMT4">
                  <p:embed/>
                  <p:pic>
                    <p:nvPicPr>
                      <p:cNvPr id="125" name="对象 124">
                        <a:extLst>
                          <a:ext uri="{FF2B5EF4-FFF2-40B4-BE49-F238E27FC236}">
                            <a16:creationId xmlns:a16="http://schemas.microsoft.com/office/drawing/2014/main" id="{FF5E7AA0-9140-028B-0F71-A82BF9E73A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80218" y="4934296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对象 125">
            <a:extLst>
              <a:ext uri="{FF2B5EF4-FFF2-40B4-BE49-F238E27FC236}">
                <a16:creationId xmlns:a16="http://schemas.microsoft.com/office/drawing/2014/main" id="{E9E44598-8252-6DE4-3CB0-4469533AB7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2560" y="4590673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14120" imgH="177480" progId="Equation.DSMT4">
                  <p:embed/>
                </p:oleObj>
              </mc:Choice>
              <mc:Fallback>
                <p:oleObj name="Equation" r:id="rId37" imgW="114120" imgH="177480" progId="Equation.DSMT4">
                  <p:embed/>
                  <p:pic>
                    <p:nvPicPr>
                      <p:cNvPr id="126" name="对象 125">
                        <a:extLst>
                          <a:ext uri="{FF2B5EF4-FFF2-40B4-BE49-F238E27FC236}">
                            <a16:creationId xmlns:a16="http://schemas.microsoft.com/office/drawing/2014/main" id="{E9E44598-8252-6DE4-3CB0-4469533AB7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92560" y="4590673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" name="对象 126">
            <a:extLst>
              <a:ext uri="{FF2B5EF4-FFF2-40B4-BE49-F238E27FC236}">
                <a16:creationId xmlns:a16="http://schemas.microsoft.com/office/drawing/2014/main" id="{B74FD861-EE8F-BBAE-6FEA-17794D0030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0134" y="4247522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26720" imgH="164880" progId="Equation.DSMT4">
                  <p:embed/>
                </p:oleObj>
              </mc:Choice>
              <mc:Fallback>
                <p:oleObj name="Equation" r:id="rId38" imgW="126720" imgH="164880" progId="Equation.DSMT4">
                  <p:embed/>
                  <p:pic>
                    <p:nvPicPr>
                      <p:cNvPr id="127" name="对象 126">
                        <a:extLst>
                          <a:ext uri="{FF2B5EF4-FFF2-40B4-BE49-F238E27FC236}">
                            <a16:creationId xmlns:a16="http://schemas.microsoft.com/office/drawing/2014/main" id="{B74FD861-EE8F-BBAE-6FEA-17794D0030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80134" y="4247522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对象 127">
            <a:extLst>
              <a:ext uri="{FF2B5EF4-FFF2-40B4-BE49-F238E27FC236}">
                <a16:creationId xmlns:a16="http://schemas.microsoft.com/office/drawing/2014/main" id="{56791C37-3EF6-0CAE-9250-E33A42DF21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6297" y="3926464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14120" imgH="177480" progId="Equation.DSMT4">
                  <p:embed/>
                </p:oleObj>
              </mc:Choice>
              <mc:Fallback>
                <p:oleObj name="Equation" r:id="rId39" imgW="114120" imgH="177480" progId="Equation.DSMT4">
                  <p:embed/>
                  <p:pic>
                    <p:nvPicPr>
                      <p:cNvPr id="128" name="对象 127">
                        <a:extLst>
                          <a:ext uri="{FF2B5EF4-FFF2-40B4-BE49-F238E27FC236}">
                            <a16:creationId xmlns:a16="http://schemas.microsoft.com/office/drawing/2014/main" id="{56791C37-3EF6-0CAE-9250-E33A42DF21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006297" y="3926464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对象 128">
            <a:extLst>
              <a:ext uri="{FF2B5EF4-FFF2-40B4-BE49-F238E27FC236}">
                <a16:creationId xmlns:a16="http://schemas.microsoft.com/office/drawing/2014/main" id="{9B412BB0-47C9-7102-2A9E-5567F8EBA8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2560" y="3586536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126720" imgH="177480" progId="Equation.DSMT4">
                  <p:embed/>
                </p:oleObj>
              </mc:Choice>
              <mc:Fallback>
                <p:oleObj name="Equation" r:id="rId40" imgW="126720" imgH="177480" progId="Equation.DSMT4">
                  <p:embed/>
                  <p:pic>
                    <p:nvPicPr>
                      <p:cNvPr id="129" name="对象 128">
                        <a:extLst>
                          <a:ext uri="{FF2B5EF4-FFF2-40B4-BE49-F238E27FC236}">
                            <a16:creationId xmlns:a16="http://schemas.microsoft.com/office/drawing/2014/main" id="{9B412BB0-47C9-7102-2A9E-5567F8EBA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92560" y="3586536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" name="对象 129">
            <a:extLst>
              <a:ext uri="{FF2B5EF4-FFF2-40B4-BE49-F238E27FC236}">
                <a16:creationId xmlns:a16="http://schemas.microsoft.com/office/drawing/2014/main" id="{89B42A13-EA12-5888-15E7-A89AF56098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0134" y="3255754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26720" imgH="177480" progId="Equation.DSMT4">
                  <p:embed/>
                </p:oleObj>
              </mc:Choice>
              <mc:Fallback>
                <p:oleObj name="Equation" r:id="rId41" imgW="126720" imgH="177480" progId="Equation.DSMT4">
                  <p:embed/>
                  <p:pic>
                    <p:nvPicPr>
                      <p:cNvPr id="130" name="对象 129">
                        <a:extLst>
                          <a:ext uri="{FF2B5EF4-FFF2-40B4-BE49-F238E27FC236}">
                            <a16:creationId xmlns:a16="http://schemas.microsoft.com/office/drawing/2014/main" id="{89B42A13-EA12-5888-15E7-A89AF56098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80134" y="3255754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1ABAB54B-7B96-3000-081E-ED993846D1A5}"/>
              </a:ext>
            </a:extLst>
          </p:cNvPr>
          <p:cNvCxnSpPr/>
          <p:nvPr/>
        </p:nvCxnSpPr>
        <p:spPr bwMode="auto">
          <a:xfrm>
            <a:off x="526655" y="3069944"/>
            <a:ext cx="3053327" cy="333266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CFE0E684-9E54-1F01-3D2E-01F1BDEFA2D0}"/>
              </a:ext>
            </a:extLst>
          </p:cNvPr>
          <p:cNvCxnSpPr/>
          <p:nvPr/>
        </p:nvCxnSpPr>
        <p:spPr bwMode="auto">
          <a:xfrm>
            <a:off x="128464" y="4590673"/>
            <a:ext cx="4329236" cy="147791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9F1FAC5D-8EF8-C678-861C-101E9BB4F20B}"/>
              </a:ext>
            </a:extLst>
          </p:cNvPr>
          <p:cNvCxnSpPr/>
          <p:nvPr/>
        </p:nvCxnSpPr>
        <p:spPr bwMode="auto">
          <a:xfrm flipH="1">
            <a:off x="2079638" y="4623512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EAA6BD7D-B8B3-05FF-A15B-9EF5350485BD}"/>
              </a:ext>
            </a:extLst>
          </p:cNvPr>
          <p:cNvCxnSpPr/>
          <p:nvPr/>
        </p:nvCxnSpPr>
        <p:spPr bwMode="auto">
          <a:xfrm flipH="1">
            <a:off x="2247092" y="4768503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7D3E1363-E1C1-E349-3334-B143FA8E3085}"/>
              </a:ext>
            </a:extLst>
          </p:cNvPr>
          <p:cNvCxnSpPr/>
          <p:nvPr/>
        </p:nvCxnSpPr>
        <p:spPr bwMode="auto">
          <a:xfrm flipH="1">
            <a:off x="2384438" y="4941168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E2A857F0-AED1-DC25-4FEB-3B122827AECF}"/>
              </a:ext>
            </a:extLst>
          </p:cNvPr>
          <p:cNvCxnSpPr/>
          <p:nvPr/>
        </p:nvCxnSpPr>
        <p:spPr bwMode="auto">
          <a:xfrm flipH="1">
            <a:off x="2536838" y="5127568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DD169B14-508D-8081-E67F-095627ABBB55}"/>
              </a:ext>
            </a:extLst>
          </p:cNvPr>
          <p:cNvCxnSpPr/>
          <p:nvPr/>
        </p:nvCxnSpPr>
        <p:spPr bwMode="auto">
          <a:xfrm flipH="1">
            <a:off x="2689238" y="5271584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" name="直接连接符 137">
            <a:extLst>
              <a:ext uri="{FF2B5EF4-FFF2-40B4-BE49-F238E27FC236}">
                <a16:creationId xmlns:a16="http://schemas.microsoft.com/office/drawing/2014/main" id="{11BFD5BE-F238-8C2C-754F-6FD560FD664A}"/>
              </a:ext>
            </a:extLst>
          </p:cNvPr>
          <p:cNvCxnSpPr/>
          <p:nvPr/>
        </p:nvCxnSpPr>
        <p:spPr bwMode="auto">
          <a:xfrm flipH="1">
            <a:off x="2841638" y="5487608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C289AE44-400F-D50F-1C86-BB104E7B616F}"/>
              </a:ext>
            </a:extLst>
          </p:cNvPr>
          <p:cNvCxnSpPr/>
          <p:nvPr/>
        </p:nvCxnSpPr>
        <p:spPr bwMode="auto">
          <a:xfrm flipH="1">
            <a:off x="2989757" y="5631624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41E2B438-5F77-FB45-E268-6CB42E12DD93}"/>
              </a:ext>
            </a:extLst>
          </p:cNvPr>
          <p:cNvCxnSpPr/>
          <p:nvPr/>
        </p:nvCxnSpPr>
        <p:spPr bwMode="auto">
          <a:xfrm flipH="1">
            <a:off x="1744744" y="4244539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BAF29C3D-5151-9FD1-43D3-5D62F0D3AB3F}"/>
              </a:ext>
            </a:extLst>
          </p:cNvPr>
          <p:cNvCxnSpPr/>
          <p:nvPr/>
        </p:nvCxnSpPr>
        <p:spPr bwMode="auto">
          <a:xfrm flipH="1">
            <a:off x="1897144" y="4427677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C515AF5A-CC76-F5EB-CEA8-8B64010D304B}"/>
              </a:ext>
            </a:extLst>
          </p:cNvPr>
          <p:cNvCxnSpPr/>
          <p:nvPr/>
        </p:nvCxnSpPr>
        <p:spPr bwMode="auto">
          <a:xfrm flipH="1">
            <a:off x="1482834" y="3914985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A361DCBB-99AF-4345-6366-571EA4A2377F}"/>
              </a:ext>
            </a:extLst>
          </p:cNvPr>
          <p:cNvCxnSpPr/>
          <p:nvPr/>
        </p:nvCxnSpPr>
        <p:spPr bwMode="auto">
          <a:xfrm flipH="1">
            <a:off x="1618707" y="4084059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C3C20FB6-0A73-24E2-4CE1-F0DCD372682F}"/>
              </a:ext>
            </a:extLst>
          </p:cNvPr>
          <p:cNvCxnSpPr/>
          <p:nvPr/>
        </p:nvCxnSpPr>
        <p:spPr bwMode="auto">
          <a:xfrm flipH="1">
            <a:off x="1475614" y="4869160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E5EFD15F-019E-3E49-ADD1-43FFAC457546}"/>
              </a:ext>
            </a:extLst>
          </p:cNvPr>
          <p:cNvCxnSpPr/>
          <p:nvPr/>
        </p:nvCxnSpPr>
        <p:spPr bwMode="auto">
          <a:xfrm flipH="1">
            <a:off x="1688936" y="4945632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41E93A50-063F-F61B-D7D4-0EC0C45B7DF7}"/>
              </a:ext>
            </a:extLst>
          </p:cNvPr>
          <p:cNvCxnSpPr/>
          <p:nvPr/>
        </p:nvCxnSpPr>
        <p:spPr bwMode="auto">
          <a:xfrm flipH="1">
            <a:off x="1905516" y="5008119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208C6D60-152A-1478-BB94-9A9DF991536F}"/>
              </a:ext>
            </a:extLst>
          </p:cNvPr>
          <p:cNvCxnSpPr/>
          <p:nvPr/>
        </p:nvCxnSpPr>
        <p:spPr bwMode="auto">
          <a:xfrm flipH="1">
            <a:off x="2114398" y="5084591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A4535D8C-94FD-BF5B-314E-FF0AA9463A87}"/>
              </a:ext>
            </a:extLst>
          </p:cNvPr>
          <p:cNvCxnSpPr/>
          <p:nvPr/>
        </p:nvCxnSpPr>
        <p:spPr bwMode="auto">
          <a:xfrm flipH="1">
            <a:off x="605416" y="4580182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4D4883D6-4BC6-EC46-D11D-681A6658798D}"/>
              </a:ext>
            </a:extLst>
          </p:cNvPr>
          <p:cNvCxnSpPr/>
          <p:nvPr/>
        </p:nvCxnSpPr>
        <p:spPr bwMode="auto">
          <a:xfrm flipH="1">
            <a:off x="818738" y="4656654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E471BB58-B209-D066-2CBF-8D0265E95471}"/>
              </a:ext>
            </a:extLst>
          </p:cNvPr>
          <p:cNvCxnSpPr/>
          <p:nvPr/>
        </p:nvCxnSpPr>
        <p:spPr bwMode="auto">
          <a:xfrm flipH="1">
            <a:off x="1035318" y="4719141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0E0F8831-99B3-3BB1-CCD2-2E525A70E905}"/>
              </a:ext>
            </a:extLst>
          </p:cNvPr>
          <p:cNvCxnSpPr/>
          <p:nvPr/>
        </p:nvCxnSpPr>
        <p:spPr bwMode="auto">
          <a:xfrm flipH="1">
            <a:off x="1244200" y="4795613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F85CEED7-D83E-ED2A-8F3A-16A0FED76972}"/>
              </a:ext>
            </a:extLst>
          </p:cNvPr>
          <p:cNvCxnSpPr/>
          <p:nvPr/>
        </p:nvCxnSpPr>
        <p:spPr bwMode="auto">
          <a:xfrm flipH="1">
            <a:off x="2320784" y="5161063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C422829C-77AA-2A76-CA99-8D82A4E22544}"/>
              </a:ext>
            </a:extLst>
          </p:cNvPr>
          <p:cNvCxnSpPr/>
          <p:nvPr/>
        </p:nvCxnSpPr>
        <p:spPr bwMode="auto">
          <a:xfrm flipH="1">
            <a:off x="3224838" y="5480745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976C01F2-8E35-5A86-26CD-DEBFFF22FF82}"/>
              </a:ext>
            </a:extLst>
          </p:cNvPr>
          <p:cNvCxnSpPr/>
          <p:nvPr/>
        </p:nvCxnSpPr>
        <p:spPr bwMode="auto">
          <a:xfrm>
            <a:off x="975435" y="2008124"/>
            <a:ext cx="2434513" cy="446099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7030A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31981F7B-DDE3-34F0-3BC4-F8CB5999D137}"/>
              </a:ext>
            </a:extLst>
          </p:cNvPr>
          <p:cNvCxnSpPr/>
          <p:nvPr/>
        </p:nvCxnSpPr>
        <p:spPr bwMode="auto">
          <a:xfrm flipH="1">
            <a:off x="3057693" y="4656654"/>
            <a:ext cx="665164" cy="107660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57" name="对象 156">
            <a:extLst>
              <a:ext uri="{FF2B5EF4-FFF2-40B4-BE49-F238E27FC236}">
                <a16:creationId xmlns:a16="http://schemas.microsoft.com/office/drawing/2014/main" id="{848F61C0-4F0C-D307-A88B-AA217C93CB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642067"/>
              </p:ext>
            </p:extLst>
          </p:nvPr>
        </p:nvGraphicFramePr>
        <p:xfrm>
          <a:off x="3053636" y="4134875"/>
          <a:ext cx="1975143" cy="493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1015920" imgH="253800" progId="Equation.DSMT4">
                  <p:embed/>
                </p:oleObj>
              </mc:Choice>
              <mc:Fallback>
                <p:oleObj name="Equation" r:id="rId42" imgW="1015920" imgH="253800" progId="Equation.DSMT4">
                  <p:embed/>
                  <p:pic>
                    <p:nvPicPr>
                      <p:cNvPr id="157" name="对象 156">
                        <a:extLst>
                          <a:ext uri="{FF2B5EF4-FFF2-40B4-BE49-F238E27FC236}">
                            <a16:creationId xmlns:a16="http://schemas.microsoft.com/office/drawing/2014/main" id="{848F61C0-4F0C-D307-A88B-AA217C93CB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3053636" y="4134875"/>
                        <a:ext cx="1975143" cy="4935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" name="对象 157">
            <a:extLst>
              <a:ext uri="{FF2B5EF4-FFF2-40B4-BE49-F238E27FC236}">
                <a16:creationId xmlns:a16="http://schemas.microsoft.com/office/drawing/2014/main" id="{F8776BC1-DB20-A41E-D00C-C8D32C3F2B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7195" y="5333990"/>
          <a:ext cx="3143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139680" imgH="139680" progId="Equation.DSMT4">
                  <p:embed/>
                </p:oleObj>
              </mc:Choice>
              <mc:Fallback>
                <p:oleObj name="Equation" r:id="rId44" imgW="139680" imgH="139680" progId="Equation.DSMT4">
                  <p:embed/>
                  <p:pic>
                    <p:nvPicPr>
                      <p:cNvPr id="158" name="对象 157">
                        <a:extLst>
                          <a:ext uri="{FF2B5EF4-FFF2-40B4-BE49-F238E27FC236}">
                            <a16:creationId xmlns:a16="http://schemas.microsoft.com/office/drawing/2014/main" id="{F8776BC1-DB20-A41E-D00C-C8D32C3F2B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497195" y="5333990"/>
                        <a:ext cx="31432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" name="对象 159">
            <a:extLst>
              <a:ext uri="{FF2B5EF4-FFF2-40B4-BE49-F238E27FC236}">
                <a16:creationId xmlns:a16="http://schemas.microsoft.com/office/drawing/2014/main" id="{27B6ADA7-76EB-6A80-EBDE-E3E3B53235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9655" y="5346923"/>
          <a:ext cx="3143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139680" imgH="139680" progId="Equation.DSMT4">
                  <p:embed/>
                </p:oleObj>
              </mc:Choice>
              <mc:Fallback>
                <p:oleObj name="Equation" r:id="rId46" imgW="139680" imgH="139680" progId="Equation.DSMT4">
                  <p:embed/>
                  <p:pic>
                    <p:nvPicPr>
                      <p:cNvPr id="160" name="对象 159">
                        <a:extLst>
                          <a:ext uri="{FF2B5EF4-FFF2-40B4-BE49-F238E27FC236}">
                            <a16:creationId xmlns:a16="http://schemas.microsoft.com/office/drawing/2014/main" id="{27B6ADA7-76EB-6A80-EBDE-E3E3B53235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849655" y="5346923"/>
                        <a:ext cx="31432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" name="对象 161">
            <a:extLst>
              <a:ext uri="{FF2B5EF4-FFF2-40B4-BE49-F238E27FC236}">
                <a16:creationId xmlns:a16="http://schemas.microsoft.com/office/drawing/2014/main" id="{0107FB92-DA41-6DB1-37AF-F6700A61E9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0323" y="5058891"/>
          <a:ext cx="3143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139680" imgH="139680" progId="Equation.DSMT4">
                  <p:embed/>
                </p:oleObj>
              </mc:Choice>
              <mc:Fallback>
                <p:oleObj name="Equation" r:id="rId47" imgW="139680" imgH="139680" progId="Equation.DSMT4">
                  <p:embed/>
                  <p:pic>
                    <p:nvPicPr>
                      <p:cNvPr id="162" name="对象 161">
                        <a:extLst>
                          <a:ext uri="{FF2B5EF4-FFF2-40B4-BE49-F238E27FC236}">
                            <a16:creationId xmlns:a16="http://schemas.microsoft.com/office/drawing/2014/main" id="{0107FB92-DA41-6DB1-37AF-F6700A61E9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470323" y="5058891"/>
                        <a:ext cx="31432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" name="对象 163">
            <a:extLst>
              <a:ext uri="{FF2B5EF4-FFF2-40B4-BE49-F238E27FC236}">
                <a16:creationId xmlns:a16="http://schemas.microsoft.com/office/drawing/2014/main" id="{110015D8-D698-6781-7849-0FC6E42656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4177" y="5363366"/>
          <a:ext cx="3143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139680" imgH="139680" progId="Equation.DSMT4">
                  <p:embed/>
                </p:oleObj>
              </mc:Choice>
              <mc:Fallback>
                <p:oleObj name="Equation" r:id="rId48" imgW="139680" imgH="139680" progId="Equation.DSMT4">
                  <p:embed/>
                  <p:pic>
                    <p:nvPicPr>
                      <p:cNvPr id="164" name="对象 163">
                        <a:extLst>
                          <a:ext uri="{FF2B5EF4-FFF2-40B4-BE49-F238E27FC236}">
                            <a16:creationId xmlns:a16="http://schemas.microsoft.com/office/drawing/2014/main" id="{110015D8-D698-6781-7849-0FC6E42656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2204177" y="5363366"/>
                        <a:ext cx="31432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" name="对象 169">
            <a:extLst>
              <a:ext uri="{FF2B5EF4-FFF2-40B4-BE49-F238E27FC236}">
                <a16:creationId xmlns:a16="http://schemas.microsoft.com/office/drawing/2014/main" id="{607FA29B-A7C3-B3F1-AEC2-39BF705BF5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5285355"/>
              </p:ext>
            </p:extLst>
          </p:nvPr>
        </p:nvGraphicFramePr>
        <p:xfrm>
          <a:off x="6108700" y="363538"/>
          <a:ext cx="3668713" cy="221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1600200" imgH="965160" progId="Equation.DSMT4">
                  <p:embed/>
                </p:oleObj>
              </mc:Choice>
              <mc:Fallback>
                <p:oleObj name="Equation" r:id="rId49" imgW="1600200" imgH="965160" progId="Equation.DSMT4">
                  <p:embed/>
                  <p:pic>
                    <p:nvPicPr>
                      <p:cNvPr id="170" name="对象 169">
                        <a:extLst>
                          <a:ext uri="{FF2B5EF4-FFF2-40B4-BE49-F238E27FC236}">
                            <a16:creationId xmlns:a16="http://schemas.microsoft.com/office/drawing/2014/main" id="{607FA29B-A7C3-B3F1-AEC2-39BF705BF5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6108700" y="363538"/>
                        <a:ext cx="3668713" cy="22113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直角三角形 5">
            <a:extLst>
              <a:ext uri="{FF2B5EF4-FFF2-40B4-BE49-F238E27FC236}">
                <a16:creationId xmlns:a16="http://schemas.microsoft.com/office/drawing/2014/main" id="{9B9FDE42-70E6-65BB-6566-DED6F0718D03}"/>
              </a:ext>
            </a:extLst>
          </p:cNvPr>
          <p:cNvSpPr/>
          <p:nvPr/>
        </p:nvSpPr>
        <p:spPr bwMode="auto">
          <a:xfrm>
            <a:off x="2772236" y="5553236"/>
            <a:ext cx="283648" cy="249328"/>
          </a:xfrm>
          <a:prstGeom prst="rtTriangl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2596CF4-7AB5-1E7E-03EA-EDEB69A72EA4}"/>
              </a:ext>
            </a:extLst>
          </p:cNvPr>
          <p:cNvCxnSpPr/>
          <p:nvPr/>
        </p:nvCxnSpPr>
        <p:spPr bwMode="auto">
          <a:xfrm flipH="1">
            <a:off x="2830035" y="3210414"/>
            <a:ext cx="251520" cy="25361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3A64DCE-0436-AB94-0E9B-B1824567676C}"/>
              </a:ext>
            </a:extLst>
          </p:cNvPr>
          <p:cNvSpPr txBox="1"/>
          <p:nvPr/>
        </p:nvSpPr>
        <p:spPr>
          <a:xfrm>
            <a:off x="2676416" y="2471101"/>
            <a:ext cx="30533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三角区域内肯定不存在目标可行解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DAB1FE7-D761-DB01-154A-7B29912DB1CF}"/>
              </a:ext>
            </a:extLst>
          </p:cNvPr>
          <p:cNvSpPr txBox="1"/>
          <p:nvPr/>
        </p:nvSpPr>
        <p:spPr>
          <a:xfrm>
            <a:off x="6232825" y="4131590"/>
            <a:ext cx="30533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原问题的可行域缩减，添加了新的约束条件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10B43D6-2413-0C9D-2225-467350D137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8162950"/>
              </p:ext>
            </p:extLst>
          </p:nvPr>
        </p:nvGraphicFramePr>
        <p:xfrm>
          <a:off x="6671483" y="4853211"/>
          <a:ext cx="98742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1" imgW="507960" imgH="253800" progId="Equation.DSMT4">
                  <p:embed/>
                </p:oleObj>
              </mc:Choice>
              <mc:Fallback>
                <p:oleObj name="Equation" r:id="rId51" imgW="507960" imgH="253800" progId="Equation.DSMT4">
                  <p:embed/>
                  <p:pic>
                    <p:nvPicPr>
                      <p:cNvPr id="157" name="对象 156">
                        <a:extLst>
                          <a:ext uri="{FF2B5EF4-FFF2-40B4-BE49-F238E27FC236}">
                            <a16:creationId xmlns:a16="http://schemas.microsoft.com/office/drawing/2014/main" id="{848F61C0-4F0C-D307-A88B-AA217C93CB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6671483" y="4853211"/>
                        <a:ext cx="987425" cy="493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1E7B4E8-C59D-2CAB-7C81-87E908FF31DB}"/>
              </a:ext>
            </a:extLst>
          </p:cNvPr>
          <p:cNvCxnSpPr>
            <a:stCxn id="12" idx="1"/>
          </p:cNvCxnSpPr>
          <p:nvPr/>
        </p:nvCxnSpPr>
        <p:spPr bwMode="auto">
          <a:xfrm flipH="1">
            <a:off x="1844227" y="4731755"/>
            <a:ext cx="4388598" cy="9584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081293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6" grpId="0" animBg="1"/>
      <p:bldP spid="9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AD610967-60D7-4047-2E18-FDB26729488B}"/>
              </a:ext>
            </a:extLst>
          </p:cNvPr>
          <p:cNvSpPr/>
          <p:nvPr/>
        </p:nvSpPr>
        <p:spPr bwMode="auto">
          <a:xfrm>
            <a:off x="1263650" y="5017864"/>
            <a:ext cx="1758950" cy="787400"/>
          </a:xfrm>
          <a:custGeom>
            <a:avLst/>
            <a:gdLst>
              <a:gd name="connsiteX0" fmla="*/ 0 w 1758950"/>
              <a:gd name="connsiteY0" fmla="*/ 0 h 787400"/>
              <a:gd name="connsiteX1" fmla="*/ 1479550 w 1758950"/>
              <a:gd name="connsiteY1" fmla="*/ 508000 h 787400"/>
              <a:gd name="connsiteX2" fmla="*/ 1758950 w 1758950"/>
              <a:gd name="connsiteY2" fmla="*/ 787400 h 787400"/>
              <a:gd name="connsiteX3" fmla="*/ 31750 w 1758950"/>
              <a:gd name="connsiteY3" fmla="*/ 781050 h 787400"/>
              <a:gd name="connsiteX4" fmla="*/ 0 w 1758950"/>
              <a:gd name="connsiteY4" fmla="*/ 0 h 7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8950" h="787400">
                <a:moveTo>
                  <a:pt x="0" y="0"/>
                </a:moveTo>
                <a:lnTo>
                  <a:pt x="1479550" y="508000"/>
                </a:lnTo>
                <a:lnTo>
                  <a:pt x="1758950" y="787400"/>
                </a:lnTo>
                <a:lnTo>
                  <a:pt x="31750" y="7810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13FE13AF-3DED-00BB-64F2-1DBD8ACE98E5}"/>
              </a:ext>
            </a:extLst>
          </p:cNvPr>
          <p:cNvSpPr/>
          <p:nvPr/>
        </p:nvSpPr>
        <p:spPr bwMode="auto">
          <a:xfrm>
            <a:off x="1272750" y="5017863"/>
            <a:ext cx="1758950" cy="787400"/>
          </a:xfrm>
          <a:custGeom>
            <a:avLst/>
            <a:gdLst>
              <a:gd name="connsiteX0" fmla="*/ 0 w 1758950"/>
              <a:gd name="connsiteY0" fmla="*/ 0 h 787400"/>
              <a:gd name="connsiteX1" fmla="*/ 1479550 w 1758950"/>
              <a:gd name="connsiteY1" fmla="*/ 508000 h 787400"/>
              <a:gd name="connsiteX2" fmla="*/ 1758950 w 1758950"/>
              <a:gd name="connsiteY2" fmla="*/ 787400 h 787400"/>
              <a:gd name="connsiteX3" fmla="*/ 31750 w 1758950"/>
              <a:gd name="connsiteY3" fmla="*/ 781050 h 787400"/>
              <a:gd name="connsiteX4" fmla="*/ 0 w 1758950"/>
              <a:gd name="connsiteY4" fmla="*/ 0 h 7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8950" h="787400">
                <a:moveTo>
                  <a:pt x="0" y="0"/>
                </a:moveTo>
                <a:lnTo>
                  <a:pt x="1479550" y="508000"/>
                </a:lnTo>
                <a:lnTo>
                  <a:pt x="1758950" y="787400"/>
                </a:lnTo>
                <a:lnTo>
                  <a:pt x="31750" y="7810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124312A-7616-8F1A-10F5-2118E6C72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分支定界法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5EEDE6-DE25-40ED-D5AA-44845390E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C05D79-017E-62FB-928A-CD9CB86AD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37EED8-EE50-036F-CD6D-11F54A0E7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12</a:t>
            </a:fld>
            <a:endParaRPr lang="en-US" altLang="zh-CN" dirty="0"/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D9B57B95-9740-9CC2-CD65-001277EC894F}"/>
              </a:ext>
            </a:extLst>
          </p:cNvPr>
          <p:cNvCxnSpPr/>
          <p:nvPr/>
        </p:nvCxnSpPr>
        <p:spPr bwMode="auto">
          <a:xfrm>
            <a:off x="338275" y="5805264"/>
            <a:ext cx="504056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5426F485-2E56-D293-5C8E-6C2608E404DE}"/>
              </a:ext>
            </a:extLst>
          </p:cNvPr>
          <p:cNvCxnSpPr/>
          <p:nvPr/>
        </p:nvCxnSpPr>
        <p:spPr bwMode="auto">
          <a:xfrm flipV="1">
            <a:off x="1249819" y="1706722"/>
            <a:ext cx="0" cy="457900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84" name="对象 83">
            <a:extLst>
              <a:ext uri="{FF2B5EF4-FFF2-40B4-BE49-F238E27FC236}">
                <a16:creationId xmlns:a16="http://schemas.microsoft.com/office/drawing/2014/main" id="{E59EB5AF-A9CA-5849-D934-7EBAC3EFBB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6464" y="1266582"/>
          <a:ext cx="535558" cy="741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80" imgH="228600" progId="Equation.DSMT4">
                  <p:embed/>
                </p:oleObj>
              </mc:Choice>
              <mc:Fallback>
                <p:oleObj name="Equation" r:id="rId2" imgW="164880" imgH="228600" progId="Equation.DSMT4">
                  <p:embed/>
                  <p:pic>
                    <p:nvPicPr>
                      <p:cNvPr id="84" name="对象 83">
                        <a:extLst>
                          <a:ext uri="{FF2B5EF4-FFF2-40B4-BE49-F238E27FC236}">
                            <a16:creationId xmlns:a16="http://schemas.microsoft.com/office/drawing/2014/main" id="{E59EB5AF-A9CA-5849-D934-7EBAC3EFBB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66464" y="1266582"/>
                        <a:ext cx="535558" cy="7415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" name="对象 84">
            <a:extLst>
              <a:ext uri="{FF2B5EF4-FFF2-40B4-BE49-F238E27FC236}">
                <a16:creationId xmlns:a16="http://schemas.microsoft.com/office/drawing/2014/main" id="{39BB0CC5-0648-B084-B554-C092DC58B3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31979" y="5661248"/>
          <a:ext cx="493712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228600" progId="Equation.DSMT4">
                  <p:embed/>
                </p:oleObj>
              </mc:Choice>
              <mc:Fallback>
                <p:oleObj name="Equation" r:id="rId4" imgW="152280" imgH="228600" progId="Equation.DSMT4">
                  <p:embed/>
                  <p:pic>
                    <p:nvPicPr>
                      <p:cNvPr id="85" name="对象 84">
                        <a:extLst>
                          <a:ext uri="{FF2B5EF4-FFF2-40B4-BE49-F238E27FC236}">
                            <a16:creationId xmlns:a16="http://schemas.microsoft.com/office/drawing/2014/main" id="{39BB0CC5-0648-B084-B554-C092DC58B3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31979" y="5661248"/>
                        <a:ext cx="493712" cy="741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对象 85">
            <a:extLst>
              <a:ext uri="{FF2B5EF4-FFF2-40B4-BE49-F238E27FC236}">
                <a16:creationId xmlns:a16="http://schemas.microsoft.com/office/drawing/2014/main" id="{6CD2E065-001F-E412-6B6F-5A270B7306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0134" y="5805264"/>
          <a:ext cx="285834" cy="400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20" imgH="177480" progId="Equation.DSMT4">
                  <p:embed/>
                </p:oleObj>
              </mc:Choice>
              <mc:Fallback>
                <p:oleObj name="Equation" r:id="rId6" imgW="126720" imgH="177480" progId="Equation.DSMT4">
                  <p:embed/>
                  <p:pic>
                    <p:nvPicPr>
                      <p:cNvPr id="86" name="对象 85">
                        <a:extLst>
                          <a:ext uri="{FF2B5EF4-FFF2-40B4-BE49-F238E27FC236}">
                            <a16:creationId xmlns:a16="http://schemas.microsoft.com/office/drawing/2014/main" id="{6CD2E065-001F-E412-6B6F-5A270B7306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80134" y="5805264"/>
                        <a:ext cx="285834" cy="400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椭圆 86">
            <a:extLst>
              <a:ext uri="{FF2B5EF4-FFF2-40B4-BE49-F238E27FC236}">
                <a16:creationId xmlns:a16="http://schemas.microsoft.com/office/drawing/2014/main" id="{2D359E34-49BE-9390-B464-BA674D2D612E}"/>
              </a:ext>
            </a:extLst>
          </p:cNvPr>
          <p:cNvSpPr/>
          <p:nvPr/>
        </p:nvSpPr>
        <p:spPr bwMode="auto">
          <a:xfrm>
            <a:off x="1212376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D7FBE534-4270-9F90-2B9A-5CE9CF148739}"/>
              </a:ext>
            </a:extLst>
          </p:cNvPr>
          <p:cNvSpPr/>
          <p:nvPr/>
        </p:nvSpPr>
        <p:spPr bwMode="auto">
          <a:xfrm>
            <a:off x="1598570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6F630480-F1C3-C625-4ED4-7F0AA712BA04}"/>
              </a:ext>
            </a:extLst>
          </p:cNvPr>
          <p:cNvSpPr/>
          <p:nvPr/>
        </p:nvSpPr>
        <p:spPr bwMode="auto">
          <a:xfrm>
            <a:off x="1984764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3A836504-AB7C-A963-5D19-2F3C2FA8743E}"/>
              </a:ext>
            </a:extLst>
          </p:cNvPr>
          <p:cNvSpPr/>
          <p:nvPr/>
        </p:nvSpPr>
        <p:spPr bwMode="auto">
          <a:xfrm>
            <a:off x="2370958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D284078F-C0D9-D6DC-9EE8-D16E83567426}"/>
              </a:ext>
            </a:extLst>
          </p:cNvPr>
          <p:cNvSpPr/>
          <p:nvPr/>
        </p:nvSpPr>
        <p:spPr bwMode="auto">
          <a:xfrm>
            <a:off x="2757152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5A52E034-3AD5-913C-0776-DA4C46EA153D}"/>
              </a:ext>
            </a:extLst>
          </p:cNvPr>
          <p:cNvSpPr/>
          <p:nvPr/>
        </p:nvSpPr>
        <p:spPr bwMode="auto">
          <a:xfrm>
            <a:off x="3143346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DAAAA122-B782-1C5A-29DB-D9986F1D312E}"/>
              </a:ext>
            </a:extLst>
          </p:cNvPr>
          <p:cNvSpPr/>
          <p:nvPr/>
        </p:nvSpPr>
        <p:spPr bwMode="auto">
          <a:xfrm>
            <a:off x="3532787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A99AE001-B68C-3F94-24E5-8DD42C541D8C}"/>
              </a:ext>
            </a:extLst>
          </p:cNvPr>
          <p:cNvSpPr/>
          <p:nvPr/>
        </p:nvSpPr>
        <p:spPr bwMode="auto">
          <a:xfrm>
            <a:off x="3918981" y="57692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0AF5C3EE-5690-E37E-E6A0-BFD58A06A7DB}"/>
              </a:ext>
            </a:extLst>
          </p:cNvPr>
          <p:cNvSpPr/>
          <p:nvPr/>
        </p:nvSpPr>
        <p:spPr bwMode="auto">
          <a:xfrm>
            <a:off x="4289027" y="5768008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CE5E6C6C-7881-E65A-ED5B-AC1D07383C03}"/>
              </a:ext>
            </a:extLst>
          </p:cNvPr>
          <p:cNvSpPr/>
          <p:nvPr/>
        </p:nvSpPr>
        <p:spPr bwMode="auto">
          <a:xfrm>
            <a:off x="4675221" y="5768008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0475BB7C-83E3-BEF5-3C7E-C38EEE72E837}"/>
              </a:ext>
            </a:extLst>
          </p:cNvPr>
          <p:cNvSpPr/>
          <p:nvPr/>
        </p:nvSpPr>
        <p:spPr bwMode="auto">
          <a:xfrm>
            <a:off x="1208584" y="5426804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84B32D63-A639-7757-A256-37148F192F49}"/>
              </a:ext>
            </a:extLst>
          </p:cNvPr>
          <p:cNvSpPr/>
          <p:nvPr/>
        </p:nvSpPr>
        <p:spPr bwMode="auto">
          <a:xfrm>
            <a:off x="1217608" y="509567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6CA68B48-9E08-F4A1-A914-7601B324D89F}"/>
              </a:ext>
            </a:extLst>
          </p:cNvPr>
          <p:cNvSpPr/>
          <p:nvPr/>
        </p:nvSpPr>
        <p:spPr bwMode="auto">
          <a:xfrm>
            <a:off x="1213816" y="4753218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EBBFC623-9AF8-6C18-1217-5DBB371DF596}"/>
              </a:ext>
            </a:extLst>
          </p:cNvPr>
          <p:cNvSpPr/>
          <p:nvPr/>
        </p:nvSpPr>
        <p:spPr bwMode="auto">
          <a:xfrm>
            <a:off x="1208912" y="4422086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67F63811-83D2-59CC-5742-BED68FA55E2A}"/>
              </a:ext>
            </a:extLst>
          </p:cNvPr>
          <p:cNvSpPr/>
          <p:nvPr/>
        </p:nvSpPr>
        <p:spPr bwMode="auto">
          <a:xfrm>
            <a:off x="1205120" y="4079631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49631D00-B61D-B3A4-B6A8-F331FAC14C58}"/>
              </a:ext>
            </a:extLst>
          </p:cNvPr>
          <p:cNvSpPr/>
          <p:nvPr/>
        </p:nvSpPr>
        <p:spPr bwMode="auto">
          <a:xfrm>
            <a:off x="1208912" y="375982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412DE214-3365-1155-9101-B943D0F8942D}"/>
              </a:ext>
            </a:extLst>
          </p:cNvPr>
          <p:cNvSpPr/>
          <p:nvPr/>
        </p:nvSpPr>
        <p:spPr bwMode="auto">
          <a:xfrm>
            <a:off x="1205120" y="3417368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E0F5C3FD-C5D6-0A0D-A695-2E99C1369E8B}"/>
              </a:ext>
            </a:extLst>
          </p:cNvPr>
          <p:cNvSpPr/>
          <p:nvPr/>
        </p:nvSpPr>
        <p:spPr bwMode="auto">
          <a:xfrm>
            <a:off x="1217608" y="307731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93D1BA2D-E3EA-6D84-3C64-AC5EE80527CD}"/>
              </a:ext>
            </a:extLst>
          </p:cNvPr>
          <p:cNvSpPr/>
          <p:nvPr/>
        </p:nvSpPr>
        <p:spPr bwMode="auto">
          <a:xfrm>
            <a:off x="1213816" y="2734864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06" name="对象 105">
            <a:extLst>
              <a:ext uri="{FF2B5EF4-FFF2-40B4-BE49-F238E27FC236}">
                <a16:creationId xmlns:a16="http://schemas.microsoft.com/office/drawing/2014/main" id="{3D2E5099-B390-87DF-02E7-6DA34346C5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1463" y="5805264"/>
          <a:ext cx="2000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560" imgH="164880" progId="Equation.DSMT4">
                  <p:embed/>
                </p:oleObj>
              </mc:Choice>
              <mc:Fallback>
                <p:oleObj name="Equation" r:id="rId8" imgW="88560" imgH="164880" progId="Equation.DSMT4">
                  <p:embed/>
                  <p:pic>
                    <p:nvPicPr>
                      <p:cNvPr id="106" name="对象 105">
                        <a:extLst>
                          <a:ext uri="{FF2B5EF4-FFF2-40B4-BE49-F238E27FC236}">
                            <a16:creationId xmlns:a16="http://schemas.microsoft.com/office/drawing/2014/main" id="{3D2E5099-B390-87DF-02E7-6DA34346C5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41463" y="5805264"/>
                        <a:ext cx="200025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对象 106">
            <a:extLst>
              <a:ext uri="{FF2B5EF4-FFF2-40B4-BE49-F238E27FC236}">
                <a16:creationId xmlns:a16="http://schemas.microsoft.com/office/drawing/2014/main" id="{F7E41F1B-A0A7-CCA0-FCE3-4204817580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79562" y="5805264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720" imgH="164880" progId="Equation.DSMT4">
                  <p:embed/>
                </p:oleObj>
              </mc:Choice>
              <mc:Fallback>
                <p:oleObj name="Equation" r:id="rId10" imgW="126720" imgH="164880" progId="Equation.DSMT4">
                  <p:embed/>
                  <p:pic>
                    <p:nvPicPr>
                      <p:cNvPr id="107" name="对象 106">
                        <a:extLst>
                          <a:ext uri="{FF2B5EF4-FFF2-40B4-BE49-F238E27FC236}">
                            <a16:creationId xmlns:a16="http://schemas.microsoft.com/office/drawing/2014/main" id="{F7E41F1B-A0A7-CCA0-FCE3-4204817580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79562" y="5805264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对象 107">
            <a:extLst>
              <a:ext uri="{FF2B5EF4-FFF2-40B4-BE49-F238E27FC236}">
                <a16:creationId xmlns:a16="http://schemas.microsoft.com/office/drawing/2014/main" id="{6C519EA9-E1E0-C1F3-81F5-65162E2BF4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447" y="5805264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120" imgH="177480" progId="Equation.DSMT4">
                  <p:embed/>
                </p:oleObj>
              </mc:Choice>
              <mc:Fallback>
                <p:oleObj name="Equation" r:id="rId12" imgW="114120" imgH="177480" progId="Equation.DSMT4">
                  <p:embed/>
                  <p:pic>
                    <p:nvPicPr>
                      <p:cNvPr id="108" name="对象 107">
                        <a:extLst>
                          <a:ext uri="{FF2B5EF4-FFF2-40B4-BE49-F238E27FC236}">
                            <a16:creationId xmlns:a16="http://schemas.microsoft.com/office/drawing/2014/main" id="{6C519EA9-E1E0-C1F3-81F5-65162E2BF4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286447" y="5805264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对象 108">
            <a:extLst>
              <a:ext uri="{FF2B5EF4-FFF2-40B4-BE49-F238E27FC236}">
                <a16:creationId xmlns:a16="http://schemas.microsoft.com/office/drawing/2014/main" id="{BCD4D47B-2ABE-339B-46AF-8732040E84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1125" y="5805264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6720" imgH="164880" progId="Equation.DSMT4">
                  <p:embed/>
                </p:oleObj>
              </mc:Choice>
              <mc:Fallback>
                <p:oleObj name="Equation" r:id="rId14" imgW="126720" imgH="164880" progId="Equation.DSMT4">
                  <p:embed/>
                  <p:pic>
                    <p:nvPicPr>
                      <p:cNvPr id="109" name="对象 108">
                        <a:extLst>
                          <a:ext uri="{FF2B5EF4-FFF2-40B4-BE49-F238E27FC236}">
                            <a16:creationId xmlns:a16="http://schemas.microsoft.com/office/drawing/2014/main" id="{BCD4D47B-2ABE-339B-46AF-8732040E84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651125" y="5805264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" name="对象 109">
            <a:extLst>
              <a:ext uri="{FF2B5EF4-FFF2-40B4-BE49-F238E27FC236}">
                <a16:creationId xmlns:a16="http://schemas.microsoft.com/office/drawing/2014/main" id="{253F474F-8807-3FBB-C4C7-7F13A8CC73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4825" y="5805488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4120" imgH="177480" progId="Equation.DSMT4">
                  <p:embed/>
                </p:oleObj>
              </mc:Choice>
              <mc:Fallback>
                <p:oleObj name="Equation" r:id="rId16" imgW="114120" imgH="177480" progId="Equation.DSMT4">
                  <p:embed/>
                  <p:pic>
                    <p:nvPicPr>
                      <p:cNvPr id="110" name="对象 109">
                        <a:extLst>
                          <a:ext uri="{FF2B5EF4-FFF2-40B4-BE49-F238E27FC236}">
                            <a16:creationId xmlns:a16="http://schemas.microsoft.com/office/drawing/2014/main" id="{253F474F-8807-3FBB-C4C7-7F13A8CC73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044825" y="5805488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对象 110">
            <a:extLst>
              <a:ext uri="{FF2B5EF4-FFF2-40B4-BE49-F238E27FC236}">
                <a16:creationId xmlns:a16="http://schemas.microsoft.com/office/drawing/2014/main" id="{1AC04EAB-4A5D-1D0E-E643-EACA4C3918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4238" y="5805488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6720" imgH="177480" progId="Equation.DSMT4">
                  <p:embed/>
                </p:oleObj>
              </mc:Choice>
              <mc:Fallback>
                <p:oleObj name="Equation" r:id="rId18" imgW="126720" imgH="177480" progId="Equation.DSMT4">
                  <p:embed/>
                  <p:pic>
                    <p:nvPicPr>
                      <p:cNvPr id="111" name="对象 110">
                        <a:extLst>
                          <a:ext uri="{FF2B5EF4-FFF2-40B4-BE49-F238E27FC236}">
                            <a16:creationId xmlns:a16="http://schemas.microsoft.com/office/drawing/2014/main" id="{1AC04EAB-4A5D-1D0E-E643-EACA4C3918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424238" y="5805488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" name="对象 111">
            <a:extLst>
              <a:ext uri="{FF2B5EF4-FFF2-40B4-BE49-F238E27FC236}">
                <a16:creationId xmlns:a16="http://schemas.microsoft.com/office/drawing/2014/main" id="{336A24C1-F7ED-0C84-1C9C-4AF2AD3FAB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5238" y="5805264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6720" imgH="177480" progId="Equation.DSMT4">
                  <p:embed/>
                </p:oleObj>
              </mc:Choice>
              <mc:Fallback>
                <p:oleObj name="Equation" r:id="rId20" imgW="126720" imgH="177480" progId="Equation.DSMT4">
                  <p:embed/>
                  <p:pic>
                    <p:nvPicPr>
                      <p:cNvPr id="112" name="对象 111">
                        <a:extLst>
                          <a:ext uri="{FF2B5EF4-FFF2-40B4-BE49-F238E27FC236}">
                            <a16:creationId xmlns:a16="http://schemas.microsoft.com/office/drawing/2014/main" id="{336A24C1-F7ED-0C84-1C9C-4AF2AD3FAB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805238" y="5805264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" name="对象 112">
            <a:extLst>
              <a:ext uri="{FF2B5EF4-FFF2-40B4-BE49-F238E27FC236}">
                <a16:creationId xmlns:a16="http://schemas.microsoft.com/office/drawing/2014/main" id="{EA10E9FF-2E92-F2BE-937D-95675676AE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00525" y="5791200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4120" imgH="177480" progId="Equation.DSMT4">
                  <p:embed/>
                </p:oleObj>
              </mc:Choice>
              <mc:Fallback>
                <p:oleObj name="Equation" r:id="rId22" imgW="114120" imgH="177480" progId="Equation.DSMT4">
                  <p:embed/>
                  <p:pic>
                    <p:nvPicPr>
                      <p:cNvPr id="113" name="对象 112">
                        <a:extLst>
                          <a:ext uri="{FF2B5EF4-FFF2-40B4-BE49-F238E27FC236}">
                            <a16:creationId xmlns:a16="http://schemas.microsoft.com/office/drawing/2014/main" id="{EA10E9FF-2E92-F2BE-937D-95675676AE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200525" y="5791200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" name="对象 113">
            <a:extLst>
              <a:ext uri="{FF2B5EF4-FFF2-40B4-BE49-F238E27FC236}">
                <a16:creationId xmlns:a16="http://schemas.microsoft.com/office/drawing/2014/main" id="{3EC9F064-5677-B034-C47E-1334981D97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1194" y="5805264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14120" imgH="177480" progId="Equation.DSMT4">
                  <p:embed/>
                </p:oleObj>
              </mc:Choice>
              <mc:Fallback>
                <p:oleObj name="Equation" r:id="rId24" imgW="114120" imgH="177480" progId="Equation.DSMT4">
                  <p:embed/>
                  <p:pic>
                    <p:nvPicPr>
                      <p:cNvPr id="114" name="对象 113">
                        <a:extLst>
                          <a:ext uri="{FF2B5EF4-FFF2-40B4-BE49-F238E27FC236}">
                            <a16:creationId xmlns:a16="http://schemas.microsoft.com/office/drawing/2014/main" id="{3EC9F064-5677-B034-C47E-1334981D97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581194" y="5805264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对象 114">
            <a:extLst>
              <a:ext uri="{FF2B5EF4-FFF2-40B4-BE49-F238E27FC236}">
                <a16:creationId xmlns:a16="http://schemas.microsoft.com/office/drawing/2014/main" id="{07238D51-8BAA-92E7-676E-3CE5A4653D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54332" y="5805264"/>
          <a:ext cx="2000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88560" imgH="164880" progId="Equation.DSMT4">
                  <p:embed/>
                </p:oleObj>
              </mc:Choice>
              <mc:Fallback>
                <p:oleObj name="Equation" r:id="rId26" imgW="88560" imgH="164880" progId="Equation.DSMT4">
                  <p:embed/>
                  <p:pic>
                    <p:nvPicPr>
                      <p:cNvPr id="115" name="对象 114">
                        <a:extLst>
                          <a:ext uri="{FF2B5EF4-FFF2-40B4-BE49-F238E27FC236}">
                            <a16:creationId xmlns:a16="http://schemas.microsoft.com/office/drawing/2014/main" id="{07238D51-8BAA-92E7-676E-3CE5A4653D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54332" y="5805264"/>
                        <a:ext cx="200025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对象 115">
            <a:extLst>
              <a:ext uri="{FF2B5EF4-FFF2-40B4-BE49-F238E27FC236}">
                <a16:creationId xmlns:a16="http://schemas.microsoft.com/office/drawing/2014/main" id="{6EDFCE25-3184-81D4-1FC7-56CE59C68F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92431" y="5805264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26720" imgH="164880" progId="Equation.DSMT4">
                  <p:embed/>
                </p:oleObj>
              </mc:Choice>
              <mc:Fallback>
                <p:oleObj name="Equation" r:id="rId27" imgW="126720" imgH="164880" progId="Equation.DSMT4">
                  <p:embed/>
                  <p:pic>
                    <p:nvPicPr>
                      <p:cNvPr id="116" name="对象 115">
                        <a:extLst>
                          <a:ext uri="{FF2B5EF4-FFF2-40B4-BE49-F238E27FC236}">
                            <a16:creationId xmlns:a16="http://schemas.microsoft.com/office/drawing/2014/main" id="{6EDFCE25-3184-81D4-1FC7-56CE59C68F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92431" y="5805264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" name="对象 116">
            <a:extLst>
              <a:ext uri="{FF2B5EF4-FFF2-40B4-BE49-F238E27FC236}">
                <a16:creationId xmlns:a16="http://schemas.microsoft.com/office/drawing/2014/main" id="{0A511F10-D787-9596-F60F-1C7504007A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9316" y="5805264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14120" imgH="177480" progId="Equation.DSMT4">
                  <p:embed/>
                </p:oleObj>
              </mc:Choice>
              <mc:Fallback>
                <p:oleObj name="Equation" r:id="rId28" imgW="114120" imgH="177480" progId="Equation.DSMT4">
                  <p:embed/>
                  <p:pic>
                    <p:nvPicPr>
                      <p:cNvPr id="117" name="对象 116">
                        <a:extLst>
                          <a:ext uri="{FF2B5EF4-FFF2-40B4-BE49-F238E27FC236}">
                            <a16:creationId xmlns:a16="http://schemas.microsoft.com/office/drawing/2014/main" id="{0A511F10-D787-9596-F60F-1C7504007A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299316" y="5805264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对象 117">
            <a:extLst>
              <a:ext uri="{FF2B5EF4-FFF2-40B4-BE49-F238E27FC236}">
                <a16:creationId xmlns:a16="http://schemas.microsoft.com/office/drawing/2014/main" id="{93037CCE-3FBA-509B-889B-B9EA60ECC5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3994" y="5805264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26720" imgH="164880" progId="Equation.DSMT4">
                  <p:embed/>
                </p:oleObj>
              </mc:Choice>
              <mc:Fallback>
                <p:oleObj name="Equation" r:id="rId29" imgW="126720" imgH="164880" progId="Equation.DSMT4">
                  <p:embed/>
                  <p:pic>
                    <p:nvPicPr>
                      <p:cNvPr id="118" name="对象 117">
                        <a:extLst>
                          <a:ext uri="{FF2B5EF4-FFF2-40B4-BE49-F238E27FC236}">
                            <a16:creationId xmlns:a16="http://schemas.microsoft.com/office/drawing/2014/main" id="{93037CCE-3FBA-509B-889B-B9EA60ECC5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663994" y="5805264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" name="对象 118">
            <a:extLst>
              <a:ext uri="{FF2B5EF4-FFF2-40B4-BE49-F238E27FC236}">
                <a16:creationId xmlns:a16="http://schemas.microsoft.com/office/drawing/2014/main" id="{DE8C87F5-C476-259C-E89D-1FEA05AAFE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7694" y="5805488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14120" imgH="177480" progId="Equation.DSMT4">
                  <p:embed/>
                </p:oleObj>
              </mc:Choice>
              <mc:Fallback>
                <p:oleObj name="Equation" r:id="rId30" imgW="114120" imgH="177480" progId="Equation.DSMT4">
                  <p:embed/>
                  <p:pic>
                    <p:nvPicPr>
                      <p:cNvPr id="119" name="对象 118">
                        <a:extLst>
                          <a:ext uri="{FF2B5EF4-FFF2-40B4-BE49-F238E27FC236}">
                            <a16:creationId xmlns:a16="http://schemas.microsoft.com/office/drawing/2014/main" id="{DE8C87F5-C476-259C-E89D-1FEA05AAFE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057694" y="5805488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对象 119">
            <a:extLst>
              <a:ext uri="{FF2B5EF4-FFF2-40B4-BE49-F238E27FC236}">
                <a16:creationId xmlns:a16="http://schemas.microsoft.com/office/drawing/2014/main" id="{5823A1F2-13FF-2424-3525-046A7F0F49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7107" y="5805488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26720" imgH="177480" progId="Equation.DSMT4">
                  <p:embed/>
                </p:oleObj>
              </mc:Choice>
              <mc:Fallback>
                <p:oleObj name="Equation" r:id="rId31" imgW="126720" imgH="177480" progId="Equation.DSMT4">
                  <p:embed/>
                  <p:pic>
                    <p:nvPicPr>
                      <p:cNvPr id="120" name="对象 119">
                        <a:extLst>
                          <a:ext uri="{FF2B5EF4-FFF2-40B4-BE49-F238E27FC236}">
                            <a16:creationId xmlns:a16="http://schemas.microsoft.com/office/drawing/2014/main" id="{5823A1F2-13FF-2424-3525-046A7F0F49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437107" y="5805488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对象 120">
            <a:extLst>
              <a:ext uri="{FF2B5EF4-FFF2-40B4-BE49-F238E27FC236}">
                <a16:creationId xmlns:a16="http://schemas.microsoft.com/office/drawing/2014/main" id="{DF320C53-6C84-6D8E-3202-FFAE51A106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8107" y="5805264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26720" imgH="177480" progId="Equation.DSMT4">
                  <p:embed/>
                </p:oleObj>
              </mc:Choice>
              <mc:Fallback>
                <p:oleObj name="Equation" r:id="rId32" imgW="126720" imgH="177480" progId="Equation.DSMT4">
                  <p:embed/>
                  <p:pic>
                    <p:nvPicPr>
                      <p:cNvPr id="121" name="对象 120">
                        <a:extLst>
                          <a:ext uri="{FF2B5EF4-FFF2-40B4-BE49-F238E27FC236}">
                            <a16:creationId xmlns:a16="http://schemas.microsoft.com/office/drawing/2014/main" id="{DF320C53-6C84-6D8E-3202-FFAE51A106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818107" y="5805264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对象 121">
            <a:extLst>
              <a:ext uri="{FF2B5EF4-FFF2-40B4-BE49-F238E27FC236}">
                <a16:creationId xmlns:a16="http://schemas.microsoft.com/office/drawing/2014/main" id="{449B2BA7-F2F2-69A8-477D-038DEF84A9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0645" y="2908908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14120" imgH="177480" progId="Equation.DSMT4">
                  <p:embed/>
                </p:oleObj>
              </mc:Choice>
              <mc:Fallback>
                <p:oleObj name="Equation" r:id="rId33" imgW="114120" imgH="177480" progId="Equation.DSMT4">
                  <p:embed/>
                  <p:pic>
                    <p:nvPicPr>
                      <p:cNvPr id="122" name="对象 121">
                        <a:extLst>
                          <a:ext uri="{FF2B5EF4-FFF2-40B4-BE49-F238E27FC236}">
                            <a16:creationId xmlns:a16="http://schemas.microsoft.com/office/drawing/2014/main" id="{449B2BA7-F2F2-69A8-477D-038DEF84A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010645" y="2908908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" name="对象 122">
            <a:extLst>
              <a:ext uri="{FF2B5EF4-FFF2-40B4-BE49-F238E27FC236}">
                <a16:creationId xmlns:a16="http://schemas.microsoft.com/office/drawing/2014/main" id="{93E1F1EE-B2B7-5017-442A-3AB082F14C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1203" y="2579688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14120" imgH="177480" progId="Equation.DSMT4">
                  <p:embed/>
                </p:oleObj>
              </mc:Choice>
              <mc:Fallback>
                <p:oleObj name="Equation" r:id="rId34" imgW="114120" imgH="177480" progId="Equation.DSMT4">
                  <p:embed/>
                  <p:pic>
                    <p:nvPicPr>
                      <p:cNvPr id="123" name="对象 122">
                        <a:extLst>
                          <a:ext uri="{FF2B5EF4-FFF2-40B4-BE49-F238E27FC236}">
                            <a16:creationId xmlns:a16="http://schemas.microsoft.com/office/drawing/2014/main" id="{93E1F1EE-B2B7-5017-442A-3AB082F14C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91203" y="2579688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" name="对象 123">
            <a:extLst>
              <a:ext uri="{FF2B5EF4-FFF2-40B4-BE49-F238E27FC236}">
                <a16:creationId xmlns:a16="http://schemas.microsoft.com/office/drawing/2014/main" id="{7E90B596-DBAC-CDDC-8BEC-973FCB7FDF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4964" y="5265428"/>
          <a:ext cx="2000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88560" imgH="164880" progId="Equation.DSMT4">
                  <p:embed/>
                </p:oleObj>
              </mc:Choice>
              <mc:Fallback>
                <p:oleObj name="Equation" r:id="rId35" imgW="88560" imgH="164880" progId="Equation.DSMT4">
                  <p:embed/>
                  <p:pic>
                    <p:nvPicPr>
                      <p:cNvPr id="124" name="对象 123">
                        <a:extLst>
                          <a:ext uri="{FF2B5EF4-FFF2-40B4-BE49-F238E27FC236}">
                            <a16:creationId xmlns:a16="http://schemas.microsoft.com/office/drawing/2014/main" id="{7E90B596-DBAC-CDDC-8BEC-973FCB7FDF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14964" y="5265428"/>
                        <a:ext cx="200025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" name="对象 124">
            <a:extLst>
              <a:ext uri="{FF2B5EF4-FFF2-40B4-BE49-F238E27FC236}">
                <a16:creationId xmlns:a16="http://schemas.microsoft.com/office/drawing/2014/main" id="{FF5E7AA0-9140-028B-0F71-A82BF9E73A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0218" y="4934296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26720" imgH="164880" progId="Equation.DSMT4">
                  <p:embed/>
                </p:oleObj>
              </mc:Choice>
              <mc:Fallback>
                <p:oleObj name="Equation" r:id="rId36" imgW="126720" imgH="164880" progId="Equation.DSMT4">
                  <p:embed/>
                  <p:pic>
                    <p:nvPicPr>
                      <p:cNvPr id="125" name="对象 124">
                        <a:extLst>
                          <a:ext uri="{FF2B5EF4-FFF2-40B4-BE49-F238E27FC236}">
                            <a16:creationId xmlns:a16="http://schemas.microsoft.com/office/drawing/2014/main" id="{FF5E7AA0-9140-028B-0F71-A82BF9E73A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80218" y="4934296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对象 125">
            <a:extLst>
              <a:ext uri="{FF2B5EF4-FFF2-40B4-BE49-F238E27FC236}">
                <a16:creationId xmlns:a16="http://schemas.microsoft.com/office/drawing/2014/main" id="{E9E44598-8252-6DE4-3CB0-4469533AB7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2560" y="4590673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14120" imgH="177480" progId="Equation.DSMT4">
                  <p:embed/>
                </p:oleObj>
              </mc:Choice>
              <mc:Fallback>
                <p:oleObj name="Equation" r:id="rId37" imgW="114120" imgH="177480" progId="Equation.DSMT4">
                  <p:embed/>
                  <p:pic>
                    <p:nvPicPr>
                      <p:cNvPr id="126" name="对象 125">
                        <a:extLst>
                          <a:ext uri="{FF2B5EF4-FFF2-40B4-BE49-F238E27FC236}">
                            <a16:creationId xmlns:a16="http://schemas.microsoft.com/office/drawing/2014/main" id="{E9E44598-8252-6DE4-3CB0-4469533AB7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92560" y="4590673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" name="对象 126">
            <a:extLst>
              <a:ext uri="{FF2B5EF4-FFF2-40B4-BE49-F238E27FC236}">
                <a16:creationId xmlns:a16="http://schemas.microsoft.com/office/drawing/2014/main" id="{B74FD861-EE8F-BBAE-6FEA-17794D0030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0134" y="4247522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26720" imgH="164880" progId="Equation.DSMT4">
                  <p:embed/>
                </p:oleObj>
              </mc:Choice>
              <mc:Fallback>
                <p:oleObj name="Equation" r:id="rId38" imgW="126720" imgH="164880" progId="Equation.DSMT4">
                  <p:embed/>
                  <p:pic>
                    <p:nvPicPr>
                      <p:cNvPr id="127" name="对象 126">
                        <a:extLst>
                          <a:ext uri="{FF2B5EF4-FFF2-40B4-BE49-F238E27FC236}">
                            <a16:creationId xmlns:a16="http://schemas.microsoft.com/office/drawing/2014/main" id="{B74FD861-EE8F-BBAE-6FEA-17794D0030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80134" y="4247522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对象 127">
            <a:extLst>
              <a:ext uri="{FF2B5EF4-FFF2-40B4-BE49-F238E27FC236}">
                <a16:creationId xmlns:a16="http://schemas.microsoft.com/office/drawing/2014/main" id="{56791C37-3EF6-0CAE-9250-E33A42DF21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6297" y="3926464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14120" imgH="177480" progId="Equation.DSMT4">
                  <p:embed/>
                </p:oleObj>
              </mc:Choice>
              <mc:Fallback>
                <p:oleObj name="Equation" r:id="rId39" imgW="114120" imgH="177480" progId="Equation.DSMT4">
                  <p:embed/>
                  <p:pic>
                    <p:nvPicPr>
                      <p:cNvPr id="128" name="对象 127">
                        <a:extLst>
                          <a:ext uri="{FF2B5EF4-FFF2-40B4-BE49-F238E27FC236}">
                            <a16:creationId xmlns:a16="http://schemas.microsoft.com/office/drawing/2014/main" id="{56791C37-3EF6-0CAE-9250-E33A42DF21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006297" y="3926464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对象 128">
            <a:extLst>
              <a:ext uri="{FF2B5EF4-FFF2-40B4-BE49-F238E27FC236}">
                <a16:creationId xmlns:a16="http://schemas.microsoft.com/office/drawing/2014/main" id="{9B412BB0-47C9-7102-2A9E-5567F8EBA8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2560" y="3586536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126720" imgH="177480" progId="Equation.DSMT4">
                  <p:embed/>
                </p:oleObj>
              </mc:Choice>
              <mc:Fallback>
                <p:oleObj name="Equation" r:id="rId40" imgW="126720" imgH="177480" progId="Equation.DSMT4">
                  <p:embed/>
                  <p:pic>
                    <p:nvPicPr>
                      <p:cNvPr id="129" name="对象 128">
                        <a:extLst>
                          <a:ext uri="{FF2B5EF4-FFF2-40B4-BE49-F238E27FC236}">
                            <a16:creationId xmlns:a16="http://schemas.microsoft.com/office/drawing/2014/main" id="{9B412BB0-47C9-7102-2A9E-5567F8EBA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92560" y="3586536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" name="对象 129">
            <a:extLst>
              <a:ext uri="{FF2B5EF4-FFF2-40B4-BE49-F238E27FC236}">
                <a16:creationId xmlns:a16="http://schemas.microsoft.com/office/drawing/2014/main" id="{89B42A13-EA12-5888-15E7-A89AF56098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0134" y="3255754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26720" imgH="177480" progId="Equation.DSMT4">
                  <p:embed/>
                </p:oleObj>
              </mc:Choice>
              <mc:Fallback>
                <p:oleObj name="Equation" r:id="rId41" imgW="126720" imgH="177480" progId="Equation.DSMT4">
                  <p:embed/>
                  <p:pic>
                    <p:nvPicPr>
                      <p:cNvPr id="130" name="对象 129">
                        <a:extLst>
                          <a:ext uri="{FF2B5EF4-FFF2-40B4-BE49-F238E27FC236}">
                            <a16:creationId xmlns:a16="http://schemas.microsoft.com/office/drawing/2014/main" id="{89B42A13-EA12-5888-15E7-A89AF56098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80134" y="3255754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1" name="直接连接符 130">
            <a:extLst>
              <a:ext uri="{FF2B5EF4-FFF2-40B4-BE49-F238E27FC236}">
                <a16:creationId xmlns:a16="http://schemas.microsoft.com/office/drawing/2014/main" id="{1ABAB54B-7B96-3000-081E-ED993846D1A5}"/>
              </a:ext>
            </a:extLst>
          </p:cNvPr>
          <p:cNvCxnSpPr/>
          <p:nvPr/>
        </p:nvCxnSpPr>
        <p:spPr bwMode="auto">
          <a:xfrm>
            <a:off x="526655" y="3069944"/>
            <a:ext cx="3053327" cy="333266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CFE0E684-9E54-1F01-3D2E-01F1BDEFA2D0}"/>
              </a:ext>
            </a:extLst>
          </p:cNvPr>
          <p:cNvCxnSpPr/>
          <p:nvPr/>
        </p:nvCxnSpPr>
        <p:spPr bwMode="auto">
          <a:xfrm>
            <a:off x="128464" y="4590673"/>
            <a:ext cx="4329236" cy="1477914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9F1FAC5D-8EF8-C678-861C-101E9BB4F20B}"/>
              </a:ext>
            </a:extLst>
          </p:cNvPr>
          <p:cNvCxnSpPr/>
          <p:nvPr/>
        </p:nvCxnSpPr>
        <p:spPr bwMode="auto">
          <a:xfrm flipH="1">
            <a:off x="2079638" y="4623512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直接连接符 133">
            <a:extLst>
              <a:ext uri="{FF2B5EF4-FFF2-40B4-BE49-F238E27FC236}">
                <a16:creationId xmlns:a16="http://schemas.microsoft.com/office/drawing/2014/main" id="{EAA6BD7D-B8B3-05FF-A15B-9EF5350485BD}"/>
              </a:ext>
            </a:extLst>
          </p:cNvPr>
          <p:cNvCxnSpPr/>
          <p:nvPr/>
        </p:nvCxnSpPr>
        <p:spPr bwMode="auto">
          <a:xfrm flipH="1">
            <a:off x="2247092" y="4768503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7D3E1363-E1C1-E349-3334-B143FA8E3085}"/>
              </a:ext>
            </a:extLst>
          </p:cNvPr>
          <p:cNvCxnSpPr/>
          <p:nvPr/>
        </p:nvCxnSpPr>
        <p:spPr bwMode="auto">
          <a:xfrm flipH="1">
            <a:off x="2384438" y="4941168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E2A857F0-AED1-DC25-4FEB-3B122827AECF}"/>
              </a:ext>
            </a:extLst>
          </p:cNvPr>
          <p:cNvCxnSpPr/>
          <p:nvPr/>
        </p:nvCxnSpPr>
        <p:spPr bwMode="auto">
          <a:xfrm flipH="1">
            <a:off x="2536838" y="5127568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DD169B14-508D-8081-E67F-095627ABBB55}"/>
              </a:ext>
            </a:extLst>
          </p:cNvPr>
          <p:cNvCxnSpPr/>
          <p:nvPr/>
        </p:nvCxnSpPr>
        <p:spPr bwMode="auto">
          <a:xfrm flipH="1">
            <a:off x="2689238" y="5271584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8" name="直接连接符 137">
            <a:extLst>
              <a:ext uri="{FF2B5EF4-FFF2-40B4-BE49-F238E27FC236}">
                <a16:creationId xmlns:a16="http://schemas.microsoft.com/office/drawing/2014/main" id="{11BFD5BE-F238-8C2C-754F-6FD560FD664A}"/>
              </a:ext>
            </a:extLst>
          </p:cNvPr>
          <p:cNvCxnSpPr/>
          <p:nvPr/>
        </p:nvCxnSpPr>
        <p:spPr bwMode="auto">
          <a:xfrm flipH="1">
            <a:off x="2841638" y="5487608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C289AE44-400F-D50F-1C86-BB104E7B616F}"/>
              </a:ext>
            </a:extLst>
          </p:cNvPr>
          <p:cNvCxnSpPr/>
          <p:nvPr/>
        </p:nvCxnSpPr>
        <p:spPr bwMode="auto">
          <a:xfrm flipH="1">
            <a:off x="2989757" y="5631624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41E2B438-5F77-FB45-E268-6CB42E12DD93}"/>
              </a:ext>
            </a:extLst>
          </p:cNvPr>
          <p:cNvCxnSpPr/>
          <p:nvPr/>
        </p:nvCxnSpPr>
        <p:spPr bwMode="auto">
          <a:xfrm flipH="1">
            <a:off x="1744744" y="4244539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BAF29C3D-5151-9FD1-43D3-5D62F0D3AB3F}"/>
              </a:ext>
            </a:extLst>
          </p:cNvPr>
          <p:cNvCxnSpPr/>
          <p:nvPr/>
        </p:nvCxnSpPr>
        <p:spPr bwMode="auto">
          <a:xfrm flipH="1">
            <a:off x="1897144" y="4427677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C515AF5A-CC76-F5EB-CEA8-8B64010D304B}"/>
              </a:ext>
            </a:extLst>
          </p:cNvPr>
          <p:cNvCxnSpPr/>
          <p:nvPr/>
        </p:nvCxnSpPr>
        <p:spPr bwMode="auto">
          <a:xfrm flipH="1">
            <a:off x="1482834" y="3914985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A361DCBB-99AF-4345-6366-571EA4A2377F}"/>
              </a:ext>
            </a:extLst>
          </p:cNvPr>
          <p:cNvCxnSpPr/>
          <p:nvPr/>
        </p:nvCxnSpPr>
        <p:spPr bwMode="auto">
          <a:xfrm flipH="1">
            <a:off x="1618707" y="4084059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C3C20FB6-0A73-24E2-4CE1-F0DCD372682F}"/>
              </a:ext>
            </a:extLst>
          </p:cNvPr>
          <p:cNvCxnSpPr/>
          <p:nvPr/>
        </p:nvCxnSpPr>
        <p:spPr bwMode="auto">
          <a:xfrm flipH="1">
            <a:off x="1475614" y="4869160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E5EFD15F-019E-3E49-ADD1-43FFAC457546}"/>
              </a:ext>
            </a:extLst>
          </p:cNvPr>
          <p:cNvCxnSpPr/>
          <p:nvPr/>
        </p:nvCxnSpPr>
        <p:spPr bwMode="auto">
          <a:xfrm flipH="1">
            <a:off x="1688936" y="4945632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41E93A50-063F-F61B-D7D4-0EC0C45B7DF7}"/>
              </a:ext>
            </a:extLst>
          </p:cNvPr>
          <p:cNvCxnSpPr/>
          <p:nvPr/>
        </p:nvCxnSpPr>
        <p:spPr bwMode="auto">
          <a:xfrm flipH="1">
            <a:off x="1905516" y="5008119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208C6D60-152A-1478-BB94-9A9DF991536F}"/>
              </a:ext>
            </a:extLst>
          </p:cNvPr>
          <p:cNvCxnSpPr/>
          <p:nvPr/>
        </p:nvCxnSpPr>
        <p:spPr bwMode="auto">
          <a:xfrm flipH="1">
            <a:off x="2114398" y="5084591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A4535D8C-94FD-BF5B-314E-FF0AA9463A87}"/>
              </a:ext>
            </a:extLst>
          </p:cNvPr>
          <p:cNvCxnSpPr/>
          <p:nvPr/>
        </p:nvCxnSpPr>
        <p:spPr bwMode="auto">
          <a:xfrm flipH="1">
            <a:off x="605416" y="4580182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4D4883D6-4BC6-EC46-D11D-681A6658798D}"/>
              </a:ext>
            </a:extLst>
          </p:cNvPr>
          <p:cNvCxnSpPr/>
          <p:nvPr/>
        </p:nvCxnSpPr>
        <p:spPr bwMode="auto">
          <a:xfrm flipH="1">
            <a:off x="818738" y="4656654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E471BB58-B209-D066-2CBF-8D0265E95471}"/>
              </a:ext>
            </a:extLst>
          </p:cNvPr>
          <p:cNvCxnSpPr/>
          <p:nvPr/>
        </p:nvCxnSpPr>
        <p:spPr bwMode="auto">
          <a:xfrm flipH="1">
            <a:off x="1035318" y="4719141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0E0F8831-99B3-3BB1-CCD2-2E525A70E905}"/>
              </a:ext>
            </a:extLst>
          </p:cNvPr>
          <p:cNvCxnSpPr/>
          <p:nvPr/>
        </p:nvCxnSpPr>
        <p:spPr bwMode="auto">
          <a:xfrm flipH="1">
            <a:off x="1244200" y="4795613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F85CEED7-D83E-ED2A-8F3A-16A0FED76972}"/>
              </a:ext>
            </a:extLst>
          </p:cNvPr>
          <p:cNvCxnSpPr/>
          <p:nvPr/>
        </p:nvCxnSpPr>
        <p:spPr bwMode="auto">
          <a:xfrm flipH="1">
            <a:off x="2320784" y="5161063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C422829C-77AA-2A76-CA99-8D82A4E22544}"/>
              </a:ext>
            </a:extLst>
          </p:cNvPr>
          <p:cNvCxnSpPr/>
          <p:nvPr/>
        </p:nvCxnSpPr>
        <p:spPr bwMode="auto">
          <a:xfrm flipH="1">
            <a:off x="3224838" y="5480745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976C01F2-8E35-5A86-26CD-DEBFFF22FF82}"/>
              </a:ext>
            </a:extLst>
          </p:cNvPr>
          <p:cNvCxnSpPr/>
          <p:nvPr/>
        </p:nvCxnSpPr>
        <p:spPr bwMode="auto">
          <a:xfrm>
            <a:off x="856664" y="2008124"/>
            <a:ext cx="2434513" cy="446099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7030A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31981F7B-DDE3-34F0-3BC4-F8CB5999D137}"/>
              </a:ext>
            </a:extLst>
          </p:cNvPr>
          <p:cNvCxnSpPr/>
          <p:nvPr/>
        </p:nvCxnSpPr>
        <p:spPr bwMode="auto">
          <a:xfrm flipH="1">
            <a:off x="2812770" y="4656654"/>
            <a:ext cx="910087" cy="8234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57" name="对象 156">
            <a:extLst>
              <a:ext uri="{FF2B5EF4-FFF2-40B4-BE49-F238E27FC236}">
                <a16:creationId xmlns:a16="http://schemas.microsoft.com/office/drawing/2014/main" id="{848F61C0-4F0C-D307-A88B-AA217C93CB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022114"/>
              </p:ext>
            </p:extLst>
          </p:nvPr>
        </p:nvGraphicFramePr>
        <p:xfrm>
          <a:off x="3225800" y="4135438"/>
          <a:ext cx="1630363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838080" imgH="253800" progId="Equation.DSMT4">
                  <p:embed/>
                </p:oleObj>
              </mc:Choice>
              <mc:Fallback>
                <p:oleObj name="Equation" r:id="rId42" imgW="838080" imgH="253800" progId="Equation.DSMT4">
                  <p:embed/>
                  <p:pic>
                    <p:nvPicPr>
                      <p:cNvPr id="157" name="对象 156">
                        <a:extLst>
                          <a:ext uri="{FF2B5EF4-FFF2-40B4-BE49-F238E27FC236}">
                            <a16:creationId xmlns:a16="http://schemas.microsoft.com/office/drawing/2014/main" id="{848F61C0-4F0C-D307-A88B-AA217C93CB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3225800" y="4135438"/>
                        <a:ext cx="1630363" cy="493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" name="对象 157">
            <a:extLst>
              <a:ext uri="{FF2B5EF4-FFF2-40B4-BE49-F238E27FC236}">
                <a16:creationId xmlns:a16="http://schemas.microsoft.com/office/drawing/2014/main" id="{F8776BC1-DB20-A41E-D00C-C8D32C3F2B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7195" y="5333990"/>
          <a:ext cx="3143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139680" imgH="139680" progId="Equation.DSMT4">
                  <p:embed/>
                </p:oleObj>
              </mc:Choice>
              <mc:Fallback>
                <p:oleObj name="Equation" r:id="rId44" imgW="139680" imgH="139680" progId="Equation.DSMT4">
                  <p:embed/>
                  <p:pic>
                    <p:nvPicPr>
                      <p:cNvPr id="158" name="对象 157">
                        <a:extLst>
                          <a:ext uri="{FF2B5EF4-FFF2-40B4-BE49-F238E27FC236}">
                            <a16:creationId xmlns:a16="http://schemas.microsoft.com/office/drawing/2014/main" id="{F8776BC1-DB20-A41E-D00C-C8D32C3F2B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497195" y="5333990"/>
                        <a:ext cx="31432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" name="对象 159">
            <a:extLst>
              <a:ext uri="{FF2B5EF4-FFF2-40B4-BE49-F238E27FC236}">
                <a16:creationId xmlns:a16="http://schemas.microsoft.com/office/drawing/2014/main" id="{27B6ADA7-76EB-6A80-EBDE-E3E3B53235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9655" y="5346923"/>
          <a:ext cx="3143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139680" imgH="139680" progId="Equation.DSMT4">
                  <p:embed/>
                </p:oleObj>
              </mc:Choice>
              <mc:Fallback>
                <p:oleObj name="Equation" r:id="rId46" imgW="139680" imgH="139680" progId="Equation.DSMT4">
                  <p:embed/>
                  <p:pic>
                    <p:nvPicPr>
                      <p:cNvPr id="160" name="对象 159">
                        <a:extLst>
                          <a:ext uri="{FF2B5EF4-FFF2-40B4-BE49-F238E27FC236}">
                            <a16:creationId xmlns:a16="http://schemas.microsoft.com/office/drawing/2014/main" id="{27B6ADA7-76EB-6A80-EBDE-E3E3B53235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849655" y="5346923"/>
                        <a:ext cx="31432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" name="对象 161">
            <a:extLst>
              <a:ext uri="{FF2B5EF4-FFF2-40B4-BE49-F238E27FC236}">
                <a16:creationId xmlns:a16="http://schemas.microsoft.com/office/drawing/2014/main" id="{0107FB92-DA41-6DB1-37AF-F6700A61E9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0323" y="5058891"/>
          <a:ext cx="3143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139680" imgH="139680" progId="Equation.DSMT4">
                  <p:embed/>
                </p:oleObj>
              </mc:Choice>
              <mc:Fallback>
                <p:oleObj name="Equation" r:id="rId47" imgW="139680" imgH="139680" progId="Equation.DSMT4">
                  <p:embed/>
                  <p:pic>
                    <p:nvPicPr>
                      <p:cNvPr id="162" name="对象 161">
                        <a:extLst>
                          <a:ext uri="{FF2B5EF4-FFF2-40B4-BE49-F238E27FC236}">
                            <a16:creationId xmlns:a16="http://schemas.microsoft.com/office/drawing/2014/main" id="{0107FB92-DA41-6DB1-37AF-F6700A61E9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470323" y="5058891"/>
                        <a:ext cx="31432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" name="对象 163">
            <a:extLst>
              <a:ext uri="{FF2B5EF4-FFF2-40B4-BE49-F238E27FC236}">
                <a16:creationId xmlns:a16="http://schemas.microsoft.com/office/drawing/2014/main" id="{110015D8-D698-6781-7849-0FC6E42656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4177" y="5363366"/>
          <a:ext cx="3143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139680" imgH="139680" progId="Equation.DSMT4">
                  <p:embed/>
                </p:oleObj>
              </mc:Choice>
              <mc:Fallback>
                <p:oleObj name="Equation" r:id="rId48" imgW="139680" imgH="139680" progId="Equation.DSMT4">
                  <p:embed/>
                  <p:pic>
                    <p:nvPicPr>
                      <p:cNvPr id="164" name="对象 163">
                        <a:extLst>
                          <a:ext uri="{FF2B5EF4-FFF2-40B4-BE49-F238E27FC236}">
                            <a16:creationId xmlns:a16="http://schemas.microsoft.com/office/drawing/2014/main" id="{110015D8-D698-6781-7849-0FC6E42656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2204177" y="5363366"/>
                        <a:ext cx="31432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" name="对象 169">
            <a:extLst>
              <a:ext uri="{FF2B5EF4-FFF2-40B4-BE49-F238E27FC236}">
                <a16:creationId xmlns:a16="http://schemas.microsoft.com/office/drawing/2014/main" id="{607FA29B-A7C3-B3F1-AEC2-39BF705BF5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2095329"/>
              </p:ext>
            </p:extLst>
          </p:nvPr>
        </p:nvGraphicFramePr>
        <p:xfrm>
          <a:off x="6108700" y="101600"/>
          <a:ext cx="3668713" cy="273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1600200" imgH="1193760" progId="Equation.DSMT4">
                  <p:embed/>
                </p:oleObj>
              </mc:Choice>
              <mc:Fallback>
                <p:oleObj name="Equation" r:id="rId49" imgW="1600200" imgH="1193760" progId="Equation.DSMT4">
                  <p:embed/>
                  <p:pic>
                    <p:nvPicPr>
                      <p:cNvPr id="170" name="对象 169">
                        <a:extLst>
                          <a:ext uri="{FF2B5EF4-FFF2-40B4-BE49-F238E27FC236}">
                            <a16:creationId xmlns:a16="http://schemas.microsoft.com/office/drawing/2014/main" id="{607FA29B-A7C3-B3F1-AEC2-39BF705BF5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6108700" y="101600"/>
                        <a:ext cx="3668713" cy="27352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直角三角形 5">
            <a:extLst>
              <a:ext uri="{FF2B5EF4-FFF2-40B4-BE49-F238E27FC236}">
                <a16:creationId xmlns:a16="http://schemas.microsoft.com/office/drawing/2014/main" id="{9B9FDE42-70E6-65BB-6566-DED6F0718D03}"/>
              </a:ext>
            </a:extLst>
          </p:cNvPr>
          <p:cNvSpPr/>
          <p:nvPr/>
        </p:nvSpPr>
        <p:spPr bwMode="auto">
          <a:xfrm>
            <a:off x="2772236" y="5553236"/>
            <a:ext cx="283648" cy="249328"/>
          </a:xfrm>
          <a:prstGeom prst="rtTriangl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77111A1-8A01-48CD-A96F-2B432F43FF35}"/>
              </a:ext>
            </a:extLst>
          </p:cNvPr>
          <p:cNvSpPr txBox="1"/>
          <p:nvPr/>
        </p:nvSpPr>
        <p:spPr>
          <a:xfrm>
            <a:off x="2676416" y="2471101"/>
            <a:ext cx="32847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最优解都是整数，则该点是原问题的最优解</a:t>
            </a:r>
          </a:p>
        </p:txBody>
      </p:sp>
    </p:spTree>
    <p:extLst>
      <p:ext uri="{BB962C8B-B14F-4D97-AF65-F5344CB8AC3E}">
        <p14:creationId xmlns:p14="http://schemas.microsoft.com/office/powerpoint/2010/main" val="2989380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60F643-5746-76E3-DD0B-1A3901A34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分支定界法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322695-034D-1770-3891-B3D93D6AC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分支定界法可用于解纯整数或混合整数线性规划问题</a:t>
            </a:r>
            <a:endParaRPr lang="en-US" altLang="zh-CN" dirty="0"/>
          </a:p>
          <a:p>
            <a:pPr lvl="1"/>
            <a:r>
              <a:rPr lang="en-US" altLang="zh-CN" dirty="0"/>
              <a:t>20</a:t>
            </a:r>
            <a:r>
              <a:rPr lang="zh-CN" altLang="en-US" dirty="0"/>
              <a:t>世纪</a:t>
            </a:r>
            <a:r>
              <a:rPr lang="en-US" altLang="zh-CN" dirty="0"/>
              <a:t>60</a:t>
            </a:r>
            <a:r>
              <a:rPr lang="zh-CN" altLang="en-US" dirty="0"/>
              <a:t>年代初由</a:t>
            </a:r>
            <a:r>
              <a:rPr lang="en-US" altLang="zh-CN" dirty="0"/>
              <a:t>Land Doig</a:t>
            </a:r>
            <a:r>
              <a:rPr lang="zh-CN" altLang="en-US" dirty="0"/>
              <a:t>和</a:t>
            </a:r>
            <a:r>
              <a:rPr lang="en-US" altLang="zh-CN" dirty="0"/>
              <a:t>Dakin</a:t>
            </a:r>
            <a:r>
              <a:rPr lang="zh-CN" altLang="en-US" dirty="0"/>
              <a:t>等提出，是解整数线性规划的重要方法之一。</a:t>
            </a:r>
            <a:endParaRPr lang="en-US" altLang="zh-CN" dirty="0"/>
          </a:p>
          <a:p>
            <a:pPr lvl="1"/>
            <a:r>
              <a:rPr lang="zh-CN" altLang="en-US" dirty="0"/>
              <a:t>基本思想</a:t>
            </a:r>
            <a:endParaRPr lang="en-US" altLang="zh-CN" dirty="0"/>
          </a:p>
          <a:p>
            <a:pPr lvl="2"/>
            <a:r>
              <a:rPr lang="zh-CN" altLang="en-US" dirty="0"/>
              <a:t>对于整数线性规划问题</a:t>
            </a:r>
            <a:r>
              <a:rPr lang="en-US" altLang="zh-CN" dirty="0"/>
              <a:t>A</a:t>
            </a:r>
            <a:r>
              <a:rPr lang="zh-CN" altLang="en-US" dirty="0"/>
              <a:t>，与它相应的线性规划记为问题</a:t>
            </a:r>
            <a:r>
              <a:rPr lang="en-US" altLang="zh-CN" dirty="0"/>
              <a:t>B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zh-CN" altLang="en-US" dirty="0"/>
              <a:t>求解</a:t>
            </a:r>
            <a:r>
              <a:rPr lang="en-US" altLang="zh-CN" dirty="0"/>
              <a:t>B</a:t>
            </a:r>
            <a:r>
              <a:rPr lang="zh-CN" altLang="en-US" dirty="0"/>
              <a:t>，如果</a:t>
            </a:r>
            <a:r>
              <a:rPr lang="en-US" altLang="zh-CN" dirty="0"/>
              <a:t>B</a:t>
            </a:r>
            <a:r>
              <a:rPr lang="zh-CN" altLang="en-US" dirty="0"/>
              <a:t>得到的最优解都是整数，则结束，否则对</a:t>
            </a:r>
            <a:r>
              <a:rPr lang="en-US" altLang="zh-CN" dirty="0"/>
              <a:t>B</a:t>
            </a:r>
            <a:r>
              <a:rPr lang="zh-CN" altLang="en-US" dirty="0"/>
              <a:t>继续分解（分支），不断迭代对比。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35AD56-45DD-D624-CCC7-695D5242D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08DF39-03C3-F57D-A541-34F107A1F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3464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60F643-5746-76E3-DD0B-1A3901A34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分支定界法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322695-034D-1770-3891-B3D93D6AC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：求解下列整数规划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35AD56-45DD-D624-CCC7-695D5242D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08DF39-03C3-F57D-A541-34F107A1F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14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7DF6C8E-48EF-376A-6DE3-A60A421CCD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9384448"/>
              </p:ext>
            </p:extLst>
          </p:nvPr>
        </p:nvGraphicFramePr>
        <p:xfrm>
          <a:off x="2432720" y="1988840"/>
          <a:ext cx="4306888" cy="331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49080" imgH="1193760" progId="Equation.DSMT4">
                  <p:embed/>
                </p:oleObj>
              </mc:Choice>
              <mc:Fallback>
                <p:oleObj name="Equation" r:id="rId2" imgW="1549080" imgH="11937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EF74BF73-0780-7B01-D9B2-BDF89B952C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32720" y="1988840"/>
                        <a:ext cx="4306888" cy="3317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857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BCD28-F3EA-0461-527B-09D7FD36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分支定界法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289DE4-A984-C3A6-F5D0-5E68D0105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4090C2-D2D5-5842-D63F-A5F3BE74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15</a:t>
            </a:fld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726739A-A781-ABA2-ABF6-A13B61FA6DEF}"/>
              </a:ext>
            </a:extLst>
          </p:cNvPr>
          <p:cNvSpPr txBox="1"/>
          <p:nvPr/>
        </p:nvSpPr>
        <p:spPr>
          <a:xfrm>
            <a:off x="200472" y="1196752"/>
            <a:ext cx="8064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第一步：确定</a:t>
            </a:r>
            <a:r>
              <a:rPr lang="zh-CN" altLang="en-US" sz="2400" dirty="0">
                <a:solidFill>
                  <a:srgbClr val="0000CC"/>
                </a:solidFill>
              </a:rPr>
              <a:t>整数规划问题</a:t>
            </a:r>
            <a:r>
              <a:rPr lang="en-US" altLang="zh-CN" sz="2400" dirty="0">
                <a:solidFill>
                  <a:srgbClr val="0000CC"/>
                </a:solidFill>
              </a:rPr>
              <a:t>A</a:t>
            </a:r>
            <a:r>
              <a:rPr lang="zh-CN" altLang="en-US" sz="2400" dirty="0"/>
              <a:t>对应的</a:t>
            </a:r>
            <a:r>
              <a:rPr lang="zh-CN" altLang="en-US" sz="2400" dirty="0">
                <a:solidFill>
                  <a:srgbClr val="C00000"/>
                </a:solidFill>
              </a:rPr>
              <a:t>线性规划问题</a:t>
            </a:r>
            <a:r>
              <a:rPr lang="en-US" altLang="zh-CN" sz="2400" dirty="0">
                <a:solidFill>
                  <a:srgbClr val="C00000"/>
                </a:solidFill>
              </a:rPr>
              <a:t>B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7CA5399-9A55-5F17-E0F8-71D89E65F9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1687268"/>
              </p:ext>
            </p:extLst>
          </p:nvPr>
        </p:nvGraphicFramePr>
        <p:xfrm>
          <a:off x="112913" y="2326605"/>
          <a:ext cx="4306888" cy="331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49080" imgH="1193760" progId="Equation.DSMT4">
                  <p:embed/>
                </p:oleObj>
              </mc:Choice>
              <mc:Fallback>
                <p:oleObj name="Equation" r:id="rId2" imgW="1549080" imgH="11937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7DF6C8E-48EF-376A-6DE3-A60A421CCD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2913" y="2326605"/>
                        <a:ext cx="4306888" cy="3317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箭头: 右 9">
            <a:extLst>
              <a:ext uri="{FF2B5EF4-FFF2-40B4-BE49-F238E27FC236}">
                <a16:creationId xmlns:a16="http://schemas.microsoft.com/office/drawing/2014/main" id="{27236707-7805-E9D5-55F8-A3DBA7C0D895}"/>
              </a:ext>
            </a:extLst>
          </p:cNvPr>
          <p:cNvSpPr/>
          <p:nvPr/>
        </p:nvSpPr>
        <p:spPr bwMode="auto">
          <a:xfrm>
            <a:off x="4175237" y="3807701"/>
            <a:ext cx="720080" cy="57606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79C8173-1B62-50F3-8402-193C58B7D9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1775173"/>
              </p:ext>
            </p:extLst>
          </p:nvPr>
        </p:nvGraphicFramePr>
        <p:xfrm>
          <a:off x="5169024" y="2292597"/>
          <a:ext cx="4483100" cy="268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800" imgH="965160" progId="Equation.DSMT4">
                  <p:embed/>
                </p:oleObj>
              </mc:Choice>
              <mc:Fallback>
                <p:oleObj name="Equation" r:id="rId4" imgW="1612800" imgH="9651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17CA5399-9A55-5F17-E0F8-71D89E65F9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69024" y="2292597"/>
                        <a:ext cx="4483100" cy="2682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13EF06FB-2618-BF09-0B52-DEFF9ED49922}"/>
              </a:ext>
            </a:extLst>
          </p:cNvPr>
          <p:cNvSpPr txBox="1"/>
          <p:nvPr/>
        </p:nvSpPr>
        <p:spPr>
          <a:xfrm>
            <a:off x="651124" y="5711281"/>
            <a:ext cx="9001000" cy="830997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b="1" dirty="0"/>
              <a:t>注：其实也可以不用进行最小值目标函数转化，只要明确大小关系即可。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B629BD0-BE0D-9D14-242C-CEFE4404C63A}"/>
              </a:ext>
            </a:extLst>
          </p:cNvPr>
          <p:cNvSpPr txBox="1"/>
          <p:nvPr/>
        </p:nvSpPr>
        <p:spPr>
          <a:xfrm>
            <a:off x="1873723" y="1785024"/>
            <a:ext cx="80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A</a:t>
            </a:r>
            <a:endParaRPr lang="zh-CN" altLang="en-US" sz="28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CFEC220-EBB2-4E68-04E0-ECA8FC3F490A}"/>
              </a:ext>
            </a:extLst>
          </p:cNvPr>
          <p:cNvSpPr txBox="1"/>
          <p:nvPr/>
        </p:nvSpPr>
        <p:spPr>
          <a:xfrm>
            <a:off x="7185248" y="1769377"/>
            <a:ext cx="80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B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06717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2" grpId="0" animBg="1"/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BCD28-F3EA-0461-527B-09D7FD36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分支定界法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289DE4-A984-C3A6-F5D0-5E68D0105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4090C2-D2D5-5842-D63F-A5F3BE74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97300" y="6531912"/>
            <a:ext cx="2311400" cy="271098"/>
          </a:xfrm>
        </p:spPr>
        <p:txBody>
          <a:bodyPr/>
          <a:lstStyle/>
          <a:p>
            <a:fld id="{7AC79822-BC0D-4DE8-A7E5-90A3732A2B82}" type="slidenum">
              <a:rPr lang="zh-CN" altLang="en-US" smtClean="0"/>
              <a:pPr/>
              <a:t>16</a:t>
            </a:fld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726739A-A781-ABA2-ABF6-A13B61FA6DEF}"/>
              </a:ext>
            </a:extLst>
          </p:cNvPr>
          <p:cNvSpPr txBox="1"/>
          <p:nvPr/>
        </p:nvSpPr>
        <p:spPr>
          <a:xfrm>
            <a:off x="200472" y="1196752"/>
            <a:ext cx="8064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第二步：求解线性规划问题</a:t>
            </a:r>
            <a:r>
              <a:rPr lang="en-US" altLang="zh-CN" sz="2400" dirty="0"/>
              <a:t>B</a:t>
            </a:r>
            <a:endParaRPr lang="zh-CN" altLang="en-US" sz="2400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79C8173-1B62-50F3-8402-193C58B7D9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7125068"/>
              </p:ext>
            </p:extLst>
          </p:nvPr>
        </p:nvGraphicFramePr>
        <p:xfrm>
          <a:off x="5294436" y="45394"/>
          <a:ext cx="4483100" cy="268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12800" imgH="965160" progId="Equation.DSMT4">
                  <p:embed/>
                </p:oleObj>
              </mc:Choice>
              <mc:Fallback>
                <p:oleObj name="Equation" r:id="rId2" imgW="1612800" imgH="9651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79C8173-1B62-50F3-8402-193C58B7D9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294436" y="45394"/>
                        <a:ext cx="4483100" cy="26828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D19DE31-8C25-262D-3877-499851FDB006}"/>
              </a:ext>
            </a:extLst>
          </p:cNvPr>
          <p:cNvCxnSpPr/>
          <p:nvPr/>
        </p:nvCxnSpPr>
        <p:spPr bwMode="auto">
          <a:xfrm>
            <a:off x="338275" y="6122715"/>
            <a:ext cx="504056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A1EE511-07E1-204D-FE59-C2548DF3EC7A}"/>
              </a:ext>
            </a:extLst>
          </p:cNvPr>
          <p:cNvCxnSpPr/>
          <p:nvPr/>
        </p:nvCxnSpPr>
        <p:spPr bwMode="auto">
          <a:xfrm flipH="1" flipV="1">
            <a:off x="1241122" y="2666331"/>
            <a:ext cx="9300" cy="396590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4EDE557-728C-B2CD-1F45-2B70FFA757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538514"/>
              </p:ext>
            </p:extLst>
          </p:nvPr>
        </p:nvGraphicFramePr>
        <p:xfrm>
          <a:off x="5342104" y="5623960"/>
          <a:ext cx="493712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228600" progId="Equation.DSMT4">
                  <p:embed/>
                </p:oleObj>
              </mc:Choice>
              <mc:Fallback>
                <p:oleObj name="Equation" r:id="rId4" imgW="152280" imgH="228600" progId="Equation.DSMT4">
                  <p:embed/>
                  <p:pic>
                    <p:nvPicPr>
                      <p:cNvPr id="85" name="对象 84">
                        <a:extLst>
                          <a:ext uri="{FF2B5EF4-FFF2-40B4-BE49-F238E27FC236}">
                            <a16:creationId xmlns:a16="http://schemas.microsoft.com/office/drawing/2014/main" id="{39BB0CC5-0648-B084-B554-C092DC58B3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42104" y="5623960"/>
                        <a:ext cx="493712" cy="741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FB68D9F1-B522-8677-04DD-3EFB994906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7039105"/>
              </p:ext>
            </p:extLst>
          </p:nvPr>
        </p:nvGraphicFramePr>
        <p:xfrm>
          <a:off x="980134" y="6122715"/>
          <a:ext cx="285834" cy="400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20" imgH="177480" progId="Equation.DSMT4">
                  <p:embed/>
                </p:oleObj>
              </mc:Choice>
              <mc:Fallback>
                <p:oleObj name="Equation" r:id="rId6" imgW="126720" imgH="177480" progId="Equation.DSMT4">
                  <p:embed/>
                  <p:pic>
                    <p:nvPicPr>
                      <p:cNvPr id="86" name="对象 85">
                        <a:extLst>
                          <a:ext uri="{FF2B5EF4-FFF2-40B4-BE49-F238E27FC236}">
                            <a16:creationId xmlns:a16="http://schemas.microsoft.com/office/drawing/2014/main" id="{6CD2E065-001F-E412-6B6F-5A270B7306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80134" y="6122715"/>
                        <a:ext cx="285834" cy="400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椭圆 15">
            <a:extLst>
              <a:ext uri="{FF2B5EF4-FFF2-40B4-BE49-F238E27FC236}">
                <a16:creationId xmlns:a16="http://schemas.microsoft.com/office/drawing/2014/main" id="{200A8645-305C-F751-3129-A3EDAB04DD85}"/>
              </a:ext>
            </a:extLst>
          </p:cNvPr>
          <p:cNvSpPr/>
          <p:nvPr/>
        </p:nvSpPr>
        <p:spPr bwMode="auto">
          <a:xfrm>
            <a:off x="1212376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C035738-DB55-E1AA-636B-2549AEE61E1E}"/>
              </a:ext>
            </a:extLst>
          </p:cNvPr>
          <p:cNvSpPr/>
          <p:nvPr/>
        </p:nvSpPr>
        <p:spPr bwMode="auto">
          <a:xfrm>
            <a:off x="1598570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CE155E4C-F37D-6D8F-C331-858FECE1B533}"/>
              </a:ext>
            </a:extLst>
          </p:cNvPr>
          <p:cNvSpPr/>
          <p:nvPr/>
        </p:nvSpPr>
        <p:spPr bwMode="auto">
          <a:xfrm>
            <a:off x="1984764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488C995-CE76-CC99-D733-AA8181408E8C}"/>
              </a:ext>
            </a:extLst>
          </p:cNvPr>
          <p:cNvSpPr/>
          <p:nvPr/>
        </p:nvSpPr>
        <p:spPr bwMode="auto">
          <a:xfrm>
            <a:off x="2370958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11B62B2E-7699-0259-F85D-E1CBED1C1AF1}"/>
              </a:ext>
            </a:extLst>
          </p:cNvPr>
          <p:cNvSpPr/>
          <p:nvPr/>
        </p:nvSpPr>
        <p:spPr bwMode="auto">
          <a:xfrm>
            <a:off x="2792763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9000FA2A-BB09-0F4A-CDA4-691A1EF8DB13}"/>
              </a:ext>
            </a:extLst>
          </p:cNvPr>
          <p:cNvSpPr/>
          <p:nvPr/>
        </p:nvSpPr>
        <p:spPr bwMode="auto">
          <a:xfrm>
            <a:off x="3224811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8C72AF3C-CDC6-76A9-3E1D-257205BBAF2A}"/>
              </a:ext>
            </a:extLst>
          </p:cNvPr>
          <p:cNvSpPr/>
          <p:nvPr/>
        </p:nvSpPr>
        <p:spPr bwMode="auto">
          <a:xfrm>
            <a:off x="3584851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69E74D06-961C-2B11-8AAA-255166304181}"/>
              </a:ext>
            </a:extLst>
          </p:cNvPr>
          <p:cNvSpPr/>
          <p:nvPr/>
        </p:nvSpPr>
        <p:spPr bwMode="auto">
          <a:xfrm>
            <a:off x="3918981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E19A810-AB2E-FD2C-4FE6-3A37D6994D67}"/>
              </a:ext>
            </a:extLst>
          </p:cNvPr>
          <p:cNvSpPr/>
          <p:nvPr/>
        </p:nvSpPr>
        <p:spPr bwMode="auto">
          <a:xfrm>
            <a:off x="4289027" y="60854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4841CBE-D733-7935-1CEB-6318C553713D}"/>
              </a:ext>
            </a:extLst>
          </p:cNvPr>
          <p:cNvSpPr/>
          <p:nvPr/>
        </p:nvSpPr>
        <p:spPr bwMode="auto">
          <a:xfrm>
            <a:off x="4675221" y="60854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D1866104-049D-921D-5C47-8D5AFCE0E0A1}"/>
              </a:ext>
            </a:extLst>
          </p:cNvPr>
          <p:cNvSpPr/>
          <p:nvPr/>
        </p:nvSpPr>
        <p:spPr bwMode="auto">
          <a:xfrm>
            <a:off x="1208584" y="583468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792414B0-89C5-69C9-9607-8B13961024AE}"/>
              </a:ext>
            </a:extLst>
          </p:cNvPr>
          <p:cNvSpPr/>
          <p:nvPr/>
        </p:nvSpPr>
        <p:spPr bwMode="auto">
          <a:xfrm>
            <a:off x="1217608" y="547464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FA8537BE-DC7C-D275-A997-011DF9582A72}"/>
              </a:ext>
            </a:extLst>
          </p:cNvPr>
          <p:cNvSpPr/>
          <p:nvPr/>
        </p:nvSpPr>
        <p:spPr bwMode="auto">
          <a:xfrm>
            <a:off x="1213816" y="511460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76F82D87-52E9-77AE-1306-28619966BAD9}"/>
              </a:ext>
            </a:extLst>
          </p:cNvPr>
          <p:cNvSpPr/>
          <p:nvPr/>
        </p:nvSpPr>
        <p:spPr bwMode="auto">
          <a:xfrm>
            <a:off x="1208912" y="4826571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95A8E319-06CD-DAC0-6C7E-48DCF668BFED}"/>
              </a:ext>
            </a:extLst>
          </p:cNvPr>
          <p:cNvSpPr/>
          <p:nvPr/>
        </p:nvSpPr>
        <p:spPr bwMode="auto">
          <a:xfrm>
            <a:off x="1205120" y="453853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F7DFC420-C54F-2D21-BBAA-863A865E5034}"/>
              </a:ext>
            </a:extLst>
          </p:cNvPr>
          <p:cNvSpPr/>
          <p:nvPr/>
        </p:nvSpPr>
        <p:spPr bwMode="auto">
          <a:xfrm>
            <a:off x="1208912" y="4250507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D86412DA-4C1A-B99D-FA33-3FFF7D051E99}"/>
              </a:ext>
            </a:extLst>
          </p:cNvPr>
          <p:cNvSpPr/>
          <p:nvPr/>
        </p:nvSpPr>
        <p:spPr bwMode="auto">
          <a:xfrm>
            <a:off x="1205120" y="3962475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DC0AA176-24AE-0E6D-6B82-7AABCE32F8A8}"/>
              </a:ext>
            </a:extLst>
          </p:cNvPr>
          <p:cNvSpPr/>
          <p:nvPr/>
        </p:nvSpPr>
        <p:spPr bwMode="auto">
          <a:xfrm>
            <a:off x="1217608" y="367444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8321FF8-5DD9-EB9D-BDA9-53F3D4D7D6EA}"/>
              </a:ext>
            </a:extLst>
          </p:cNvPr>
          <p:cNvSpPr/>
          <p:nvPr/>
        </p:nvSpPr>
        <p:spPr bwMode="auto">
          <a:xfrm>
            <a:off x="1213816" y="331440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ED7C15DA-FDB9-6CA1-4589-F604F0242D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580934"/>
              </p:ext>
            </p:extLst>
          </p:nvPr>
        </p:nvGraphicFramePr>
        <p:xfrm>
          <a:off x="1541463" y="6122715"/>
          <a:ext cx="2000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560" imgH="164880" progId="Equation.DSMT4">
                  <p:embed/>
                </p:oleObj>
              </mc:Choice>
              <mc:Fallback>
                <p:oleObj name="Equation" r:id="rId8" imgW="88560" imgH="164880" progId="Equation.DSMT4">
                  <p:embed/>
                  <p:pic>
                    <p:nvPicPr>
                      <p:cNvPr id="106" name="对象 105">
                        <a:extLst>
                          <a:ext uri="{FF2B5EF4-FFF2-40B4-BE49-F238E27FC236}">
                            <a16:creationId xmlns:a16="http://schemas.microsoft.com/office/drawing/2014/main" id="{3D2E5099-B390-87DF-02E7-6DA34346C5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41463" y="6122715"/>
                        <a:ext cx="200025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6AD0E06A-E550-AF3D-524E-89EC69B61F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9068501"/>
              </p:ext>
            </p:extLst>
          </p:nvPr>
        </p:nvGraphicFramePr>
        <p:xfrm>
          <a:off x="1879562" y="6122715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720" imgH="164880" progId="Equation.DSMT4">
                  <p:embed/>
                </p:oleObj>
              </mc:Choice>
              <mc:Fallback>
                <p:oleObj name="Equation" r:id="rId10" imgW="126720" imgH="164880" progId="Equation.DSMT4">
                  <p:embed/>
                  <p:pic>
                    <p:nvPicPr>
                      <p:cNvPr id="107" name="对象 106">
                        <a:extLst>
                          <a:ext uri="{FF2B5EF4-FFF2-40B4-BE49-F238E27FC236}">
                            <a16:creationId xmlns:a16="http://schemas.microsoft.com/office/drawing/2014/main" id="{F7E41F1B-A0A7-CCA0-FCE3-4204817580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79562" y="6122715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5ECFDF37-C022-0544-3528-FE8230C81B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39084"/>
              </p:ext>
            </p:extLst>
          </p:nvPr>
        </p:nvGraphicFramePr>
        <p:xfrm>
          <a:off x="2286447" y="6122715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120" imgH="177480" progId="Equation.DSMT4">
                  <p:embed/>
                </p:oleObj>
              </mc:Choice>
              <mc:Fallback>
                <p:oleObj name="Equation" r:id="rId12" imgW="114120" imgH="177480" progId="Equation.DSMT4">
                  <p:embed/>
                  <p:pic>
                    <p:nvPicPr>
                      <p:cNvPr id="108" name="对象 107">
                        <a:extLst>
                          <a:ext uri="{FF2B5EF4-FFF2-40B4-BE49-F238E27FC236}">
                            <a16:creationId xmlns:a16="http://schemas.microsoft.com/office/drawing/2014/main" id="{6C519EA9-E1E0-C1F3-81F5-65162E2BF4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286447" y="6122715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A686FC08-E73C-76ED-B422-1C9BC038B4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358076"/>
              </p:ext>
            </p:extLst>
          </p:nvPr>
        </p:nvGraphicFramePr>
        <p:xfrm>
          <a:off x="2723034" y="6122715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6720" imgH="164880" progId="Equation.DSMT4">
                  <p:embed/>
                </p:oleObj>
              </mc:Choice>
              <mc:Fallback>
                <p:oleObj name="Equation" r:id="rId14" imgW="126720" imgH="164880" progId="Equation.DSMT4">
                  <p:embed/>
                  <p:pic>
                    <p:nvPicPr>
                      <p:cNvPr id="109" name="对象 108">
                        <a:extLst>
                          <a:ext uri="{FF2B5EF4-FFF2-40B4-BE49-F238E27FC236}">
                            <a16:creationId xmlns:a16="http://schemas.microsoft.com/office/drawing/2014/main" id="{BCD4D47B-2ABE-339B-46AF-8732040E84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723034" y="6122715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10EE01C4-00D0-6DFB-DEC1-769BEBDFDF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605690"/>
              </p:ext>
            </p:extLst>
          </p:nvPr>
        </p:nvGraphicFramePr>
        <p:xfrm>
          <a:off x="3152800" y="6122939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4120" imgH="177480" progId="Equation.DSMT4">
                  <p:embed/>
                </p:oleObj>
              </mc:Choice>
              <mc:Fallback>
                <p:oleObj name="Equation" r:id="rId16" imgW="114120" imgH="177480" progId="Equation.DSMT4">
                  <p:embed/>
                  <p:pic>
                    <p:nvPicPr>
                      <p:cNvPr id="110" name="对象 109">
                        <a:extLst>
                          <a:ext uri="{FF2B5EF4-FFF2-40B4-BE49-F238E27FC236}">
                            <a16:creationId xmlns:a16="http://schemas.microsoft.com/office/drawing/2014/main" id="{253F474F-8807-3FBB-C4C7-7F13A8CC73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152800" y="6122939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D9F6DA9D-2978-C09C-04CA-4B16820571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211075"/>
              </p:ext>
            </p:extLst>
          </p:nvPr>
        </p:nvGraphicFramePr>
        <p:xfrm>
          <a:off x="3504451" y="6108000"/>
          <a:ext cx="296421" cy="414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6720" imgH="177480" progId="Equation.DSMT4">
                  <p:embed/>
                </p:oleObj>
              </mc:Choice>
              <mc:Fallback>
                <p:oleObj name="Equation" r:id="rId18" imgW="126720" imgH="177480" progId="Equation.DSMT4">
                  <p:embed/>
                  <p:pic>
                    <p:nvPicPr>
                      <p:cNvPr id="111" name="对象 110">
                        <a:extLst>
                          <a:ext uri="{FF2B5EF4-FFF2-40B4-BE49-F238E27FC236}">
                            <a16:creationId xmlns:a16="http://schemas.microsoft.com/office/drawing/2014/main" id="{1AC04EAB-4A5D-1D0E-E643-EACA4C3918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504451" y="6108000"/>
                        <a:ext cx="296421" cy="4149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DC592708-4C6D-D1B5-9125-AF47F78267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399972"/>
              </p:ext>
            </p:extLst>
          </p:nvPr>
        </p:nvGraphicFramePr>
        <p:xfrm>
          <a:off x="3805238" y="6122715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6720" imgH="177480" progId="Equation.DSMT4">
                  <p:embed/>
                </p:oleObj>
              </mc:Choice>
              <mc:Fallback>
                <p:oleObj name="Equation" r:id="rId20" imgW="126720" imgH="177480" progId="Equation.DSMT4">
                  <p:embed/>
                  <p:pic>
                    <p:nvPicPr>
                      <p:cNvPr id="112" name="对象 111">
                        <a:extLst>
                          <a:ext uri="{FF2B5EF4-FFF2-40B4-BE49-F238E27FC236}">
                            <a16:creationId xmlns:a16="http://schemas.microsoft.com/office/drawing/2014/main" id="{336A24C1-F7ED-0C84-1C9C-4AF2AD3FAB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805238" y="6122715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C5EC9C8E-A278-8864-F2BF-9A1DA90BFA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6581923"/>
              </p:ext>
            </p:extLst>
          </p:nvPr>
        </p:nvGraphicFramePr>
        <p:xfrm>
          <a:off x="4200525" y="6108651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4120" imgH="177480" progId="Equation.DSMT4">
                  <p:embed/>
                </p:oleObj>
              </mc:Choice>
              <mc:Fallback>
                <p:oleObj name="Equation" r:id="rId22" imgW="114120" imgH="177480" progId="Equation.DSMT4">
                  <p:embed/>
                  <p:pic>
                    <p:nvPicPr>
                      <p:cNvPr id="113" name="对象 112">
                        <a:extLst>
                          <a:ext uri="{FF2B5EF4-FFF2-40B4-BE49-F238E27FC236}">
                            <a16:creationId xmlns:a16="http://schemas.microsoft.com/office/drawing/2014/main" id="{EA10E9FF-2E92-F2BE-937D-95675676AE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200525" y="6108651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A30D31CA-3115-61E9-1FC6-1814ADD562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9815553"/>
              </p:ext>
            </p:extLst>
          </p:nvPr>
        </p:nvGraphicFramePr>
        <p:xfrm>
          <a:off x="4581194" y="6122715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14120" imgH="177480" progId="Equation.DSMT4">
                  <p:embed/>
                </p:oleObj>
              </mc:Choice>
              <mc:Fallback>
                <p:oleObj name="Equation" r:id="rId24" imgW="114120" imgH="177480" progId="Equation.DSMT4">
                  <p:embed/>
                  <p:pic>
                    <p:nvPicPr>
                      <p:cNvPr id="114" name="对象 113">
                        <a:extLst>
                          <a:ext uri="{FF2B5EF4-FFF2-40B4-BE49-F238E27FC236}">
                            <a16:creationId xmlns:a16="http://schemas.microsoft.com/office/drawing/2014/main" id="{3EC9F064-5677-B034-C47E-1334981D97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581194" y="6122715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23AF9632-FB9D-34B4-08D3-B3E4C82DF3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0870008"/>
              </p:ext>
            </p:extLst>
          </p:nvPr>
        </p:nvGraphicFramePr>
        <p:xfrm>
          <a:off x="1010645" y="3490417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14120" imgH="177480" progId="Equation.DSMT4">
                  <p:embed/>
                </p:oleObj>
              </mc:Choice>
              <mc:Fallback>
                <p:oleObj name="Equation" r:id="rId26" imgW="114120" imgH="177480" progId="Equation.DSMT4">
                  <p:embed/>
                  <p:pic>
                    <p:nvPicPr>
                      <p:cNvPr id="122" name="对象 121">
                        <a:extLst>
                          <a:ext uri="{FF2B5EF4-FFF2-40B4-BE49-F238E27FC236}">
                            <a16:creationId xmlns:a16="http://schemas.microsoft.com/office/drawing/2014/main" id="{449B2BA7-F2F2-69A8-477D-038DEF84A9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010645" y="3490417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F3BA37B7-52E2-6F5C-1D2A-77CA6DE0DC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6108402"/>
              </p:ext>
            </p:extLst>
          </p:nvPr>
        </p:nvGraphicFramePr>
        <p:xfrm>
          <a:off x="991203" y="3130377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14120" imgH="177480" progId="Equation.DSMT4">
                  <p:embed/>
                </p:oleObj>
              </mc:Choice>
              <mc:Fallback>
                <p:oleObj name="Equation" r:id="rId27" imgW="114120" imgH="177480" progId="Equation.DSMT4">
                  <p:embed/>
                  <p:pic>
                    <p:nvPicPr>
                      <p:cNvPr id="123" name="对象 122">
                        <a:extLst>
                          <a:ext uri="{FF2B5EF4-FFF2-40B4-BE49-F238E27FC236}">
                            <a16:creationId xmlns:a16="http://schemas.microsoft.com/office/drawing/2014/main" id="{93E1F1EE-B2B7-5017-442A-3AB082F14C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91203" y="3130377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A5E1C0B7-B31C-64C8-2A66-E029C9D803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7873733"/>
              </p:ext>
            </p:extLst>
          </p:nvPr>
        </p:nvGraphicFramePr>
        <p:xfrm>
          <a:off x="1014964" y="5679232"/>
          <a:ext cx="2000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88560" imgH="164880" progId="Equation.DSMT4">
                  <p:embed/>
                </p:oleObj>
              </mc:Choice>
              <mc:Fallback>
                <p:oleObj name="Equation" r:id="rId28" imgW="88560" imgH="164880" progId="Equation.DSMT4">
                  <p:embed/>
                  <p:pic>
                    <p:nvPicPr>
                      <p:cNvPr id="124" name="对象 123">
                        <a:extLst>
                          <a:ext uri="{FF2B5EF4-FFF2-40B4-BE49-F238E27FC236}">
                            <a16:creationId xmlns:a16="http://schemas.microsoft.com/office/drawing/2014/main" id="{7E90B596-DBAC-CDDC-8BEC-973FCB7FDF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14964" y="5679232"/>
                        <a:ext cx="200025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96A0657E-578C-7AC4-04CF-DA1EAFDB3E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180143"/>
              </p:ext>
            </p:extLst>
          </p:nvPr>
        </p:nvGraphicFramePr>
        <p:xfrm>
          <a:off x="980218" y="5330627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26720" imgH="164880" progId="Equation.DSMT4">
                  <p:embed/>
                </p:oleObj>
              </mc:Choice>
              <mc:Fallback>
                <p:oleObj name="Equation" r:id="rId29" imgW="126720" imgH="164880" progId="Equation.DSMT4">
                  <p:embed/>
                  <p:pic>
                    <p:nvPicPr>
                      <p:cNvPr id="125" name="对象 124">
                        <a:extLst>
                          <a:ext uri="{FF2B5EF4-FFF2-40B4-BE49-F238E27FC236}">
                            <a16:creationId xmlns:a16="http://schemas.microsoft.com/office/drawing/2014/main" id="{FF5E7AA0-9140-028B-0F71-A82BF9E73A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80218" y="5330627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extLst>
              <a:ext uri="{FF2B5EF4-FFF2-40B4-BE49-F238E27FC236}">
                <a16:creationId xmlns:a16="http://schemas.microsoft.com/office/drawing/2014/main" id="{84063FD0-BCFC-8D2D-FA83-77863CB554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91942"/>
              </p:ext>
            </p:extLst>
          </p:nvPr>
        </p:nvGraphicFramePr>
        <p:xfrm>
          <a:off x="992560" y="5002585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14120" imgH="177480" progId="Equation.DSMT4">
                  <p:embed/>
                </p:oleObj>
              </mc:Choice>
              <mc:Fallback>
                <p:oleObj name="Equation" r:id="rId30" imgW="114120" imgH="177480" progId="Equation.DSMT4">
                  <p:embed/>
                  <p:pic>
                    <p:nvPicPr>
                      <p:cNvPr id="126" name="对象 125">
                        <a:extLst>
                          <a:ext uri="{FF2B5EF4-FFF2-40B4-BE49-F238E27FC236}">
                            <a16:creationId xmlns:a16="http://schemas.microsoft.com/office/drawing/2014/main" id="{E9E44598-8252-6DE4-3CB0-4469533AB7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92560" y="5002585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>
            <a:extLst>
              <a:ext uri="{FF2B5EF4-FFF2-40B4-BE49-F238E27FC236}">
                <a16:creationId xmlns:a16="http://schemas.microsoft.com/office/drawing/2014/main" id="{3D05FD2D-62E8-AB3F-3746-AE7A4EC58F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39151"/>
              </p:ext>
            </p:extLst>
          </p:nvPr>
        </p:nvGraphicFramePr>
        <p:xfrm>
          <a:off x="980134" y="4599112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26720" imgH="164880" progId="Equation.DSMT4">
                  <p:embed/>
                </p:oleObj>
              </mc:Choice>
              <mc:Fallback>
                <p:oleObj name="Equation" r:id="rId31" imgW="126720" imgH="164880" progId="Equation.DSMT4">
                  <p:embed/>
                  <p:pic>
                    <p:nvPicPr>
                      <p:cNvPr id="127" name="对象 126">
                        <a:extLst>
                          <a:ext uri="{FF2B5EF4-FFF2-40B4-BE49-F238E27FC236}">
                            <a16:creationId xmlns:a16="http://schemas.microsoft.com/office/drawing/2014/main" id="{B74FD861-EE8F-BBAE-6FEA-17794D0030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80134" y="4599112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>
            <a:extLst>
              <a:ext uri="{FF2B5EF4-FFF2-40B4-BE49-F238E27FC236}">
                <a16:creationId xmlns:a16="http://schemas.microsoft.com/office/drawing/2014/main" id="{3B6489C8-4C2E-204C-6FFB-CE83E91A42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0222675"/>
              </p:ext>
            </p:extLst>
          </p:nvPr>
        </p:nvGraphicFramePr>
        <p:xfrm>
          <a:off x="1006297" y="4354513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14120" imgH="177480" progId="Equation.DSMT4">
                  <p:embed/>
                </p:oleObj>
              </mc:Choice>
              <mc:Fallback>
                <p:oleObj name="Equation" r:id="rId32" imgW="114120" imgH="177480" progId="Equation.DSMT4">
                  <p:embed/>
                  <p:pic>
                    <p:nvPicPr>
                      <p:cNvPr id="128" name="对象 127">
                        <a:extLst>
                          <a:ext uri="{FF2B5EF4-FFF2-40B4-BE49-F238E27FC236}">
                            <a16:creationId xmlns:a16="http://schemas.microsoft.com/office/drawing/2014/main" id="{56791C37-3EF6-0CAE-9250-E33A42DF21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006297" y="4354513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对象 57">
            <a:extLst>
              <a:ext uri="{FF2B5EF4-FFF2-40B4-BE49-F238E27FC236}">
                <a16:creationId xmlns:a16="http://schemas.microsoft.com/office/drawing/2014/main" id="{40215442-588B-AA87-65AE-64C45EA52E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5725701"/>
              </p:ext>
            </p:extLst>
          </p:nvPr>
        </p:nvGraphicFramePr>
        <p:xfrm>
          <a:off x="992560" y="4066481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26720" imgH="177480" progId="Equation.DSMT4">
                  <p:embed/>
                </p:oleObj>
              </mc:Choice>
              <mc:Fallback>
                <p:oleObj name="Equation" r:id="rId33" imgW="126720" imgH="177480" progId="Equation.DSMT4">
                  <p:embed/>
                  <p:pic>
                    <p:nvPicPr>
                      <p:cNvPr id="129" name="对象 128">
                        <a:extLst>
                          <a:ext uri="{FF2B5EF4-FFF2-40B4-BE49-F238E27FC236}">
                            <a16:creationId xmlns:a16="http://schemas.microsoft.com/office/drawing/2014/main" id="{9B412BB0-47C9-7102-2A9E-5567F8EBA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92560" y="4066481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>
            <a:extLst>
              <a:ext uri="{FF2B5EF4-FFF2-40B4-BE49-F238E27FC236}">
                <a16:creationId xmlns:a16="http://schemas.microsoft.com/office/drawing/2014/main" id="{BCE71C61-5222-AF74-9652-E25507302B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7394466"/>
              </p:ext>
            </p:extLst>
          </p:nvPr>
        </p:nvGraphicFramePr>
        <p:xfrm>
          <a:off x="980134" y="3778449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26720" imgH="177480" progId="Equation.DSMT4">
                  <p:embed/>
                </p:oleObj>
              </mc:Choice>
              <mc:Fallback>
                <p:oleObj name="Equation" r:id="rId34" imgW="126720" imgH="177480" progId="Equation.DSMT4">
                  <p:embed/>
                  <p:pic>
                    <p:nvPicPr>
                      <p:cNvPr id="130" name="对象 129">
                        <a:extLst>
                          <a:ext uri="{FF2B5EF4-FFF2-40B4-BE49-F238E27FC236}">
                            <a16:creationId xmlns:a16="http://schemas.microsoft.com/office/drawing/2014/main" id="{89B42A13-EA12-5888-15E7-A89AF56098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80134" y="3778449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6E210596-E3F2-6549-93B1-94CB318D6EF0}"/>
              </a:ext>
            </a:extLst>
          </p:cNvPr>
          <p:cNvCxnSpPr/>
          <p:nvPr/>
        </p:nvCxnSpPr>
        <p:spPr bwMode="auto">
          <a:xfrm>
            <a:off x="416496" y="2913410"/>
            <a:ext cx="3734860" cy="359529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2FC05430-A45C-F363-FB51-F2955F2F95DE}"/>
              </a:ext>
            </a:extLst>
          </p:cNvPr>
          <p:cNvCxnSpPr/>
          <p:nvPr/>
        </p:nvCxnSpPr>
        <p:spPr bwMode="auto">
          <a:xfrm>
            <a:off x="338275" y="4759371"/>
            <a:ext cx="5287416" cy="150736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E316348A-0029-1ADD-CFF5-FDCEF62D04D6}"/>
              </a:ext>
            </a:extLst>
          </p:cNvPr>
          <p:cNvCxnSpPr/>
          <p:nvPr/>
        </p:nvCxnSpPr>
        <p:spPr bwMode="auto">
          <a:xfrm flipH="1">
            <a:off x="2079638" y="4291916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A9C79D74-7A18-40A7-F12D-A2E13C78C98E}"/>
              </a:ext>
            </a:extLst>
          </p:cNvPr>
          <p:cNvCxnSpPr/>
          <p:nvPr/>
        </p:nvCxnSpPr>
        <p:spPr bwMode="auto">
          <a:xfrm flipH="1">
            <a:off x="2247092" y="4436907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F7693E68-9C4A-9991-77C2-B069F56E17FD}"/>
              </a:ext>
            </a:extLst>
          </p:cNvPr>
          <p:cNvCxnSpPr/>
          <p:nvPr/>
        </p:nvCxnSpPr>
        <p:spPr bwMode="auto">
          <a:xfrm flipH="1">
            <a:off x="2384438" y="4580923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7B850768-AF84-F0E4-A3BE-C14A40653281}"/>
              </a:ext>
            </a:extLst>
          </p:cNvPr>
          <p:cNvCxnSpPr/>
          <p:nvPr/>
        </p:nvCxnSpPr>
        <p:spPr bwMode="auto">
          <a:xfrm flipH="1">
            <a:off x="2536838" y="4796947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35977929-D4FA-BE5A-4A5C-B5E8A7D63092}"/>
              </a:ext>
            </a:extLst>
          </p:cNvPr>
          <p:cNvCxnSpPr/>
          <p:nvPr/>
        </p:nvCxnSpPr>
        <p:spPr bwMode="auto">
          <a:xfrm flipH="1">
            <a:off x="2689238" y="4970587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C76C773A-F979-01E8-FC27-94518E86565E}"/>
              </a:ext>
            </a:extLst>
          </p:cNvPr>
          <p:cNvCxnSpPr/>
          <p:nvPr/>
        </p:nvCxnSpPr>
        <p:spPr bwMode="auto">
          <a:xfrm flipH="1">
            <a:off x="2841638" y="5084979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48331A89-7793-B389-7E38-316FF28068B5}"/>
              </a:ext>
            </a:extLst>
          </p:cNvPr>
          <p:cNvCxnSpPr/>
          <p:nvPr/>
        </p:nvCxnSpPr>
        <p:spPr bwMode="auto">
          <a:xfrm flipH="1">
            <a:off x="2989757" y="5228995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8991850F-79B6-E4ED-87AE-78A27B57144E}"/>
              </a:ext>
            </a:extLst>
          </p:cNvPr>
          <p:cNvCxnSpPr/>
          <p:nvPr/>
        </p:nvCxnSpPr>
        <p:spPr bwMode="auto">
          <a:xfrm flipH="1">
            <a:off x="1744744" y="3912943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19729641-D8A0-CD7D-F44F-16B0A07FADF4}"/>
              </a:ext>
            </a:extLst>
          </p:cNvPr>
          <p:cNvCxnSpPr/>
          <p:nvPr/>
        </p:nvCxnSpPr>
        <p:spPr bwMode="auto">
          <a:xfrm flipH="1">
            <a:off x="1897144" y="4096081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E64CCDE3-DB17-1DD7-F94E-51E447BA840D}"/>
              </a:ext>
            </a:extLst>
          </p:cNvPr>
          <p:cNvCxnSpPr/>
          <p:nvPr/>
        </p:nvCxnSpPr>
        <p:spPr bwMode="auto">
          <a:xfrm flipH="1">
            <a:off x="1482834" y="3571836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0DEF3C5E-975A-7A54-2A7A-2F3D77BE8733}"/>
              </a:ext>
            </a:extLst>
          </p:cNvPr>
          <p:cNvCxnSpPr/>
          <p:nvPr/>
        </p:nvCxnSpPr>
        <p:spPr bwMode="auto">
          <a:xfrm flipH="1">
            <a:off x="1618707" y="3752463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5559A9AC-601E-E8AB-08DB-5ECCF1DC1C67}"/>
              </a:ext>
            </a:extLst>
          </p:cNvPr>
          <p:cNvCxnSpPr/>
          <p:nvPr/>
        </p:nvCxnSpPr>
        <p:spPr bwMode="auto">
          <a:xfrm flipH="1">
            <a:off x="1514173" y="4889651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EEE73828-CF4C-7896-CD5C-F09BA7806E23}"/>
              </a:ext>
            </a:extLst>
          </p:cNvPr>
          <p:cNvCxnSpPr/>
          <p:nvPr/>
        </p:nvCxnSpPr>
        <p:spPr bwMode="auto">
          <a:xfrm flipH="1">
            <a:off x="1688936" y="4961659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FE468FDA-A691-CBF2-4FBA-0B714B2E1E8F}"/>
              </a:ext>
            </a:extLst>
          </p:cNvPr>
          <p:cNvCxnSpPr/>
          <p:nvPr/>
        </p:nvCxnSpPr>
        <p:spPr bwMode="auto">
          <a:xfrm flipH="1">
            <a:off x="1905516" y="5033667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6F073ED4-3831-DB02-14C2-F9F86E0952DC}"/>
              </a:ext>
            </a:extLst>
          </p:cNvPr>
          <p:cNvCxnSpPr/>
          <p:nvPr/>
        </p:nvCxnSpPr>
        <p:spPr bwMode="auto">
          <a:xfrm flipH="1">
            <a:off x="2114398" y="5105675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5673137A-66DF-37E1-6E4F-A20ED9984391}"/>
              </a:ext>
            </a:extLst>
          </p:cNvPr>
          <p:cNvCxnSpPr/>
          <p:nvPr/>
        </p:nvCxnSpPr>
        <p:spPr bwMode="auto">
          <a:xfrm flipH="1">
            <a:off x="2320784" y="5177683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100CCB1F-4CC3-8C98-10C1-D65546AC5C99}"/>
              </a:ext>
            </a:extLst>
          </p:cNvPr>
          <p:cNvCxnSpPr/>
          <p:nvPr/>
        </p:nvCxnSpPr>
        <p:spPr bwMode="auto">
          <a:xfrm flipH="1">
            <a:off x="2606465" y="5249691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776ADB9C-EB4C-CD3E-6DFC-9982C61D4460}"/>
              </a:ext>
            </a:extLst>
          </p:cNvPr>
          <p:cNvCxnSpPr/>
          <p:nvPr/>
        </p:nvCxnSpPr>
        <p:spPr bwMode="auto">
          <a:xfrm flipH="1">
            <a:off x="3178139" y="4712073"/>
            <a:ext cx="973339" cy="8413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84" name="对象 83">
            <a:extLst>
              <a:ext uri="{FF2B5EF4-FFF2-40B4-BE49-F238E27FC236}">
                <a16:creationId xmlns:a16="http://schemas.microsoft.com/office/drawing/2014/main" id="{BA3E4536-A295-3AF6-0023-3F42DD2AFF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950407"/>
              </p:ext>
            </p:extLst>
          </p:nvPr>
        </p:nvGraphicFramePr>
        <p:xfrm>
          <a:off x="3065463" y="4235401"/>
          <a:ext cx="370522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904760" imgH="253800" progId="Equation.DSMT4">
                  <p:embed/>
                </p:oleObj>
              </mc:Choice>
              <mc:Fallback>
                <p:oleObj name="Equation" r:id="rId35" imgW="1904760" imgH="253800" progId="Equation.DSMT4">
                  <p:embed/>
                  <p:pic>
                    <p:nvPicPr>
                      <p:cNvPr id="157" name="对象 156">
                        <a:extLst>
                          <a:ext uri="{FF2B5EF4-FFF2-40B4-BE49-F238E27FC236}">
                            <a16:creationId xmlns:a16="http://schemas.microsoft.com/office/drawing/2014/main" id="{848F61C0-4F0C-D307-A88B-AA217C93CB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065463" y="4235401"/>
                        <a:ext cx="3705225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12661A84-5141-66F6-1A87-19C29B1A609F}"/>
              </a:ext>
            </a:extLst>
          </p:cNvPr>
          <p:cNvCxnSpPr/>
          <p:nvPr/>
        </p:nvCxnSpPr>
        <p:spPr bwMode="auto">
          <a:xfrm flipH="1">
            <a:off x="3305200" y="5589035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85037D91-99D9-5DFB-4770-FE5808AAF952}"/>
              </a:ext>
            </a:extLst>
          </p:cNvPr>
          <p:cNvCxnSpPr/>
          <p:nvPr/>
        </p:nvCxnSpPr>
        <p:spPr bwMode="auto">
          <a:xfrm flipH="1">
            <a:off x="3457600" y="5733051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0E8D01A2-A016-F26D-A70F-8218F6A2863C}"/>
              </a:ext>
            </a:extLst>
          </p:cNvPr>
          <p:cNvCxnSpPr/>
          <p:nvPr/>
        </p:nvCxnSpPr>
        <p:spPr bwMode="auto">
          <a:xfrm flipH="1">
            <a:off x="3610000" y="5690667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4A223114-0B1C-6048-20E7-EBBC09D4E786}"/>
              </a:ext>
            </a:extLst>
          </p:cNvPr>
          <p:cNvCxnSpPr/>
          <p:nvPr/>
        </p:nvCxnSpPr>
        <p:spPr bwMode="auto">
          <a:xfrm flipH="1">
            <a:off x="3758119" y="5877067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8834880A-8A0F-000F-7CDC-F22BC49A4047}"/>
              </a:ext>
            </a:extLst>
          </p:cNvPr>
          <p:cNvCxnSpPr/>
          <p:nvPr/>
        </p:nvCxnSpPr>
        <p:spPr bwMode="auto">
          <a:xfrm flipH="1">
            <a:off x="3957633" y="5542780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227FA6C3-BA03-C460-509B-6B17D1E64E16}"/>
              </a:ext>
            </a:extLst>
          </p:cNvPr>
          <p:cNvCxnSpPr/>
          <p:nvPr/>
        </p:nvCxnSpPr>
        <p:spPr bwMode="auto">
          <a:xfrm flipH="1">
            <a:off x="4174213" y="5605267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A720B98D-1E93-033C-D231-7F8336D0ADA0}"/>
              </a:ext>
            </a:extLst>
          </p:cNvPr>
          <p:cNvCxnSpPr/>
          <p:nvPr/>
        </p:nvCxnSpPr>
        <p:spPr bwMode="auto">
          <a:xfrm flipH="1">
            <a:off x="4383095" y="5681739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8149B47B-01FE-2FC2-74A5-B816F4B608A8}"/>
              </a:ext>
            </a:extLst>
          </p:cNvPr>
          <p:cNvCxnSpPr/>
          <p:nvPr/>
        </p:nvCxnSpPr>
        <p:spPr bwMode="auto">
          <a:xfrm>
            <a:off x="-15627" y="3397973"/>
            <a:ext cx="4725408" cy="327138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7030A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82EAE8E8-FDE3-3145-FB26-D1139869F73F}"/>
              </a:ext>
            </a:extLst>
          </p:cNvPr>
          <p:cNvCxnSpPr/>
          <p:nvPr/>
        </p:nvCxnSpPr>
        <p:spPr bwMode="auto">
          <a:xfrm>
            <a:off x="3152800" y="5553454"/>
            <a:ext cx="0" cy="56800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25" name="对象 124">
            <a:extLst>
              <a:ext uri="{FF2B5EF4-FFF2-40B4-BE49-F238E27FC236}">
                <a16:creationId xmlns:a16="http://schemas.microsoft.com/office/drawing/2014/main" id="{A461B492-EBA8-4BFA-AF7A-BB5F440CEC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2855489"/>
              </p:ext>
            </p:extLst>
          </p:nvPr>
        </p:nvGraphicFramePr>
        <p:xfrm>
          <a:off x="748823" y="2432713"/>
          <a:ext cx="535558" cy="741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64880" imgH="228600" progId="Equation.DSMT4">
                  <p:embed/>
                </p:oleObj>
              </mc:Choice>
              <mc:Fallback>
                <p:oleObj name="Equation" r:id="rId37" imgW="164880" imgH="228600" progId="Equation.DSMT4">
                  <p:embed/>
                  <p:pic>
                    <p:nvPicPr>
                      <p:cNvPr id="84" name="对象 83">
                        <a:extLst>
                          <a:ext uri="{FF2B5EF4-FFF2-40B4-BE49-F238E27FC236}">
                            <a16:creationId xmlns:a16="http://schemas.microsoft.com/office/drawing/2014/main" id="{E59EB5AF-A9CA-5849-D934-7EBAC3EFBB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748823" y="2432713"/>
                        <a:ext cx="535558" cy="7415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对象 125">
            <a:extLst>
              <a:ext uri="{FF2B5EF4-FFF2-40B4-BE49-F238E27FC236}">
                <a16:creationId xmlns:a16="http://schemas.microsoft.com/office/drawing/2014/main" id="{E1EF9B00-0678-3C89-DFA5-15D149808E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2883592"/>
              </p:ext>
            </p:extLst>
          </p:nvPr>
        </p:nvGraphicFramePr>
        <p:xfrm>
          <a:off x="4908550" y="6111826"/>
          <a:ext cx="4000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77480" imgH="177480" progId="Equation.DSMT4">
                  <p:embed/>
                </p:oleObj>
              </mc:Choice>
              <mc:Fallback>
                <p:oleObj name="Equation" r:id="rId39" imgW="177480" imgH="17748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A30D31CA-3115-61E9-1FC6-1814ADD562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908550" y="6111826"/>
                        <a:ext cx="4000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7" name="文本框 126">
            <a:extLst>
              <a:ext uri="{FF2B5EF4-FFF2-40B4-BE49-F238E27FC236}">
                <a16:creationId xmlns:a16="http://schemas.microsoft.com/office/drawing/2014/main" id="{5C0C4420-6222-54B2-3A06-9F7F5D9BAFA3}"/>
              </a:ext>
            </a:extLst>
          </p:cNvPr>
          <p:cNvSpPr txBox="1"/>
          <p:nvPr/>
        </p:nvSpPr>
        <p:spPr>
          <a:xfrm>
            <a:off x="2374119" y="2841367"/>
            <a:ext cx="70465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此时解不全是整数，则该解不是原问题的最优解。</a:t>
            </a:r>
            <a:endParaRPr lang="en-US" altLang="zh-CN" sz="2400" dirty="0"/>
          </a:p>
          <a:p>
            <a:r>
              <a:rPr lang="zh-CN" altLang="en-US" sz="2400" dirty="0"/>
              <a:t>此时可得原问题的下限                   上限</a:t>
            </a:r>
          </a:p>
        </p:txBody>
      </p:sp>
      <p:graphicFrame>
        <p:nvGraphicFramePr>
          <p:cNvPr id="128" name="对象 127">
            <a:extLst>
              <a:ext uri="{FF2B5EF4-FFF2-40B4-BE49-F238E27FC236}">
                <a16:creationId xmlns:a16="http://schemas.microsoft.com/office/drawing/2014/main" id="{BBCF5469-BD8B-DC1F-5216-614DA32FFE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0712530"/>
              </p:ext>
            </p:extLst>
          </p:nvPr>
        </p:nvGraphicFramePr>
        <p:xfrm>
          <a:off x="5540350" y="3248719"/>
          <a:ext cx="12128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622080" imgH="241200" progId="Equation.DSMT4">
                  <p:embed/>
                </p:oleObj>
              </mc:Choice>
              <mc:Fallback>
                <p:oleObj name="Equation" r:id="rId41" imgW="622080" imgH="241200" progId="Equation.DSMT4">
                  <p:embed/>
                  <p:pic>
                    <p:nvPicPr>
                      <p:cNvPr id="84" name="对象 83">
                        <a:extLst>
                          <a:ext uri="{FF2B5EF4-FFF2-40B4-BE49-F238E27FC236}">
                            <a16:creationId xmlns:a16="http://schemas.microsoft.com/office/drawing/2014/main" id="{BA3E4536-A295-3AF6-0023-3F42DD2AFF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5540350" y="3248719"/>
                        <a:ext cx="1212850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对象 128">
            <a:extLst>
              <a:ext uri="{FF2B5EF4-FFF2-40B4-BE49-F238E27FC236}">
                <a16:creationId xmlns:a16="http://schemas.microsoft.com/office/drawing/2014/main" id="{97DA67AE-D650-48B3-0D81-2DBF840AFC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41911"/>
              </p:ext>
            </p:extLst>
          </p:nvPr>
        </p:nvGraphicFramePr>
        <p:xfrm>
          <a:off x="7761312" y="3176711"/>
          <a:ext cx="98901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507960" imgH="241200" progId="Equation.DSMT4">
                  <p:embed/>
                </p:oleObj>
              </mc:Choice>
              <mc:Fallback>
                <p:oleObj name="Equation" r:id="rId43" imgW="507960" imgH="241200" progId="Equation.DSMT4">
                  <p:embed/>
                  <p:pic>
                    <p:nvPicPr>
                      <p:cNvPr id="128" name="对象 127">
                        <a:extLst>
                          <a:ext uri="{FF2B5EF4-FFF2-40B4-BE49-F238E27FC236}">
                            <a16:creationId xmlns:a16="http://schemas.microsoft.com/office/drawing/2014/main" id="{BBCF5469-BD8B-DC1F-5216-614DA32FF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7761312" y="3176711"/>
                        <a:ext cx="989013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569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12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BCD28-F3EA-0461-527B-09D7FD36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分支定界法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289DE4-A984-C3A6-F5D0-5E68D0105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4090C2-D2D5-5842-D63F-A5F3BE74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97300" y="6531912"/>
            <a:ext cx="2311400" cy="271098"/>
          </a:xfrm>
        </p:spPr>
        <p:txBody>
          <a:bodyPr/>
          <a:lstStyle/>
          <a:p>
            <a:fld id="{7AC79822-BC0D-4DE8-A7E5-90A3732A2B82}" type="slidenum">
              <a:rPr lang="zh-CN" altLang="en-US" smtClean="0"/>
              <a:pPr/>
              <a:t>17</a:t>
            </a:fld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726739A-A781-ABA2-ABF6-A13B61FA6DEF}"/>
              </a:ext>
            </a:extLst>
          </p:cNvPr>
          <p:cNvSpPr txBox="1"/>
          <p:nvPr/>
        </p:nvSpPr>
        <p:spPr>
          <a:xfrm>
            <a:off x="200472" y="1196752"/>
            <a:ext cx="46378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第三步：选择任意非整数变量值，令其上下取整，将问题</a:t>
            </a:r>
            <a:r>
              <a:rPr lang="en-US" altLang="zh-CN" sz="2400" dirty="0"/>
              <a:t>B</a:t>
            </a:r>
            <a:r>
              <a:rPr lang="zh-CN" altLang="en-US" sz="2400" dirty="0"/>
              <a:t>分为两个子问题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79C8173-1B62-50F3-8402-193C58B7D9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4436" y="45394"/>
          <a:ext cx="4483100" cy="268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12800" imgH="965160" progId="Equation.DSMT4">
                  <p:embed/>
                </p:oleObj>
              </mc:Choice>
              <mc:Fallback>
                <p:oleObj name="Equation" r:id="rId2" imgW="1612800" imgH="9651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79C8173-1B62-50F3-8402-193C58B7D9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294436" y="45394"/>
                        <a:ext cx="4483100" cy="26828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D19DE31-8C25-262D-3877-499851FDB006}"/>
              </a:ext>
            </a:extLst>
          </p:cNvPr>
          <p:cNvCxnSpPr/>
          <p:nvPr/>
        </p:nvCxnSpPr>
        <p:spPr bwMode="auto">
          <a:xfrm>
            <a:off x="338275" y="6122715"/>
            <a:ext cx="504056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A1EE511-07E1-204D-FE59-C2548DF3EC7A}"/>
              </a:ext>
            </a:extLst>
          </p:cNvPr>
          <p:cNvCxnSpPr/>
          <p:nvPr/>
        </p:nvCxnSpPr>
        <p:spPr bwMode="auto">
          <a:xfrm flipH="1" flipV="1">
            <a:off x="1241122" y="2666331"/>
            <a:ext cx="9300" cy="396590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4EDE557-728C-B2CD-1F45-2B70FFA757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42104" y="5623960"/>
          <a:ext cx="493712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80" imgH="228600" progId="Equation.DSMT4">
                  <p:embed/>
                </p:oleObj>
              </mc:Choice>
              <mc:Fallback>
                <p:oleObj name="Equation" r:id="rId4" imgW="152280" imgH="2286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E4EDE557-728C-B2CD-1F45-2B70FFA757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42104" y="5623960"/>
                        <a:ext cx="493712" cy="741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FB68D9F1-B522-8677-04DD-3EFB994906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0134" y="6122715"/>
          <a:ext cx="285834" cy="400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20" imgH="177480" progId="Equation.DSMT4">
                  <p:embed/>
                </p:oleObj>
              </mc:Choice>
              <mc:Fallback>
                <p:oleObj name="Equation" r:id="rId6" imgW="126720" imgH="1774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FB68D9F1-B522-8677-04DD-3EFB994906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80134" y="6122715"/>
                        <a:ext cx="285834" cy="400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椭圆 15">
            <a:extLst>
              <a:ext uri="{FF2B5EF4-FFF2-40B4-BE49-F238E27FC236}">
                <a16:creationId xmlns:a16="http://schemas.microsoft.com/office/drawing/2014/main" id="{200A8645-305C-F751-3129-A3EDAB04DD85}"/>
              </a:ext>
            </a:extLst>
          </p:cNvPr>
          <p:cNvSpPr/>
          <p:nvPr/>
        </p:nvSpPr>
        <p:spPr bwMode="auto">
          <a:xfrm>
            <a:off x="1212376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C035738-DB55-E1AA-636B-2549AEE61E1E}"/>
              </a:ext>
            </a:extLst>
          </p:cNvPr>
          <p:cNvSpPr/>
          <p:nvPr/>
        </p:nvSpPr>
        <p:spPr bwMode="auto">
          <a:xfrm>
            <a:off x="1598570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CE155E4C-F37D-6D8F-C331-858FECE1B533}"/>
              </a:ext>
            </a:extLst>
          </p:cNvPr>
          <p:cNvSpPr/>
          <p:nvPr/>
        </p:nvSpPr>
        <p:spPr bwMode="auto">
          <a:xfrm>
            <a:off x="1984764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488C995-CE76-CC99-D733-AA8181408E8C}"/>
              </a:ext>
            </a:extLst>
          </p:cNvPr>
          <p:cNvSpPr/>
          <p:nvPr/>
        </p:nvSpPr>
        <p:spPr bwMode="auto">
          <a:xfrm>
            <a:off x="2370958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11B62B2E-7699-0259-F85D-E1CBED1C1AF1}"/>
              </a:ext>
            </a:extLst>
          </p:cNvPr>
          <p:cNvSpPr/>
          <p:nvPr/>
        </p:nvSpPr>
        <p:spPr bwMode="auto">
          <a:xfrm>
            <a:off x="2792763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9000FA2A-BB09-0F4A-CDA4-691A1EF8DB13}"/>
              </a:ext>
            </a:extLst>
          </p:cNvPr>
          <p:cNvSpPr/>
          <p:nvPr/>
        </p:nvSpPr>
        <p:spPr bwMode="auto">
          <a:xfrm>
            <a:off x="3224811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8C72AF3C-CDC6-76A9-3E1D-257205BBAF2A}"/>
              </a:ext>
            </a:extLst>
          </p:cNvPr>
          <p:cNvSpPr/>
          <p:nvPr/>
        </p:nvSpPr>
        <p:spPr bwMode="auto">
          <a:xfrm>
            <a:off x="3584851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69E74D06-961C-2B11-8AAA-255166304181}"/>
              </a:ext>
            </a:extLst>
          </p:cNvPr>
          <p:cNvSpPr/>
          <p:nvPr/>
        </p:nvSpPr>
        <p:spPr bwMode="auto">
          <a:xfrm>
            <a:off x="3918981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E19A810-AB2E-FD2C-4FE6-3A37D6994D67}"/>
              </a:ext>
            </a:extLst>
          </p:cNvPr>
          <p:cNvSpPr/>
          <p:nvPr/>
        </p:nvSpPr>
        <p:spPr bwMode="auto">
          <a:xfrm>
            <a:off x="4289027" y="60854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4841CBE-D733-7935-1CEB-6318C553713D}"/>
              </a:ext>
            </a:extLst>
          </p:cNvPr>
          <p:cNvSpPr/>
          <p:nvPr/>
        </p:nvSpPr>
        <p:spPr bwMode="auto">
          <a:xfrm>
            <a:off x="4675221" y="60854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D1866104-049D-921D-5C47-8D5AFCE0E0A1}"/>
              </a:ext>
            </a:extLst>
          </p:cNvPr>
          <p:cNvSpPr/>
          <p:nvPr/>
        </p:nvSpPr>
        <p:spPr bwMode="auto">
          <a:xfrm>
            <a:off x="1208584" y="583468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792414B0-89C5-69C9-9607-8B13961024AE}"/>
              </a:ext>
            </a:extLst>
          </p:cNvPr>
          <p:cNvSpPr/>
          <p:nvPr/>
        </p:nvSpPr>
        <p:spPr bwMode="auto">
          <a:xfrm>
            <a:off x="1217608" y="547464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FA8537BE-DC7C-D275-A997-011DF9582A72}"/>
              </a:ext>
            </a:extLst>
          </p:cNvPr>
          <p:cNvSpPr/>
          <p:nvPr/>
        </p:nvSpPr>
        <p:spPr bwMode="auto">
          <a:xfrm>
            <a:off x="1213816" y="511460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76F82D87-52E9-77AE-1306-28619966BAD9}"/>
              </a:ext>
            </a:extLst>
          </p:cNvPr>
          <p:cNvSpPr/>
          <p:nvPr/>
        </p:nvSpPr>
        <p:spPr bwMode="auto">
          <a:xfrm>
            <a:off x="1208912" y="4826571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95A8E319-06CD-DAC0-6C7E-48DCF668BFED}"/>
              </a:ext>
            </a:extLst>
          </p:cNvPr>
          <p:cNvSpPr/>
          <p:nvPr/>
        </p:nvSpPr>
        <p:spPr bwMode="auto">
          <a:xfrm>
            <a:off x="1205120" y="453853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F7DFC420-C54F-2D21-BBAA-863A865E5034}"/>
              </a:ext>
            </a:extLst>
          </p:cNvPr>
          <p:cNvSpPr/>
          <p:nvPr/>
        </p:nvSpPr>
        <p:spPr bwMode="auto">
          <a:xfrm>
            <a:off x="1208912" y="4250507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D86412DA-4C1A-B99D-FA33-3FFF7D051E99}"/>
              </a:ext>
            </a:extLst>
          </p:cNvPr>
          <p:cNvSpPr/>
          <p:nvPr/>
        </p:nvSpPr>
        <p:spPr bwMode="auto">
          <a:xfrm>
            <a:off x="1205120" y="3962475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DC0AA176-24AE-0E6D-6B82-7AABCE32F8A8}"/>
              </a:ext>
            </a:extLst>
          </p:cNvPr>
          <p:cNvSpPr/>
          <p:nvPr/>
        </p:nvSpPr>
        <p:spPr bwMode="auto">
          <a:xfrm>
            <a:off x="1217608" y="367444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8321FF8-5DD9-EB9D-BDA9-53F3D4D7D6EA}"/>
              </a:ext>
            </a:extLst>
          </p:cNvPr>
          <p:cNvSpPr/>
          <p:nvPr/>
        </p:nvSpPr>
        <p:spPr bwMode="auto">
          <a:xfrm>
            <a:off x="1213816" y="331440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ED7C15DA-FDB9-6CA1-4589-F604F0242D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1463" y="6122715"/>
          <a:ext cx="2000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560" imgH="164880" progId="Equation.DSMT4">
                  <p:embed/>
                </p:oleObj>
              </mc:Choice>
              <mc:Fallback>
                <p:oleObj name="Equation" r:id="rId8" imgW="88560" imgH="16488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ED7C15DA-FDB9-6CA1-4589-F604F0242D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41463" y="6122715"/>
                        <a:ext cx="200025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6AD0E06A-E550-AF3D-524E-89EC69B61F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79562" y="6122715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720" imgH="164880" progId="Equation.DSMT4">
                  <p:embed/>
                </p:oleObj>
              </mc:Choice>
              <mc:Fallback>
                <p:oleObj name="Equation" r:id="rId10" imgW="126720" imgH="16488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6AD0E06A-E550-AF3D-524E-89EC69B61F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79562" y="6122715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5ECFDF37-C022-0544-3528-FE8230C81B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447" y="6122715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120" imgH="177480" progId="Equation.DSMT4">
                  <p:embed/>
                </p:oleObj>
              </mc:Choice>
              <mc:Fallback>
                <p:oleObj name="Equation" r:id="rId12" imgW="114120" imgH="17748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5ECFDF37-C022-0544-3528-FE8230C81B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286447" y="6122715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A686FC08-E73C-76ED-B422-1C9BC038B4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3034" y="6122715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6720" imgH="164880" progId="Equation.DSMT4">
                  <p:embed/>
                </p:oleObj>
              </mc:Choice>
              <mc:Fallback>
                <p:oleObj name="Equation" r:id="rId14" imgW="126720" imgH="16488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A686FC08-E73C-76ED-B422-1C9BC038B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723034" y="6122715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10EE01C4-00D0-6DFB-DEC1-769BEBDFDF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2800" y="6122939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4120" imgH="177480" progId="Equation.DSMT4">
                  <p:embed/>
                </p:oleObj>
              </mc:Choice>
              <mc:Fallback>
                <p:oleObj name="Equation" r:id="rId16" imgW="114120" imgH="17748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10EE01C4-00D0-6DFB-DEC1-769BEBDFDF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152800" y="6122939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D9F6DA9D-2978-C09C-04CA-4B16820571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4451" y="6108000"/>
          <a:ext cx="296421" cy="414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6720" imgH="177480" progId="Equation.DSMT4">
                  <p:embed/>
                </p:oleObj>
              </mc:Choice>
              <mc:Fallback>
                <p:oleObj name="Equation" r:id="rId18" imgW="126720" imgH="17748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D9F6DA9D-2978-C09C-04CA-4B16820571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504451" y="6108000"/>
                        <a:ext cx="296421" cy="4149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DC592708-4C6D-D1B5-9125-AF47F78267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5238" y="6122715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6720" imgH="177480" progId="Equation.DSMT4">
                  <p:embed/>
                </p:oleObj>
              </mc:Choice>
              <mc:Fallback>
                <p:oleObj name="Equation" r:id="rId20" imgW="126720" imgH="17748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DC592708-4C6D-D1B5-9125-AF47F78267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805238" y="6122715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C5EC9C8E-A278-8864-F2BF-9A1DA90BFA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00525" y="6108651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4120" imgH="177480" progId="Equation.DSMT4">
                  <p:embed/>
                </p:oleObj>
              </mc:Choice>
              <mc:Fallback>
                <p:oleObj name="Equation" r:id="rId22" imgW="114120" imgH="17748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C5EC9C8E-A278-8864-F2BF-9A1DA90BFA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200525" y="6108651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A30D31CA-3115-61E9-1FC6-1814ADD562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1194" y="6122715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14120" imgH="177480" progId="Equation.DSMT4">
                  <p:embed/>
                </p:oleObj>
              </mc:Choice>
              <mc:Fallback>
                <p:oleObj name="Equation" r:id="rId24" imgW="114120" imgH="17748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A30D31CA-3115-61E9-1FC6-1814ADD562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581194" y="6122715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23AF9632-FB9D-34B4-08D3-B3E4C82DF3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0645" y="3490417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14120" imgH="177480" progId="Equation.DSMT4">
                  <p:embed/>
                </p:oleObj>
              </mc:Choice>
              <mc:Fallback>
                <p:oleObj name="Equation" r:id="rId26" imgW="114120" imgH="177480" progId="Equation.DSMT4">
                  <p:embed/>
                  <p:pic>
                    <p:nvPicPr>
                      <p:cNvPr id="51" name="对象 50">
                        <a:extLst>
                          <a:ext uri="{FF2B5EF4-FFF2-40B4-BE49-F238E27FC236}">
                            <a16:creationId xmlns:a16="http://schemas.microsoft.com/office/drawing/2014/main" id="{23AF9632-FB9D-34B4-08D3-B3E4C82D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010645" y="3490417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F3BA37B7-52E2-6F5C-1D2A-77CA6DE0DC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1203" y="3130377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14120" imgH="177480" progId="Equation.DSMT4">
                  <p:embed/>
                </p:oleObj>
              </mc:Choice>
              <mc:Fallback>
                <p:oleObj name="Equation" r:id="rId27" imgW="114120" imgH="177480" progId="Equation.DSMT4">
                  <p:embed/>
                  <p:pic>
                    <p:nvPicPr>
                      <p:cNvPr id="52" name="对象 51">
                        <a:extLst>
                          <a:ext uri="{FF2B5EF4-FFF2-40B4-BE49-F238E27FC236}">
                            <a16:creationId xmlns:a16="http://schemas.microsoft.com/office/drawing/2014/main" id="{F3BA37B7-52E2-6F5C-1D2A-77CA6DE0DC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91203" y="3130377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A5E1C0B7-B31C-64C8-2A66-E029C9D803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4964" y="5679232"/>
          <a:ext cx="2000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88560" imgH="164880" progId="Equation.DSMT4">
                  <p:embed/>
                </p:oleObj>
              </mc:Choice>
              <mc:Fallback>
                <p:oleObj name="Equation" r:id="rId28" imgW="88560" imgH="164880" progId="Equation.DSMT4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A5E1C0B7-B31C-64C8-2A66-E029C9D803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14964" y="5679232"/>
                        <a:ext cx="200025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96A0657E-578C-7AC4-04CF-DA1EAFDB3E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0218" y="5330627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26720" imgH="164880" progId="Equation.DSMT4">
                  <p:embed/>
                </p:oleObj>
              </mc:Choice>
              <mc:Fallback>
                <p:oleObj name="Equation" r:id="rId29" imgW="126720" imgH="164880" progId="Equation.DSMT4">
                  <p:embed/>
                  <p:pic>
                    <p:nvPicPr>
                      <p:cNvPr id="54" name="对象 53">
                        <a:extLst>
                          <a:ext uri="{FF2B5EF4-FFF2-40B4-BE49-F238E27FC236}">
                            <a16:creationId xmlns:a16="http://schemas.microsoft.com/office/drawing/2014/main" id="{96A0657E-578C-7AC4-04CF-DA1EAFDB3E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80218" y="5330627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extLst>
              <a:ext uri="{FF2B5EF4-FFF2-40B4-BE49-F238E27FC236}">
                <a16:creationId xmlns:a16="http://schemas.microsoft.com/office/drawing/2014/main" id="{84063FD0-BCFC-8D2D-FA83-77863CB554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2560" y="5002585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14120" imgH="177480" progId="Equation.DSMT4">
                  <p:embed/>
                </p:oleObj>
              </mc:Choice>
              <mc:Fallback>
                <p:oleObj name="Equation" r:id="rId30" imgW="114120" imgH="177480" progId="Equation.DSMT4">
                  <p:embed/>
                  <p:pic>
                    <p:nvPicPr>
                      <p:cNvPr id="55" name="对象 54">
                        <a:extLst>
                          <a:ext uri="{FF2B5EF4-FFF2-40B4-BE49-F238E27FC236}">
                            <a16:creationId xmlns:a16="http://schemas.microsoft.com/office/drawing/2014/main" id="{84063FD0-BCFC-8D2D-FA83-77863CB554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92560" y="5002585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>
            <a:extLst>
              <a:ext uri="{FF2B5EF4-FFF2-40B4-BE49-F238E27FC236}">
                <a16:creationId xmlns:a16="http://schemas.microsoft.com/office/drawing/2014/main" id="{3D05FD2D-62E8-AB3F-3746-AE7A4EC58F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0134" y="4599112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26720" imgH="164880" progId="Equation.DSMT4">
                  <p:embed/>
                </p:oleObj>
              </mc:Choice>
              <mc:Fallback>
                <p:oleObj name="Equation" r:id="rId31" imgW="126720" imgH="164880" progId="Equation.DSMT4">
                  <p:embed/>
                  <p:pic>
                    <p:nvPicPr>
                      <p:cNvPr id="56" name="对象 55">
                        <a:extLst>
                          <a:ext uri="{FF2B5EF4-FFF2-40B4-BE49-F238E27FC236}">
                            <a16:creationId xmlns:a16="http://schemas.microsoft.com/office/drawing/2014/main" id="{3D05FD2D-62E8-AB3F-3746-AE7A4EC58F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80134" y="4599112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>
            <a:extLst>
              <a:ext uri="{FF2B5EF4-FFF2-40B4-BE49-F238E27FC236}">
                <a16:creationId xmlns:a16="http://schemas.microsoft.com/office/drawing/2014/main" id="{3B6489C8-4C2E-204C-6FFB-CE83E91A42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6297" y="4354513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14120" imgH="177480" progId="Equation.DSMT4">
                  <p:embed/>
                </p:oleObj>
              </mc:Choice>
              <mc:Fallback>
                <p:oleObj name="Equation" r:id="rId32" imgW="114120" imgH="177480" progId="Equation.DSMT4">
                  <p:embed/>
                  <p:pic>
                    <p:nvPicPr>
                      <p:cNvPr id="57" name="对象 56">
                        <a:extLst>
                          <a:ext uri="{FF2B5EF4-FFF2-40B4-BE49-F238E27FC236}">
                            <a16:creationId xmlns:a16="http://schemas.microsoft.com/office/drawing/2014/main" id="{3B6489C8-4C2E-204C-6FFB-CE83E91A42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006297" y="4354513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对象 57">
            <a:extLst>
              <a:ext uri="{FF2B5EF4-FFF2-40B4-BE49-F238E27FC236}">
                <a16:creationId xmlns:a16="http://schemas.microsoft.com/office/drawing/2014/main" id="{40215442-588B-AA87-65AE-64C45EA52E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2560" y="4066481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26720" imgH="177480" progId="Equation.DSMT4">
                  <p:embed/>
                </p:oleObj>
              </mc:Choice>
              <mc:Fallback>
                <p:oleObj name="Equation" r:id="rId33" imgW="126720" imgH="177480" progId="Equation.DSMT4">
                  <p:embed/>
                  <p:pic>
                    <p:nvPicPr>
                      <p:cNvPr id="58" name="对象 57">
                        <a:extLst>
                          <a:ext uri="{FF2B5EF4-FFF2-40B4-BE49-F238E27FC236}">
                            <a16:creationId xmlns:a16="http://schemas.microsoft.com/office/drawing/2014/main" id="{40215442-588B-AA87-65AE-64C45EA52E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92560" y="4066481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>
            <a:extLst>
              <a:ext uri="{FF2B5EF4-FFF2-40B4-BE49-F238E27FC236}">
                <a16:creationId xmlns:a16="http://schemas.microsoft.com/office/drawing/2014/main" id="{BCE71C61-5222-AF74-9652-E25507302B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0134" y="3778449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26720" imgH="177480" progId="Equation.DSMT4">
                  <p:embed/>
                </p:oleObj>
              </mc:Choice>
              <mc:Fallback>
                <p:oleObj name="Equation" r:id="rId34" imgW="126720" imgH="177480" progId="Equation.DSMT4">
                  <p:embed/>
                  <p:pic>
                    <p:nvPicPr>
                      <p:cNvPr id="59" name="对象 58">
                        <a:extLst>
                          <a:ext uri="{FF2B5EF4-FFF2-40B4-BE49-F238E27FC236}">
                            <a16:creationId xmlns:a16="http://schemas.microsoft.com/office/drawing/2014/main" id="{BCE71C61-5222-AF74-9652-E25507302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980134" y="3778449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6E210596-E3F2-6549-93B1-94CB318D6EF0}"/>
              </a:ext>
            </a:extLst>
          </p:cNvPr>
          <p:cNvCxnSpPr/>
          <p:nvPr/>
        </p:nvCxnSpPr>
        <p:spPr bwMode="auto">
          <a:xfrm>
            <a:off x="416496" y="2913410"/>
            <a:ext cx="3734860" cy="359529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2FC05430-A45C-F363-FB51-F2955F2F95DE}"/>
              </a:ext>
            </a:extLst>
          </p:cNvPr>
          <p:cNvCxnSpPr/>
          <p:nvPr/>
        </p:nvCxnSpPr>
        <p:spPr bwMode="auto">
          <a:xfrm>
            <a:off x="338275" y="4759371"/>
            <a:ext cx="5287416" cy="150736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E316348A-0029-1ADD-CFF5-FDCEF62D04D6}"/>
              </a:ext>
            </a:extLst>
          </p:cNvPr>
          <p:cNvCxnSpPr/>
          <p:nvPr/>
        </p:nvCxnSpPr>
        <p:spPr bwMode="auto">
          <a:xfrm flipH="1">
            <a:off x="2079638" y="4291916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A9C79D74-7A18-40A7-F12D-A2E13C78C98E}"/>
              </a:ext>
            </a:extLst>
          </p:cNvPr>
          <p:cNvCxnSpPr/>
          <p:nvPr/>
        </p:nvCxnSpPr>
        <p:spPr bwMode="auto">
          <a:xfrm flipH="1">
            <a:off x="2247092" y="4436907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F7693E68-9C4A-9991-77C2-B069F56E17FD}"/>
              </a:ext>
            </a:extLst>
          </p:cNvPr>
          <p:cNvCxnSpPr/>
          <p:nvPr/>
        </p:nvCxnSpPr>
        <p:spPr bwMode="auto">
          <a:xfrm flipH="1">
            <a:off x="2384438" y="4580923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7B850768-AF84-F0E4-A3BE-C14A40653281}"/>
              </a:ext>
            </a:extLst>
          </p:cNvPr>
          <p:cNvCxnSpPr/>
          <p:nvPr/>
        </p:nvCxnSpPr>
        <p:spPr bwMode="auto">
          <a:xfrm flipH="1">
            <a:off x="2536838" y="4796947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35977929-D4FA-BE5A-4A5C-B5E8A7D63092}"/>
              </a:ext>
            </a:extLst>
          </p:cNvPr>
          <p:cNvCxnSpPr/>
          <p:nvPr/>
        </p:nvCxnSpPr>
        <p:spPr bwMode="auto">
          <a:xfrm flipH="1">
            <a:off x="2689238" y="4970587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C76C773A-F979-01E8-FC27-94518E86565E}"/>
              </a:ext>
            </a:extLst>
          </p:cNvPr>
          <p:cNvCxnSpPr/>
          <p:nvPr/>
        </p:nvCxnSpPr>
        <p:spPr bwMode="auto">
          <a:xfrm flipH="1">
            <a:off x="2841638" y="5084979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48331A89-7793-B389-7E38-316FF28068B5}"/>
              </a:ext>
            </a:extLst>
          </p:cNvPr>
          <p:cNvCxnSpPr/>
          <p:nvPr/>
        </p:nvCxnSpPr>
        <p:spPr bwMode="auto">
          <a:xfrm flipH="1">
            <a:off x="2989757" y="5228995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8991850F-79B6-E4ED-87AE-78A27B57144E}"/>
              </a:ext>
            </a:extLst>
          </p:cNvPr>
          <p:cNvCxnSpPr/>
          <p:nvPr/>
        </p:nvCxnSpPr>
        <p:spPr bwMode="auto">
          <a:xfrm flipH="1">
            <a:off x="1744744" y="3912943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19729641-D8A0-CD7D-F44F-16B0A07FADF4}"/>
              </a:ext>
            </a:extLst>
          </p:cNvPr>
          <p:cNvCxnSpPr/>
          <p:nvPr/>
        </p:nvCxnSpPr>
        <p:spPr bwMode="auto">
          <a:xfrm flipH="1">
            <a:off x="1897144" y="4096081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E64CCDE3-DB17-1DD7-F94E-51E447BA840D}"/>
              </a:ext>
            </a:extLst>
          </p:cNvPr>
          <p:cNvCxnSpPr/>
          <p:nvPr/>
        </p:nvCxnSpPr>
        <p:spPr bwMode="auto">
          <a:xfrm flipH="1">
            <a:off x="1482834" y="3571836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0DEF3C5E-975A-7A54-2A7A-2F3D77BE8733}"/>
              </a:ext>
            </a:extLst>
          </p:cNvPr>
          <p:cNvCxnSpPr/>
          <p:nvPr/>
        </p:nvCxnSpPr>
        <p:spPr bwMode="auto">
          <a:xfrm flipH="1">
            <a:off x="1618707" y="3752463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5559A9AC-601E-E8AB-08DB-5ECCF1DC1C67}"/>
              </a:ext>
            </a:extLst>
          </p:cNvPr>
          <p:cNvCxnSpPr/>
          <p:nvPr/>
        </p:nvCxnSpPr>
        <p:spPr bwMode="auto">
          <a:xfrm flipH="1">
            <a:off x="1514173" y="4889651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EEE73828-CF4C-7896-CD5C-F09BA7806E23}"/>
              </a:ext>
            </a:extLst>
          </p:cNvPr>
          <p:cNvCxnSpPr/>
          <p:nvPr/>
        </p:nvCxnSpPr>
        <p:spPr bwMode="auto">
          <a:xfrm flipH="1">
            <a:off x="1688936" y="4961659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FE468FDA-A691-CBF2-4FBA-0B714B2E1E8F}"/>
              </a:ext>
            </a:extLst>
          </p:cNvPr>
          <p:cNvCxnSpPr/>
          <p:nvPr/>
        </p:nvCxnSpPr>
        <p:spPr bwMode="auto">
          <a:xfrm flipH="1">
            <a:off x="1905516" y="5033667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6F073ED4-3831-DB02-14C2-F9F86E0952DC}"/>
              </a:ext>
            </a:extLst>
          </p:cNvPr>
          <p:cNvCxnSpPr/>
          <p:nvPr/>
        </p:nvCxnSpPr>
        <p:spPr bwMode="auto">
          <a:xfrm flipH="1">
            <a:off x="2114398" y="5105675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5673137A-66DF-37E1-6E4F-A20ED9984391}"/>
              </a:ext>
            </a:extLst>
          </p:cNvPr>
          <p:cNvCxnSpPr/>
          <p:nvPr/>
        </p:nvCxnSpPr>
        <p:spPr bwMode="auto">
          <a:xfrm flipH="1">
            <a:off x="2320784" y="5177683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100CCB1F-4CC3-8C98-10C1-D65546AC5C99}"/>
              </a:ext>
            </a:extLst>
          </p:cNvPr>
          <p:cNvCxnSpPr/>
          <p:nvPr/>
        </p:nvCxnSpPr>
        <p:spPr bwMode="auto">
          <a:xfrm flipH="1">
            <a:off x="2606465" y="5249691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776ADB9C-EB4C-CD3E-6DFC-9982C61D4460}"/>
              </a:ext>
            </a:extLst>
          </p:cNvPr>
          <p:cNvCxnSpPr/>
          <p:nvPr/>
        </p:nvCxnSpPr>
        <p:spPr bwMode="auto">
          <a:xfrm flipH="1">
            <a:off x="3178139" y="4712073"/>
            <a:ext cx="973339" cy="8413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84" name="对象 83">
            <a:extLst>
              <a:ext uri="{FF2B5EF4-FFF2-40B4-BE49-F238E27FC236}">
                <a16:creationId xmlns:a16="http://schemas.microsoft.com/office/drawing/2014/main" id="{BA3E4536-A295-3AF6-0023-3F42DD2AFF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5463" y="4235401"/>
          <a:ext cx="370522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904760" imgH="253800" progId="Equation.DSMT4">
                  <p:embed/>
                </p:oleObj>
              </mc:Choice>
              <mc:Fallback>
                <p:oleObj name="Equation" r:id="rId35" imgW="1904760" imgH="253800" progId="Equation.DSMT4">
                  <p:embed/>
                  <p:pic>
                    <p:nvPicPr>
                      <p:cNvPr id="84" name="对象 83">
                        <a:extLst>
                          <a:ext uri="{FF2B5EF4-FFF2-40B4-BE49-F238E27FC236}">
                            <a16:creationId xmlns:a16="http://schemas.microsoft.com/office/drawing/2014/main" id="{BA3E4536-A295-3AF6-0023-3F42DD2AFF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065463" y="4235401"/>
                        <a:ext cx="3705225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12661A84-5141-66F6-1A87-19C29B1A609F}"/>
              </a:ext>
            </a:extLst>
          </p:cNvPr>
          <p:cNvCxnSpPr/>
          <p:nvPr/>
        </p:nvCxnSpPr>
        <p:spPr bwMode="auto">
          <a:xfrm flipH="1">
            <a:off x="3305200" y="5589035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85037D91-99D9-5DFB-4770-FE5808AAF952}"/>
              </a:ext>
            </a:extLst>
          </p:cNvPr>
          <p:cNvCxnSpPr/>
          <p:nvPr/>
        </p:nvCxnSpPr>
        <p:spPr bwMode="auto">
          <a:xfrm flipH="1">
            <a:off x="3457600" y="5733051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0E8D01A2-A016-F26D-A70F-8218F6A2863C}"/>
              </a:ext>
            </a:extLst>
          </p:cNvPr>
          <p:cNvCxnSpPr/>
          <p:nvPr/>
        </p:nvCxnSpPr>
        <p:spPr bwMode="auto">
          <a:xfrm flipH="1">
            <a:off x="3610000" y="5690667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4A223114-0B1C-6048-20E7-EBBC09D4E786}"/>
              </a:ext>
            </a:extLst>
          </p:cNvPr>
          <p:cNvCxnSpPr/>
          <p:nvPr/>
        </p:nvCxnSpPr>
        <p:spPr bwMode="auto">
          <a:xfrm flipH="1">
            <a:off x="3758119" y="5877067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8834880A-8A0F-000F-7CDC-F22BC49A4047}"/>
              </a:ext>
            </a:extLst>
          </p:cNvPr>
          <p:cNvCxnSpPr/>
          <p:nvPr/>
        </p:nvCxnSpPr>
        <p:spPr bwMode="auto">
          <a:xfrm flipH="1">
            <a:off x="3957633" y="5542780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227FA6C3-BA03-C460-509B-6B17D1E64E16}"/>
              </a:ext>
            </a:extLst>
          </p:cNvPr>
          <p:cNvCxnSpPr/>
          <p:nvPr/>
        </p:nvCxnSpPr>
        <p:spPr bwMode="auto">
          <a:xfrm flipH="1">
            <a:off x="4174213" y="5605267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A720B98D-1E93-033C-D231-7F8336D0ADA0}"/>
              </a:ext>
            </a:extLst>
          </p:cNvPr>
          <p:cNvCxnSpPr/>
          <p:nvPr/>
        </p:nvCxnSpPr>
        <p:spPr bwMode="auto">
          <a:xfrm flipH="1">
            <a:off x="4383095" y="5681739"/>
            <a:ext cx="65849" cy="1529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8149B47B-01FE-2FC2-74A5-B816F4B608A8}"/>
              </a:ext>
            </a:extLst>
          </p:cNvPr>
          <p:cNvCxnSpPr/>
          <p:nvPr/>
        </p:nvCxnSpPr>
        <p:spPr bwMode="auto">
          <a:xfrm>
            <a:off x="-15627" y="3397973"/>
            <a:ext cx="4725408" cy="327138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7030A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82EAE8E8-FDE3-3145-FB26-D1139869F73F}"/>
              </a:ext>
            </a:extLst>
          </p:cNvPr>
          <p:cNvCxnSpPr/>
          <p:nvPr/>
        </p:nvCxnSpPr>
        <p:spPr bwMode="auto">
          <a:xfrm>
            <a:off x="3152800" y="5553454"/>
            <a:ext cx="0" cy="56800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25" name="对象 124">
            <a:extLst>
              <a:ext uri="{FF2B5EF4-FFF2-40B4-BE49-F238E27FC236}">
                <a16:creationId xmlns:a16="http://schemas.microsoft.com/office/drawing/2014/main" id="{A461B492-EBA8-4BFA-AF7A-BB5F440CEC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823" y="2432713"/>
          <a:ext cx="535558" cy="741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64880" imgH="228600" progId="Equation.DSMT4">
                  <p:embed/>
                </p:oleObj>
              </mc:Choice>
              <mc:Fallback>
                <p:oleObj name="Equation" r:id="rId37" imgW="164880" imgH="228600" progId="Equation.DSMT4">
                  <p:embed/>
                  <p:pic>
                    <p:nvPicPr>
                      <p:cNvPr id="125" name="对象 124">
                        <a:extLst>
                          <a:ext uri="{FF2B5EF4-FFF2-40B4-BE49-F238E27FC236}">
                            <a16:creationId xmlns:a16="http://schemas.microsoft.com/office/drawing/2014/main" id="{A461B492-EBA8-4BFA-AF7A-BB5F440CEC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748823" y="2432713"/>
                        <a:ext cx="535558" cy="7415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对象 125">
            <a:extLst>
              <a:ext uri="{FF2B5EF4-FFF2-40B4-BE49-F238E27FC236}">
                <a16:creationId xmlns:a16="http://schemas.microsoft.com/office/drawing/2014/main" id="{E1EF9B00-0678-3C89-DFA5-15D149808E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08550" y="6111826"/>
          <a:ext cx="4000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77480" imgH="177480" progId="Equation.DSMT4">
                  <p:embed/>
                </p:oleObj>
              </mc:Choice>
              <mc:Fallback>
                <p:oleObj name="Equation" r:id="rId39" imgW="177480" imgH="177480" progId="Equation.DSMT4">
                  <p:embed/>
                  <p:pic>
                    <p:nvPicPr>
                      <p:cNvPr id="126" name="对象 125">
                        <a:extLst>
                          <a:ext uri="{FF2B5EF4-FFF2-40B4-BE49-F238E27FC236}">
                            <a16:creationId xmlns:a16="http://schemas.microsoft.com/office/drawing/2014/main" id="{E1EF9B00-0678-3C89-DFA5-15D149808E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908550" y="6111826"/>
                        <a:ext cx="4000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对象 127">
            <a:extLst>
              <a:ext uri="{FF2B5EF4-FFF2-40B4-BE49-F238E27FC236}">
                <a16:creationId xmlns:a16="http://schemas.microsoft.com/office/drawing/2014/main" id="{BBCF5469-BD8B-DC1F-5216-614DA32FFE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5305635"/>
              </p:ext>
            </p:extLst>
          </p:nvPr>
        </p:nvGraphicFramePr>
        <p:xfrm>
          <a:off x="8550752" y="3001814"/>
          <a:ext cx="12128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622080" imgH="241200" progId="Equation.DSMT4">
                  <p:embed/>
                </p:oleObj>
              </mc:Choice>
              <mc:Fallback>
                <p:oleObj name="Equation" r:id="rId41" imgW="622080" imgH="241200" progId="Equation.DSMT4">
                  <p:embed/>
                  <p:pic>
                    <p:nvPicPr>
                      <p:cNvPr id="128" name="对象 127">
                        <a:extLst>
                          <a:ext uri="{FF2B5EF4-FFF2-40B4-BE49-F238E27FC236}">
                            <a16:creationId xmlns:a16="http://schemas.microsoft.com/office/drawing/2014/main" id="{BBCF5469-BD8B-DC1F-5216-614DA32FF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8550752" y="3001814"/>
                        <a:ext cx="1212850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对象 128">
            <a:extLst>
              <a:ext uri="{FF2B5EF4-FFF2-40B4-BE49-F238E27FC236}">
                <a16:creationId xmlns:a16="http://schemas.microsoft.com/office/drawing/2014/main" id="{97DA67AE-D650-48B3-0D81-2DBF840AFC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5941424"/>
              </p:ext>
            </p:extLst>
          </p:nvPr>
        </p:nvGraphicFramePr>
        <p:xfrm>
          <a:off x="8553400" y="3690442"/>
          <a:ext cx="98901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507960" imgH="241200" progId="Equation.DSMT4">
                  <p:embed/>
                </p:oleObj>
              </mc:Choice>
              <mc:Fallback>
                <p:oleObj name="Equation" r:id="rId43" imgW="507960" imgH="241200" progId="Equation.DSMT4">
                  <p:embed/>
                  <p:pic>
                    <p:nvPicPr>
                      <p:cNvPr id="129" name="对象 128">
                        <a:extLst>
                          <a:ext uri="{FF2B5EF4-FFF2-40B4-BE49-F238E27FC236}">
                            <a16:creationId xmlns:a16="http://schemas.microsoft.com/office/drawing/2014/main" id="{97DA67AE-D650-48B3-0D81-2DBF840AFC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8553400" y="3690442"/>
                        <a:ext cx="989013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E708183-4735-2F68-9614-FA862263E87E}"/>
              </a:ext>
            </a:extLst>
          </p:cNvPr>
          <p:cNvCxnSpPr/>
          <p:nvPr/>
        </p:nvCxnSpPr>
        <p:spPr bwMode="auto">
          <a:xfrm flipH="1">
            <a:off x="2825111" y="5465233"/>
            <a:ext cx="2756" cy="70804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541265E-B4F2-8013-5EBC-1FB18811C75E}"/>
              </a:ext>
            </a:extLst>
          </p:cNvPr>
          <p:cNvCxnSpPr/>
          <p:nvPr/>
        </p:nvCxnSpPr>
        <p:spPr bwMode="auto">
          <a:xfrm>
            <a:off x="3266500" y="5701477"/>
            <a:ext cx="1368" cy="42061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直角三角形 44">
            <a:extLst>
              <a:ext uri="{FF2B5EF4-FFF2-40B4-BE49-F238E27FC236}">
                <a16:creationId xmlns:a16="http://schemas.microsoft.com/office/drawing/2014/main" id="{5D56D8E3-1F1B-74E2-5D7D-0BF0E9312EA6}"/>
              </a:ext>
            </a:extLst>
          </p:cNvPr>
          <p:cNvSpPr/>
          <p:nvPr/>
        </p:nvSpPr>
        <p:spPr bwMode="auto">
          <a:xfrm>
            <a:off x="3283438" y="5693603"/>
            <a:ext cx="410711" cy="405393"/>
          </a:xfrm>
          <a:prstGeom prst="rt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B6F78EEE-9F7E-B584-E0FF-E35FBB43F59E}"/>
              </a:ext>
            </a:extLst>
          </p:cNvPr>
          <p:cNvSpPr/>
          <p:nvPr/>
        </p:nvSpPr>
        <p:spPr bwMode="auto">
          <a:xfrm>
            <a:off x="1244600" y="5029200"/>
            <a:ext cx="1579033" cy="1079500"/>
          </a:xfrm>
          <a:custGeom>
            <a:avLst/>
            <a:gdLst>
              <a:gd name="connsiteX0" fmla="*/ 0 w 1579033"/>
              <a:gd name="connsiteY0" fmla="*/ 0 h 1079500"/>
              <a:gd name="connsiteX1" fmla="*/ 1579033 w 1579033"/>
              <a:gd name="connsiteY1" fmla="*/ 452967 h 1079500"/>
              <a:gd name="connsiteX2" fmla="*/ 1579033 w 1579033"/>
              <a:gd name="connsiteY2" fmla="*/ 1066800 h 1079500"/>
              <a:gd name="connsiteX3" fmla="*/ 25400 w 1579033"/>
              <a:gd name="connsiteY3" fmla="*/ 1079500 h 1079500"/>
              <a:gd name="connsiteX4" fmla="*/ 0 w 1579033"/>
              <a:gd name="connsiteY4" fmla="*/ 0 h 107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9033" h="1079500">
                <a:moveTo>
                  <a:pt x="0" y="0"/>
                </a:moveTo>
                <a:lnTo>
                  <a:pt x="1579033" y="452967"/>
                </a:lnTo>
                <a:lnTo>
                  <a:pt x="1579033" y="1066800"/>
                </a:lnTo>
                <a:lnTo>
                  <a:pt x="25400" y="10795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E84399AB-0A1F-B97D-39DD-C674AD5C11AE}"/>
              </a:ext>
            </a:extLst>
          </p:cNvPr>
          <p:cNvCxnSpPr/>
          <p:nvPr/>
        </p:nvCxnSpPr>
        <p:spPr bwMode="auto">
          <a:xfrm flipH="1">
            <a:off x="1901903" y="3560487"/>
            <a:ext cx="811064" cy="19832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563F9112-24EE-E44C-64B5-17408F5002E6}"/>
              </a:ext>
            </a:extLst>
          </p:cNvPr>
          <p:cNvCxnSpPr/>
          <p:nvPr/>
        </p:nvCxnSpPr>
        <p:spPr bwMode="auto">
          <a:xfrm flipH="1">
            <a:off x="3390187" y="5044815"/>
            <a:ext cx="1712971" cy="9929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85" name="对象 84">
            <a:extLst>
              <a:ext uri="{FF2B5EF4-FFF2-40B4-BE49-F238E27FC236}">
                <a16:creationId xmlns:a16="http://schemas.microsoft.com/office/drawing/2014/main" id="{54D36E22-7C89-664A-2AFF-3B104CA987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7750622"/>
              </p:ext>
            </p:extLst>
          </p:nvPr>
        </p:nvGraphicFramePr>
        <p:xfrm>
          <a:off x="2358868" y="3181664"/>
          <a:ext cx="76676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393480" imgH="228600" progId="Equation.DSMT4">
                  <p:embed/>
                </p:oleObj>
              </mc:Choice>
              <mc:Fallback>
                <p:oleObj name="Equation" r:id="rId45" imgW="393480" imgH="228600" progId="Equation.DSMT4">
                  <p:embed/>
                  <p:pic>
                    <p:nvPicPr>
                      <p:cNvPr id="84" name="对象 83">
                        <a:extLst>
                          <a:ext uri="{FF2B5EF4-FFF2-40B4-BE49-F238E27FC236}">
                            <a16:creationId xmlns:a16="http://schemas.microsoft.com/office/drawing/2014/main" id="{BA3E4536-A295-3AF6-0023-3F42DD2AFF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2358868" y="3181664"/>
                        <a:ext cx="766762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对象 85">
            <a:extLst>
              <a:ext uri="{FF2B5EF4-FFF2-40B4-BE49-F238E27FC236}">
                <a16:creationId xmlns:a16="http://schemas.microsoft.com/office/drawing/2014/main" id="{241C6268-A6FD-9BAB-6D08-2839E17076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097846"/>
              </p:ext>
            </p:extLst>
          </p:nvPr>
        </p:nvGraphicFramePr>
        <p:xfrm>
          <a:off x="5131030" y="4958464"/>
          <a:ext cx="7429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380880" imgH="228600" progId="Equation.DSMT4">
                  <p:embed/>
                </p:oleObj>
              </mc:Choice>
              <mc:Fallback>
                <p:oleObj name="Equation" r:id="rId47" imgW="380880" imgH="228600" progId="Equation.DSMT4">
                  <p:embed/>
                  <p:pic>
                    <p:nvPicPr>
                      <p:cNvPr id="85" name="对象 84">
                        <a:extLst>
                          <a:ext uri="{FF2B5EF4-FFF2-40B4-BE49-F238E27FC236}">
                            <a16:creationId xmlns:a16="http://schemas.microsoft.com/office/drawing/2014/main" id="{54D36E22-7C89-664A-2AFF-3B104CA987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5131030" y="4958464"/>
                        <a:ext cx="74295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1813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5" grpId="0" animBg="1"/>
      <p:bldP spid="4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BCD28-F3EA-0461-527B-09D7FD36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分支定界法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289DE4-A984-C3A6-F5D0-5E68D0105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4090C2-D2D5-5842-D63F-A5F3BE74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97300" y="6531912"/>
            <a:ext cx="2311400" cy="271098"/>
          </a:xfrm>
        </p:spPr>
        <p:txBody>
          <a:bodyPr/>
          <a:lstStyle/>
          <a:p>
            <a:fld id="{7AC79822-BC0D-4DE8-A7E5-90A3732A2B82}" type="slidenum">
              <a:rPr lang="zh-CN" altLang="en-US" smtClean="0"/>
              <a:pPr/>
              <a:t>18</a:t>
            </a:fld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726739A-A781-ABA2-ABF6-A13B61FA6DEF}"/>
              </a:ext>
            </a:extLst>
          </p:cNvPr>
          <p:cNvSpPr txBox="1"/>
          <p:nvPr/>
        </p:nvSpPr>
        <p:spPr>
          <a:xfrm>
            <a:off x="200472" y="1196752"/>
            <a:ext cx="46378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第三步：选择任意非整数变量值，令其上下取整，将问题</a:t>
            </a:r>
            <a:r>
              <a:rPr lang="en-US" altLang="zh-CN" sz="2400" dirty="0"/>
              <a:t>B</a:t>
            </a:r>
            <a:r>
              <a:rPr lang="zh-CN" altLang="en-US" sz="2400" dirty="0"/>
              <a:t>分为两个子问题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79C8173-1B62-50F3-8402-193C58B7D9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7596887"/>
              </p:ext>
            </p:extLst>
          </p:nvPr>
        </p:nvGraphicFramePr>
        <p:xfrm>
          <a:off x="38275" y="2948360"/>
          <a:ext cx="3540274" cy="1896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03240" imgH="965160" progId="Equation.DSMT4">
                  <p:embed/>
                </p:oleObj>
              </mc:Choice>
              <mc:Fallback>
                <p:oleObj name="Equation" r:id="rId2" imgW="1803240" imgH="9651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79C8173-1B62-50F3-8402-193C58B7D9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275" y="2948360"/>
                        <a:ext cx="3540274" cy="189622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对象 127">
            <a:extLst>
              <a:ext uri="{FF2B5EF4-FFF2-40B4-BE49-F238E27FC236}">
                <a16:creationId xmlns:a16="http://schemas.microsoft.com/office/drawing/2014/main" id="{BBCF5469-BD8B-DC1F-5216-614DA32FFE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695642"/>
              </p:ext>
            </p:extLst>
          </p:nvPr>
        </p:nvGraphicFramePr>
        <p:xfrm>
          <a:off x="8552043" y="3342828"/>
          <a:ext cx="12128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2080" imgH="241200" progId="Equation.DSMT4">
                  <p:embed/>
                </p:oleObj>
              </mc:Choice>
              <mc:Fallback>
                <p:oleObj name="Equation" r:id="rId4" imgW="622080" imgH="241200" progId="Equation.DSMT4">
                  <p:embed/>
                  <p:pic>
                    <p:nvPicPr>
                      <p:cNvPr id="128" name="对象 127">
                        <a:extLst>
                          <a:ext uri="{FF2B5EF4-FFF2-40B4-BE49-F238E27FC236}">
                            <a16:creationId xmlns:a16="http://schemas.microsoft.com/office/drawing/2014/main" id="{BBCF5469-BD8B-DC1F-5216-614DA32FF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52043" y="3342828"/>
                        <a:ext cx="1212850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对象 128">
            <a:extLst>
              <a:ext uri="{FF2B5EF4-FFF2-40B4-BE49-F238E27FC236}">
                <a16:creationId xmlns:a16="http://schemas.microsoft.com/office/drawing/2014/main" id="{97DA67AE-D650-48B3-0D81-2DBF840AFC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019520"/>
              </p:ext>
            </p:extLst>
          </p:nvPr>
        </p:nvGraphicFramePr>
        <p:xfrm>
          <a:off x="8552043" y="4097345"/>
          <a:ext cx="98901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7960" imgH="241200" progId="Equation.DSMT4">
                  <p:embed/>
                </p:oleObj>
              </mc:Choice>
              <mc:Fallback>
                <p:oleObj name="Equation" r:id="rId6" imgW="507960" imgH="241200" progId="Equation.DSMT4">
                  <p:embed/>
                  <p:pic>
                    <p:nvPicPr>
                      <p:cNvPr id="129" name="对象 128">
                        <a:extLst>
                          <a:ext uri="{FF2B5EF4-FFF2-40B4-BE49-F238E27FC236}">
                            <a16:creationId xmlns:a16="http://schemas.microsoft.com/office/drawing/2014/main" id="{97DA67AE-D650-48B3-0D81-2DBF840AFC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552043" y="4097345"/>
                        <a:ext cx="989013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37C0A240-62EF-1039-8984-5EF861AC5B50}"/>
              </a:ext>
            </a:extLst>
          </p:cNvPr>
          <p:cNvCxnSpPr/>
          <p:nvPr/>
        </p:nvCxnSpPr>
        <p:spPr bwMode="auto">
          <a:xfrm flipV="1">
            <a:off x="3607248" y="2397081"/>
            <a:ext cx="1231121" cy="139195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9F0717F5-CD8D-3EAD-C835-07EE6E48E500}"/>
              </a:ext>
            </a:extLst>
          </p:cNvPr>
          <p:cNvCxnSpPr/>
          <p:nvPr/>
        </p:nvCxnSpPr>
        <p:spPr bwMode="auto">
          <a:xfrm>
            <a:off x="3607248" y="3933056"/>
            <a:ext cx="1231121" cy="93610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78" name="对象 77">
            <a:extLst>
              <a:ext uri="{FF2B5EF4-FFF2-40B4-BE49-F238E27FC236}">
                <a16:creationId xmlns:a16="http://schemas.microsoft.com/office/drawing/2014/main" id="{8DA9872F-CB3D-1F02-9B57-254C684E32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852994"/>
              </p:ext>
            </p:extLst>
          </p:nvPr>
        </p:nvGraphicFramePr>
        <p:xfrm>
          <a:off x="4837203" y="1100929"/>
          <a:ext cx="3663950" cy="234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66600" imgH="1193760" progId="Equation.DSMT4">
                  <p:embed/>
                </p:oleObj>
              </mc:Choice>
              <mc:Fallback>
                <p:oleObj name="Equation" r:id="rId8" imgW="1866600" imgH="11937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79C8173-1B62-50F3-8402-193C58B7D9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837203" y="1100929"/>
                        <a:ext cx="3663950" cy="23463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对象 78">
            <a:extLst>
              <a:ext uri="{FF2B5EF4-FFF2-40B4-BE49-F238E27FC236}">
                <a16:creationId xmlns:a16="http://schemas.microsoft.com/office/drawing/2014/main" id="{8998FA5F-C629-C6CC-7F05-BF6830E814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9552954"/>
              </p:ext>
            </p:extLst>
          </p:nvPr>
        </p:nvGraphicFramePr>
        <p:xfrm>
          <a:off x="4826000" y="4332288"/>
          <a:ext cx="3687763" cy="234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79560" imgH="1193760" progId="Equation.DSMT4">
                  <p:embed/>
                </p:oleObj>
              </mc:Choice>
              <mc:Fallback>
                <p:oleObj name="Equation" r:id="rId10" imgW="1879560" imgH="1193760" progId="Equation.DSMT4">
                  <p:embed/>
                  <p:pic>
                    <p:nvPicPr>
                      <p:cNvPr id="78" name="对象 77">
                        <a:extLst>
                          <a:ext uri="{FF2B5EF4-FFF2-40B4-BE49-F238E27FC236}">
                            <a16:creationId xmlns:a16="http://schemas.microsoft.com/office/drawing/2014/main" id="{8DA9872F-CB3D-1F02-9B57-254C684E32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826000" y="4332288"/>
                        <a:ext cx="3687763" cy="23463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2862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BCD28-F3EA-0461-527B-09D7FD36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分支定界法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289DE4-A984-C3A6-F5D0-5E68D0105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4090C2-D2D5-5842-D63F-A5F3BE74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97300" y="6531912"/>
            <a:ext cx="2311400" cy="271098"/>
          </a:xfrm>
        </p:spPr>
        <p:txBody>
          <a:bodyPr/>
          <a:lstStyle/>
          <a:p>
            <a:fld id="{7AC79822-BC0D-4DE8-A7E5-90A3732A2B82}" type="slidenum">
              <a:rPr lang="zh-CN" altLang="en-US" smtClean="0"/>
              <a:pPr/>
              <a:t>19</a:t>
            </a:fld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726739A-A781-ABA2-ABF6-A13B61FA6DEF}"/>
              </a:ext>
            </a:extLst>
          </p:cNvPr>
          <p:cNvSpPr txBox="1"/>
          <p:nvPr/>
        </p:nvSpPr>
        <p:spPr>
          <a:xfrm>
            <a:off x="200472" y="1196752"/>
            <a:ext cx="46378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第四步：依次求解</a:t>
            </a:r>
            <a:r>
              <a:rPr lang="en-US" altLang="zh-CN" sz="2400" dirty="0"/>
              <a:t>B1</a:t>
            </a:r>
            <a:r>
              <a:rPr lang="zh-CN" altLang="en-US" sz="2400" dirty="0"/>
              <a:t>和</a:t>
            </a:r>
            <a:r>
              <a:rPr lang="en-US" altLang="zh-CN" sz="2400" dirty="0"/>
              <a:t>B2</a:t>
            </a:r>
            <a:endParaRPr lang="zh-CN" altLang="en-US" sz="2400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D19DE31-8C25-262D-3877-499851FDB006}"/>
              </a:ext>
            </a:extLst>
          </p:cNvPr>
          <p:cNvCxnSpPr/>
          <p:nvPr/>
        </p:nvCxnSpPr>
        <p:spPr bwMode="auto">
          <a:xfrm>
            <a:off x="338275" y="6122715"/>
            <a:ext cx="504056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A1EE511-07E1-204D-FE59-C2548DF3EC7A}"/>
              </a:ext>
            </a:extLst>
          </p:cNvPr>
          <p:cNvCxnSpPr/>
          <p:nvPr/>
        </p:nvCxnSpPr>
        <p:spPr bwMode="auto">
          <a:xfrm flipH="1" flipV="1">
            <a:off x="1241122" y="2666331"/>
            <a:ext cx="9300" cy="396590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4EDE557-728C-B2CD-1F45-2B70FFA757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42104" y="5623960"/>
          <a:ext cx="493712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80" imgH="228600" progId="Equation.DSMT4">
                  <p:embed/>
                </p:oleObj>
              </mc:Choice>
              <mc:Fallback>
                <p:oleObj name="Equation" r:id="rId2" imgW="152280" imgH="2286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E4EDE557-728C-B2CD-1F45-2B70FFA757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42104" y="5623960"/>
                        <a:ext cx="493712" cy="741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FB68D9F1-B522-8677-04DD-3EFB994906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0134" y="6122715"/>
          <a:ext cx="285834" cy="400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20" imgH="177480" progId="Equation.DSMT4">
                  <p:embed/>
                </p:oleObj>
              </mc:Choice>
              <mc:Fallback>
                <p:oleObj name="Equation" r:id="rId4" imgW="126720" imgH="1774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FB68D9F1-B522-8677-04DD-3EFB994906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80134" y="6122715"/>
                        <a:ext cx="285834" cy="400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椭圆 15">
            <a:extLst>
              <a:ext uri="{FF2B5EF4-FFF2-40B4-BE49-F238E27FC236}">
                <a16:creationId xmlns:a16="http://schemas.microsoft.com/office/drawing/2014/main" id="{200A8645-305C-F751-3129-A3EDAB04DD85}"/>
              </a:ext>
            </a:extLst>
          </p:cNvPr>
          <p:cNvSpPr/>
          <p:nvPr/>
        </p:nvSpPr>
        <p:spPr bwMode="auto">
          <a:xfrm>
            <a:off x="1212376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C035738-DB55-E1AA-636B-2549AEE61E1E}"/>
              </a:ext>
            </a:extLst>
          </p:cNvPr>
          <p:cNvSpPr/>
          <p:nvPr/>
        </p:nvSpPr>
        <p:spPr bwMode="auto">
          <a:xfrm>
            <a:off x="1598570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CE155E4C-F37D-6D8F-C331-858FECE1B533}"/>
              </a:ext>
            </a:extLst>
          </p:cNvPr>
          <p:cNvSpPr/>
          <p:nvPr/>
        </p:nvSpPr>
        <p:spPr bwMode="auto">
          <a:xfrm>
            <a:off x="1984764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488C995-CE76-CC99-D733-AA8181408E8C}"/>
              </a:ext>
            </a:extLst>
          </p:cNvPr>
          <p:cNvSpPr/>
          <p:nvPr/>
        </p:nvSpPr>
        <p:spPr bwMode="auto">
          <a:xfrm>
            <a:off x="2370958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11B62B2E-7699-0259-F85D-E1CBED1C1AF1}"/>
              </a:ext>
            </a:extLst>
          </p:cNvPr>
          <p:cNvSpPr/>
          <p:nvPr/>
        </p:nvSpPr>
        <p:spPr bwMode="auto">
          <a:xfrm>
            <a:off x="2792763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9000FA2A-BB09-0F4A-CDA4-691A1EF8DB13}"/>
              </a:ext>
            </a:extLst>
          </p:cNvPr>
          <p:cNvSpPr/>
          <p:nvPr/>
        </p:nvSpPr>
        <p:spPr bwMode="auto">
          <a:xfrm>
            <a:off x="3224811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8C72AF3C-CDC6-76A9-3E1D-257205BBAF2A}"/>
              </a:ext>
            </a:extLst>
          </p:cNvPr>
          <p:cNvSpPr/>
          <p:nvPr/>
        </p:nvSpPr>
        <p:spPr bwMode="auto">
          <a:xfrm>
            <a:off x="3584851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69E74D06-961C-2B11-8AAA-255166304181}"/>
              </a:ext>
            </a:extLst>
          </p:cNvPr>
          <p:cNvSpPr/>
          <p:nvPr/>
        </p:nvSpPr>
        <p:spPr bwMode="auto">
          <a:xfrm>
            <a:off x="3918981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E19A810-AB2E-FD2C-4FE6-3A37D6994D67}"/>
              </a:ext>
            </a:extLst>
          </p:cNvPr>
          <p:cNvSpPr/>
          <p:nvPr/>
        </p:nvSpPr>
        <p:spPr bwMode="auto">
          <a:xfrm>
            <a:off x="4289027" y="60854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4841CBE-D733-7935-1CEB-6318C553713D}"/>
              </a:ext>
            </a:extLst>
          </p:cNvPr>
          <p:cNvSpPr/>
          <p:nvPr/>
        </p:nvSpPr>
        <p:spPr bwMode="auto">
          <a:xfrm>
            <a:off x="4675221" y="60854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D1866104-049D-921D-5C47-8D5AFCE0E0A1}"/>
              </a:ext>
            </a:extLst>
          </p:cNvPr>
          <p:cNvSpPr/>
          <p:nvPr/>
        </p:nvSpPr>
        <p:spPr bwMode="auto">
          <a:xfrm>
            <a:off x="1208584" y="583468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792414B0-89C5-69C9-9607-8B13961024AE}"/>
              </a:ext>
            </a:extLst>
          </p:cNvPr>
          <p:cNvSpPr/>
          <p:nvPr/>
        </p:nvSpPr>
        <p:spPr bwMode="auto">
          <a:xfrm>
            <a:off x="1217608" y="547464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FA8537BE-DC7C-D275-A997-011DF9582A72}"/>
              </a:ext>
            </a:extLst>
          </p:cNvPr>
          <p:cNvSpPr/>
          <p:nvPr/>
        </p:nvSpPr>
        <p:spPr bwMode="auto">
          <a:xfrm>
            <a:off x="1213816" y="511460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76F82D87-52E9-77AE-1306-28619966BAD9}"/>
              </a:ext>
            </a:extLst>
          </p:cNvPr>
          <p:cNvSpPr/>
          <p:nvPr/>
        </p:nvSpPr>
        <p:spPr bwMode="auto">
          <a:xfrm>
            <a:off x="1208912" y="4826571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95A8E319-06CD-DAC0-6C7E-48DCF668BFED}"/>
              </a:ext>
            </a:extLst>
          </p:cNvPr>
          <p:cNvSpPr/>
          <p:nvPr/>
        </p:nvSpPr>
        <p:spPr bwMode="auto">
          <a:xfrm>
            <a:off x="1205120" y="453853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F7DFC420-C54F-2D21-BBAA-863A865E5034}"/>
              </a:ext>
            </a:extLst>
          </p:cNvPr>
          <p:cNvSpPr/>
          <p:nvPr/>
        </p:nvSpPr>
        <p:spPr bwMode="auto">
          <a:xfrm>
            <a:off x="1208912" y="4250507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D86412DA-4C1A-B99D-FA33-3FFF7D051E99}"/>
              </a:ext>
            </a:extLst>
          </p:cNvPr>
          <p:cNvSpPr/>
          <p:nvPr/>
        </p:nvSpPr>
        <p:spPr bwMode="auto">
          <a:xfrm>
            <a:off x="1205120" y="3962475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DC0AA176-24AE-0E6D-6B82-7AABCE32F8A8}"/>
              </a:ext>
            </a:extLst>
          </p:cNvPr>
          <p:cNvSpPr/>
          <p:nvPr/>
        </p:nvSpPr>
        <p:spPr bwMode="auto">
          <a:xfrm>
            <a:off x="1217608" y="367444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8321FF8-5DD9-EB9D-BDA9-53F3D4D7D6EA}"/>
              </a:ext>
            </a:extLst>
          </p:cNvPr>
          <p:cNvSpPr/>
          <p:nvPr/>
        </p:nvSpPr>
        <p:spPr bwMode="auto">
          <a:xfrm>
            <a:off x="1213816" y="331440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ED7C15DA-FDB9-6CA1-4589-F604F0242D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1463" y="6122715"/>
          <a:ext cx="2000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8560" imgH="164880" progId="Equation.DSMT4">
                  <p:embed/>
                </p:oleObj>
              </mc:Choice>
              <mc:Fallback>
                <p:oleObj name="Equation" r:id="rId6" imgW="88560" imgH="16488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ED7C15DA-FDB9-6CA1-4589-F604F0242D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41463" y="6122715"/>
                        <a:ext cx="200025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6AD0E06A-E550-AF3D-524E-89EC69B61F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79562" y="6122715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720" imgH="164880" progId="Equation.DSMT4">
                  <p:embed/>
                </p:oleObj>
              </mc:Choice>
              <mc:Fallback>
                <p:oleObj name="Equation" r:id="rId8" imgW="126720" imgH="16488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6AD0E06A-E550-AF3D-524E-89EC69B61F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79562" y="6122715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5ECFDF37-C022-0544-3528-FE8230C81B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447" y="6122715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120" imgH="177480" progId="Equation.DSMT4">
                  <p:embed/>
                </p:oleObj>
              </mc:Choice>
              <mc:Fallback>
                <p:oleObj name="Equation" r:id="rId10" imgW="114120" imgH="17748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5ECFDF37-C022-0544-3528-FE8230C81B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286447" y="6122715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A686FC08-E73C-76ED-B422-1C9BC038B4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3034" y="6122715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720" imgH="164880" progId="Equation.DSMT4">
                  <p:embed/>
                </p:oleObj>
              </mc:Choice>
              <mc:Fallback>
                <p:oleObj name="Equation" r:id="rId12" imgW="126720" imgH="16488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A686FC08-E73C-76ED-B422-1C9BC038B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723034" y="6122715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10EE01C4-00D0-6DFB-DEC1-769BEBDFDF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2800" y="6122939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4120" imgH="177480" progId="Equation.DSMT4">
                  <p:embed/>
                </p:oleObj>
              </mc:Choice>
              <mc:Fallback>
                <p:oleObj name="Equation" r:id="rId14" imgW="114120" imgH="17748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10EE01C4-00D0-6DFB-DEC1-769BEBDFDF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152800" y="6122939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D9F6DA9D-2978-C09C-04CA-4B16820571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4451" y="6108000"/>
          <a:ext cx="296421" cy="414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6720" imgH="177480" progId="Equation.DSMT4">
                  <p:embed/>
                </p:oleObj>
              </mc:Choice>
              <mc:Fallback>
                <p:oleObj name="Equation" r:id="rId16" imgW="126720" imgH="17748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D9F6DA9D-2978-C09C-04CA-4B16820571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504451" y="6108000"/>
                        <a:ext cx="296421" cy="4149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DC592708-4C6D-D1B5-9125-AF47F78267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5238" y="6122715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6720" imgH="177480" progId="Equation.DSMT4">
                  <p:embed/>
                </p:oleObj>
              </mc:Choice>
              <mc:Fallback>
                <p:oleObj name="Equation" r:id="rId18" imgW="126720" imgH="17748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DC592708-4C6D-D1B5-9125-AF47F78267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805238" y="6122715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C5EC9C8E-A278-8864-F2BF-9A1DA90BFA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00525" y="6108651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4120" imgH="177480" progId="Equation.DSMT4">
                  <p:embed/>
                </p:oleObj>
              </mc:Choice>
              <mc:Fallback>
                <p:oleObj name="Equation" r:id="rId20" imgW="114120" imgH="17748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C5EC9C8E-A278-8864-F2BF-9A1DA90BFA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200525" y="6108651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A30D31CA-3115-61E9-1FC6-1814ADD562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1194" y="6122715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4120" imgH="177480" progId="Equation.DSMT4">
                  <p:embed/>
                </p:oleObj>
              </mc:Choice>
              <mc:Fallback>
                <p:oleObj name="Equation" r:id="rId22" imgW="114120" imgH="17748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A30D31CA-3115-61E9-1FC6-1814ADD562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581194" y="6122715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23AF9632-FB9D-34B4-08D3-B3E4C82DF3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0645" y="3490417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14120" imgH="177480" progId="Equation.DSMT4">
                  <p:embed/>
                </p:oleObj>
              </mc:Choice>
              <mc:Fallback>
                <p:oleObj name="Equation" r:id="rId24" imgW="114120" imgH="177480" progId="Equation.DSMT4">
                  <p:embed/>
                  <p:pic>
                    <p:nvPicPr>
                      <p:cNvPr id="51" name="对象 50">
                        <a:extLst>
                          <a:ext uri="{FF2B5EF4-FFF2-40B4-BE49-F238E27FC236}">
                            <a16:creationId xmlns:a16="http://schemas.microsoft.com/office/drawing/2014/main" id="{23AF9632-FB9D-34B4-08D3-B3E4C82D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010645" y="3490417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F3BA37B7-52E2-6F5C-1D2A-77CA6DE0DC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1203" y="3130377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14120" imgH="177480" progId="Equation.DSMT4">
                  <p:embed/>
                </p:oleObj>
              </mc:Choice>
              <mc:Fallback>
                <p:oleObj name="Equation" r:id="rId25" imgW="114120" imgH="177480" progId="Equation.DSMT4">
                  <p:embed/>
                  <p:pic>
                    <p:nvPicPr>
                      <p:cNvPr id="52" name="对象 51">
                        <a:extLst>
                          <a:ext uri="{FF2B5EF4-FFF2-40B4-BE49-F238E27FC236}">
                            <a16:creationId xmlns:a16="http://schemas.microsoft.com/office/drawing/2014/main" id="{F3BA37B7-52E2-6F5C-1D2A-77CA6DE0DC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991203" y="3130377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A5E1C0B7-B31C-64C8-2A66-E029C9D803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4964" y="5679232"/>
          <a:ext cx="2000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88560" imgH="164880" progId="Equation.DSMT4">
                  <p:embed/>
                </p:oleObj>
              </mc:Choice>
              <mc:Fallback>
                <p:oleObj name="Equation" r:id="rId26" imgW="88560" imgH="164880" progId="Equation.DSMT4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A5E1C0B7-B31C-64C8-2A66-E029C9D803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14964" y="5679232"/>
                        <a:ext cx="200025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96A0657E-578C-7AC4-04CF-DA1EAFDB3E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0218" y="5330627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26720" imgH="164880" progId="Equation.DSMT4">
                  <p:embed/>
                </p:oleObj>
              </mc:Choice>
              <mc:Fallback>
                <p:oleObj name="Equation" r:id="rId27" imgW="126720" imgH="164880" progId="Equation.DSMT4">
                  <p:embed/>
                  <p:pic>
                    <p:nvPicPr>
                      <p:cNvPr id="54" name="对象 53">
                        <a:extLst>
                          <a:ext uri="{FF2B5EF4-FFF2-40B4-BE49-F238E27FC236}">
                            <a16:creationId xmlns:a16="http://schemas.microsoft.com/office/drawing/2014/main" id="{96A0657E-578C-7AC4-04CF-DA1EAFDB3E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80218" y="5330627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extLst>
              <a:ext uri="{FF2B5EF4-FFF2-40B4-BE49-F238E27FC236}">
                <a16:creationId xmlns:a16="http://schemas.microsoft.com/office/drawing/2014/main" id="{84063FD0-BCFC-8D2D-FA83-77863CB554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2560" y="5002585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14120" imgH="177480" progId="Equation.DSMT4">
                  <p:embed/>
                </p:oleObj>
              </mc:Choice>
              <mc:Fallback>
                <p:oleObj name="Equation" r:id="rId28" imgW="114120" imgH="177480" progId="Equation.DSMT4">
                  <p:embed/>
                  <p:pic>
                    <p:nvPicPr>
                      <p:cNvPr id="55" name="对象 54">
                        <a:extLst>
                          <a:ext uri="{FF2B5EF4-FFF2-40B4-BE49-F238E27FC236}">
                            <a16:creationId xmlns:a16="http://schemas.microsoft.com/office/drawing/2014/main" id="{84063FD0-BCFC-8D2D-FA83-77863CB554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92560" y="5002585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>
            <a:extLst>
              <a:ext uri="{FF2B5EF4-FFF2-40B4-BE49-F238E27FC236}">
                <a16:creationId xmlns:a16="http://schemas.microsoft.com/office/drawing/2014/main" id="{3D05FD2D-62E8-AB3F-3746-AE7A4EC58F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0134" y="4599112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26720" imgH="164880" progId="Equation.DSMT4">
                  <p:embed/>
                </p:oleObj>
              </mc:Choice>
              <mc:Fallback>
                <p:oleObj name="Equation" r:id="rId29" imgW="126720" imgH="164880" progId="Equation.DSMT4">
                  <p:embed/>
                  <p:pic>
                    <p:nvPicPr>
                      <p:cNvPr id="56" name="对象 55">
                        <a:extLst>
                          <a:ext uri="{FF2B5EF4-FFF2-40B4-BE49-F238E27FC236}">
                            <a16:creationId xmlns:a16="http://schemas.microsoft.com/office/drawing/2014/main" id="{3D05FD2D-62E8-AB3F-3746-AE7A4EC58F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80134" y="4599112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>
            <a:extLst>
              <a:ext uri="{FF2B5EF4-FFF2-40B4-BE49-F238E27FC236}">
                <a16:creationId xmlns:a16="http://schemas.microsoft.com/office/drawing/2014/main" id="{3B6489C8-4C2E-204C-6FFB-CE83E91A42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6297" y="4354513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14120" imgH="177480" progId="Equation.DSMT4">
                  <p:embed/>
                </p:oleObj>
              </mc:Choice>
              <mc:Fallback>
                <p:oleObj name="Equation" r:id="rId30" imgW="114120" imgH="177480" progId="Equation.DSMT4">
                  <p:embed/>
                  <p:pic>
                    <p:nvPicPr>
                      <p:cNvPr id="57" name="对象 56">
                        <a:extLst>
                          <a:ext uri="{FF2B5EF4-FFF2-40B4-BE49-F238E27FC236}">
                            <a16:creationId xmlns:a16="http://schemas.microsoft.com/office/drawing/2014/main" id="{3B6489C8-4C2E-204C-6FFB-CE83E91A42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06297" y="4354513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对象 57">
            <a:extLst>
              <a:ext uri="{FF2B5EF4-FFF2-40B4-BE49-F238E27FC236}">
                <a16:creationId xmlns:a16="http://schemas.microsoft.com/office/drawing/2014/main" id="{40215442-588B-AA87-65AE-64C45EA52E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2560" y="4066481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26720" imgH="177480" progId="Equation.DSMT4">
                  <p:embed/>
                </p:oleObj>
              </mc:Choice>
              <mc:Fallback>
                <p:oleObj name="Equation" r:id="rId31" imgW="126720" imgH="177480" progId="Equation.DSMT4">
                  <p:embed/>
                  <p:pic>
                    <p:nvPicPr>
                      <p:cNvPr id="58" name="对象 57">
                        <a:extLst>
                          <a:ext uri="{FF2B5EF4-FFF2-40B4-BE49-F238E27FC236}">
                            <a16:creationId xmlns:a16="http://schemas.microsoft.com/office/drawing/2014/main" id="{40215442-588B-AA87-65AE-64C45EA52E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92560" y="4066481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>
            <a:extLst>
              <a:ext uri="{FF2B5EF4-FFF2-40B4-BE49-F238E27FC236}">
                <a16:creationId xmlns:a16="http://schemas.microsoft.com/office/drawing/2014/main" id="{BCE71C61-5222-AF74-9652-E25507302B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0134" y="3778449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26720" imgH="177480" progId="Equation.DSMT4">
                  <p:embed/>
                </p:oleObj>
              </mc:Choice>
              <mc:Fallback>
                <p:oleObj name="Equation" r:id="rId32" imgW="126720" imgH="177480" progId="Equation.DSMT4">
                  <p:embed/>
                  <p:pic>
                    <p:nvPicPr>
                      <p:cNvPr id="59" name="对象 58">
                        <a:extLst>
                          <a:ext uri="{FF2B5EF4-FFF2-40B4-BE49-F238E27FC236}">
                            <a16:creationId xmlns:a16="http://schemas.microsoft.com/office/drawing/2014/main" id="{BCE71C61-5222-AF74-9652-E25507302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80134" y="3778449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6E210596-E3F2-6549-93B1-94CB318D6EF0}"/>
              </a:ext>
            </a:extLst>
          </p:cNvPr>
          <p:cNvCxnSpPr/>
          <p:nvPr/>
        </p:nvCxnSpPr>
        <p:spPr bwMode="auto">
          <a:xfrm>
            <a:off x="416496" y="2913410"/>
            <a:ext cx="3734860" cy="359529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2FC05430-A45C-F363-FB51-F2955F2F95DE}"/>
              </a:ext>
            </a:extLst>
          </p:cNvPr>
          <p:cNvCxnSpPr/>
          <p:nvPr/>
        </p:nvCxnSpPr>
        <p:spPr bwMode="auto">
          <a:xfrm>
            <a:off x="338275" y="4759371"/>
            <a:ext cx="5287416" cy="150736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E64CCDE3-DB17-1DD7-F94E-51E447BA840D}"/>
              </a:ext>
            </a:extLst>
          </p:cNvPr>
          <p:cNvCxnSpPr/>
          <p:nvPr/>
        </p:nvCxnSpPr>
        <p:spPr bwMode="auto">
          <a:xfrm flipH="1">
            <a:off x="1482834" y="3571836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776ADB9C-EB4C-CD3E-6DFC-9982C61D4460}"/>
              </a:ext>
            </a:extLst>
          </p:cNvPr>
          <p:cNvCxnSpPr/>
          <p:nvPr/>
        </p:nvCxnSpPr>
        <p:spPr bwMode="auto">
          <a:xfrm flipH="1">
            <a:off x="2823961" y="4483824"/>
            <a:ext cx="523089" cy="97498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84" name="对象 83">
            <a:extLst>
              <a:ext uri="{FF2B5EF4-FFF2-40B4-BE49-F238E27FC236}">
                <a16:creationId xmlns:a16="http://schemas.microsoft.com/office/drawing/2014/main" id="{BA3E4536-A295-3AF6-0023-3F42DD2AFF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4426963"/>
              </p:ext>
            </p:extLst>
          </p:nvPr>
        </p:nvGraphicFramePr>
        <p:xfrm>
          <a:off x="3227388" y="3997325"/>
          <a:ext cx="3087687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587240" imgH="253800" progId="Equation.DSMT4">
                  <p:embed/>
                </p:oleObj>
              </mc:Choice>
              <mc:Fallback>
                <p:oleObj name="Equation" r:id="rId33" imgW="1587240" imgH="253800" progId="Equation.DSMT4">
                  <p:embed/>
                  <p:pic>
                    <p:nvPicPr>
                      <p:cNvPr id="84" name="对象 83">
                        <a:extLst>
                          <a:ext uri="{FF2B5EF4-FFF2-40B4-BE49-F238E27FC236}">
                            <a16:creationId xmlns:a16="http://schemas.microsoft.com/office/drawing/2014/main" id="{BA3E4536-A295-3AF6-0023-3F42DD2AFF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227388" y="3997325"/>
                        <a:ext cx="3087687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8149B47B-01FE-2FC2-74A5-B816F4B608A8}"/>
              </a:ext>
            </a:extLst>
          </p:cNvPr>
          <p:cNvCxnSpPr/>
          <p:nvPr/>
        </p:nvCxnSpPr>
        <p:spPr bwMode="auto">
          <a:xfrm>
            <a:off x="312042" y="3805973"/>
            <a:ext cx="4324713" cy="292726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7030A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82EAE8E8-FDE3-3145-FB26-D1139869F73F}"/>
              </a:ext>
            </a:extLst>
          </p:cNvPr>
          <p:cNvCxnSpPr/>
          <p:nvPr/>
        </p:nvCxnSpPr>
        <p:spPr bwMode="auto">
          <a:xfrm>
            <a:off x="3152800" y="5553454"/>
            <a:ext cx="0" cy="56800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25" name="对象 124">
            <a:extLst>
              <a:ext uri="{FF2B5EF4-FFF2-40B4-BE49-F238E27FC236}">
                <a16:creationId xmlns:a16="http://schemas.microsoft.com/office/drawing/2014/main" id="{A461B492-EBA8-4BFA-AF7A-BB5F440CEC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823" y="2432713"/>
          <a:ext cx="535558" cy="741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64880" imgH="228600" progId="Equation.DSMT4">
                  <p:embed/>
                </p:oleObj>
              </mc:Choice>
              <mc:Fallback>
                <p:oleObj name="Equation" r:id="rId35" imgW="164880" imgH="228600" progId="Equation.DSMT4">
                  <p:embed/>
                  <p:pic>
                    <p:nvPicPr>
                      <p:cNvPr id="125" name="对象 124">
                        <a:extLst>
                          <a:ext uri="{FF2B5EF4-FFF2-40B4-BE49-F238E27FC236}">
                            <a16:creationId xmlns:a16="http://schemas.microsoft.com/office/drawing/2014/main" id="{A461B492-EBA8-4BFA-AF7A-BB5F440CEC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748823" y="2432713"/>
                        <a:ext cx="535558" cy="7415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对象 125">
            <a:extLst>
              <a:ext uri="{FF2B5EF4-FFF2-40B4-BE49-F238E27FC236}">
                <a16:creationId xmlns:a16="http://schemas.microsoft.com/office/drawing/2014/main" id="{E1EF9B00-0678-3C89-DFA5-15D149808E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08550" y="6111826"/>
          <a:ext cx="4000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77480" imgH="177480" progId="Equation.DSMT4">
                  <p:embed/>
                </p:oleObj>
              </mc:Choice>
              <mc:Fallback>
                <p:oleObj name="Equation" r:id="rId37" imgW="177480" imgH="177480" progId="Equation.DSMT4">
                  <p:embed/>
                  <p:pic>
                    <p:nvPicPr>
                      <p:cNvPr id="126" name="对象 125">
                        <a:extLst>
                          <a:ext uri="{FF2B5EF4-FFF2-40B4-BE49-F238E27FC236}">
                            <a16:creationId xmlns:a16="http://schemas.microsoft.com/office/drawing/2014/main" id="{E1EF9B00-0678-3C89-DFA5-15D149808E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908550" y="6111826"/>
                        <a:ext cx="4000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对象 127">
            <a:extLst>
              <a:ext uri="{FF2B5EF4-FFF2-40B4-BE49-F238E27FC236}">
                <a16:creationId xmlns:a16="http://schemas.microsoft.com/office/drawing/2014/main" id="{BBCF5469-BD8B-DC1F-5216-614DA32FFE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50752" y="3001814"/>
          <a:ext cx="12128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622080" imgH="241200" progId="Equation.DSMT4">
                  <p:embed/>
                </p:oleObj>
              </mc:Choice>
              <mc:Fallback>
                <p:oleObj name="Equation" r:id="rId39" imgW="622080" imgH="241200" progId="Equation.DSMT4">
                  <p:embed/>
                  <p:pic>
                    <p:nvPicPr>
                      <p:cNvPr id="128" name="对象 127">
                        <a:extLst>
                          <a:ext uri="{FF2B5EF4-FFF2-40B4-BE49-F238E27FC236}">
                            <a16:creationId xmlns:a16="http://schemas.microsoft.com/office/drawing/2014/main" id="{BBCF5469-BD8B-DC1F-5216-614DA32FF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8550752" y="3001814"/>
                        <a:ext cx="1212850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对象 128">
            <a:extLst>
              <a:ext uri="{FF2B5EF4-FFF2-40B4-BE49-F238E27FC236}">
                <a16:creationId xmlns:a16="http://schemas.microsoft.com/office/drawing/2014/main" id="{97DA67AE-D650-48B3-0D81-2DBF840AFC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53400" y="3690442"/>
          <a:ext cx="98901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507960" imgH="241200" progId="Equation.DSMT4">
                  <p:embed/>
                </p:oleObj>
              </mc:Choice>
              <mc:Fallback>
                <p:oleObj name="Equation" r:id="rId41" imgW="507960" imgH="241200" progId="Equation.DSMT4">
                  <p:embed/>
                  <p:pic>
                    <p:nvPicPr>
                      <p:cNvPr id="129" name="对象 128">
                        <a:extLst>
                          <a:ext uri="{FF2B5EF4-FFF2-40B4-BE49-F238E27FC236}">
                            <a16:creationId xmlns:a16="http://schemas.microsoft.com/office/drawing/2014/main" id="{97DA67AE-D650-48B3-0D81-2DBF840AFC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8553400" y="3690442"/>
                        <a:ext cx="989013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E708183-4735-2F68-9614-FA862263E87E}"/>
              </a:ext>
            </a:extLst>
          </p:cNvPr>
          <p:cNvCxnSpPr/>
          <p:nvPr/>
        </p:nvCxnSpPr>
        <p:spPr bwMode="auto">
          <a:xfrm flipH="1">
            <a:off x="2825111" y="5465233"/>
            <a:ext cx="2756" cy="70804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541265E-B4F2-8013-5EBC-1FB18811C75E}"/>
              </a:ext>
            </a:extLst>
          </p:cNvPr>
          <p:cNvCxnSpPr/>
          <p:nvPr/>
        </p:nvCxnSpPr>
        <p:spPr bwMode="auto">
          <a:xfrm>
            <a:off x="3266500" y="5701477"/>
            <a:ext cx="1368" cy="42061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直角三角形 44">
            <a:extLst>
              <a:ext uri="{FF2B5EF4-FFF2-40B4-BE49-F238E27FC236}">
                <a16:creationId xmlns:a16="http://schemas.microsoft.com/office/drawing/2014/main" id="{5D56D8E3-1F1B-74E2-5D7D-0BF0E9312EA6}"/>
              </a:ext>
            </a:extLst>
          </p:cNvPr>
          <p:cNvSpPr/>
          <p:nvPr/>
        </p:nvSpPr>
        <p:spPr bwMode="auto">
          <a:xfrm>
            <a:off x="3283438" y="5693603"/>
            <a:ext cx="410711" cy="405393"/>
          </a:xfrm>
          <a:prstGeom prst="rt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B6F78EEE-9F7E-B584-E0FF-E35FBB43F59E}"/>
              </a:ext>
            </a:extLst>
          </p:cNvPr>
          <p:cNvSpPr/>
          <p:nvPr/>
        </p:nvSpPr>
        <p:spPr bwMode="auto">
          <a:xfrm>
            <a:off x="1244600" y="5029200"/>
            <a:ext cx="1579033" cy="1079500"/>
          </a:xfrm>
          <a:custGeom>
            <a:avLst/>
            <a:gdLst>
              <a:gd name="connsiteX0" fmla="*/ 0 w 1579033"/>
              <a:gd name="connsiteY0" fmla="*/ 0 h 1079500"/>
              <a:gd name="connsiteX1" fmla="*/ 1579033 w 1579033"/>
              <a:gd name="connsiteY1" fmla="*/ 452967 h 1079500"/>
              <a:gd name="connsiteX2" fmla="*/ 1579033 w 1579033"/>
              <a:gd name="connsiteY2" fmla="*/ 1066800 h 1079500"/>
              <a:gd name="connsiteX3" fmla="*/ 25400 w 1579033"/>
              <a:gd name="connsiteY3" fmla="*/ 1079500 h 1079500"/>
              <a:gd name="connsiteX4" fmla="*/ 0 w 1579033"/>
              <a:gd name="connsiteY4" fmla="*/ 0 h 107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9033" h="1079500">
                <a:moveTo>
                  <a:pt x="0" y="0"/>
                </a:moveTo>
                <a:lnTo>
                  <a:pt x="1579033" y="452967"/>
                </a:lnTo>
                <a:lnTo>
                  <a:pt x="1579033" y="1066800"/>
                </a:lnTo>
                <a:lnTo>
                  <a:pt x="25400" y="10795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E84399AB-0A1F-B97D-39DD-C674AD5C11AE}"/>
              </a:ext>
            </a:extLst>
          </p:cNvPr>
          <p:cNvCxnSpPr/>
          <p:nvPr/>
        </p:nvCxnSpPr>
        <p:spPr bwMode="auto">
          <a:xfrm flipH="1">
            <a:off x="1901903" y="3560487"/>
            <a:ext cx="811064" cy="19832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563F9112-24EE-E44C-64B5-17408F5002E6}"/>
              </a:ext>
            </a:extLst>
          </p:cNvPr>
          <p:cNvCxnSpPr/>
          <p:nvPr/>
        </p:nvCxnSpPr>
        <p:spPr bwMode="auto">
          <a:xfrm flipH="1">
            <a:off x="3390187" y="5044815"/>
            <a:ext cx="1712971" cy="9929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85" name="对象 84">
            <a:extLst>
              <a:ext uri="{FF2B5EF4-FFF2-40B4-BE49-F238E27FC236}">
                <a16:creationId xmlns:a16="http://schemas.microsoft.com/office/drawing/2014/main" id="{54D36E22-7C89-664A-2AFF-3B104CA987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8868" y="3181664"/>
          <a:ext cx="76676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393480" imgH="228600" progId="Equation.DSMT4">
                  <p:embed/>
                </p:oleObj>
              </mc:Choice>
              <mc:Fallback>
                <p:oleObj name="Equation" r:id="rId43" imgW="393480" imgH="228600" progId="Equation.DSMT4">
                  <p:embed/>
                  <p:pic>
                    <p:nvPicPr>
                      <p:cNvPr id="85" name="对象 84">
                        <a:extLst>
                          <a:ext uri="{FF2B5EF4-FFF2-40B4-BE49-F238E27FC236}">
                            <a16:creationId xmlns:a16="http://schemas.microsoft.com/office/drawing/2014/main" id="{54D36E22-7C89-664A-2AFF-3B104CA987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2358868" y="3181664"/>
                        <a:ext cx="766762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对象 85">
            <a:extLst>
              <a:ext uri="{FF2B5EF4-FFF2-40B4-BE49-F238E27FC236}">
                <a16:creationId xmlns:a16="http://schemas.microsoft.com/office/drawing/2014/main" id="{241C6268-A6FD-9BAB-6D08-2839E17076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31030" y="4958464"/>
          <a:ext cx="7429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380880" imgH="228600" progId="Equation.DSMT4">
                  <p:embed/>
                </p:oleObj>
              </mc:Choice>
              <mc:Fallback>
                <p:oleObj name="Equation" r:id="rId45" imgW="380880" imgH="228600" progId="Equation.DSMT4">
                  <p:embed/>
                  <p:pic>
                    <p:nvPicPr>
                      <p:cNvPr id="86" name="对象 85">
                        <a:extLst>
                          <a:ext uri="{FF2B5EF4-FFF2-40B4-BE49-F238E27FC236}">
                            <a16:creationId xmlns:a16="http://schemas.microsoft.com/office/drawing/2014/main" id="{241C6268-A6FD-9BAB-6D08-2839E17076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5131030" y="4958464"/>
                        <a:ext cx="74295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A93F1B0-5D7D-783F-EBD3-3149B996C0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9357485"/>
              </p:ext>
            </p:extLst>
          </p:nvPr>
        </p:nvGraphicFramePr>
        <p:xfrm>
          <a:off x="6098114" y="60797"/>
          <a:ext cx="3663950" cy="234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1866600" imgH="1193760" progId="Equation.DSMT4">
                  <p:embed/>
                </p:oleObj>
              </mc:Choice>
              <mc:Fallback>
                <p:oleObj name="Equation" r:id="rId47" imgW="1866600" imgH="1193760" progId="Equation.DSMT4">
                  <p:embed/>
                  <p:pic>
                    <p:nvPicPr>
                      <p:cNvPr id="78" name="对象 77">
                        <a:extLst>
                          <a:ext uri="{FF2B5EF4-FFF2-40B4-BE49-F238E27FC236}">
                            <a16:creationId xmlns:a16="http://schemas.microsoft.com/office/drawing/2014/main" id="{8DA9872F-CB3D-1F02-9B57-254C684E32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6098114" y="60797"/>
                        <a:ext cx="3663950" cy="23463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文本框 49">
            <a:extLst>
              <a:ext uri="{FF2B5EF4-FFF2-40B4-BE49-F238E27FC236}">
                <a16:creationId xmlns:a16="http://schemas.microsoft.com/office/drawing/2014/main" id="{2DAF175A-645A-A371-C084-87AA5E48FBCF}"/>
              </a:ext>
            </a:extLst>
          </p:cNvPr>
          <p:cNvSpPr txBox="1"/>
          <p:nvPr/>
        </p:nvSpPr>
        <p:spPr>
          <a:xfrm>
            <a:off x="1626631" y="1801526"/>
            <a:ext cx="4707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此时解不全是整数，则该解不是原问题的最优解。上下限不变。</a:t>
            </a:r>
            <a:endParaRPr lang="en-US" altLang="zh-CN" sz="2400" dirty="0"/>
          </a:p>
          <a:p>
            <a:r>
              <a:rPr lang="zh-CN" altLang="en-US" sz="2400" dirty="0"/>
              <a:t>继续迭代，对</a:t>
            </a:r>
            <a:r>
              <a:rPr lang="en-US" altLang="zh-CN" sz="2400" dirty="0"/>
              <a:t>x2=2.1</a:t>
            </a:r>
            <a:r>
              <a:rPr lang="zh-CN" altLang="en-US" sz="2400" dirty="0"/>
              <a:t>进行划分。</a:t>
            </a:r>
          </a:p>
        </p:txBody>
      </p:sp>
    </p:spTree>
    <p:extLst>
      <p:ext uri="{BB962C8B-B14F-4D97-AF65-F5344CB8AC3E}">
        <p14:creationId xmlns:p14="http://schemas.microsoft.com/office/powerpoint/2010/main" val="3310211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00"/>
                            </p:stCondLst>
                            <p:childTnLst>
                              <p:par>
                                <p:cTn id="19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45" grpId="0" animBg="1"/>
      <p:bldP spid="48" grpId="0" animBg="1"/>
      <p:bldP spid="5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BCD28-F3EA-0461-527B-09D7FD36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分支定界法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289DE4-A984-C3A6-F5D0-5E68D0105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4090C2-D2D5-5842-D63F-A5F3BE74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97300" y="6531912"/>
            <a:ext cx="2311400" cy="271098"/>
          </a:xfrm>
        </p:spPr>
        <p:txBody>
          <a:bodyPr/>
          <a:lstStyle/>
          <a:p>
            <a:fld id="{7AC79822-BC0D-4DE8-A7E5-90A3732A2B82}" type="slidenum">
              <a:rPr lang="zh-CN" altLang="en-US" smtClean="0"/>
              <a:pPr/>
              <a:t>20</a:t>
            </a:fld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726739A-A781-ABA2-ABF6-A13B61FA6DEF}"/>
              </a:ext>
            </a:extLst>
          </p:cNvPr>
          <p:cNvSpPr txBox="1"/>
          <p:nvPr/>
        </p:nvSpPr>
        <p:spPr>
          <a:xfrm>
            <a:off x="200472" y="1196752"/>
            <a:ext cx="46378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第四步：依次求解</a:t>
            </a:r>
            <a:r>
              <a:rPr lang="en-US" altLang="zh-CN" sz="2400" dirty="0"/>
              <a:t>B1</a:t>
            </a:r>
            <a:r>
              <a:rPr lang="zh-CN" altLang="en-US" sz="2400" dirty="0"/>
              <a:t>和</a:t>
            </a:r>
            <a:r>
              <a:rPr lang="en-US" altLang="zh-CN" sz="2400" dirty="0"/>
              <a:t>B2</a:t>
            </a:r>
            <a:endParaRPr lang="zh-CN" altLang="en-US" sz="2400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D19DE31-8C25-262D-3877-499851FDB006}"/>
              </a:ext>
            </a:extLst>
          </p:cNvPr>
          <p:cNvCxnSpPr/>
          <p:nvPr/>
        </p:nvCxnSpPr>
        <p:spPr bwMode="auto">
          <a:xfrm>
            <a:off x="338275" y="6122715"/>
            <a:ext cx="504056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A1EE511-07E1-204D-FE59-C2548DF3EC7A}"/>
              </a:ext>
            </a:extLst>
          </p:cNvPr>
          <p:cNvCxnSpPr/>
          <p:nvPr/>
        </p:nvCxnSpPr>
        <p:spPr bwMode="auto">
          <a:xfrm flipH="1" flipV="1">
            <a:off x="1241122" y="2666331"/>
            <a:ext cx="9300" cy="396590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4EDE557-728C-B2CD-1F45-2B70FFA757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42104" y="5623960"/>
          <a:ext cx="493712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80" imgH="228600" progId="Equation.DSMT4">
                  <p:embed/>
                </p:oleObj>
              </mc:Choice>
              <mc:Fallback>
                <p:oleObj name="Equation" r:id="rId2" imgW="152280" imgH="2286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E4EDE557-728C-B2CD-1F45-2B70FFA757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42104" y="5623960"/>
                        <a:ext cx="493712" cy="741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FB68D9F1-B522-8677-04DD-3EFB994906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0134" y="6122715"/>
          <a:ext cx="285834" cy="400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20" imgH="177480" progId="Equation.DSMT4">
                  <p:embed/>
                </p:oleObj>
              </mc:Choice>
              <mc:Fallback>
                <p:oleObj name="Equation" r:id="rId4" imgW="126720" imgH="1774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FB68D9F1-B522-8677-04DD-3EFB994906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80134" y="6122715"/>
                        <a:ext cx="285834" cy="400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椭圆 15">
            <a:extLst>
              <a:ext uri="{FF2B5EF4-FFF2-40B4-BE49-F238E27FC236}">
                <a16:creationId xmlns:a16="http://schemas.microsoft.com/office/drawing/2014/main" id="{200A8645-305C-F751-3129-A3EDAB04DD85}"/>
              </a:ext>
            </a:extLst>
          </p:cNvPr>
          <p:cNvSpPr/>
          <p:nvPr/>
        </p:nvSpPr>
        <p:spPr bwMode="auto">
          <a:xfrm>
            <a:off x="1212376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C035738-DB55-E1AA-636B-2549AEE61E1E}"/>
              </a:ext>
            </a:extLst>
          </p:cNvPr>
          <p:cNvSpPr/>
          <p:nvPr/>
        </p:nvSpPr>
        <p:spPr bwMode="auto">
          <a:xfrm>
            <a:off x="1598570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CE155E4C-F37D-6D8F-C331-858FECE1B533}"/>
              </a:ext>
            </a:extLst>
          </p:cNvPr>
          <p:cNvSpPr/>
          <p:nvPr/>
        </p:nvSpPr>
        <p:spPr bwMode="auto">
          <a:xfrm>
            <a:off x="1984764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488C995-CE76-CC99-D733-AA8181408E8C}"/>
              </a:ext>
            </a:extLst>
          </p:cNvPr>
          <p:cNvSpPr/>
          <p:nvPr/>
        </p:nvSpPr>
        <p:spPr bwMode="auto">
          <a:xfrm>
            <a:off x="2370958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11B62B2E-7699-0259-F85D-E1CBED1C1AF1}"/>
              </a:ext>
            </a:extLst>
          </p:cNvPr>
          <p:cNvSpPr/>
          <p:nvPr/>
        </p:nvSpPr>
        <p:spPr bwMode="auto">
          <a:xfrm>
            <a:off x="2792763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9000FA2A-BB09-0F4A-CDA4-691A1EF8DB13}"/>
              </a:ext>
            </a:extLst>
          </p:cNvPr>
          <p:cNvSpPr/>
          <p:nvPr/>
        </p:nvSpPr>
        <p:spPr bwMode="auto">
          <a:xfrm>
            <a:off x="3224811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8C72AF3C-CDC6-76A9-3E1D-257205BBAF2A}"/>
              </a:ext>
            </a:extLst>
          </p:cNvPr>
          <p:cNvSpPr/>
          <p:nvPr/>
        </p:nvSpPr>
        <p:spPr bwMode="auto">
          <a:xfrm>
            <a:off x="3584851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69E74D06-961C-2B11-8AAA-255166304181}"/>
              </a:ext>
            </a:extLst>
          </p:cNvPr>
          <p:cNvSpPr/>
          <p:nvPr/>
        </p:nvSpPr>
        <p:spPr bwMode="auto">
          <a:xfrm>
            <a:off x="3918981" y="6086710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E19A810-AB2E-FD2C-4FE6-3A37D6994D67}"/>
              </a:ext>
            </a:extLst>
          </p:cNvPr>
          <p:cNvSpPr/>
          <p:nvPr/>
        </p:nvSpPr>
        <p:spPr bwMode="auto">
          <a:xfrm>
            <a:off x="4289027" y="60854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4841CBE-D733-7935-1CEB-6318C553713D}"/>
              </a:ext>
            </a:extLst>
          </p:cNvPr>
          <p:cNvSpPr/>
          <p:nvPr/>
        </p:nvSpPr>
        <p:spPr bwMode="auto">
          <a:xfrm>
            <a:off x="4675221" y="608545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D1866104-049D-921D-5C47-8D5AFCE0E0A1}"/>
              </a:ext>
            </a:extLst>
          </p:cNvPr>
          <p:cNvSpPr/>
          <p:nvPr/>
        </p:nvSpPr>
        <p:spPr bwMode="auto">
          <a:xfrm>
            <a:off x="1208584" y="583468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792414B0-89C5-69C9-9607-8B13961024AE}"/>
              </a:ext>
            </a:extLst>
          </p:cNvPr>
          <p:cNvSpPr/>
          <p:nvPr/>
        </p:nvSpPr>
        <p:spPr bwMode="auto">
          <a:xfrm>
            <a:off x="1217608" y="547464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FA8537BE-DC7C-D275-A997-011DF9582A72}"/>
              </a:ext>
            </a:extLst>
          </p:cNvPr>
          <p:cNvSpPr/>
          <p:nvPr/>
        </p:nvSpPr>
        <p:spPr bwMode="auto">
          <a:xfrm>
            <a:off x="1213816" y="511460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76F82D87-52E9-77AE-1306-28619966BAD9}"/>
              </a:ext>
            </a:extLst>
          </p:cNvPr>
          <p:cNvSpPr/>
          <p:nvPr/>
        </p:nvSpPr>
        <p:spPr bwMode="auto">
          <a:xfrm>
            <a:off x="1208912" y="4826571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95A8E319-06CD-DAC0-6C7E-48DCF668BFED}"/>
              </a:ext>
            </a:extLst>
          </p:cNvPr>
          <p:cNvSpPr/>
          <p:nvPr/>
        </p:nvSpPr>
        <p:spPr bwMode="auto">
          <a:xfrm>
            <a:off x="1205120" y="4538539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F7DFC420-C54F-2D21-BBAA-863A865E5034}"/>
              </a:ext>
            </a:extLst>
          </p:cNvPr>
          <p:cNvSpPr/>
          <p:nvPr/>
        </p:nvSpPr>
        <p:spPr bwMode="auto">
          <a:xfrm>
            <a:off x="1208912" y="4250507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D86412DA-4C1A-B99D-FA33-3FFF7D051E99}"/>
              </a:ext>
            </a:extLst>
          </p:cNvPr>
          <p:cNvSpPr/>
          <p:nvPr/>
        </p:nvSpPr>
        <p:spPr bwMode="auto">
          <a:xfrm>
            <a:off x="1205120" y="3962475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DC0AA176-24AE-0E6D-6B82-7AABCE32F8A8}"/>
              </a:ext>
            </a:extLst>
          </p:cNvPr>
          <p:cNvSpPr/>
          <p:nvPr/>
        </p:nvSpPr>
        <p:spPr bwMode="auto">
          <a:xfrm>
            <a:off x="1217608" y="367444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8321FF8-5DD9-EB9D-BDA9-53F3D4D7D6EA}"/>
              </a:ext>
            </a:extLst>
          </p:cNvPr>
          <p:cNvSpPr/>
          <p:nvPr/>
        </p:nvSpPr>
        <p:spPr bwMode="auto">
          <a:xfrm>
            <a:off x="1213816" y="3314403"/>
            <a:ext cx="72005" cy="72008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ED7C15DA-FDB9-6CA1-4589-F604F0242D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1463" y="6122715"/>
          <a:ext cx="2000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8560" imgH="164880" progId="Equation.DSMT4">
                  <p:embed/>
                </p:oleObj>
              </mc:Choice>
              <mc:Fallback>
                <p:oleObj name="Equation" r:id="rId6" imgW="88560" imgH="16488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ED7C15DA-FDB9-6CA1-4589-F604F0242D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41463" y="6122715"/>
                        <a:ext cx="200025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6AD0E06A-E550-AF3D-524E-89EC69B61F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79562" y="6122715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720" imgH="164880" progId="Equation.DSMT4">
                  <p:embed/>
                </p:oleObj>
              </mc:Choice>
              <mc:Fallback>
                <p:oleObj name="Equation" r:id="rId8" imgW="126720" imgH="16488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6AD0E06A-E550-AF3D-524E-89EC69B61F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79562" y="6122715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5ECFDF37-C022-0544-3528-FE8230C81B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447" y="6122715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4120" imgH="177480" progId="Equation.DSMT4">
                  <p:embed/>
                </p:oleObj>
              </mc:Choice>
              <mc:Fallback>
                <p:oleObj name="Equation" r:id="rId10" imgW="114120" imgH="17748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5ECFDF37-C022-0544-3528-FE8230C81B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286447" y="6122715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A686FC08-E73C-76ED-B422-1C9BC038B4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23034" y="6122715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720" imgH="164880" progId="Equation.DSMT4">
                  <p:embed/>
                </p:oleObj>
              </mc:Choice>
              <mc:Fallback>
                <p:oleObj name="Equation" r:id="rId12" imgW="126720" imgH="16488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A686FC08-E73C-76ED-B422-1C9BC038B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723034" y="6122715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10EE01C4-00D0-6DFB-DEC1-769BEBDFDF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2800" y="6122939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4120" imgH="177480" progId="Equation.DSMT4">
                  <p:embed/>
                </p:oleObj>
              </mc:Choice>
              <mc:Fallback>
                <p:oleObj name="Equation" r:id="rId14" imgW="114120" imgH="17748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10EE01C4-00D0-6DFB-DEC1-769BEBDFDF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152800" y="6122939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D9F6DA9D-2978-C09C-04CA-4B16820571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4451" y="6108000"/>
          <a:ext cx="296421" cy="414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6720" imgH="177480" progId="Equation.DSMT4">
                  <p:embed/>
                </p:oleObj>
              </mc:Choice>
              <mc:Fallback>
                <p:oleObj name="Equation" r:id="rId16" imgW="126720" imgH="17748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D9F6DA9D-2978-C09C-04CA-4B16820571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504451" y="6108000"/>
                        <a:ext cx="296421" cy="4149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DC592708-4C6D-D1B5-9125-AF47F78267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5238" y="6122715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6720" imgH="177480" progId="Equation.DSMT4">
                  <p:embed/>
                </p:oleObj>
              </mc:Choice>
              <mc:Fallback>
                <p:oleObj name="Equation" r:id="rId18" imgW="126720" imgH="17748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DC592708-4C6D-D1B5-9125-AF47F78267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805238" y="6122715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C5EC9C8E-A278-8864-F2BF-9A1DA90BFA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00525" y="6108651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4120" imgH="177480" progId="Equation.DSMT4">
                  <p:embed/>
                </p:oleObj>
              </mc:Choice>
              <mc:Fallback>
                <p:oleObj name="Equation" r:id="rId20" imgW="114120" imgH="17748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C5EC9C8E-A278-8864-F2BF-9A1DA90BFA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200525" y="6108651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A30D31CA-3115-61E9-1FC6-1814ADD562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1194" y="6122715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4120" imgH="177480" progId="Equation.DSMT4">
                  <p:embed/>
                </p:oleObj>
              </mc:Choice>
              <mc:Fallback>
                <p:oleObj name="Equation" r:id="rId22" imgW="114120" imgH="17748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A30D31CA-3115-61E9-1FC6-1814ADD562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581194" y="6122715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23AF9632-FB9D-34B4-08D3-B3E4C82DF3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0645" y="3490417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14120" imgH="177480" progId="Equation.DSMT4">
                  <p:embed/>
                </p:oleObj>
              </mc:Choice>
              <mc:Fallback>
                <p:oleObj name="Equation" r:id="rId24" imgW="114120" imgH="177480" progId="Equation.DSMT4">
                  <p:embed/>
                  <p:pic>
                    <p:nvPicPr>
                      <p:cNvPr id="51" name="对象 50">
                        <a:extLst>
                          <a:ext uri="{FF2B5EF4-FFF2-40B4-BE49-F238E27FC236}">
                            <a16:creationId xmlns:a16="http://schemas.microsoft.com/office/drawing/2014/main" id="{23AF9632-FB9D-34B4-08D3-B3E4C82D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010645" y="3490417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F3BA37B7-52E2-6F5C-1D2A-77CA6DE0DC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1203" y="3130377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14120" imgH="177480" progId="Equation.DSMT4">
                  <p:embed/>
                </p:oleObj>
              </mc:Choice>
              <mc:Fallback>
                <p:oleObj name="Equation" r:id="rId25" imgW="114120" imgH="177480" progId="Equation.DSMT4">
                  <p:embed/>
                  <p:pic>
                    <p:nvPicPr>
                      <p:cNvPr id="52" name="对象 51">
                        <a:extLst>
                          <a:ext uri="{FF2B5EF4-FFF2-40B4-BE49-F238E27FC236}">
                            <a16:creationId xmlns:a16="http://schemas.microsoft.com/office/drawing/2014/main" id="{F3BA37B7-52E2-6F5C-1D2A-77CA6DE0DC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991203" y="3130377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A5E1C0B7-B31C-64C8-2A66-E029C9D803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4964" y="5679232"/>
          <a:ext cx="2000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88560" imgH="164880" progId="Equation.DSMT4">
                  <p:embed/>
                </p:oleObj>
              </mc:Choice>
              <mc:Fallback>
                <p:oleObj name="Equation" r:id="rId26" imgW="88560" imgH="164880" progId="Equation.DSMT4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A5E1C0B7-B31C-64C8-2A66-E029C9D803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14964" y="5679232"/>
                        <a:ext cx="200025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96A0657E-578C-7AC4-04CF-DA1EAFDB3E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0218" y="5330627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26720" imgH="164880" progId="Equation.DSMT4">
                  <p:embed/>
                </p:oleObj>
              </mc:Choice>
              <mc:Fallback>
                <p:oleObj name="Equation" r:id="rId27" imgW="126720" imgH="164880" progId="Equation.DSMT4">
                  <p:embed/>
                  <p:pic>
                    <p:nvPicPr>
                      <p:cNvPr id="54" name="对象 53">
                        <a:extLst>
                          <a:ext uri="{FF2B5EF4-FFF2-40B4-BE49-F238E27FC236}">
                            <a16:creationId xmlns:a16="http://schemas.microsoft.com/office/drawing/2014/main" id="{96A0657E-578C-7AC4-04CF-DA1EAFDB3E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80218" y="5330627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extLst>
              <a:ext uri="{FF2B5EF4-FFF2-40B4-BE49-F238E27FC236}">
                <a16:creationId xmlns:a16="http://schemas.microsoft.com/office/drawing/2014/main" id="{84063FD0-BCFC-8D2D-FA83-77863CB554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2560" y="5002585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14120" imgH="177480" progId="Equation.DSMT4">
                  <p:embed/>
                </p:oleObj>
              </mc:Choice>
              <mc:Fallback>
                <p:oleObj name="Equation" r:id="rId28" imgW="114120" imgH="177480" progId="Equation.DSMT4">
                  <p:embed/>
                  <p:pic>
                    <p:nvPicPr>
                      <p:cNvPr id="55" name="对象 54">
                        <a:extLst>
                          <a:ext uri="{FF2B5EF4-FFF2-40B4-BE49-F238E27FC236}">
                            <a16:creationId xmlns:a16="http://schemas.microsoft.com/office/drawing/2014/main" id="{84063FD0-BCFC-8D2D-FA83-77863CB554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92560" y="5002585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>
            <a:extLst>
              <a:ext uri="{FF2B5EF4-FFF2-40B4-BE49-F238E27FC236}">
                <a16:creationId xmlns:a16="http://schemas.microsoft.com/office/drawing/2014/main" id="{3D05FD2D-62E8-AB3F-3746-AE7A4EC58F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0134" y="4599112"/>
          <a:ext cx="2857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26720" imgH="164880" progId="Equation.DSMT4">
                  <p:embed/>
                </p:oleObj>
              </mc:Choice>
              <mc:Fallback>
                <p:oleObj name="Equation" r:id="rId29" imgW="126720" imgH="164880" progId="Equation.DSMT4">
                  <p:embed/>
                  <p:pic>
                    <p:nvPicPr>
                      <p:cNvPr id="56" name="对象 55">
                        <a:extLst>
                          <a:ext uri="{FF2B5EF4-FFF2-40B4-BE49-F238E27FC236}">
                            <a16:creationId xmlns:a16="http://schemas.microsoft.com/office/drawing/2014/main" id="{3D05FD2D-62E8-AB3F-3746-AE7A4EC58F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80134" y="4599112"/>
                        <a:ext cx="2857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>
            <a:extLst>
              <a:ext uri="{FF2B5EF4-FFF2-40B4-BE49-F238E27FC236}">
                <a16:creationId xmlns:a16="http://schemas.microsoft.com/office/drawing/2014/main" id="{3B6489C8-4C2E-204C-6FFB-CE83E91A42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6297" y="4354513"/>
          <a:ext cx="2571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14120" imgH="177480" progId="Equation.DSMT4">
                  <p:embed/>
                </p:oleObj>
              </mc:Choice>
              <mc:Fallback>
                <p:oleObj name="Equation" r:id="rId30" imgW="114120" imgH="177480" progId="Equation.DSMT4">
                  <p:embed/>
                  <p:pic>
                    <p:nvPicPr>
                      <p:cNvPr id="57" name="对象 56">
                        <a:extLst>
                          <a:ext uri="{FF2B5EF4-FFF2-40B4-BE49-F238E27FC236}">
                            <a16:creationId xmlns:a16="http://schemas.microsoft.com/office/drawing/2014/main" id="{3B6489C8-4C2E-204C-6FFB-CE83E91A42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06297" y="4354513"/>
                        <a:ext cx="257175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对象 57">
            <a:extLst>
              <a:ext uri="{FF2B5EF4-FFF2-40B4-BE49-F238E27FC236}">
                <a16:creationId xmlns:a16="http://schemas.microsoft.com/office/drawing/2014/main" id="{40215442-588B-AA87-65AE-64C45EA52E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2560" y="4066481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26720" imgH="177480" progId="Equation.DSMT4">
                  <p:embed/>
                </p:oleObj>
              </mc:Choice>
              <mc:Fallback>
                <p:oleObj name="Equation" r:id="rId31" imgW="126720" imgH="177480" progId="Equation.DSMT4">
                  <p:embed/>
                  <p:pic>
                    <p:nvPicPr>
                      <p:cNvPr id="58" name="对象 57">
                        <a:extLst>
                          <a:ext uri="{FF2B5EF4-FFF2-40B4-BE49-F238E27FC236}">
                            <a16:creationId xmlns:a16="http://schemas.microsoft.com/office/drawing/2014/main" id="{40215442-588B-AA87-65AE-64C45EA52E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92560" y="4066481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>
            <a:extLst>
              <a:ext uri="{FF2B5EF4-FFF2-40B4-BE49-F238E27FC236}">
                <a16:creationId xmlns:a16="http://schemas.microsoft.com/office/drawing/2014/main" id="{BCE71C61-5222-AF74-9652-E25507302B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0134" y="3778449"/>
          <a:ext cx="2857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26720" imgH="177480" progId="Equation.DSMT4">
                  <p:embed/>
                </p:oleObj>
              </mc:Choice>
              <mc:Fallback>
                <p:oleObj name="Equation" r:id="rId32" imgW="126720" imgH="177480" progId="Equation.DSMT4">
                  <p:embed/>
                  <p:pic>
                    <p:nvPicPr>
                      <p:cNvPr id="59" name="对象 58">
                        <a:extLst>
                          <a:ext uri="{FF2B5EF4-FFF2-40B4-BE49-F238E27FC236}">
                            <a16:creationId xmlns:a16="http://schemas.microsoft.com/office/drawing/2014/main" id="{BCE71C61-5222-AF74-9652-E25507302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80134" y="3778449"/>
                        <a:ext cx="2857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6E210596-E3F2-6549-93B1-94CB318D6EF0}"/>
              </a:ext>
            </a:extLst>
          </p:cNvPr>
          <p:cNvCxnSpPr/>
          <p:nvPr/>
        </p:nvCxnSpPr>
        <p:spPr bwMode="auto">
          <a:xfrm>
            <a:off x="416496" y="2913410"/>
            <a:ext cx="3734860" cy="3595291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2FC05430-A45C-F363-FB51-F2955F2F95DE}"/>
              </a:ext>
            </a:extLst>
          </p:cNvPr>
          <p:cNvCxnSpPr/>
          <p:nvPr/>
        </p:nvCxnSpPr>
        <p:spPr bwMode="auto">
          <a:xfrm>
            <a:off x="338275" y="4759371"/>
            <a:ext cx="5287416" cy="150736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E64CCDE3-DB17-1DD7-F94E-51E447BA840D}"/>
              </a:ext>
            </a:extLst>
          </p:cNvPr>
          <p:cNvCxnSpPr/>
          <p:nvPr/>
        </p:nvCxnSpPr>
        <p:spPr bwMode="auto">
          <a:xfrm flipH="1">
            <a:off x="1482834" y="3571836"/>
            <a:ext cx="135873" cy="1016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776ADB9C-EB4C-CD3E-6DFC-9982C61D4460}"/>
              </a:ext>
            </a:extLst>
          </p:cNvPr>
          <p:cNvCxnSpPr/>
          <p:nvPr/>
        </p:nvCxnSpPr>
        <p:spPr bwMode="auto">
          <a:xfrm flipH="1">
            <a:off x="2823961" y="4483824"/>
            <a:ext cx="523089" cy="97498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84" name="对象 83">
            <a:extLst>
              <a:ext uri="{FF2B5EF4-FFF2-40B4-BE49-F238E27FC236}">
                <a16:creationId xmlns:a16="http://schemas.microsoft.com/office/drawing/2014/main" id="{BA3E4536-A295-3AF6-0023-3F42DD2AFF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27388" y="3997325"/>
          <a:ext cx="3087687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587240" imgH="253800" progId="Equation.DSMT4">
                  <p:embed/>
                </p:oleObj>
              </mc:Choice>
              <mc:Fallback>
                <p:oleObj name="Equation" r:id="rId33" imgW="1587240" imgH="253800" progId="Equation.DSMT4">
                  <p:embed/>
                  <p:pic>
                    <p:nvPicPr>
                      <p:cNvPr id="84" name="对象 83">
                        <a:extLst>
                          <a:ext uri="{FF2B5EF4-FFF2-40B4-BE49-F238E27FC236}">
                            <a16:creationId xmlns:a16="http://schemas.microsoft.com/office/drawing/2014/main" id="{BA3E4536-A295-3AF6-0023-3F42DD2AFF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227388" y="3997325"/>
                        <a:ext cx="3087687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8149B47B-01FE-2FC2-74A5-B816F4B608A8}"/>
              </a:ext>
            </a:extLst>
          </p:cNvPr>
          <p:cNvCxnSpPr/>
          <p:nvPr/>
        </p:nvCxnSpPr>
        <p:spPr bwMode="auto">
          <a:xfrm>
            <a:off x="312042" y="3805973"/>
            <a:ext cx="4324713" cy="2927267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7030A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82EAE8E8-FDE3-3145-FB26-D1139869F73F}"/>
              </a:ext>
            </a:extLst>
          </p:cNvPr>
          <p:cNvCxnSpPr/>
          <p:nvPr/>
        </p:nvCxnSpPr>
        <p:spPr bwMode="auto">
          <a:xfrm>
            <a:off x="3152800" y="5553454"/>
            <a:ext cx="0" cy="56800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25" name="对象 124">
            <a:extLst>
              <a:ext uri="{FF2B5EF4-FFF2-40B4-BE49-F238E27FC236}">
                <a16:creationId xmlns:a16="http://schemas.microsoft.com/office/drawing/2014/main" id="{A461B492-EBA8-4BFA-AF7A-BB5F440CEC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823" y="2432713"/>
          <a:ext cx="535558" cy="741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64880" imgH="228600" progId="Equation.DSMT4">
                  <p:embed/>
                </p:oleObj>
              </mc:Choice>
              <mc:Fallback>
                <p:oleObj name="Equation" r:id="rId35" imgW="164880" imgH="228600" progId="Equation.DSMT4">
                  <p:embed/>
                  <p:pic>
                    <p:nvPicPr>
                      <p:cNvPr id="125" name="对象 124">
                        <a:extLst>
                          <a:ext uri="{FF2B5EF4-FFF2-40B4-BE49-F238E27FC236}">
                            <a16:creationId xmlns:a16="http://schemas.microsoft.com/office/drawing/2014/main" id="{A461B492-EBA8-4BFA-AF7A-BB5F440CEC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748823" y="2432713"/>
                        <a:ext cx="535558" cy="7415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对象 125">
            <a:extLst>
              <a:ext uri="{FF2B5EF4-FFF2-40B4-BE49-F238E27FC236}">
                <a16:creationId xmlns:a16="http://schemas.microsoft.com/office/drawing/2014/main" id="{E1EF9B00-0678-3C89-DFA5-15D149808E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08550" y="6111826"/>
          <a:ext cx="4000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77480" imgH="177480" progId="Equation.DSMT4">
                  <p:embed/>
                </p:oleObj>
              </mc:Choice>
              <mc:Fallback>
                <p:oleObj name="Equation" r:id="rId37" imgW="177480" imgH="177480" progId="Equation.DSMT4">
                  <p:embed/>
                  <p:pic>
                    <p:nvPicPr>
                      <p:cNvPr id="126" name="对象 125">
                        <a:extLst>
                          <a:ext uri="{FF2B5EF4-FFF2-40B4-BE49-F238E27FC236}">
                            <a16:creationId xmlns:a16="http://schemas.microsoft.com/office/drawing/2014/main" id="{E1EF9B00-0678-3C89-DFA5-15D149808E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908550" y="6111826"/>
                        <a:ext cx="400050" cy="40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对象 127">
            <a:extLst>
              <a:ext uri="{FF2B5EF4-FFF2-40B4-BE49-F238E27FC236}">
                <a16:creationId xmlns:a16="http://schemas.microsoft.com/office/drawing/2014/main" id="{BBCF5469-BD8B-DC1F-5216-614DA32FFE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50752" y="3001814"/>
          <a:ext cx="12128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622080" imgH="241200" progId="Equation.DSMT4">
                  <p:embed/>
                </p:oleObj>
              </mc:Choice>
              <mc:Fallback>
                <p:oleObj name="Equation" r:id="rId39" imgW="622080" imgH="241200" progId="Equation.DSMT4">
                  <p:embed/>
                  <p:pic>
                    <p:nvPicPr>
                      <p:cNvPr id="128" name="对象 127">
                        <a:extLst>
                          <a:ext uri="{FF2B5EF4-FFF2-40B4-BE49-F238E27FC236}">
                            <a16:creationId xmlns:a16="http://schemas.microsoft.com/office/drawing/2014/main" id="{BBCF5469-BD8B-DC1F-5216-614DA32FF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8550752" y="3001814"/>
                        <a:ext cx="1212850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对象 128">
            <a:extLst>
              <a:ext uri="{FF2B5EF4-FFF2-40B4-BE49-F238E27FC236}">
                <a16:creationId xmlns:a16="http://schemas.microsoft.com/office/drawing/2014/main" id="{97DA67AE-D650-48B3-0D81-2DBF840AFC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1872192"/>
              </p:ext>
            </p:extLst>
          </p:nvPr>
        </p:nvGraphicFramePr>
        <p:xfrm>
          <a:off x="8553400" y="3690442"/>
          <a:ext cx="98901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507960" imgH="241200" progId="Equation.DSMT4">
                  <p:embed/>
                </p:oleObj>
              </mc:Choice>
              <mc:Fallback>
                <p:oleObj name="Equation" r:id="rId41" imgW="507960" imgH="241200" progId="Equation.DSMT4">
                  <p:embed/>
                  <p:pic>
                    <p:nvPicPr>
                      <p:cNvPr id="129" name="对象 128">
                        <a:extLst>
                          <a:ext uri="{FF2B5EF4-FFF2-40B4-BE49-F238E27FC236}">
                            <a16:creationId xmlns:a16="http://schemas.microsoft.com/office/drawing/2014/main" id="{97DA67AE-D650-48B3-0D81-2DBF840AFC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8553400" y="3690442"/>
                        <a:ext cx="989013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E708183-4735-2F68-9614-FA862263E87E}"/>
              </a:ext>
            </a:extLst>
          </p:cNvPr>
          <p:cNvCxnSpPr/>
          <p:nvPr/>
        </p:nvCxnSpPr>
        <p:spPr bwMode="auto">
          <a:xfrm flipH="1">
            <a:off x="2825111" y="5465233"/>
            <a:ext cx="2756" cy="70804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541265E-B4F2-8013-5EBC-1FB18811C75E}"/>
              </a:ext>
            </a:extLst>
          </p:cNvPr>
          <p:cNvCxnSpPr/>
          <p:nvPr/>
        </p:nvCxnSpPr>
        <p:spPr bwMode="auto">
          <a:xfrm>
            <a:off x="3266500" y="5701477"/>
            <a:ext cx="1368" cy="42061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直角三角形 44">
            <a:extLst>
              <a:ext uri="{FF2B5EF4-FFF2-40B4-BE49-F238E27FC236}">
                <a16:creationId xmlns:a16="http://schemas.microsoft.com/office/drawing/2014/main" id="{5D56D8E3-1F1B-74E2-5D7D-0BF0E9312EA6}"/>
              </a:ext>
            </a:extLst>
          </p:cNvPr>
          <p:cNvSpPr/>
          <p:nvPr/>
        </p:nvSpPr>
        <p:spPr bwMode="auto">
          <a:xfrm>
            <a:off x="3283438" y="5693603"/>
            <a:ext cx="410711" cy="405393"/>
          </a:xfrm>
          <a:prstGeom prst="rt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563F9112-24EE-E44C-64B5-17408F5002E6}"/>
              </a:ext>
            </a:extLst>
          </p:cNvPr>
          <p:cNvCxnSpPr/>
          <p:nvPr/>
        </p:nvCxnSpPr>
        <p:spPr bwMode="auto">
          <a:xfrm flipH="1">
            <a:off x="3390187" y="5044815"/>
            <a:ext cx="1712971" cy="9929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85" name="对象 84">
            <a:extLst>
              <a:ext uri="{FF2B5EF4-FFF2-40B4-BE49-F238E27FC236}">
                <a16:creationId xmlns:a16="http://schemas.microsoft.com/office/drawing/2014/main" id="{54D36E22-7C89-664A-2AFF-3B104CA987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1559788"/>
              </p:ext>
            </p:extLst>
          </p:nvPr>
        </p:nvGraphicFramePr>
        <p:xfrm>
          <a:off x="2358868" y="3181664"/>
          <a:ext cx="76676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393480" imgH="228600" progId="Equation.DSMT4">
                  <p:embed/>
                </p:oleObj>
              </mc:Choice>
              <mc:Fallback>
                <p:oleObj name="Equation" r:id="rId43" imgW="393480" imgH="228600" progId="Equation.DSMT4">
                  <p:embed/>
                  <p:pic>
                    <p:nvPicPr>
                      <p:cNvPr id="85" name="对象 84">
                        <a:extLst>
                          <a:ext uri="{FF2B5EF4-FFF2-40B4-BE49-F238E27FC236}">
                            <a16:creationId xmlns:a16="http://schemas.microsoft.com/office/drawing/2014/main" id="{54D36E22-7C89-664A-2AFF-3B104CA987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2358868" y="3181664"/>
                        <a:ext cx="766762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对象 85">
            <a:extLst>
              <a:ext uri="{FF2B5EF4-FFF2-40B4-BE49-F238E27FC236}">
                <a16:creationId xmlns:a16="http://schemas.microsoft.com/office/drawing/2014/main" id="{241C6268-A6FD-9BAB-6D08-2839E17076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30800" y="4957763"/>
          <a:ext cx="7429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380880" imgH="228600" progId="Equation.DSMT4">
                  <p:embed/>
                </p:oleObj>
              </mc:Choice>
              <mc:Fallback>
                <p:oleObj name="Equation" r:id="rId45" imgW="380880" imgH="228600" progId="Equation.DSMT4">
                  <p:embed/>
                  <p:pic>
                    <p:nvPicPr>
                      <p:cNvPr id="86" name="对象 85">
                        <a:extLst>
                          <a:ext uri="{FF2B5EF4-FFF2-40B4-BE49-F238E27FC236}">
                            <a16:creationId xmlns:a16="http://schemas.microsoft.com/office/drawing/2014/main" id="{241C6268-A6FD-9BAB-6D08-2839E17076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5130800" y="4957763"/>
                        <a:ext cx="74295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A93F1B0-5D7D-783F-EBD3-3149B996C0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8114" y="60797"/>
          <a:ext cx="3663950" cy="234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1866600" imgH="1193760" progId="Equation.DSMT4">
                  <p:embed/>
                </p:oleObj>
              </mc:Choice>
              <mc:Fallback>
                <p:oleObj name="Equation" r:id="rId47" imgW="1866600" imgH="11937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0A93F1B0-5D7D-783F-EBD3-3149B996C0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6098114" y="60797"/>
                        <a:ext cx="3663950" cy="23463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8D45D95C-C25B-52E8-312F-7E4AA3E8BC15}"/>
              </a:ext>
            </a:extLst>
          </p:cNvPr>
          <p:cNvSpPr txBox="1"/>
          <p:nvPr/>
        </p:nvSpPr>
        <p:spPr>
          <a:xfrm>
            <a:off x="1626631" y="1801526"/>
            <a:ext cx="4707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此时解不全是整数，则该解不是原问题的最优解。上下限不变。</a:t>
            </a:r>
            <a:endParaRPr lang="en-US" altLang="zh-CN" sz="2400" dirty="0"/>
          </a:p>
          <a:p>
            <a:r>
              <a:rPr lang="zh-CN" altLang="en-US" sz="2400" dirty="0"/>
              <a:t>继续迭代，对</a:t>
            </a:r>
            <a:r>
              <a:rPr lang="en-US" altLang="zh-CN" sz="2400" dirty="0"/>
              <a:t>x2=2.1</a:t>
            </a:r>
            <a:r>
              <a:rPr lang="zh-CN" altLang="en-US" sz="2400" dirty="0"/>
              <a:t>进行划分。</a:t>
            </a:r>
          </a:p>
        </p:txBody>
      </p:sp>
      <p:sp>
        <p:nvSpPr>
          <p:cNvPr id="12" name="直角三角形 11">
            <a:extLst>
              <a:ext uri="{FF2B5EF4-FFF2-40B4-BE49-F238E27FC236}">
                <a16:creationId xmlns:a16="http://schemas.microsoft.com/office/drawing/2014/main" id="{94579185-B83D-6E66-7594-072E6C8363F9}"/>
              </a:ext>
            </a:extLst>
          </p:cNvPr>
          <p:cNvSpPr/>
          <p:nvPr/>
        </p:nvSpPr>
        <p:spPr bwMode="auto">
          <a:xfrm>
            <a:off x="1250753" y="5031274"/>
            <a:ext cx="544907" cy="142851"/>
          </a:xfrm>
          <a:prstGeom prst="rtTriangle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7A6A4B7-42A0-BCED-0840-ECE962D7A8A5}"/>
              </a:ext>
            </a:extLst>
          </p:cNvPr>
          <p:cNvSpPr/>
          <p:nvPr/>
        </p:nvSpPr>
        <p:spPr bwMode="auto">
          <a:xfrm>
            <a:off x="1269616" y="5486464"/>
            <a:ext cx="1564375" cy="621536"/>
          </a:xfrm>
          <a:prstGeom prst="rect">
            <a:avLst/>
          </a:prstGeom>
          <a:solidFill>
            <a:srgbClr val="00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E84399AB-0A1F-B97D-39DD-C674AD5C11AE}"/>
              </a:ext>
            </a:extLst>
          </p:cNvPr>
          <p:cNvCxnSpPr/>
          <p:nvPr/>
        </p:nvCxnSpPr>
        <p:spPr bwMode="auto">
          <a:xfrm flipH="1">
            <a:off x="1352600" y="3560487"/>
            <a:ext cx="1360367" cy="15832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2948606B-74DB-88E6-55A4-BBE4F597DD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9314807"/>
              </p:ext>
            </p:extLst>
          </p:nvPr>
        </p:nvGraphicFramePr>
        <p:xfrm>
          <a:off x="2170113" y="4154488"/>
          <a:ext cx="79216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406080" imgH="228600" progId="Equation.DSMT4">
                  <p:embed/>
                </p:oleObj>
              </mc:Choice>
              <mc:Fallback>
                <p:oleObj name="Equation" r:id="rId49" imgW="406080" imgH="228600" progId="Equation.DSMT4">
                  <p:embed/>
                  <p:pic>
                    <p:nvPicPr>
                      <p:cNvPr id="85" name="对象 84">
                        <a:extLst>
                          <a:ext uri="{FF2B5EF4-FFF2-40B4-BE49-F238E27FC236}">
                            <a16:creationId xmlns:a16="http://schemas.microsoft.com/office/drawing/2014/main" id="{54D36E22-7C89-664A-2AFF-3B104CA987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2170113" y="4154488"/>
                        <a:ext cx="792162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B44BF8BC-B59E-CA70-079F-7C6330116292}"/>
              </a:ext>
            </a:extLst>
          </p:cNvPr>
          <p:cNvCxnSpPr/>
          <p:nvPr/>
        </p:nvCxnSpPr>
        <p:spPr bwMode="auto">
          <a:xfrm flipH="1">
            <a:off x="2083692" y="4532806"/>
            <a:ext cx="453467" cy="12978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539202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4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BCD28-F3EA-0461-527B-09D7FD36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分支定界法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289DE4-A984-C3A6-F5D0-5E68D0105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4090C2-D2D5-5842-D63F-A5F3BE74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97300" y="6531912"/>
            <a:ext cx="2311400" cy="271098"/>
          </a:xfrm>
        </p:spPr>
        <p:txBody>
          <a:bodyPr/>
          <a:lstStyle/>
          <a:p>
            <a:fld id="{7AC79822-BC0D-4DE8-A7E5-90A3732A2B82}" type="slidenum">
              <a:rPr lang="zh-CN" altLang="en-US" smtClean="0"/>
              <a:pPr/>
              <a:t>21</a:t>
            </a:fld>
            <a:endParaRPr lang="en-US" altLang="zh-CN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79C8173-1B62-50F3-8402-193C58B7D9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2843404"/>
              </p:ext>
            </p:extLst>
          </p:nvPr>
        </p:nvGraphicFramePr>
        <p:xfrm>
          <a:off x="99758" y="3169020"/>
          <a:ext cx="1220788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080" imgH="888840" progId="Equation.DSMT4">
                  <p:embed/>
                </p:oleObj>
              </mc:Choice>
              <mc:Fallback>
                <p:oleObj name="Equation" r:id="rId2" imgW="622080" imgH="8888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79C8173-1B62-50F3-8402-193C58B7D9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758" y="3169020"/>
                        <a:ext cx="1220788" cy="1746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对象 127">
            <a:extLst>
              <a:ext uri="{FF2B5EF4-FFF2-40B4-BE49-F238E27FC236}">
                <a16:creationId xmlns:a16="http://schemas.microsoft.com/office/drawing/2014/main" id="{BBCF5469-BD8B-DC1F-5216-614DA32FFE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4961535"/>
              </p:ext>
            </p:extLst>
          </p:nvPr>
        </p:nvGraphicFramePr>
        <p:xfrm>
          <a:off x="8552043" y="3342828"/>
          <a:ext cx="12128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2080" imgH="241200" progId="Equation.DSMT4">
                  <p:embed/>
                </p:oleObj>
              </mc:Choice>
              <mc:Fallback>
                <p:oleObj name="Equation" r:id="rId4" imgW="622080" imgH="241200" progId="Equation.DSMT4">
                  <p:embed/>
                  <p:pic>
                    <p:nvPicPr>
                      <p:cNvPr id="128" name="对象 127">
                        <a:extLst>
                          <a:ext uri="{FF2B5EF4-FFF2-40B4-BE49-F238E27FC236}">
                            <a16:creationId xmlns:a16="http://schemas.microsoft.com/office/drawing/2014/main" id="{BBCF5469-BD8B-DC1F-5216-614DA32FF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52043" y="3342828"/>
                        <a:ext cx="1212850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对象 128">
            <a:extLst>
              <a:ext uri="{FF2B5EF4-FFF2-40B4-BE49-F238E27FC236}">
                <a16:creationId xmlns:a16="http://schemas.microsoft.com/office/drawing/2014/main" id="{97DA67AE-D650-48B3-0D81-2DBF840AFC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52043" y="4097345"/>
          <a:ext cx="98901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7960" imgH="241200" progId="Equation.DSMT4">
                  <p:embed/>
                </p:oleObj>
              </mc:Choice>
              <mc:Fallback>
                <p:oleObj name="Equation" r:id="rId6" imgW="507960" imgH="241200" progId="Equation.DSMT4">
                  <p:embed/>
                  <p:pic>
                    <p:nvPicPr>
                      <p:cNvPr id="129" name="对象 128">
                        <a:extLst>
                          <a:ext uri="{FF2B5EF4-FFF2-40B4-BE49-F238E27FC236}">
                            <a16:creationId xmlns:a16="http://schemas.microsoft.com/office/drawing/2014/main" id="{97DA67AE-D650-48B3-0D81-2DBF840AFC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552043" y="4097345"/>
                        <a:ext cx="989013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37C0A240-62EF-1039-8984-5EF861AC5B50}"/>
              </a:ext>
            </a:extLst>
          </p:cNvPr>
          <p:cNvCxnSpPr/>
          <p:nvPr/>
        </p:nvCxnSpPr>
        <p:spPr bwMode="auto">
          <a:xfrm flipV="1">
            <a:off x="1320546" y="2647398"/>
            <a:ext cx="809438" cy="127197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9F0717F5-CD8D-3EAD-C835-07EE6E48E500}"/>
              </a:ext>
            </a:extLst>
          </p:cNvPr>
          <p:cNvCxnSpPr/>
          <p:nvPr/>
        </p:nvCxnSpPr>
        <p:spPr bwMode="auto">
          <a:xfrm>
            <a:off x="1320546" y="4094715"/>
            <a:ext cx="809438" cy="109559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78" name="对象 77">
            <a:extLst>
              <a:ext uri="{FF2B5EF4-FFF2-40B4-BE49-F238E27FC236}">
                <a16:creationId xmlns:a16="http://schemas.microsoft.com/office/drawing/2014/main" id="{8DA9872F-CB3D-1F02-9B57-254C684E32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7314927"/>
              </p:ext>
            </p:extLst>
          </p:nvPr>
        </p:nvGraphicFramePr>
        <p:xfrm>
          <a:off x="2144271" y="1551010"/>
          <a:ext cx="1446213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36560" imgH="939600" progId="Equation.DSMT4">
                  <p:embed/>
                </p:oleObj>
              </mc:Choice>
              <mc:Fallback>
                <p:oleObj name="Equation" r:id="rId8" imgW="736560" imgH="939600" progId="Equation.DSMT4">
                  <p:embed/>
                  <p:pic>
                    <p:nvPicPr>
                      <p:cNvPr id="78" name="对象 77">
                        <a:extLst>
                          <a:ext uri="{FF2B5EF4-FFF2-40B4-BE49-F238E27FC236}">
                            <a16:creationId xmlns:a16="http://schemas.microsoft.com/office/drawing/2014/main" id="{8DA9872F-CB3D-1F02-9B57-254C684E32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44271" y="1551010"/>
                        <a:ext cx="1446213" cy="1847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E018E1A-E739-B864-D950-152D64E72E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6196710"/>
              </p:ext>
            </p:extLst>
          </p:nvPr>
        </p:nvGraphicFramePr>
        <p:xfrm>
          <a:off x="2129984" y="4389462"/>
          <a:ext cx="1460500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23600" imgH="939600" progId="Equation.DSMT4">
                  <p:embed/>
                </p:oleObj>
              </mc:Choice>
              <mc:Fallback>
                <p:oleObj name="Equation" r:id="rId10" imgW="723600" imgH="939600" progId="Equation.DSMT4">
                  <p:embed/>
                  <p:pic>
                    <p:nvPicPr>
                      <p:cNvPr id="78" name="对象 77">
                        <a:extLst>
                          <a:ext uri="{FF2B5EF4-FFF2-40B4-BE49-F238E27FC236}">
                            <a16:creationId xmlns:a16="http://schemas.microsoft.com/office/drawing/2014/main" id="{8DA9872F-CB3D-1F02-9B57-254C684E32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29984" y="4389462"/>
                        <a:ext cx="1460500" cy="1847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B5DF259-24BD-38DF-F37C-2E35FC212E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6885674"/>
              </p:ext>
            </p:extLst>
          </p:nvPr>
        </p:nvGraphicFramePr>
        <p:xfrm>
          <a:off x="4797425" y="1263650"/>
          <a:ext cx="2268538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55600" imgH="482400" progId="Equation.DSMT4">
                  <p:embed/>
                </p:oleObj>
              </mc:Choice>
              <mc:Fallback>
                <p:oleObj name="Equation" r:id="rId12" imgW="1155600" imgH="482400" progId="Equation.DSMT4">
                  <p:embed/>
                  <p:pic>
                    <p:nvPicPr>
                      <p:cNvPr id="78" name="对象 77">
                        <a:extLst>
                          <a:ext uri="{FF2B5EF4-FFF2-40B4-BE49-F238E27FC236}">
                            <a16:creationId xmlns:a16="http://schemas.microsoft.com/office/drawing/2014/main" id="{8DA9872F-CB3D-1F02-9B57-254C684E32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797425" y="1263650"/>
                        <a:ext cx="2268538" cy="9477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A2EAFFA-D3E3-CBEC-C1F4-A2EDFB411C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6840696"/>
              </p:ext>
            </p:extLst>
          </p:nvPr>
        </p:nvGraphicFramePr>
        <p:xfrm>
          <a:off x="4797425" y="2695151"/>
          <a:ext cx="2243137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43000" imgH="482400" progId="Equation.DSMT4">
                  <p:embed/>
                </p:oleObj>
              </mc:Choice>
              <mc:Fallback>
                <p:oleObj name="Equation" r:id="rId14" imgW="1143000" imgH="4824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AB5DF259-24BD-38DF-F37C-2E35FC212E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797425" y="2695151"/>
                        <a:ext cx="2243137" cy="9477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59BFF68-1F89-9A73-716D-228787FAAE55}"/>
              </a:ext>
            </a:extLst>
          </p:cNvPr>
          <p:cNvCxnSpPr>
            <a:endCxn id="10" idx="1"/>
          </p:cNvCxnSpPr>
          <p:nvPr/>
        </p:nvCxnSpPr>
        <p:spPr bwMode="auto">
          <a:xfrm flipV="1">
            <a:off x="3583268" y="1737519"/>
            <a:ext cx="1214157" cy="62986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1DB9ECA-4EB5-060D-5BAC-3EFDA2BC28CF}"/>
              </a:ext>
            </a:extLst>
          </p:cNvPr>
          <p:cNvCxnSpPr/>
          <p:nvPr/>
        </p:nvCxnSpPr>
        <p:spPr bwMode="auto">
          <a:xfrm>
            <a:off x="3583268" y="2542725"/>
            <a:ext cx="1214157" cy="85004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E3979404-A6EE-7A74-CF76-4874A00E8CA5}"/>
              </a:ext>
            </a:extLst>
          </p:cNvPr>
          <p:cNvSpPr txBox="1"/>
          <p:nvPr/>
        </p:nvSpPr>
        <p:spPr>
          <a:xfrm>
            <a:off x="3775518" y="4639175"/>
            <a:ext cx="508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求解</a:t>
            </a:r>
            <a:r>
              <a:rPr lang="en-US" altLang="zh-CN" sz="1800" dirty="0"/>
              <a:t>B1</a:t>
            </a:r>
            <a:r>
              <a:rPr lang="zh-CN" altLang="en-US" sz="1800" dirty="0"/>
              <a:t>后，此时原来的问题</a:t>
            </a:r>
            <a:r>
              <a:rPr lang="en-US" altLang="zh-CN" sz="1800" dirty="0"/>
              <a:t>B</a:t>
            </a:r>
            <a:r>
              <a:rPr lang="zh-CN" altLang="en-US" sz="1800" dirty="0"/>
              <a:t>已经毫无意义，因此修改下限</a:t>
            </a:r>
            <a:r>
              <a:rPr lang="en-US" altLang="zh-CN" sz="1800" dirty="0"/>
              <a:t>-356</a:t>
            </a:r>
            <a:r>
              <a:rPr lang="zh-CN" altLang="en-US" sz="1800" dirty="0"/>
              <a:t>为</a:t>
            </a:r>
            <a:r>
              <a:rPr lang="en-US" altLang="zh-CN" sz="1800" dirty="0"/>
              <a:t>-349</a:t>
            </a:r>
            <a:r>
              <a:rPr lang="zh-CN" altLang="en-US" sz="18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6834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BCD28-F3EA-0461-527B-09D7FD36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分支定界法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289DE4-A984-C3A6-F5D0-5E68D0105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4090C2-D2D5-5842-D63F-A5F3BE74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97300" y="6531912"/>
            <a:ext cx="2311400" cy="271098"/>
          </a:xfrm>
        </p:spPr>
        <p:txBody>
          <a:bodyPr/>
          <a:lstStyle/>
          <a:p>
            <a:fld id="{7AC79822-BC0D-4DE8-A7E5-90A3732A2B82}" type="slidenum">
              <a:rPr lang="zh-CN" altLang="en-US" smtClean="0"/>
              <a:pPr/>
              <a:t>22</a:t>
            </a:fld>
            <a:endParaRPr lang="en-US" altLang="zh-CN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79C8173-1B62-50F3-8402-193C58B7D9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758" y="3169020"/>
          <a:ext cx="1220788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080" imgH="888840" progId="Equation.DSMT4">
                  <p:embed/>
                </p:oleObj>
              </mc:Choice>
              <mc:Fallback>
                <p:oleObj name="Equation" r:id="rId2" imgW="622080" imgH="8888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79C8173-1B62-50F3-8402-193C58B7D9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758" y="3169020"/>
                        <a:ext cx="1220788" cy="1746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对象 127">
            <a:extLst>
              <a:ext uri="{FF2B5EF4-FFF2-40B4-BE49-F238E27FC236}">
                <a16:creationId xmlns:a16="http://schemas.microsoft.com/office/drawing/2014/main" id="{BBCF5469-BD8B-DC1F-5216-614DA32FFE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681629"/>
              </p:ext>
            </p:extLst>
          </p:nvPr>
        </p:nvGraphicFramePr>
        <p:xfrm>
          <a:off x="8552043" y="3342828"/>
          <a:ext cx="12128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2080" imgH="241200" progId="Equation.DSMT4">
                  <p:embed/>
                </p:oleObj>
              </mc:Choice>
              <mc:Fallback>
                <p:oleObj name="Equation" r:id="rId4" imgW="622080" imgH="241200" progId="Equation.DSMT4">
                  <p:embed/>
                  <p:pic>
                    <p:nvPicPr>
                      <p:cNvPr id="128" name="对象 127">
                        <a:extLst>
                          <a:ext uri="{FF2B5EF4-FFF2-40B4-BE49-F238E27FC236}">
                            <a16:creationId xmlns:a16="http://schemas.microsoft.com/office/drawing/2014/main" id="{BBCF5469-BD8B-DC1F-5216-614DA32FF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52043" y="3342828"/>
                        <a:ext cx="1212850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对象 128">
            <a:extLst>
              <a:ext uri="{FF2B5EF4-FFF2-40B4-BE49-F238E27FC236}">
                <a16:creationId xmlns:a16="http://schemas.microsoft.com/office/drawing/2014/main" id="{97DA67AE-D650-48B3-0D81-2DBF840AFC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52043" y="4097345"/>
          <a:ext cx="98901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7960" imgH="241200" progId="Equation.DSMT4">
                  <p:embed/>
                </p:oleObj>
              </mc:Choice>
              <mc:Fallback>
                <p:oleObj name="Equation" r:id="rId6" imgW="507960" imgH="241200" progId="Equation.DSMT4">
                  <p:embed/>
                  <p:pic>
                    <p:nvPicPr>
                      <p:cNvPr id="129" name="对象 128">
                        <a:extLst>
                          <a:ext uri="{FF2B5EF4-FFF2-40B4-BE49-F238E27FC236}">
                            <a16:creationId xmlns:a16="http://schemas.microsoft.com/office/drawing/2014/main" id="{97DA67AE-D650-48B3-0D81-2DBF840AFC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552043" y="4097345"/>
                        <a:ext cx="989013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37C0A240-62EF-1039-8984-5EF861AC5B50}"/>
              </a:ext>
            </a:extLst>
          </p:cNvPr>
          <p:cNvCxnSpPr/>
          <p:nvPr/>
        </p:nvCxnSpPr>
        <p:spPr bwMode="auto">
          <a:xfrm flipV="1">
            <a:off x="1320546" y="2647398"/>
            <a:ext cx="809438" cy="127197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9F0717F5-CD8D-3EAD-C835-07EE6E48E500}"/>
              </a:ext>
            </a:extLst>
          </p:cNvPr>
          <p:cNvCxnSpPr/>
          <p:nvPr/>
        </p:nvCxnSpPr>
        <p:spPr bwMode="auto">
          <a:xfrm>
            <a:off x="1320546" y="4094715"/>
            <a:ext cx="809438" cy="109559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78" name="对象 77">
            <a:extLst>
              <a:ext uri="{FF2B5EF4-FFF2-40B4-BE49-F238E27FC236}">
                <a16:creationId xmlns:a16="http://schemas.microsoft.com/office/drawing/2014/main" id="{8DA9872F-CB3D-1F02-9B57-254C684E32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4271" y="1551010"/>
          <a:ext cx="1446213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36560" imgH="939600" progId="Equation.DSMT4">
                  <p:embed/>
                </p:oleObj>
              </mc:Choice>
              <mc:Fallback>
                <p:oleObj name="Equation" r:id="rId8" imgW="736560" imgH="939600" progId="Equation.DSMT4">
                  <p:embed/>
                  <p:pic>
                    <p:nvPicPr>
                      <p:cNvPr id="78" name="对象 77">
                        <a:extLst>
                          <a:ext uri="{FF2B5EF4-FFF2-40B4-BE49-F238E27FC236}">
                            <a16:creationId xmlns:a16="http://schemas.microsoft.com/office/drawing/2014/main" id="{8DA9872F-CB3D-1F02-9B57-254C684E32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44271" y="1551010"/>
                        <a:ext cx="1446213" cy="1847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E018E1A-E739-B864-D950-152D64E72E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9984" y="4389462"/>
          <a:ext cx="1460500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23600" imgH="939600" progId="Equation.DSMT4">
                  <p:embed/>
                </p:oleObj>
              </mc:Choice>
              <mc:Fallback>
                <p:oleObj name="Equation" r:id="rId10" imgW="723600" imgH="939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E018E1A-E739-B864-D950-152D64E72E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29984" y="4389462"/>
                        <a:ext cx="1460500" cy="1847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B5DF259-24BD-38DF-F37C-2E35FC212E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97425" y="1263650"/>
          <a:ext cx="2268538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55600" imgH="482400" progId="Equation.DSMT4">
                  <p:embed/>
                </p:oleObj>
              </mc:Choice>
              <mc:Fallback>
                <p:oleObj name="Equation" r:id="rId12" imgW="1155600" imgH="4824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AB5DF259-24BD-38DF-F37C-2E35FC212E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797425" y="1263650"/>
                        <a:ext cx="2268538" cy="9477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A2EAFFA-D3E3-CBEC-C1F4-A2EDFB411C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97425" y="2695151"/>
          <a:ext cx="2243137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43000" imgH="482400" progId="Equation.DSMT4">
                  <p:embed/>
                </p:oleObj>
              </mc:Choice>
              <mc:Fallback>
                <p:oleObj name="Equation" r:id="rId14" imgW="1143000" imgH="4824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A2EAFFA-D3E3-CBEC-C1F4-A2EDFB411C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797425" y="2695151"/>
                        <a:ext cx="2243137" cy="9477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59BFF68-1F89-9A73-716D-228787FAAE55}"/>
              </a:ext>
            </a:extLst>
          </p:cNvPr>
          <p:cNvCxnSpPr>
            <a:endCxn id="10" idx="1"/>
          </p:cNvCxnSpPr>
          <p:nvPr/>
        </p:nvCxnSpPr>
        <p:spPr bwMode="auto">
          <a:xfrm flipV="1">
            <a:off x="3583268" y="1737519"/>
            <a:ext cx="1214157" cy="62986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1DB9ECA-4EB5-060D-5BAC-3EFDA2BC28CF}"/>
              </a:ext>
            </a:extLst>
          </p:cNvPr>
          <p:cNvCxnSpPr/>
          <p:nvPr/>
        </p:nvCxnSpPr>
        <p:spPr bwMode="auto">
          <a:xfrm>
            <a:off x="3583268" y="2542725"/>
            <a:ext cx="1214157" cy="85004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E3979404-A6EE-7A74-CF76-4874A00E8CA5}"/>
              </a:ext>
            </a:extLst>
          </p:cNvPr>
          <p:cNvSpPr txBox="1"/>
          <p:nvPr/>
        </p:nvSpPr>
        <p:spPr>
          <a:xfrm>
            <a:off x="3775518" y="4639175"/>
            <a:ext cx="508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求解</a:t>
            </a:r>
            <a:r>
              <a:rPr lang="en-US" altLang="zh-CN" sz="1800" dirty="0"/>
              <a:t>B1</a:t>
            </a:r>
            <a:r>
              <a:rPr lang="zh-CN" altLang="en-US" sz="1800" dirty="0"/>
              <a:t>后，此时原来的问题</a:t>
            </a:r>
            <a:r>
              <a:rPr lang="en-US" altLang="zh-CN" sz="1800" dirty="0"/>
              <a:t>B</a:t>
            </a:r>
            <a:r>
              <a:rPr lang="zh-CN" altLang="en-US" sz="1800" dirty="0"/>
              <a:t>已经毫无意义，因此修改下限</a:t>
            </a:r>
            <a:r>
              <a:rPr lang="en-US" altLang="zh-CN" sz="1800" dirty="0"/>
              <a:t>-356</a:t>
            </a:r>
            <a:r>
              <a:rPr lang="zh-CN" altLang="en-US" sz="1800" dirty="0"/>
              <a:t>为</a:t>
            </a:r>
            <a:r>
              <a:rPr lang="en-US" altLang="zh-CN" sz="1800" dirty="0"/>
              <a:t>-349</a:t>
            </a:r>
            <a:r>
              <a:rPr lang="zh-CN" altLang="en-US" sz="18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48237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BCD28-F3EA-0461-527B-09D7FD36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分支定界法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289DE4-A984-C3A6-F5D0-5E68D0105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4090C2-D2D5-5842-D63F-A5F3BE74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97300" y="6531912"/>
            <a:ext cx="2311400" cy="271098"/>
          </a:xfrm>
        </p:spPr>
        <p:txBody>
          <a:bodyPr/>
          <a:lstStyle/>
          <a:p>
            <a:fld id="{7AC79822-BC0D-4DE8-A7E5-90A3732A2B82}" type="slidenum">
              <a:rPr lang="zh-CN" altLang="en-US" smtClean="0"/>
              <a:pPr/>
              <a:t>23</a:t>
            </a:fld>
            <a:endParaRPr lang="en-US" altLang="zh-CN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79C8173-1B62-50F3-8402-193C58B7D9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758" y="3169020"/>
          <a:ext cx="1220788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080" imgH="888840" progId="Equation.DSMT4">
                  <p:embed/>
                </p:oleObj>
              </mc:Choice>
              <mc:Fallback>
                <p:oleObj name="Equation" r:id="rId2" imgW="622080" imgH="8888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79C8173-1B62-50F3-8402-193C58B7D9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758" y="3169020"/>
                        <a:ext cx="1220788" cy="1746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对象 127">
            <a:extLst>
              <a:ext uri="{FF2B5EF4-FFF2-40B4-BE49-F238E27FC236}">
                <a16:creationId xmlns:a16="http://schemas.microsoft.com/office/drawing/2014/main" id="{BBCF5469-BD8B-DC1F-5216-614DA32FFE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3273072"/>
              </p:ext>
            </p:extLst>
          </p:nvPr>
        </p:nvGraphicFramePr>
        <p:xfrm>
          <a:off x="8552043" y="3342828"/>
          <a:ext cx="12128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2080" imgH="241200" progId="Equation.DSMT4">
                  <p:embed/>
                </p:oleObj>
              </mc:Choice>
              <mc:Fallback>
                <p:oleObj name="Equation" r:id="rId4" imgW="622080" imgH="241200" progId="Equation.DSMT4">
                  <p:embed/>
                  <p:pic>
                    <p:nvPicPr>
                      <p:cNvPr id="128" name="对象 127">
                        <a:extLst>
                          <a:ext uri="{FF2B5EF4-FFF2-40B4-BE49-F238E27FC236}">
                            <a16:creationId xmlns:a16="http://schemas.microsoft.com/office/drawing/2014/main" id="{BBCF5469-BD8B-DC1F-5216-614DA32FF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52043" y="3342828"/>
                        <a:ext cx="1212850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对象 128">
            <a:extLst>
              <a:ext uri="{FF2B5EF4-FFF2-40B4-BE49-F238E27FC236}">
                <a16:creationId xmlns:a16="http://schemas.microsoft.com/office/drawing/2014/main" id="{97DA67AE-D650-48B3-0D81-2DBF840AFC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52043" y="4097345"/>
          <a:ext cx="98901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7960" imgH="241200" progId="Equation.DSMT4">
                  <p:embed/>
                </p:oleObj>
              </mc:Choice>
              <mc:Fallback>
                <p:oleObj name="Equation" r:id="rId6" imgW="507960" imgH="241200" progId="Equation.DSMT4">
                  <p:embed/>
                  <p:pic>
                    <p:nvPicPr>
                      <p:cNvPr id="129" name="对象 128">
                        <a:extLst>
                          <a:ext uri="{FF2B5EF4-FFF2-40B4-BE49-F238E27FC236}">
                            <a16:creationId xmlns:a16="http://schemas.microsoft.com/office/drawing/2014/main" id="{97DA67AE-D650-48B3-0D81-2DBF840AFC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552043" y="4097345"/>
                        <a:ext cx="989013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37C0A240-62EF-1039-8984-5EF861AC5B50}"/>
              </a:ext>
            </a:extLst>
          </p:cNvPr>
          <p:cNvCxnSpPr/>
          <p:nvPr/>
        </p:nvCxnSpPr>
        <p:spPr bwMode="auto">
          <a:xfrm flipV="1">
            <a:off x="1320546" y="2647398"/>
            <a:ext cx="809438" cy="127197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9F0717F5-CD8D-3EAD-C835-07EE6E48E500}"/>
              </a:ext>
            </a:extLst>
          </p:cNvPr>
          <p:cNvCxnSpPr/>
          <p:nvPr/>
        </p:nvCxnSpPr>
        <p:spPr bwMode="auto">
          <a:xfrm>
            <a:off x="1320546" y="4094715"/>
            <a:ext cx="809438" cy="109559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78" name="对象 77">
            <a:extLst>
              <a:ext uri="{FF2B5EF4-FFF2-40B4-BE49-F238E27FC236}">
                <a16:creationId xmlns:a16="http://schemas.microsoft.com/office/drawing/2014/main" id="{8DA9872F-CB3D-1F02-9B57-254C684E32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4271" y="1551010"/>
          <a:ext cx="1446213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36560" imgH="939600" progId="Equation.DSMT4">
                  <p:embed/>
                </p:oleObj>
              </mc:Choice>
              <mc:Fallback>
                <p:oleObj name="Equation" r:id="rId8" imgW="736560" imgH="939600" progId="Equation.DSMT4">
                  <p:embed/>
                  <p:pic>
                    <p:nvPicPr>
                      <p:cNvPr id="78" name="对象 77">
                        <a:extLst>
                          <a:ext uri="{FF2B5EF4-FFF2-40B4-BE49-F238E27FC236}">
                            <a16:creationId xmlns:a16="http://schemas.microsoft.com/office/drawing/2014/main" id="{8DA9872F-CB3D-1F02-9B57-254C684E32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44271" y="1551010"/>
                        <a:ext cx="1446213" cy="1847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E018E1A-E739-B864-D950-152D64E72E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9984" y="4389462"/>
          <a:ext cx="1460500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23600" imgH="939600" progId="Equation.DSMT4">
                  <p:embed/>
                </p:oleObj>
              </mc:Choice>
              <mc:Fallback>
                <p:oleObj name="Equation" r:id="rId10" imgW="723600" imgH="939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E018E1A-E739-B864-D950-152D64E72E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29984" y="4389462"/>
                        <a:ext cx="1460500" cy="1847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B5DF259-24BD-38DF-F37C-2E35FC212E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3488671"/>
              </p:ext>
            </p:extLst>
          </p:nvPr>
        </p:nvGraphicFramePr>
        <p:xfrm>
          <a:off x="4840214" y="1241824"/>
          <a:ext cx="2792412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22360" imgH="482400" progId="Equation.DSMT4">
                  <p:embed/>
                </p:oleObj>
              </mc:Choice>
              <mc:Fallback>
                <p:oleObj name="Equation" r:id="rId12" imgW="1422360" imgH="4824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AB5DF259-24BD-38DF-F37C-2E35FC212E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840214" y="1241824"/>
                        <a:ext cx="2792412" cy="9477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A2EAFFA-D3E3-CBEC-C1F4-A2EDFB411C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97425" y="2695151"/>
          <a:ext cx="2243137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43000" imgH="482400" progId="Equation.DSMT4">
                  <p:embed/>
                </p:oleObj>
              </mc:Choice>
              <mc:Fallback>
                <p:oleObj name="Equation" r:id="rId14" imgW="1143000" imgH="4824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A2EAFFA-D3E3-CBEC-C1F4-A2EDFB411C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797425" y="2695151"/>
                        <a:ext cx="2243137" cy="9477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59BFF68-1F89-9A73-716D-228787FAAE55}"/>
              </a:ext>
            </a:extLst>
          </p:cNvPr>
          <p:cNvCxnSpPr/>
          <p:nvPr/>
        </p:nvCxnSpPr>
        <p:spPr bwMode="auto">
          <a:xfrm flipV="1">
            <a:off x="3583267" y="1731934"/>
            <a:ext cx="1214157" cy="62986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1DB9ECA-4EB5-060D-5BAC-3EFDA2BC28CF}"/>
              </a:ext>
            </a:extLst>
          </p:cNvPr>
          <p:cNvCxnSpPr/>
          <p:nvPr/>
        </p:nvCxnSpPr>
        <p:spPr bwMode="auto">
          <a:xfrm>
            <a:off x="3583268" y="2542725"/>
            <a:ext cx="1214157" cy="85004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C6858A1-6907-DCCE-E801-245677C2692F}"/>
              </a:ext>
            </a:extLst>
          </p:cNvPr>
          <p:cNvSpPr txBox="1"/>
          <p:nvPr/>
        </p:nvSpPr>
        <p:spPr>
          <a:xfrm>
            <a:off x="3747117" y="4851722"/>
            <a:ext cx="508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求解</a:t>
            </a:r>
            <a:r>
              <a:rPr lang="en-US" altLang="zh-CN" sz="1800" dirty="0"/>
              <a:t>B3</a:t>
            </a:r>
            <a:r>
              <a:rPr lang="zh-CN" altLang="en-US" sz="1800" dirty="0"/>
              <a:t>，此时解全是整数，则该解至少是一个可行解，可以作为新的上限。</a:t>
            </a:r>
          </a:p>
        </p:txBody>
      </p:sp>
    </p:spTree>
    <p:extLst>
      <p:ext uri="{BB962C8B-B14F-4D97-AF65-F5344CB8AC3E}">
        <p14:creationId xmlns:p14="http://schemas.microsoft.com/office/powerpoint/2010/main" val="518042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BCD28-F3EA-0461-527B-09D7FD36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分支定界法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289DE4-A984-C3A6-F5D0-5E68D0105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4090C2-D2D5-5842-D63F-A5F3BE74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97300" y="6531912"/>
            <a:ext cx="2311400" cy="271098"/>
          </a:xfrm>
        </p:spPr>
        <p:txBody>
          <a:bodyPr/>
          <a:lstStyle/>
          <a:p>
            <a:fld id="{7AC79822-BC0D-4DE8-A7E5-90A3732A2B82}" type="slidenum">
              <a:rPr lang="zh-CN" altLang="en-US" smtClean="0"/>
              <a:pPr/>
              <a:t>24</a:t>
            </a:fld>
            <a:endParaRPr lang="en-US" altLang="zh-CN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79C8173-1B62-50F3-8402-193C58B7D9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758" y="3169020"/>
          <a:ext cx="1220788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080" imgH="888840" progId="Equation.DSMT4">
                  <p:embed/>
                </p:oleObj>
              </mc:Choice>
              <mc:Fallback>
                <p:oleObj name="Equation" r:id="rId2" imgW="622080" imgH="8888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79C8173-1B62-50F3-8402-193C58B7D9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758" y="3169020"/>
                        <a:ext cx="1220788" cy="1746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对象 127">
            <a:extLst>
              <a:ext uri="{FF2B5EF4-FFF2-40B4-BE49-F238E27FC236}">
                <a16:creationId xmlns:a16="http://schemas.microsoft.com/office/drawing/2014/main" id="{BBCF5469-BD8B-DC1F-5216-614DA32FFE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418004"/>
              </p:ext>
            </p:extLst>
          </p:nvPr>
        </p:nvGraphicFramePr>
        <p:xfrm>
          <a:off x="8552043" y="3342828"/>
          <a:ext cx="12128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2080" imgH="241200" progId="Equation.DSMT4">
                  <p:embed/>
                </p:oleObj>
              </mc:Choice>
              <mc:Fallback>
                <p:oleObj name="Equation" r:id="rId4" imgW="622080" imgH="241200" progId="Equation.DSMT4">
                  <p:embed/>
                  <p:pic>
                    <p:nvPicPr>
                      <p:cNvPr id="128" name="对象 127">
                        <a:extLst>
                          <a:ext uri="{FF2B5EF4-FFF2-40B4-BE49-F238E27FC236}">
                            <a16:creationId xmlns:a16="http://schemas.microsoft.com/office/drawing/2014/main" id="{BBCF5469-BD8B-DC1F-5216-614DA32FF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52043" y="3342828"/>
                        <a:ext cx="1212850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对象 128">
            <a:extLst>
              <a:ext uri="{FF2B5EF4-FFF2-40B4-BE49-F238E27FC236}">
                <a16:creationId xmlns:a16="http://schemas.microsoft.com/office/drawing/2014/main" id="{97DA67AE-D650-48B3-0D81-2DBF840AFC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3916069"/>
              </p:ext>
            </p:extLst>
          </p:nvPr>
        </p:nvGraphicFramePr>
        <p:xfrm>
          <a:off x="8492678" y="4097338"/>
          <a:ext cx="121285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2080" imgH="241200" progId="Equation.DSMT4">
                  <p:embed/>
                </p:oleObj>
              </mc:Choice>
              <mc:Fallback>
                <p:oleObj name="Equation" r:id="rId6" imgW="622080" imgH="241200" progId="Equation.DSMT4">
                  <p:embed/>
                  <p:pic>
                    <p:nvPicPr>
                      <p:cNvPr id="129" name="对象 128">
                        <a:extLst>
                          <a:ext uri="{FF2B5EF4-FFF2-40B4-BE49-F238E27FC236}">
                            <a16:creationId xmlns:a16="http://schemas.microsoft.com/office/drawing/2014/main" id="{97DA67AE-D650-48B3-0D81-2DBF840AFC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492678" y="4097338"/>
                        <a:ext cx="1212850" cy="46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37C0A240-62EF-1039-8984-5EF861AC5B50}"/>
              </a:ext>
            </a:extLst>
          </p:cNvPr>
          <p:cNvCxnSpPr/>
          <p:nvPr/>
        </p:nvCxnSpPr>
        <p:spPr bwMode="auto">
          <a:xfrm flipV="1">
            <a:off x="1320546" y="2647398"/>
            <a:ext cx="809438" cy="127197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9F0717F5-CD8D-3EAD-C835-07EE6E48E500}"/>
              </a:ext>
            </a:extLst>
          </p:cNvPr>
          <p:cNvCxnSpPr/>
          <p:nvPr/>
        </p:nvCxnSpPr>
        <p:spPr bwMode="auto">
          <a:xfrm>
            <a:off x="1320546" y="4094715"/>
            <a:ext cx="809438" cy="109559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78" name="对象 77">
            <a:extLst>
              <a:ext uri="{FF2B5EF4-FFF2-40B4-BE49-F238E27FC236}">
                <a16:creationId xmlns:a16="http://schemas.microsoft.com/office/drawing/2014/main" id="{8DA9872F-CB3D-1F02-9B57-254C684E32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4271" y="1551010"/>
          <a:ext cx="1446213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36560" imgH="939600" progId="Equation.DSMT4">
                  <p:embed/>
                </p:oleObj>
              </mc:Choice>
              <mc:Fallback>
                <p:oleObj name="Equation" r:id="rId8" imgW="736560" imgH="939600" progId="Equation.DSMT4">
                  <p:embed/>
                  <p:pic>
                    <p:nvPicPr>
                      <p:cNvPr id="78" name="对象 77">
                        <a:extLst>
                          <a:ext uri="{FF2B5EF4-FFF2-40B4-BE49-F238E27FC236}">
                            <a16:creationId xmlns:a16="http://schemas.microsoft.com/office/drawing/2014/main" id="{8DA9872F-CB3D-1F02-9B57-254C684E32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44271" y="1551010"/>
                        <a:ext cx="1446213" cy="1847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E018E1A-E739-B864-D950-152D64E72E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9984" y="4389462"/>
          <a:ext cx="1460500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23600" imgH="939600" progId="Equation.DSMT4">
                  <p:embed/>
                </p:oleObj>
              </mc:Choice>
              <mc:Fallback>
                <p:oleObj name="Equation" r:id="rId10" imgW="723600" imgH="939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E018E1A-E739-B864-D950-152D64E72E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29984" y="4389462"/>
                        <a:ext cx="1460500" cy="1847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A2EAFFA-D3E3-CBEC-C1F4-A2EDFB411C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97425" y="2695151"/>
          <a:ext cx="2243137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43000" imgH="482400" progId="Equation.DSMT4">
                  <p:embed/>
                </p:oleObj>
              </mc:Choice>
              <mc:Fallback>
                <p:oleObj name="Equation" r:id="rId12" imgW="1143000" imgH="4824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A2EAFFA-D3E3-CBEC-C1F4-A2EDFB411C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797425" y="2695151"/>
                        <a:ext cx="2243137" cy="9477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59BFF68-1F89-9A73-716D-228787FAAE55}"/>
              </a:ext>
            </a:extLst>
          </p:cNvPr>
          <p:cNvCxnSpPr/>
          <p:nvPr/>
        </p:nvCxnSpPr>
        <p:spPr bwMode="auto">
          <a:xfrm flipV="1">
            <a:off x="3583267" y="1731934"/>
            <a:ext cx="1214157" cy="62986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1DB9ECA-4EB5-060D-5BAC-3EFDA2BC28CF}"/>
              </a:ext>
            </a:extLst>
          </p:cNvPr>
          <p:cNvCxnSpPr/>
          <p:nvPr/>
        </p:nvCxnSpPr>
        <p:spPr bwMode="auto">
          <a:xfrm>
            <a:off x="3583268" y="2542725"/>
            <a:ext cx="1214157" cy="85004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C6858A1-6907-DCCE-E801-245677C2692F}"/>
              </a:ext>
            </a:extLst>
          </p:cNvPr>
          <p:cNvSpPr txBox="1"/>
          <p:nvPr/>
        </p:nvSpPr>
        <p:spPr>
          <a:xfrm>
            <a:off x="3747117" y="4851722"/>
            <a:ext cx="508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求解</a:t>
            </a:r>
            <a:r>
              <a:rPr lang="en-US" altLang="zh-CN" sz="1800" dirty="0"/>
              <a:t>B3</a:t>
            </a:r>
            <a:r>
              <a:rPr lang="zh-CN" altLang="en-US" sz="1800" dirty="0"/>
              <a:t>，此时解全是整数，则该解至少是一个可行解，可以作为新的上限。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24C5B85-8FC6-BA22-7DA2-35456F321F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4549216"/>
              </p:ext>
            </p:extLst>
          </p:nvPr>
        </p:nvGraphicFramePr>
        <p:xfrm>
          <a:off x="4840214" y="1241824"/>
          <a:ext cx="2792412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22360" imgH="482400" progId="Equation.DSMT4">
                  <p:embed/>
                </p:oleObj>
              </mc:Choice>
              <mc:Fallback>
                <p:oleObj name="Equation" r:id="rId14" imgW="1422360" imgH="4824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AB5DF259-24BD-38DF-F37C-2E35FC212E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840214" y="1241824"/>
                        <a:ext cx="2792412" cy="9477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373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BCD28-F3EA-0461-527B-09D7FD36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分支定界法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289DE4-A984-C3A6-F5D0-5E68D0105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4090C2-D2D5-5842-D63F-A5F3BE74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97300" y="6531912"/>
            <a:ext cx="2311400" cy="271098"/>
          </a:xfrm>
        </p:spPr>
        <p:txBody>
          <a:bodyPr/>
          <a:lstStyle/>
          <a:p>
            <a:fld id="{7AC79822-BC0D-4DE8-A7E5-90A3732A2B82}" type="slidenum">
              <a:rPr lang="zh-CN" altLang="en-US" smtClean="0"/>
              <a:pPr/>
              <a:t>25</a:t>
            </a:fld>
            <a:endParaRPr lang="en-US" altLang="zh-CN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79C8173-1B62-50F3-8402-193C58B7D9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758" y="3169020"/>
          <a:ext cx="1220788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080" imgH="888840" progId="Equation.DSMT4">
                  <p:embed/>
                </p:oleObj>
              </mc:Choice>
              <mc:Fallback>
                <p:oleObj name="Equation" r:id="rId2" imgW="622080" imgH="8888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79C8173-1B62-50F3-8402-193C58B7D9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758" y="3169020"/>
                        <a:ext cx="1220788" cy="1746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对象 127">
            <a:extLst>
              <a:ext uri="{FF2B5EF4-FFF2-40B4-BE49-F238E27FC236}">
                <a16:creationId xmlns:a16="http://schemas.microsoft.com/office/drawing/2014/main" id="{BBCF5469-BD8B-DC1F-5216-614DA32FFE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2330871"/>
              </p:ext>
            </p:extLst>
          </p:nvPr>
        </p:nvGraphicFramePr>
        <p:xfrm>
          <a:off x="8552043" y="3342828"/>
          <a:ext cx="12128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2080" imgH="241200" progId="Equation.DSMT4">
                  <p:embed/>
                </p:oleObj>
              </mc:Choice>
              <mc:Fallback>
                <p:oleObj name="Equation" r:id="rId4" imgW="622080" imgH="241200" progId="Equation.DSMT4">
                  <p:embed/>
                  <p:pic>
                    <p:nvPicPr>
                      <p:cNvPr id="128" name="对象 127">
                        <a:extLst>
                          <a:ext uri="{FF2B5EF4-FFF2-40B4-BE49-F238E27FC236}">
                            <a16:creationId xmlns:a16="http://schemas.microsoft.com/office/drawing/2014/main" id="{BBCF5469-BD8B-DC1F-5216-614DA32FF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52043" y="3342828"/>
                        <a:ext cx="1212850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对象 128">
            <a:extLst>
              <a:ext uri="{FF2B5EF4-FFF2-40B4-BE49-F238E27FC236}">
                <a16:creationId xmlns:a16="http://schemas.microsoft.com/office/drawing/2014/main" id="{97DA67AE-D650-48B3-0D81-2DBF840AFC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92678" y="4097338"/>
          <a:ext cx="121285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2080" imgH="241200" progId="Equation.DSMT4">
                  <p:embed/>
                </p:oleObj>
              </mc:Choice>
              <mc:Fallback>
                <p:oleObj name="Equation" r:id="rId6" imgW="622080" imgH="241200" progId="Equation.DSMT4">
                  <p:embed/>
                  <p:pic>
                    <p:nvPicPr>
                      <p:cNvPr id="129" name="对象 128">
                        <a:extLst>
                          <a:ext uri="{FF2B5EF4-FFF2-40B4-BE49-F238E27FC236}">
                            <a16:creationId xmlns:a16="http://schemas.microsoft.com/office/drawing/2014/main" id="{97DA67AE-D650-48B3-0D81-2DBF840AFC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492678" y="4097338"/>
                        <a:ext cx="1212850" cy="46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37C0A240-62EF-1039-8984-5EF861AC5B50}"/>
              </a:ext>
            </a:extLst>
          </p:cNvPr>
          <p:cNvCxnSpPr/>
          <p:nvPr/>
        </p:nvCxnSpPr>
        <p:spPr bwMode="auto">
          <a:xfrm flipV="1">
            <a:off x="1320546" y="2647398"/>
            <a:ext cx="809438" cy="127197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9F0717F5-CD8D-3EAD-C835-07EE6E48E500}"/>
              </a:ext>
            </a:extLst>
          </p:cNvPr>
          <p:cNvCxnSpPr/>
          <p:nvPr/>
        </p:nvCxnSpPr>
        <p:spPr bwMode="auto">
          <a:xfrm>
            <a:off x="1320546" y="4094715"/>
            <a:ext cx="809438" cy="109559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78" name="对象 77">
            <a:extLst>
              <a:ext uri="{FF2B5EF4-FFF2-40B4-BE49-F238E27FC236}">
                <a16:creationId xmlns:a16="http://schemas.microsoft.com/office/drawing/2014/main" id="{8DA9872F-CB3D-1F02-9B57-254C684E32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4271" y="1551010"/>
          <a:ext cx="1446213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36560" imgH="939600" progId="Equation.DSMT4">
                  <p:embed/>
                </p:oleObj>
              </mc:Choice>
              <mc:Fallback>
                <p:oleObj name="Equation" r:id="rId8" imgW="736560" imgH="939600" progId="Equation.DSMT4">
                  <p:embed/>
                  <p:pic>
                    <p:nvPicPr>
                      <p:cNvPr id="78" name="对象 77">
                        <a:extLst>
                          <a:ext uri="{FF2B5EF4-FFF2-40B4-BE49-F238E27FC236}">
                            <a16:creationId xmlns:a16="http://schemas.microsoft.com/office/drawing/2014/main" id="{8DA9872F-CB3D-1F02-9B57-254C684E32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44271" y="1551010"/>
                        <a:ext cx="1446213" cy="1847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E018E1A-E739-B864-D950-152D64E72E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9984" y="4389462"/>
          <a:ext cx="1460500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23600" imgH="939600" progId="Equation.DSMT4">
                  <p:embed/>
                </p:oleObj>
              </mc:Choice>
              <mc:Fallback>
                <p:oleObj name="Equation" r:id="rId10" imgW="723600" imgH="939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E018E1A-E739-B864-D950-152D64E72E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29984" y="4389462"/>
                        <a:ext cx="1460500" cy="1847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A2EAFFA-D3E3-CBEC-C1F4-A2EDFB411C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18591" y="2659024"/>
          <a:ext cx="3116262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87240" imgH="482400" progId="Equation.DSMT4">
                  <p:embed/>
                </p:oleObj>
              </mc:Choice>
              <mc:Fallback>
                <p:oleObj name="Equation" r:id="rId12" imgW="1587240" imgH="4824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A2EAFFA-D3E3-CBEC-C1F4-A2EDFB411C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818591" y="2659024"/>
                        <a:ext cx="3116262" cy="9477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59BFF68-1F89-9A73-716D-228787FAAE55}"/>
              </a:ext>
            </a:extLst>
          </p:cNvPr>
          <p:cNvCxnSpPr/>
          <p:nvPr/>
        </p:nvCxnSpPr>
        <p:spPr bwMode="auto">
          <a:xfrm flipV="1">
            <a:off x="3583267" y="1731934"/>
            <a:ext cx="1214157" cy="62986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1DB9ECA-4EB5-060D-5BAC-3EFDA2BC28CF}"/>
              </a:ext>
            </a:extLst>
          </p:cNvPr>
          <p:cNvCxnSpPr/>
          <p:nvPr/>
        </p:nvCxnSpPr>
        <p:spPr bwMode="auto">
          <a:xfrm>
            <a:off x="3583268" y="2542725"/>
            <a:ext cx="1214157" cy="85004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C6858A1-6907-DCCE-E801-245677C2692F}"/>
              </a:ext>
            </a:extLst>
          </p:cNvPr>
          <p:cNvSpPr txBox="1"/>
          <p:nvPr/>
        </p:nvSpPr>
        <p:spPr>
          <a:xfrm>
            <a:off x="4113265" y="4056454"/>
            <a:ext cx="41299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求解</a:t>
            </a:r>
            <a:r>
              <a:rPr lang="en-US" altLang="zh-CN" sz="1800" dirty="0"/>
              <a:t>B4</a:t>
            </a:r>
            <a:r>
              <a:rPr lang="zh-CN" altLang="en-US" sz="1800" dirty="0"/>
              <a:t>，此时</a:t>
            </a:r>
            <a:r>
              <a:rPr lang="en-US" altLang="zh-CN" sz="1800" dirty="0"/>
              <a:t>-327</a:t>
            </a:r>
            <a:r>
              <a:rPr lang="zh-CN" altLang="en-US" sz="1800" dirty="0"/>
              <a:t>大于上限</a:t>
            </a:r>
            <a:r>
              <a:rPr lang="en-US" altLang="zh-CN" sz="1800" dirty="0"/>
              <a:t>-340</a:t>
            </a:r>
            <a:r>
              <a:rPr lang="zh-CN" altLang="en-US" sz="1800" dirty="0"/>
              <a:t>，终止该路迭代。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24C5B85-8FC6-BA22-7DA2-35456F321F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40214" y="1241824"/>
          <a:ext cx="2792412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22360" imgH="482400" progId="Equation.DSMT4">
                  <p:embed/>
                </p:oleObj>
              </mc:Choice>
              <mc:Fallback>
                <p:oleObj name="Equation" r:id="rId14" imgW="1422360" imgH="482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B24C5B85-8FC6-BA22-7DA2-35456F321F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840214" y="1241824"/>
                        <a:ext cx="2792412" cy="9477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乘号 7">
            <a:extLst>
              <a:ext uri="{FF2B5EF4-FFF2-40B4-BE49-F238E27FC236}">
                <a16:creationId xmlns:a16="http://schemas.microsoft.com/office/drawing/2014/main" id="{4DC03185-DF59-5164-B3FA-A8B1163DAEAC}"/>
              </a:ext>
            </a:extLst>
          </p:cNvPr>
          <p:cNvSpPr/>
          <p:nvPr/>
        </p:nvSpPr>
        <p:spPr bwMode="auto">
          <a:xfrm>
            <a:off x="7923362" y="2931415"/>
            <a:ext cx="320086" cy="509996"/>
          </a:xfrm>
          <a:prstGeom prst="mathMultiply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237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BCD28-F3EA-0461-527B-09D7FD36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分支定界法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289DE4-A984-C3A6-F5D0-5E68D0105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4090C2-D2D5-5842-D63F-A5F3BE74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97300" y="6531912"/>
            <a:ext cx="2311400" cy="271098"/>
          </a:xfrm>
        </p:spPr>
        <p:txBody>
          <a:bodyPr/>
          <a:lstStyle/>
          <a:p>
            <a:fld id="{7AC79822-BC0D-4DE8-A7E5-90A3732A2B82}" type="slidenum">
              <a:rPr lang="zh-CN" altLang="en-US" smtClean="0"/>
              <a:pPr/>
              <a:t>26</a:t>
            </a:fld>
            <a:endParaRPr lang="en-US" altLang="zh-CN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79C8173-1B62-50F3-8402-193C58B7D9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758" y="3169020"/>
          <a:ext cx="1220788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080" imgH="888840" progId="Equation.DSMT4">
                  <p:embed/>
                </p:oleObj>
              </mc:Choice>
              <mc:Fallback>
                <p:oleObj name="Equation" r:id="rId2" imgW="622080" imgH="8888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79C8173-1B62-50F3-8402-193C58B7D9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758" y="3169020"/>
                        <a:ext cx="1220788" cy="1746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对象 127">
            <a:extLst>
              <a:ext uri="{FF2B5EF4-FFF2-40B4-BE49-F238E27FC236}">
                <a16:creationId xmlns:a16="http://schemas.microsoft.com/office/drawing/2014/main" id="{BBCF5469-BD8B-DC1F-5216-614DA32FFE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3868430"/>
              </p:ext>
            </p:extLst>
          </p:nvPr>
        </p:nvGraphicFramePr>
        <p:xfrm>
          <a:off x="8552043" y="3342828"/>
          <a:ext cx="12128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22080" imgH="241200" progId="Equation.DSMT4">
                  <p:embed/>
                </p:oleObj>
              </mc:Choice>
              <mc:Fallback>
                <p:oleObj name="Equation" r:id="rId4" imgW="622080" imgH="241200" progId="Equation.DSMT4">
                  <p:embed/>
                  <p:pic>
                    <p:nvPicPr>
                      <p:cNvPr id="128" name="对象 127">
                        <a:extLst>
                          <a:ext uri="{FF2B5EF4-FFF2-40B4-BE49-F238E27FC236}">
                            <a16:creationId xmlns:a16="http://schemas.microsoft.com/office/drawing/2014/main" id="{BBCF5469-BD8B-DC1F-5216-614DA32FF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52043" y="3342828"/>
                        <a:ext cx="1212850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对象 128">
            <a:extLst>
              <a:ext uri="{FF2B5EF4-FFF2-40B4-BE49-F238E27FC236}">
                <a16:creationId xmlns:a16="http://schemas.microsoft.com/office/drawing/2014/main" id="{97DA67AE-D650-48B3-0D81-2DBF840AFC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92678" y="4097338"/>
          <a:ext cx="121285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2080" imgH="241200" progId="Equation.DSMT4">
                  <p:embed/>
                </p:oleObj>
              </mc:Choice>
              <mc:Fallback>
                <p:oleObj name="Equation" r:id="rId6" imgW="622080" imgH="241200" progId="Equation.DSMT4">
                  <p:embed/>
                  <p:pic>
                    <p:nvPicPr>
                      <p:cNvPr id="129" name="对象 128">
                        <a:extLst>
                          <a:ext uri="{FF2B5EF4-FFF2-40B4-BE49-F238E27FC236}">
                            <a16:creationId xmlns:a16="http://schemas.microsoft.com/office/drawing/2014/main" id="{97DA67AE-D650-48B3-0D81-2DBF840AFC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492678" y="4097338"/>
                        <a:ext cx="1212850" cy="46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37C0A240-62EF-1039-8984-5EF861AC5B50}"/>
              </a:ext>
            </a:extLst>
          </p:cNvPr>
          <p:cNvCxnSpPr/>
          <p:nvPr/>
        </p:nvCxnSpPr>
        <p:spPr bwMode="auto">
          <a:xfrm flipV="1">
            <a:off x="1320546" y="2647398"/>
            <a:ext cx="809438" cy="127197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9F0717F5-CD8D-3EAD-C835-07EE6E48E500}"/>
              </a:ext>
            </a:extLst>
          </p:cNvPr>
          <p:cNvCxnSpPr/>
          <p:nvPr/>
        </p:nvCxnSpPr>
        <p:spPr bwMode="auto">
          <a:xfrm>
            <a:off x="1320546" y="4094715"/>
            <a:ext cx="809438" cy="109559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78" name="对象 77">
            <a:extLst>
              <a:ext uri="{FF2B5EF4-FFF2-40B4-BE49-F238E27FC236}">
                <a16:creationId xmlns:a16="http://schemas.microsoft.com/office/drawing/2014/main" id="{8DA9872F-CB3D-1F02-9B57-254C684E32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4271" y="1551010"/>
          <a:ext cx="1446213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36560" imgH="939600" progId="Equation.DSMT4">
                  <p:embed/>
                </p:oleObj>
              </mc:Choice>
              <mc:Fallback>
                <p:oleObj name="Equation" r:id="rId8" imgW="736560" imgH="939600" progId="Equation.DSMT4">
                  <p:embed/>
                  <p:pic>
                    <p:nvPicPr>
                      <p:cNvPr id="78" name="对象 77">
                        <a:extLst>
                          <a:ext uri="{FF2B5EF4-FFF2-40B4-BE49-F238E27FC236}">
                            <a16:creationId xmlns:a16="http://schemas.microsoft.com/office/drawing/2014/main" id="{8DA9872F-CB3D-1F02-9B57-254C684E32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44271" y="1551010"/>
                        <a:ext cx="1446213" cy="1847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E018E1A-E739-B864-D950-152D64E72E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001498"/>
              </p:ext>
            </p:extLst>
          </p:nvPr>
        </p:nvGraphicFramePr>
        <p:xfrm>
          <a:off x="2129984" y="4389462"/>
          <a:ext cx="1460500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23600" imgH="939600" progId="Equation.DSMT4">
                  <p:embed/>
                </p:oleObj>
              </mc:Choice>
              <mc:Fallback>
                <p:oleObj name="Equation" r:id="rId10" imgW="723600" imgH="939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E018E1A-E739-B864-D950-152D64E72E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29984" y="4389462"/>
                        <a:ext cx="1460500" cy="1847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A2EAFFA-D3E3-CBEC-C1F4-A2EDFB411C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1198048"/>
              </p:ext>
            </p:extLst>
          </p:nvPr>
        </p:nvGraphicFramePr>
        <p:xfrm>
          <a:off x="4818591" y="2659024"/>
          <a:ext cx="3116262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87240" imgH="482400" progId="Equation.DSMT4">
                  <p:embed/>
                </p:oleObj>
              </mc:Choice>
              <mc:Fallback>
                <p:oleObj name="Equation" r:id="rId12" imgW="1587240" imgH="4824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A2EAFFA-D3E3-CBEC-C1F4-A2EDFB411C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818591" y="2659024"/>
                        <a:ext cx="3116262" cy="9477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59BFF68-1F89-9A73-716D-228787FAAE55}"/>
              </a:ext>
            </a:extLst>
          </p:cNvPr>
          <p:cNvCxnSpPr/>
          <p:nvPr/>
        </p:nvCxnSpPr>
        <p:spPr bwMode="auto">
          <a:xfrm flipV="1">
            <a:off x="3583267" y="1731934"/>
            <a:ext cx="1214157" cy="62986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1DB9ECA-4EB5-060D-5BAC-3EFDA2BC28CF}"/>
              </a:ext>
            </a:extLst>
          </p:cNvPr>
          <p:cNvCxnSpPr/>
          <p:nvPr/>
        </p:nvCxnSpPr>
        <p:spPr bwMode="auto">
          <a:xfrm>
            <a:off x="3583268" y="2542725"/>
            <a:ext cx="1214157" cy="85004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C6858A1-6907-DCCE-E801-245677C2692F}"/>
              </a:ext>
            </a:extLst>
          </p:cNvPr>
          <p:cNvSpPr txBox="1"/>
          <p:nvPr/>
        </p:nvSpPr>
        <p:spPr>
          <a:xfrm>
            <a:off x="2834179" y="3725383"/>
            <a:ext cx="508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求解</a:t>
            </a:r>
            <a:r>
              <a:rPr lang="en-US" altLang="zh-CN" sz="1800" dirty="0"/>
              <a:t>B2</a:t>
            </a:r>
            <a:r>
              <a:rPr lang="zh-CN" altLang="en-US" sz="1800" dirty="0"/>
              <a:t>，此时</a:t>
            </a:r>
            <a:r>
              <a:rPr lang="en-US" altLang="zh-CN" sz="1800" dirty="0"/>
              <a:t>-341</a:t>
            </a:r>
            <a:r>
              <a:rPr lang="zh-CN" altLang="en-US" sz="1800" dirty="0"/>
              <a:t>不超过</a:t>
            </a:r>
            <a:r>
              <a:rPr lang="en-US" altLang="zh-CN" sz="1800" dirty="0"/>
              <a:t>-340</a:t>
            </a:r>
            <a:r>
              <a:rPr lang="zh-CN" altLang="en-US" sz="1800" dirty="0"/>
              <a:t>，修改下限，继续分支。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24C5B85-8FC6-BA22-7DA2-35456F321F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40214" y="1241824"/>
          <a:ext cx="2792412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22360" imgH="482400" progId="Equation.DSMT4">
                  <p:embed/>
                </p:oleObj>
              </mc:Choice>
              <mc:Fallback>
                <p:oleObj name="Equation" r:id="rId14" imgW="1422360" imgH="482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B24C5B85-8FC6-BA22-7DA2-35456F321F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840214" y="1241824"/>
                        <a:ext cx="2792412" cy="9477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乘号 7">
            <a:extLst>
              <a:ext uri="{FF2B5EF4-FFF2-40B4-BE49-F238E27FC236}">
                <a16:creationId xmlns:a16="http://schemas.microsoft.com/office/drawing/2014/main" id="{4DC03185-DF59-5164-B3FA-A8B1163DAEAC}"/>
              </a:ext>
            </a:extLst>
          </p:cNvPr>
          <p:cNvSpPr/>
          <p:nvPr/>
        </p:nvSpPr>
        <p:spPr bwMode="auto">
          <a:xfrm>
            <a:off x="7923362" y="2931415"/>
            <a:ext cx="320086" cy="509996"/>
          </a:xfrm>
          <a:prstGeom prst="mathMultiply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1A8835F-667D-53F9-0D3D-5086E0E6E3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4320345"/>
              </p:ext>
            </p:extLst>
          </p:nvPr>
        </p:nvGraphicFramePr>
        <p:xfrm>
          <a:off x="4797424" y="4138589"/>
          <a:ext cx="2268538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55600" imgH="482400" progId="Equation.DSMT4">
                  <p:embed/>
                </p:oleObj>
              </mc:Choice>
              <mc:Fallback>
                <p:oleObj name="Equation" r:id="rId16" imgW="1155600" imgH="4824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AB5DF259-24BD-38DF-F37C-2E35FC212E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797424" y="4138589"/>
                        <a:ext cx="2268538" cy="9477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8ACE17E2-C854-8E12-9294-4C5FD92F12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3152463"/>
              </p:ext>
            </p:extLst>
          </p:nvPr>
        </p:nvGraphicFramePr>
        <p:xfrm>
          <a:off x="4797424" y="5570090"/>
          <a:ext cx="2243137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43000" imgH="482400" progId="Equation.DSMT4">
                  <p:embed/>
                </p:oleObj>
              </mc:Choice>
              <mc:Fallback>
                <p:oleObj name="Equation" r:id="rId18" imgW="1143000" imgH="4824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A2EAFFA-D3E3-CBEC-C1F4-A2EDFB411C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797424" y="5570090"/>
                        <a:ext cx="2243137" cy="9477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4F55129-8C00-A256-7B00-B5704795D185}"/>
              </a:ext>
            </a:extLst>
          </p:cNvPr>
          <p:cNvCxnSpPr/>
          <p:nvPr/>
        </p:nvCxnSpPr>
        <p:spPr bwMode="auto">
          <a:xfrm flipV="1">
            <a:off x="3577495" y="4523420"/>
            <a:ext cx="1214157" cy="62986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FD889CE-88C5-E565-4AA9-4B7D7D8AFD9D}"/>
              </a:ext>
            </a:extLst>
          </p:cNvPr>
          <p:cNvCxnSpPr/>
          <p:nvPr/>
        </p:nvCxnSpPr>
        <p:spPr bwMode="auto">
          <a:xfrm>
            <a:off x="3577496" y="5334211"/>
            <a:ext cx="1214157" cy="85004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005381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BCD28-F3EA-0461-527B-09D7FD36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分支定界法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289DE4-A984-C3A6-F5D0-5E68D0105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4090C2-D2D5-5842-D63F-A5F3BE74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97300" y="6531912"/>
            <a:ext cx="2311400" cy="271098"/>
          </a:xfrm>
        </p:spPr>
        <p:txBody>
          <a:bodyPr/>
          <a:lstStyle/>
          <a:p>
            <a:fld id="{7AC79822-BC0D-4DE8-A7E5-90A3732A2B82}" type="slidenum">
              <a:rPr lang="zh-CN" altLang="en-US" smtClean="0"/>
              <a:pPr/>
              <a:t>27</a:t>
            </a:fld>
            <a:endParaRPr lang="en-US" altLang="zh-CN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79C8173-1B62-50F3-8402-193C58B7D9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758" y="3169020"/>
          <a:ext cx="1220788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080" imgH="888840" progId="Equation.DSMT4">
                  <p:embed/>
                </p:oleObj>
              </mc:Choice>
              <mc:Fallback>
                <p:oleObj name="Equation" r:id="rId2" imgW="622080" imgH="8888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79C8173-1B62-50F3-8402-193C58B7D9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758" y="3169020"/>
                        <a:ext cx="1220788" cy="1746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对象 127">
            <a:extLst>
              <a:ext uri="{FF2B5EF4-FFF2-40B4-BE49-F238E27FC236}">
                <a16:creationId xmlns:a16="http://schemas.microsoft.com/office/drawing/2014/main" id="{BBCF5469-BD8B-DC1F-5216-614DA32FFE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6762043"/>
              </p:ext>
            </p:extLst>
          </p:nvPr>
        </p:nvGraphicFramePr>
        <p:xfrm>
          <a:off x="8564563" y="3343275"/>
          <a:ext cx="11874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09480" imgH="241200" progId="Equation.DSMT4">
                  <p:embed/>
                </p:oleObj>
              </mc:Choice>
              <mc:Fallback>
                <p:oleObj name="Equation" r:id="rId4" imgW="609480" imgH="241200" progId="Equation.DSMT4">
                  <p:embed/>
                  <p:pic>
                    <p:nvPicPr>
                      <p:cNvPr id="128" name="对象 127">
                        <a:extLst>
                          <a:ext uri="{FF2B5EF4-FFF2-40B4-BE49-F238E27FC236}">
                            <a16:creationId xmlns:a16="http://schemas.microsoft.com/office/drawing/2014/main" id="{BBCF5469-BD8B-DC1F-5216-614DA32FF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64563" y="3343275"/>
                        <a:ext cx="1187450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对象 128">
            <a:extLst>
              <a:ext uri="{FF2B5EF4-FFF2-40B4-BE49-F238E27FC236}">
                <a16:creationId xmlns:a16="http://schemas.microsoft.com/office/drawing/2014/main" id="{97DA67AE-D650-48B3-0D81-2DBF840AFC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2164167"/>
              </p:ext>
            </p:extLst>
          </p:nvPr>
        </p:nvGraphicFramePr>
        <p:xfrm>
          <a:off x="8492678" y="4097338"/>
          <a:ext cx="121285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2080" imgH="241200" progId="Equation.DSMT4">
                  <p:embed/>
                </p:oleObj>
              </mc:Choice>
              <mc:Fallback>
                <p:oleObj name="Equation" r:id="rId6" imgW="622080" imgH="241200" progId="Equation.DSMT4">
                  <p:embed/>
                  <p:pic>
                    <p:nvPicPr>
                      <p:cNvPr id="129" name="对象 128">
                        <a:extLst>
                          <a:ext uri="{FF2B5EF4-FFF2-40B4-BE49-F238E27FC236}">
                            <a16:creationId xmlns:a16="http://schemas.microsoft.com/office/drawing/2014/main" id="{97DA67AE-D650-48B3-0D81-2DBF840AFC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492678" y="4097338"/>
                        <a:ext cx="1212850" cy="46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37C0A240-62EF-1039-8984-5EF861AC5B50}"/>
              </a:ext>
            </a:extLst>
          </p:cNvPr>
          <p:cNvCxnSpPr/>
          <p:nvPr/>
        </p:nvCxnSpPr>
        <p:spPr bwMode="auto">
          <a:xfrm flipV="1">
            <a:off x="1320546" y="2647398"/>
            <a:ext cx="809438" cy="127197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9F0717F5-CD8D-3EAD-C835-07EE6E48E500}"/>
              </a:ext>
            </a:extLst>
          </p:cNvPr>
          <p:cNvCxnSpPr/>
          <p:nvPr/>
        </p:nvCxnSpPr>
        <p:spPr bwMode="auto">
          <a:xfrm>
            <a:off x="1320546" y="4094715"/>
            <a:ext cx="809438" cy="109559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78" name="对象 77">
            <a:extLst>
              <a:ext uri="{FF2B5EF4-FFF2-40B4-BE49-F238E27FC236}">
                <a16:creationId xmlns:a16="http://schemas.microsoft.com/office/drawing/2014/main" id="{8DA9872F-CB3D-1F02-9B57-254C684E32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4271" y="1551010"/>
          <a:ext cx="1446213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36560" imgH="939600" progId="Equation.DSMT4">
                  <p:embed/>
                </p:oleObj>
              </mc:Choice>
              <mc:Fallback>
                <p:oleObj name="Equation" r:id="rId8" imgW="736560" imgH="939600" progId="Equation.DSMT4">
                  <p:embed/>
                  <p:pic>
                    <p:nvPicPr>
                      <p:cNvPr id="78" name="对象 77">
                        <a:extLst>
                          <a:ext uri="{FF2B5EF4-FFF2-40B4-BE49-F238E27FC236}">
                            <a16:creationId xmlns:a16="http://schemas.microsoft.com/office/drawing/2014/main" id="{8DA9872F-CB3D-1F02-9B57-254C684E32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44271" y="1551010"/>
                        <a:ext cx="1446213" cy="1847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E018E1A-E739-B864-D950-152D64E72E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9984" y="4389462"/>
          <a:ext cx="1460500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23600" imgH="939600" progId="Equation.DSMT4">
                  <p:embed/>
                </p:oleObj>
              </mc:Choice>
              <mc:Fallback>
                <p:oleObj name="Equation" r:id="rId10" imgW="723600" imgH="939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E018E1A-E739-B864-D950-152D64E72E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29984" y="4389462"/>
                        <a:ext cx="1460500" cy="1847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A2EAFFA-D3E3-CBEC-C1F4-A2EDFB411C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18591" y="2659024"/>
          <a:ext cx="3116262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87240" imgH="482400" progId="Equation.DSMT4">
                  <p:embed/>
                </p:oleObj>
              </mc:Choice>
              <mc:Fallback>
                <p:oleObj name="Equation" r:id="rId12" imgW="1587240" imgH="4824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A2EAFFA-D3E3-CBEC-C1F4-A2EDFB411C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818591" y="2659024"/>
                        <a:ext cx="3116262" cy="9477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59BFF68-1F89-9A73-716D-228787FAAE55}"/>
              </a:ext>
            </a:extLst>
          </p:cNvPr>
          <p:cNvCxnSpPr/>
          <p:nvPr/>
        </p:nvCxnSpPr>
        <p:spPr bwMode="auto">
          <a:xfrm flipV="1">
            <a:off x="3583267" y="1731934"/>
            <a:ext cx="1214157" cy="62986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1DB9ECA-4EB5-060D-5BAC-3EFDA2BC28CF}"/>
              </a:ext>
            </a:extLst>
          </p:cNvPr>
          <p:cNvCxnSpPr/>
          <p:nvPr/>
        </p:nvCxnSpPr>
        <p:spPr bwMode="auto">
          <a:xfrm>
            <a:off x="3583268" y="2542725"/>
            <a:ext cx="1214157" cy="85004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C6858A1-6907-DCCE-E801-245677C2692F}"/>
              </a:ext>
            </a:extLst>
          </p:cNvPr>
          <p:cNvSpPr txBox="1"/>
          <p:nvPr/>
        </p:nvSpPr>
        <p:spPr>
          <a:xfrm>
            <a:off x="2834179" y="3725383"/>
            <a:ext cx="508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求解</a:t>
            </a:r>
            <a:r>
              <a:rPr lang="en-US" altLang="zh-CN" sz="1800" dirty="0"/>
              <a:t>B2</a:t>
            </a:r>
            <a:r>
              <a:rPr lang="zh-CN" altLang="en-US" sz="1800" dirty="0"/>
              <a:t>，此时</a:t>
            </a:r>
            <a:r>
              <a:rPr lang="en-US" altLang="zh-CN" sz="1800" dirty="0"/>
              <a:t>-341</a:t>
            </a:r>
            <a:r>
              <a:rPr lang="zh-CN" altLang="en-US" sz="1800" dirty="0"/>
              <a:t>不超过</a:t>
            </a:r>
            <a:r>
              <a:rPr lang="en-US" altLang="zh-CN" sz="1800" dirty="0"/>
              <a:t>-340</a:t>
            </a:r>
            <a:r>
              <a:rPr lang="zh-CN" altLang="en-US" sz="1800" dirty="0"/>
              <a:t>，修改下限，继续分支。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24C5B85-8FC6-BA22-7DA2-35456F321F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40214" y="1241824"/>
          <a:ext cx="2792412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22360" imgH="482400" progId="Equation.DSMT4">
                  <p:embed/>
                </p:oleObj>
              </mc:Choice>
              <mc:Fallback>
                <p:oleObj name="Equation" r:id="rId14" imgW="1422360" imgH="482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B24C5B85-8FC6-BA22-7DA2-35456F321F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840214" y="1241824"/>
                        <a:ext cx="2792412" cy="9477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乘号 7">
            <a:extLst>
              <a:ext uri="{FF2B5EF4-FFF2-40B4-BE49-F238E27FC236}">
                <a16:creationId xmlns:a16="http://schemas.microsoft.com/office/drawing/2014/main" id="{4DC03185-DF59-5164-B3FA-A8B1163DAEAC}"/>
              </a:ext>
            </a:extLst>
          </p:cNvPr>
          <p:cNvSpPr/>
          <p:nvPr/>
        </p:nvSpPr>
        <p:spPr bwMode="auto">
          <a:xfrm>
            <a:off x="7923362" y="2931415"/>
            <a:ext cx="320086" cy="509996"/>
          </a:xfrm>
          <a:prstGeom prst="mathMultiply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1A8835F-667D-53F9-0D3D-5086E0E6E3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97424" y="4138589"/>
          <a:ext cx="2268538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55600" imgH="482400" progId="Equation.DSMT4">
                  <p:embed/>
                </p:oleObj>
              </mc:Choice>
              <mc:Fallback>
                <p:oleObj name="Equation" r:id="rId16" imgW="1155600" imgH="4824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C1A8835F-667D-53F9-0D3D-5086E0E6E3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797424" y="4138589"/>
                        <a:ext cx="2268538" cy="9477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8ACE17E2-C854-8E12-9294-4C5FD92F12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6315964"/>
              </p:ext>
            </p:extLst>
          </p:nvPr>
        </p:nvGraphicFramePr>
        <p:xfrm>
          <a:off x="4797424" y="5570090"/>
          <a:ext cx="2243137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143000" imgH="482400" progId="Equation.DSMT4">
                  <p:embed/>
                </p:oleObj>
              </mc:Choice>
              <mc:Fallback>
                <p:oleObj name="Equation" r:id="rId18" imgW="1143000" imgH="4824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8ACE17E2-C854-8E12-9294-4C5FD92F12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797424" y="5570090"/>
                        <a:ext cx="2243137" cy="9477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4F55129-8C00-A256-7B00-B5704795D185}"/>
              </a:ext>
            </a:extLst>
          </p:cNvPr>
          <p:cNvCxnSpPr/>
          <p:nvPr/>
        </p:nvCxnSpPr>
        <p:spPr bwMode="auto">
          <a:xfrm flipV="1">
            <a:off x="3577495" y="4523420"/>
            <a:ext cx="1214157" cy="62986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FD889CE-88C5-E565-4AA9-4B7D7D8AFD9D}"/>
              </a:ext>
            </a:extLst>
          </p:cNvPr>
          <p:cNvCxnSpPr/>
          <p:nvPr/>
        </p:nvCxnSpPr>
        <p:spPr bwMode="auto">
          <a:xfrm>
            <a:off x="3577496" y="5334211"/>
            <a:ext cx="1214157" cy="85004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264987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BCD28-F3EA-0461-527B-09D7FD36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分支定界法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289DE4-A984-C3A6-F5D0-5E68D0105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4090C2-D2D5-5842-D63F-A5F3BE74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97300" y="6531912"/>
            <a:ext cx="2311400" cy="271098"/>
          </a:xfrm>
        </p:spPr>
        <p:txBody>
          <a:bodyPr/>
          <a:lstStyle/>
          <a:p>
            <a:fld id="{7AC79822-BC0D-4DE8-A7E5-90A3732A2B82}" type="slidenum">
              <a:rPr lang="zh-CN" altLang="en-US" smtClean="0"/>
              <a:pPr/>
              <a:t>28</a:t>
            </a:fld>
            <a:endParaRPr lang="en-US" altLang="zh-CN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79C8173-1B62-50F3-8402-193C58B7D9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758" y="3169020"/>
          <a:ext cx="1220788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080" imgH="888840" progId="Equation.DSMT4">
                  <p:embed/>
                </p:oleObj>
              </mc:Choice>
              <mc:Fallback>
                <p:oleObj name="Equation" r:id="rId2" imgW="622080" imgH="8888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79C8173-1B62-50F3-8402-193C58B7D9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758" y="3169020"/>
                        <a:ext cx="1220788" cy="1746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对象 127">
            <a:extLst>
              <a:ext uri="{FF2B5EF4-FFF2-40B4-BE49-F238E27FC236}">
                <a16:creationId xmlns:a16="http://schemas.microsoft.com/office/drawing/2014/main" id="{BBCF5469-BD8B-DC1F-5216-614DA32FFE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9105342"/>
              </p:ext>
            </p:extLst>
          </p:nvPr>
        </p:nvGraphicFramePr>
        <p:xfrm>
          <a:off x="8564563" y="3343275"/>
          <a:ext cx="11874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09480" imgH="241200" progId="Equation.DSMT4">
                  <p:embed/>
                </p:oleObj>
              </mc:Choice>
              <mc:Fallback>
                <p:oleObj name="Equation" r:id="rId4" imgW="609480" imgH="241200" progId="Equation.DSMT4">
                  <p:embed/>
                  <p:pic>
                    <p:nvPicPr>
                      <p:cNvPr id="128" name="对象 127">
                        <a:extLst>
                          <a:ext uri="{FF2B5EF4-FFF2-40B4-BE49-F238E27FC236}">
                            <a16:creationId xmlns:a16="http://schemas.microsoft.com/office/drawing/2014/main" id="{BBCF5469-BD8B-DC1F-5216-614DA32FF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64563" y="3343275"/>
                        <a:ext cx="1187450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对象 128">
            <a:extLst>
              <a:ext uri="{FF2B5EF4-FFF2-40B4-BE49-F238E27FC236}">
                <a16:creationId xmlns:a16="http://schemas.microsoft.com/office/drawing/2014/main" id="{97DA67AE-D650-48B3-0D81-2DBF840AFC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92678" y="4097338"/>
          <a:ext cx="121285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22080" imgH="241200" progId="Equation.DSMT4">
                  <p:embed/>
                </p:oleObj>
              </mc:Choice>
              <mc:Fallback>
                <p:oleObj name="Equation" r:id="rId6" imgW="622080" imgH="241200" progId="Equation.DSMT4">
                  <p:embed/>
                  <p:pic>
                    <p:nvPicPr>
                      <p:cNvPr id="129" name="对象 128">
                        <a:extLst>
                          <a:ext uri="{FF2B5EF4-FFF2-40B4-BE49-F238E27FC236}">
                            <a16:creationId xmlns:a16="http://schemas.microsoft.com/office/drawing/2014/main" id="{97DA67AE-D650-48B3-0D81-2DBF840AFC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492678" y="4097338"/>
                        <a:ext cx="1212850" cy="46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37C0A240-62EF-1039-8984-5EF861AC5B50}"/>
              </a:ext>
            </a:extLst>
          </p:cNvPr>
          <p:cNvCxnSpPr/>
          <p:nvPr/>
        </p:nvCxnSpPr>
        <p:spPr bwMode="auto">
          <a:xfrm flipV="1">
            <a:off x="1320546" y="2647398"/>
            <a:ext cx="809438" cy="127197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9F0717F5-CD8D-3EAD-C835-07EE6E48E500}"/>
              </a:ext>
            </a:extLst>
          </p:cNvPr>
          <p:cNvCxnSpPr/>
          <p:nvPr/>
        </p:nvCxnSpPr>
        <p:spPr bwMode="auto">
          <a:xfrm>
            <a:off x="1320546" y="4094715"/>
            <a:ext cx="809438" cy="109559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78" name="对象 77">
            <a:extLst>
              <a:ext uri="{FF2B5EF4-FFF2-40B4-BE49-F238E27FC236}">
                <a16:creationId xmlns:a16="http://schemas.microsoft.com/office/drawing/2014/main" id="{8DA9872F-CB3D-1F02-9B57-254C684E32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4271" y="1551010"/>
          <a:ext cx="1446213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36560" imgH="939600" progId="Equation.DSMT4">
                  <p:embed/>
                </p:oleObj>
              </mc:Choice>
              <mc:Fallback>
                <p:oleObj name="Equation" r:id="rId8" imgW="736560" imgH="939600" progId="Equation.DSMT4">
                  <p:embed/>
                  <p:pic>
                    <p:nvPicPr>
                      <p:cNvPr id="78" name="对象 77">
                        <a:extLst>
                          <a:ext uri="{FF2B5EF4-FFF2-40B4-BE49-F238E27FC236}">
                            <a16:creationId xmlns:a16="http://schemas.microsoft.com/office/drawing/2014/main" id="{8DA9872F-CB3D-1F02-9B57-254C684E32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44271" y="1551010"/>
                        <a:ext cx="1446213" cy="1847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E018E1A-E739-B864-D950-152D64E72E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9984" y="4389462"/>
          <a:ext cx="1460500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23600" imgH="939600" progId="Equation.DSMT4">
                  <p:embed/>
                </p:oleObj>
              </mc:Choice>
              <mc:Fallback>
                <p:oleObj name="Equation" r:id="rId10" imgW="723600" imgH="939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E018E1A-E739-B864-D950-152D64E72E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29984" y="4389462"/>
                        <a:ext cx="1460500" cy="1847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A2EAFFA-D3E3-CBEC-C1F4-A2EDFB411C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18591" y="2659024"/>
          <a:ext cx="3116262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87240" imgH="482400" progId="Equation.DSMT4">
                  <p:embed/>
                </p:oleObj>
              </mc:Choice>
              <mc:Fallback>
                <p:oleObj name="Equation" r:id="rId12" imgW="1587240" imgH="4824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A2EAFFA-D3E3-CBEC-C1F4-A2EDFB411C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818591" y="2659024"/>
                        <a:ext cx="3116262" cy="9477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59BFF68-1F89-9A73-716D-228787FAAE55}"/>
              </a:ext>
            </a:extLst>
          </p:cNvPr>
          <p:cNvCxnSpPr/>
          <p:nvPr/>
        </p:nvCxnSpPr>
        <p:spPr bwMode="auto">
          <a:xfrm flipV="1">
            <a:off x="3583267" y="1731934"/>
            <a:ext cx="1214157" cy="62986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1DB9ECA-4EB5-060D-5BAC-3EFDA2BC28CF}"/>
              </a:ext>
            </a:extLst>
          </p:cNvPr>
          <p:cNvCxnSpPr/>
          <p:nvPr/>
        </p:nvCxnSpPr>
        <p:spPr bwMode="auto">
          <a:xfrm>
            <a:off x="3583268" y="2542725"/>
            <a:ext cx="1214157" cy="85004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24C5B85-8FC6-BA22-7DA2-35456F321F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40214" y="1241824"/>
          <a:ext cx="2792412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22360" imgH="482400" progId="Equation.DSMT4">
                  <p:embed/>
                </p:oleObj>
              </mc:Choice>
              <mc:Fallback>
                <p:oleObj name="Equation" r:id="rId14" imgW="1422360" imgH="482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B24C5B85-8FC6-BA22-7DA2-35456F321F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840214" y="1241824"/>
                        <a:ext cx="2792412" cy="9477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乘号 7">
            <a:extLst>
              <a:ext uri="{FF2B5EF4-FFF2-40B4-BE49-F238E27FC236}">
                <a16:creationId xmlns:a16="http://schemas.microsoft.com/office/drawing/2014/main" id="{4DC03185-DF59-5164-B3FA-A8B1163DAEAC}"/>
              </a:ext>
            </a:extLst>
          </p:cNvPr>
          <p:cNvSpPr/>
          <p:nvPr/>
        </p:nvSpPr>
        <p:spPr bwMode="auto">
          <a:xfrm>
            <a:off x="7923362" y="2931415"/>
            <a:ext cx="320086" cy="509996"/>
          </a:xfrm>
          <a:prstGeom prst="mathMultiply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1A8835F-667D-53F9-0D3D-5086E0E6E3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3121872"/>
              </p:ext>
            </p:extLst>
          </p:nvPr>
        </p:nvGraphicFramePr>
        <p:xfrm>
          <a:off x="4840214" y="4144645"/>
          <a:ext cx="3065463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62040" imgH="482400" progId="Equation.DSMT4">
                  <p:embed/>
                </p:oleObj>
              </mc:Choice>
              <mc:Fallback>
                <p:oleObj name="Equation" r:id="rId16" imgW="1562040" imgH="4824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C1A8835F-667D-53F9-0D3D-5086E0E6E3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840214" y="4144645"/>
                        <a:ext cx="3065463" cy="9477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8ACE17E2-C854-8E12-9294-4C5FD92F12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699565"/>
              </p:ext>
            </p:extLst>
          </p:nvPr>
        </p:nvGraphicFramePr>
        <p:xfrm>
          <a:off x="4867032" y="5572482"/>
          <a:ext cx="147002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49160" imgH="457200" progId="Equation.DSMT4">
                  <p:embed/>
                </p:oleObj>
              </mc:Choice>
              <mc:Fallback>
                <p:oleObj name="Equation" r:id="rId18" imgW="749160" imgH="4572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8ACE17E2-C854-8E12-9294-4C5FD92F12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867032" y="5572482"/>
                        <a:ext cx="1470025" cy="8985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4F55129-8C00-A256-7B00-B5704795D185}"/>
              </a:ext>
            </a:extLst>
          </p:cNvPr>
          <p:cNvCxnSpPr/>
          <p:nvPr/>
        </p:nvCxnSpPr>
        <p:spPr bwMode="auto">
          <a:xfrm flipV="1">
            <a:off x="3577495" y="4523420"/>
            <a:ext cx="1214157" cy="62986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FD889CE-88C5-E565-4AA9-4B7D7D8AFD9D}"/>
              </a:ext>
            </a:extLst>
          </p:cNvPr>
          <p:cNvCxnSpPr/>
          <p:nvPr/>
        </p:nvCxnSpPr>
        <p:spPr bwMode="auto">
          <a:xfrm>
            <a:off x="3577496" y="5334211"/>
            <a:ext cx="1214157" cy="85004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乘号 8">
            <a:extLst>
              <a:ext uri="{FF2B5EF4-FFF2-40B4-BE49-F238E27FC236}">
                <a16:creationId xmlns:a16="http://schemas.microsoft.com/office/drawing/2014/main" id="{246A614B-5F7D-A3E6-E81F-0966A999D0DB}"/>
              </a:ext>
            </a:extLst>
          </p:cNvPr>
          <p:cNvSpPr/>
          <p:nvPr/>
        </p:nvSpPr>
        <p:spPr bwMode="auto">
          <a:xfrm>
            <a:off x="7905677" y="4387512"/>
            <a:ext cx="320086" cy="509996"/>
          </a:xfrm>
          <a:prstGeom prst="mathMultiply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乘号 17">
            <a:extLst>
              <a:ext uri="{FF2B5EF4-FFF2-40B4-BE49-F238E27FC236}">
                <a16:creationId xmlns:a16="http://schemas.microsoft.com/office/drawing/2014/main" id="{7BA1E92E-C304-EF04-B665-D2FA1EECA7B3}"/>
              </a:ext>
            </a:extLst>
          </p:cNvPr>
          <p:cNvSpPr/>
          <p:nvPr/>
        </p:nvSpPr>
        <p:spPr bwMode="auto">
          <a:xfrm>
            <a:off x="6315518" y="5766746"/>
            <a:ext cx="320086" cy="509996"/>
          </a:xfrm>
          <a:prstGeom prst="mathMultiply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46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BCD28-F3EA-0461-527B-09D7FD36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分支定界法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289DE4-A984-C3A6-F5D0-5E68D0105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4090C2-D2D5-5842-D63F-A5F3BE74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97300" y="6531912"/>
            <a:ext cx="2311400" cy="271098"/>
          </a:xfrm>
        </p:spPr>
        <p:txBody>
          <a:bodyPr/>
          <a:lstStyle/>
          <a:p>
            <a:fld id="{7AC79822-BC0D-4DE8-A7E5-90A3732A2B82}" type="slidenum">
              <a:rPr lang="zh-CN" altLang="en-US" smtClean="0"/>
              <a:pPr/>
              <a:t>29</a:t>
            </a:fld>
            <a:endParaRPr lang="en-US" altLang="zh-CN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79C8173-1B62-50F3-8402-193C58B7D9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758" y="3169020"/>
          <a:ext cx="1220788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080" imgH="888840" progId="Equation.DSMT4">
                  <p:embed/>
                </p:oleObj>
              </mc:Choice>
              <mc:Fallback>
                <p:oleObj name="Equation" r:id="rId2" imgW="622080" imgH="8888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79C8173-1B62-50F3-8402-193C58B7D9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9758" y="3169020"/>
                        <a:ext cx="1220788" cy="1746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对象 127">
            <a:extLst>
              <a:ext uri="{FF2B5EF4-FFF2-40B4-BE49-F238E27FC236}">
                <a16:creationId xmlns:a16="http://schemas.microsoft.com/office/drawing/2014/main" id="{BBCF5469-BD8B-DC1F-5216-614DA32FFE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9391346"/>
              </p:ext>
            </p:extLst>
          </p:nvPr>
        </p:nvGraphicFramePr>
        <p:xfrm>
          <a:off x="7545288" y="5616176"/>
          <a:ext cx="17081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76240" imgH="266400" progId="Equation.DSMT4">
                  <p:embed/>
                </p:oleObj>
              </mc:Choice>
              <mc:Fallback>
                <p:oleObj name="Equation" r:id="rId4" imgW="876240" imgH="266400" progId="Equation.DSMT4">
                  <p:embed/>
                  <p:pic>
                    <p:nvPicPr>
                      <p:cNvPr id="128" name="对象 127">
                        <a:extLst>
                          <a:ext uri="{FF2B5EF4-FFF2-40B4-BE49-F238E27FC236}">
                            <a16:creationId xmlns:a16="http://schemas.microsoft.com/office/drawing/2014/main" id="{BBCF5469-BD8B-DC1F-5216-614DA32FFE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45288" y="5616176"/>
                        <a:ext cx="1708150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37C0A240-62EF-1039-8984-5EF861AC5B50}"/>
              </a:ext>
            </a:extLst>
          </p:cNvPr>
          <p:cNvCxnSpPr/>
          <p:nvPr/>
        </p:nvCxnSpPr>
        <p:spPr bwMode="auto">
          <a:xfrm flipV="1">
            <a:off x="1320546" y="2647398"/>
            <a:ext cx="809438" cy="127197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9F0717F5-CD8D-3EAD-C835-07EE6E48E500}"/>
              </a:ext>
            </a:extLst>
          </p:cNvPr>
          <p:cNvCxnSpPr/>
          <p:nvPr/>
        </p:nvCxnSpPr>
        <p:spPr bwMode="auto">
          <a:xfrm>
            <a:off x="1320546" y="4094715"/>
            <a:ext cx="809438" cy="109559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78" name="对象 77">
            <a:extLst>
              <a:ext uri="{FF2B5EF4-FFF2-40B4-BE49-F238E27FC236}">
                <a16:creationId xmlns:a16="http://schemas.microsoft.com/office/drawing/2014/main" id="{8DA9872F-CB3D-1F02-9B57-254C684E32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4271" y="1551010"/>
          <a:ext cx="1446213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36560" imgH="939600" progId="Equation.DSMT4">
                  <p:embed/>
                </p:oleObj>
              </mc:Choice>
              <mc:Fallback>
                <p:oleObj name="Equation" r:id="rId6" imgW="736560" imgH="939600" progId="Equation.DSMT4">
                  <p:embed/>
                  <p:pic>
                    <p:nvPicPr>
                      <p:cNvPr id="78" name="对象 77">
                        <a:extLst>
                          <a:ext uri="{FF2B5EF4-FFF2-40B4-BE49-F238E27FC236}">
                            <a16:creationId xmlns:a16="http://schemas.microsoft.com/office/drawing/2014/main" id="{8DA9872F-CB3D-1F02-9B57-254C684E32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44271" y="1551010"/>
                        <a:ext cx="1446213" cy="1847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E018E1A-E739-B864-D950-152D64E72E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9984" y="4389462"/>
          <a:ext cx="1460500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23600" imgH="939600" progId="Equation.DSMT4">
                  <p:embed/>
                </p:oleObj>
              </mc:Choice>
              <mc:Fallback>
                <p:oleObj name="Equation" r:id="rId8" imgW="723600" imgH="939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E018E1A-E739-B864-D950-152D64E72E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29984" y="4389462"/>
                        <a:ext cx="1460500" cy="1847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A2EAFFA-D3E3-CBEC-C1F4-A2EDFB411C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18591" y="2659024"/>
          <a:ext cx="3116262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87240" imgH="482400" progId="Equation.DSMT4">
                  <p:embed/>
                </p:oleObj>
              </mc:Choice>
              <mc:Fallback>
                <p:oleObj name="Equation" r:id="rId10" imgW="1587240" imgH="4824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A2EAFFA-D3E3-CBEC-C1F4-A2EDFB411C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818591" y="2659024"/>
                        <a:ext cx="3116262" cy="9477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59BFF68-1F89-9A73-716D-228787FAAE55}"/>
              </a:ext>
            </a:extLst>
          </p:cNvPr>
          <p:cNvCxnSpPr/>
          <p:nvPr/>
        </p:nvCxnSpPr>
        <p:spPr bwMode="auto">
          <a:xfrm flipV="1">
            <a:off x="3583267" y="1731934"/>
            <a:ext cx="1214157" cy="62986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1DB9ECA-4EB5-060D-5BAC-3EFDA2BC28CF}"/>
              </a:ext>
            </a:extLst>
          </p:cNvPr>
          <p:cNvCxnSpPr/>
          <p:nvPr/>
        </p:nvCxnSpPr>
        <p:spPr bwMode="auto">
          <a:xfrm>
            <a:off x="3583268" y="2542725"/>
            <a:ext cx="1214157" cy="85004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24C5B85-8FC6-BA22-7DA2-35456F321F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40214" y="1241824"/>
          <a:ext cx="2792412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22360" imgH="482400" progId="Equation.DSMT4">
                  <p:embed/>
                </p:oleObj>
              </mc:Choice>
              <mc:Fallback>
                <p:oleObj name="Equation" r:id="rId12" imgW="1422360" imgH="482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B24C5B85-8FC6-BA22-7DA2-35456F321F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840214" y="1241824"/>
                        <a:ext cx="2792412" cy="9477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乘号 7">
            <a:extLst>
              <a:ext uri="{FF2B5EF4-FFF2-40B4-BE49-F238E27FC236}">
                <a16:creationId xmlns:a16="http://schemas.microsoft.com/office/drawing/2014/main" id="{4DC03185-DF59-5164-B3FA-A8B1163DAEAC}"/>
              </a:ext>
            </a:extLst>
          </p:cNvPr>
          <p:cNvSpPr/>
          <p:nvPr/>
        </p:nvSpPr>
        <p:spPr bwMode="auto">
          <a:xfrm>
            <a:off x="7923362" y="2931415"/>
            <a:ext cx="320086" cy="509996"/>
          </a:xfrm>
          <a:prstGeom prst="mathMultiply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1A8835F-667D-53F9-0D3D-5086E0E6E3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40214" y="4144645"/>
          <a:ext cx="3065463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62040" imgH="482400" progId="Equation.DSMT4">
                  <p:embed/>
                </p:oleObj>
              </mc:Choice>
              <mc:Fallback>
                <p:oleObj name="Equation" r:id="rId14" imgW="1562040" imgH="4824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C1A8835F-667D-53F9-0D3D-5086E0E6E3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840214" y="4144645"/>
                        <a:ext cx="3065463" cy="9477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8ACE17E2-C854-8E12-9294-4C5FD92F12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67032" y="5572482"/>
          <a:ext cx="147002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49160" imgH="457200" progId="Equation.DSMT4">
                  <p:embed/>
                </p:oleObj>
              </mc:Choice>
              <mc:Fallback>
                <p:oleObj name="Equation" r:id="rId16" imgW="749160" imgH="4572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8ACE17E2-C854-8E12-9294-4C5FD92F12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867032" y="5572482"/>
                        <a:ext cx="1470025" cy="8985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rgbClr val="7030A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4F55129-8C00-A256-7B00-B5704795D185}"/>
              </a:ext>
            </a:extLst>
          </p:cNvPr>
          <p:cNvCxnSpPr/>
          <p:nvPr/>
        </p:nvCxnSpPr>
        <p:spPr bwMode="auto">
          <a:xfrm flipV="1">
            <a:off x="3577495" y="4523420"/>
            <a:ext cx="1214157" cy="62986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FD889CE-88C5-E565-4AA9-4B7D7D8AFD9D}"/>
              </a:ext>
            </a:extLst>
          </p:cNvPr>
          <p:cNvCxnSpPr/>
          <p:nvPr/>
        </p:nvCxnSpPr>
        <p:spPr bwMode="auto">
          <a:xfrm>
            <a:off x="3577496" y="5334211"/>
            <a:ext cx="1214157" cy="85004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乘号 8">
            <a:extLst>
              <a:ext uri="{FF2B5EF4-FFF2-40B4-BE49-F238E27FC236}">
                <a16:creationId xmlns:a16="http://schemas.microsoft.com/office/drawing/2014/main" id="{246A614B-5F7D-A3E6-E81F-0966A999D0DB}"/>
              </a:ext>
            </a:extLst>
          </p:cNvPr>
          <p:cNvSpPr/>
          <p:nvPr/>
        </p:nvSpPr>
        <p:spPr bwMode="auto">
          <a:xfrm>
            <a:off x="7905677" y="4387512"/>
            <a:ext cx="320086" cy="509996"/>
          </a:xfrm>
          <a:prstGeom prst="mathMultiply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乘号 17">
            <a:extLst>
              <a:ext uri="{FF2B5EF4-FFF2-40B4-BE49-F238E27FC236}">
                <a16:creationId xmlns:a16="http://schemas.microsoft.com/office/drawing/2014/main" id="{7BA1E92E-C304-EF04-B665-D2FA1EECA7B3}"/>
              </a:ext>
            </a:extLst>
          </p:cNvPr>
          <p:cNvSpPr/>
          <p:nvPr/>
        </p:nvSpPr>
        <p:spPr bwMode="auto">
          <a:xfrm>
            <a:off x="6315518" y="5766746"/>
            <a:ext cx="320086" cy="509996"/>
          </a:xfrm>
          <a:prstGeom prst="mathMultiply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AE450D-7B58-BA6E-657E-5634FC1D698D}"/>
              </a:ext>
            </a:extLst>
          </p:cNvPr>
          <p:cNvSpPr txBox="1"/>
          <p:nvPr/>
        </p:nvSpPr>
        <p:spPr>
          <a:xfrm>
            <a:off x="8049344" y="1149286"/>
            <a:ext cx="18566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B3</a:t>
            </a:r>
            <a:r>
              <a:rPr lang="zh-CN" altLang="en-US" sz="2400" dirty="0"/>
              <a:t>的解即是原问题</a:t>
            </a:r>
            <a:r>
              <a:rPr lang="en-US" altLang="zh-CN" sz="2400" dirty="0"/>
              <a:t>A</a:t>
            </a:r>
            <a:r>
              <a:rPr lang="zh-CN" altLang="en-US" sz="2400" dirty="0"/>
              <a:t>的最优解</a:t>
            </a:r>
            <a:endParaRPr lang="en-US" altLang="zh-CN" sz="2400" dirty="0"/>
          </a:p>
        </p:txBody>
      </p:sp>
      <p:sp>
        <p:nvSpPr>
          <p:cNvPr id="19" name="L 形 18">
            <a:extLst>
              <a:ext uri="{FF2B5EF4-FFF2-40B4-BE49-F238E27FC236}">
                <a16:creationId xmlns:a16="http://schemas.microsoft.com/office/drawing/2014/main" id="{3C35BAE3-75BA-5D96-4779-BD888AD7EFBE}"/>
              </a:ext>
            </a:extLst>
          </p:cNvPr>
          <p:cNvSpPr/>
          <p:nvPr/>
        </p:nvSpPr>
        <p:spPr bwMode="auto">
          <a:xfrm rot="18170357">
            <a:off x="7589666" y="1583274"/>
            <a:ext cx="576064" cy="287355"/>
          </a:xfrm>
          <a:prstGeom prst="corner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91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19A792-1022-5BCF-C8A1-69FA68B38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分支定界法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37EEFC6-516E-531B-930D-8B4603B8EC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方法流程：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将要求解的整数线性规划问题称为问题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，将与它相应的线性规划问题称为问题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：</a:t>
                </a:r>
              </a:p>
              <a:p>
                <a:pPr lvl="1"/>
                <a:r>
                  <a:rPr lang="en-US" altLang="zh-CN" dirty="0"/>
                  <a:t>(1) </a:t>
                </a:r>
                <a:r>
                  <a:rPr lang="zh-CN" altLang="en-US" dirty="0"/>
                  <a:t>用线性规划方法解问题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，判断结果：</a:t>
                </a:r>
              </a:p>
              <a:p>
                <a:pPr marL="1428750" lvl="2" indent="-514350">
                  <a:buFont typeface="+mj-ea"/>
                  <a:buAutoNum type="circleNumDbPlain"/>
                </a:pPr>
                <a:r>
                  <a:rPr lang="en-US" altLang="zh-CN" dirty="0"/>
                  <a:t>B</a:t>
                </a:r>
                <a:r>
                  <a:rPr lang="zh-CN" altLang="en-US" dirty="0"/>
                  <a:t>没有可行解，这时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也没有可行解，则停止。</a:t>
                </a:r>
              </a:p>
              <a:p>
                <a:pPr marL="1428750" lvl="2" indent="-514350">
                  <a:buFont typeface="+mj-ea"/>
                  <a:buAutoNum type="circleNumDbPlain"/>
                </a:pPr>
                <a:r>
                  <a:rPr lang="en-US" altLang="zh-CN" dirty="0"/>
                  <a:t>B</a:t>
                </a:r>
                <a:r>
                  <a:rPr lang="zh-CN" altLang="en-US" dirty="0"/>
                  <a:t>有最优解，并符合问题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的整数条件，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的最优解即为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的最优解，则停止。</a:t>
                </a:r>
              </a:p>
              <a:p>
                <a:pPr marL="1428750" lvl="2" indent="-514350">
                  <a:buFont typeface="+mj-ea"/>
                  <a:buAutoNum type="circleNumDbPlain"/>
                </a:pPr>
                <a:r>
                  <a:rPr lang="en-US" altLang="zh-CN" dirty="0"/>
                  <a:t>B</a:t>
                </a:r>
                <a:r>
                  <a:rPr lang="zh-CN" altLang="en-US" dirty="0"/>
                  <a:t>有最优解，但不符合问题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的整数条件，记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目标函数值为下限</a:t>
                </a:r>
                <a14:m>
                  <m:oMath xmlns:m="http://schemas.openxmlformats.org/officeDocument/2006/math">
                    <m:acc>
                      <m:accPr>
                        <m:chr m:val="̲"/>
                        <m:ctrlPr>
                          <a:rPr lang="zh-CN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zh-CN" alt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，令上限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r>
                      <a:rPr lang="zh-CN" alt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>
                      <a:rPr lang="zh-CN" altLang="en-US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dirty="0"/>
                  <a:t>，最优解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̲"/>
                            <m:ctrlPr>
                              <a:rPr lang="zh-CN" alt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̅"/>
                            <m:ctrlPr>
                              <a:rPr lang="zh-CN" alt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</m:d>
                  </m:oMath>
                </a14:m>
                <a:endParaRPr lang="zh-CN" altLang="en-US" dirty="0"/>
              </a:p>
              <a:p>
                <a:pPr lvl="2"/>
                <a:endParaRPr lang="zh-CN" altLang="en-US" dirty="0"/>
              </a:p>
              <a:p>
                <a:pPr lvl="2"/>
                <a:endParaRPr lang="zh-CN" altLang="en-US" u="sng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37EEFC6-516E-531B-930D-8B4603B8EC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6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70FBD3-ACC2-91A5-0CE7-00726E2CC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27EA4B-1A1E-DA8C-8F4D-44A33A77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78844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19A792-1022-5BCF-C8A1-69FA68B38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分支定界法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7EEFC6-516E-531B-930D-8B4603B8E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方法流程：</a:t>
            </a:r>
            <a:endParaRPr lang="en-US" altLang="zh-CN" dirty="0"/>
          </a:p>
          <a:p>
            <a:pPr lvl="1"/>
            <a:r>
              <a:rPr lang="en-US" altLang="zh-CN" dirty="0"/>
              <a:t>(2)</a:t>
            </a:r>
            <a:r>
              <a:rPr lang="zh-CN" altLang="en-US" dirty="0"/>
              <a:t>分支</a:t>
            </a:r>
            <a:endParaRPr lang="en-US" altLang="zh-CN" dirty="0"/>
          </a:p>
          <a:p>
            <a:pPr marL="1428750" lvl="2" indent="-514350">
              <a:buFont typeface="+mj-ea"/>
              <a:buAutoNum type="circleNumDbPlain"/>
            </a:pPr>
            <a:r>
              <a:rPr lang="zh-CN" altLang="en-US" dirty="0"/>
              <a:t>在</a:t>
            </a:r>
            <a:r>
              <a:rPr lang="en-US" altLang="zh-CN" dirty="0"/>
              <a:t>B</a:t>
            </a:r>
            <a:r>
              <a:rPr lang="zh-CN" altLang="en-US" dirty="0"/>
              <a:t>的最优解中任选一个不符合整数条件的变量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j</a:t>
            </a:r>
            <a:r>
              <a:rPr lang="zh-CN" altLang="en-US" dirty="0"/>
              <a:t>，其值为</a:t>
            </a:r>
            <a:r>
              <a:rPr lang="en-US" altLang="zh-CN" dirty="0" err="1"/>
              <a:t>b</a:t>
            </a:r>
            <a:r>
              <a:rPr lang="en-US" altLang="zh-CN" baseline="-25000" dirty="0" err="1"/>
              <a:t>j</a:t>
            </a:r>
            <a:r>
              <a:rPr lang="zh-CN" altLang="en-US" dirty="0"/>
              <a:t>，以［</a:t>
            </a:r>
            <a:r>
              <a:rPr lang="en-US" altLang="zh-CN" dirty="0" err="1"/>
              <a:t>b</a:t>
            </a:r>
            <a:r>
              <a:rPr lang="en-US" altLang="zh-CN" baseline="-25000" dirty="0" err="1"/>
              <a:t>j</a:t>
            </a:r>
            <a:r>
              <a:rPr lang="zh-CN" altLang="en-US" dirty="0"/>
              <a:t>］表示小于</a:t>
            </a:r>
            <a:r>
              <a:rPr lang="en-US" altLang="zh-CN" dirty="0" err="1"/>
              <a:t>b</a:t>
            </a:r>
            <a:r>
              <a:rPr lang="en-US" altLang="zh-CN" baseline="-25000" dirty="0" err="1"/>
              <a:t>j</a:t>
            </a:r>
            <a:r>
              <a:rPr lang="zh-CN" altLang="en-US" dirty="0"/>
              <a:t>的最大整数。构造两个约束条件</a:t>
            </a:r>
            <a:r>
              <a:rPr lang="en-US" altLang="zh-CN" dirty="0"/>
              <a:t>: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j</a:t>
            </a:r>
            <a:r>
              <a:rPr lang="en-US" altLang="zh-CN" dirty="0"/>
              <a:t>≤</a:t>
            </a:r>
            <a:r>
              <a:rPr lang="zh-CN" altLang="en-US" dirty="0"/>
              <a:t>［</a:t>
            </a:r>
            <a:r>
              <a:rPr lang="en-US" altLang="zh-CN" dirty="0"/>
              <a:t> </a:t>
            </a:r>
            <a:r>
              <a:rPr lang="en-US" altLang="zh-CN" dirty="0" err="1"/>
              <a:t>b</a:t>
            </a:r>
            <a:r>
              <a:rPr lang="en-US" altLang="zh-CN" baseline="-25000" dirty="0" err="1"/>
              <a:t>j</a:t>
            </a:r>
            <a:r>
              <a:rPr lang="en-US" altLang="zh-CN" baseline="-25000" dirty="0"/>
              <a:t> </a:t>
            </a:r>
            <a:r>
              <a:rPr lang="zh-CN" altLang="en-US" dirty="0"/>
              <a:t>］和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j</a:t>
            </a:r>
            <a:r>
              <a:rPr lang="en-US" altLang="zh-CN" dirty="0"/>
              <a:t>≥</a:t>
            </a:r>
            <a:r>
              <a:rPr lang="zh-CN" altLang="en-US" dirty="0"/>
              <a:t>［</a:t>
            </a:r>
            <a:r>
              <a:rPr lang="en-US" altLang="zh-CN" dirty="0"/>
              <a:t> </a:t>
            </a:r>
            <a:r>
              <a:rPr lang="en-US" altLang="zh-CN" dirty="0" err="1"/>
              <a:t>b</a:t>
            </a:r>
            <a:r>
              <a:rPr lang="en-US" altLang="zh-CN" baseline="-25000" dirty="0" err="1"/>
              <a:t>j</a:t>
            </a:r>
            <a:r>
              <a:rPr lang="en-US" altLang="zh-CN" baseline="-25000" dirty="0"/>
              <a:t> </a:t>
            </a:r>
            <a:r>
              <a:rPr lang="zh-CN" altLang="en-US" dirty="0"/>
              <a:t>］</a:t>
            </a:r>
            <a:r>
              <a:rPr lang="en-US" altLang="zh-CN" dirty="0"/>
              <a:t>+1</a:t>
            </a:r>
          </a:p>
          <a:p>
            <a:pPr marL="1428750" lvl="2" indent="-514350">
              <a:buFont typeface="+mj-ea"/>
              <a:buAutoNum type="circleNumDbPlain"/>
            </a:pPr>
            <a:r>
              <a:rPr lang="zh-CN" altLang="en-US" dirty="0"/>
              <a:t>将这两个约束条件，分别加入问题</a:t>
            </a:r>
            <a:r>
              <a:rPr lang="en-US" altLang="zh-CN" dirty="0"/>
              <a:t>B</a:t>
            </a:r>
            <a:r>
              <a:rPr lang="zh-CN" altLang="en-US" dirty="0"/>
              <a:t>，求两个后继规划问题</a:t>
            </a:r>
            <a:r>
              <a:rPr lang="en-US" altLang="zh-CN" dirty="0"/>
              <a:t>B1</a:t>
            </a:r>
            <a:r>
              <a:rPr lang="zh-CN" altLang="en-US" dirty="0"/>
              <a:t>和</a:t>
            </a:r>
            <a:r>
              <a:rPr lang="en-US" altLang="zh-CN" dirty="0"/>
              <a:t>B2</a:t>
            </a:r>
            <a:r>
              <a:rPr lang="zh-CN" altLang="en-US" dirty="0"/>
              <a:t>。不考虑整数条件求解这两个后继问题。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70FBD3-ACC2-91A5-0CE7-00726E2CC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27EA4B-1A1E-DA8C-8F4D-44A33A77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4326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19A792-1022-5BCF-C8A1-69FA68B38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分支定界法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7EEFC6-516E-531B-930D-8B4603B8E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方法流程：</a:t>
            </a:r>
            <a:endParaRPr lang="en-US" altLang="zh-CN" dirty="0"/>
          </a:p>
          <a:p>
            <a:pPr lvl="1"/>
            <a:r>
              <a:rPr lang="en-US" altLang="zh-CN" dirty="0"/>
              <a:t>(3)</a:t>
            </a:r>
            <a:r>
              <a:rPr lang="zh-CN" altLang="en-US" dirty="0"/>
              <a:t>定界</a:t>
            </a:r>
            <a:endParaRPr lang="en-US" altLang="zh-CN" dirty="0"/>
          </a:p>
          <a:p>
            <a:pPr marL="1428750" lvl="2" indent="-514350">
              <a:buFont typeface="+mj-ea"/>
              <a:buAutoNum type="circleNumDbPlain"/>
            </a:pPr>
            <a:r>
              <a:rPr lang="zh-CN" altLang="en-US" dirty="0"/>
              <a:t>以每个后继问题为一分支标明求解的结果，与其他问题的解的结果中，找出最优目标函数值最大者作为新的下界。</a:t>
            </a:r>
            <a:endParaRPr lang="en-US" altLang="zh-CN" dirty="0"/>
          </a:p>
          <a:p>
            <a:pPr marL="1428750" lvl="2" indent="-514350">
              <a:buFont typeface="+mj-ea"/>
              <a:buAutoNum type="circleNumDbPlain"/>
            </a:pPr>
            <a:r>
              <a:rPr lang="zh-CN" altLang="en-US" dirty="0"/>
              <a:t>从已符合整数条件的各分支中，找出目标函数值为最小者作为新的上界，若无可行解。</a:t>
            </a:r>
            <a:endParaRPr lang="en-US" altLang="zh-CN" dirty="0"/>
          </a:p>
          <a:p>
            <a:pPr marL="1428750" lvl="2" indent="-514350">
              <a:buFont typeface="+mj-ea"/>
              <a:buAutoNum type="circleNumDbPlain"/>
            </a:pPr>
            <a:endParaRPr lang="en-US" altLang="zh-CN" dirty="0"/>
          </a:p>
          <a:p>
            <a:pPr marL="914400" lvl="2" indent="0">
              <a:buNone/>
            </a:pPr>
            <a:r>
              <a:rPr lang="zh-CN" altLang="en-US" dirty="0"/>
              <a:t>注：任何一个问题，一旦分支，则该问题的最优解会被子问题替代。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70FBD3-ACC2-91A5-0CE7-00726E2CC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27EA4B-1A1E-DA8C-8F4D-44A33A77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36292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19A792-1022-5BCF-C8A1-69FA68B38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分支定界法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7EEFC6-516E-531B-930D-8B4603B8E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方法流程：</a:t>
            </a:r>
            <a:endParaRPr lang="en-US" altLang="zh-CN" dirty="0"/>
          </a:p>
          <a:p>
            <a:pPr lvl="1"/>
            <a:r>
              <a:rPr lang="en-US" altLang="zh-CN" dirty="0"/>
              <a:t>(4)</a:t>
            </a:r>
            <a:r>
              <a:rPr lang="zh-CN" altLang="en-US" dirty="0"/>
              <a:t>比较与剪支</a:t>
            </a:r>
            <a:endParaRPr lang="en-US" altLang="zh-CN" dirty="0"/>
          </a:p>
          <a:p>
            <a:pPr marL="1428750" lvl="2" indent="-514350">
              <a:buFont typeface="+mj-ea"/>
              <a:buAutoNum type="circleNumDbPlain"/>
            </a:pPr>
            <a:r>
              <a:rPr lang="zh-CN" altLang="en-US" dirty="0"/>
              <a:t>各分支的最优目标函数中若有大于上届者，则剪掉这支</a:t>
            </a:r>
            <a:r>
              <a:rPr lang="en-US" altLang="zh-CN" dirty="0"/>
              <a:t>(</a:t>
            </a:r>
            <a:r>
              <a:rPr lang="zh-CN" altLang="en-US" dirty="0"/>
              <a:t>用打</a:t>
            </a:r>
            <a:r>
              <a:rPr lang="en-US" altLang="zh-CN" dirty="0"/>
              <a:t>×</a:t>
            </a:r>
            <a:r>
              <a:rPr lang="zh-CN" altLang="en-US" dirty="0"/>
              <a:t>表示</a:t>
            </a:r>
            <a:r>
              <a:rPr lang="en-US" altLang="zh-CN" dirty="0"/>
              <a:t>)</a:t>
            </a:r>
            <a:r>
              <a:rPr lang="zh-CN" altLang="en-US" dirty="0"/>
              <a:t>，即以后不再考虑了。</a:t>
            </a:r>
            <a:endParaRPr lang="en-US" altLang="zh-CN" dirty="0"/>
          </a:p>
          <a:p>
            <a:pPr marL="1428750" lvl="2" indent="-514350">
              <a:buFont typeface="+mj-ea"/>
              <a:buAutoNum type="circleNumDbPlain"/>
            </a:pPr>
            <a:r>
              <a:rPr lang="zh-CN" altLang="en-US" dirty="0"/>
              <a:t>若大于下届，且不符合整数条件，则重复第一步骤。一直到最后得到满足上界和下届相同为止，得最优整数解。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70FBD3-ACC2-91A5-0CE7-00726E2CC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27EA4B-1A1E-DA8C-8F4D-44A33A77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70513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9DDD4D-D0BC-38E4-3803-1F960C432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分支定界法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A3FAE1-CED1-AD2C-368E-B20813426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  <a:endParaRPr lang="en-US" altLang="zh-CN" dirty="0"/>
          </a:p>
          <a:p>
            <a:pPr lvl="1"/>
            <a:r>
              <a:rPr lang="zh-CN" altLang="en-US" dirty="0"/>
              <a:t>用分支定界法可解纯整数线性规划问题和混合整数线性规划问题。它比穷举法优越。因为它仅在一部分可行解的整数解中寻求最优解，计算量比穷举法小。若变量数目很大，其计算工作量也是相当可观的。</a:t>
            </a:r>
            <a:endParaRPr lang="en-US" altLang="zh-CN" dirty="0"/>
          </a:p>
          <a:p>
            <a:pPr lvl="1"/>
            <a:r>
              <a:rPr lang="zh-CN" altLang="en-US" dirty="0"/>
              <a:t>分支定界法是最优化算法，能够得到理论的最优解。当工程量较大时，可以选择近似算法求解，如蚁群算法等启发式算法。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C5FCB8-D558-A82D-B031-67D462D05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59FB17-B37B-D3BD-3D6C-588A0D7AF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41876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FAA2B-F87F-8747-FB81-08D37F840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0-1</a:t>
            </a:r>
            <a:r>
              <a:rPr lang="zh-CN" altLang="en-US" dirty="0"/>
              <a:t>整数规划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9999ED-C6D4-9CF5-C9CA-897FFF085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定义：</a:t>
            </a:r>
            <a:endParaRPr lang="en-US" altLang="zh-CN" dirty="0"/>
          </a:p>
          <a:p>
            <a:pPr lvl="1"/>
            <a:r>
              <a:rPr lang="en-US" altLang="zh-CN" dirty="0"/>
              <a:t>0-1</a:t>
            </a:r>
            <a:r>
              <a:rPr lang="zh-CN" altLang="en-US" dirty="0"/>
              <a:t>整数规划是整数线性规划中的特殊情形，它的任意变量</a:t>
            </a:r>
            <a:r>
              <a:rPr lang="en-US" altLang="zh-CN" dirty="0"/>
              <a:t>x</a:t>
            </a:r>
            <a:r>
              <a:rPr lang="en-US" altLang="zh-CN" baseline="-25000" dirty="0"/>
              <a:t>i</a:t>
            </a:r>
            <a:r>
              <a:rPr lang="zh-CN" altLang="en-US" dirty="0"/>
              <a:t>仅取值</a:t>
            </a:r>
            <a:r>
              <a:rPr lang="en-US" altLang="zh-CN" dirty="0"/>
              <a:t>0</a:t>
            </a:r>
            <a:r>
              <a:rPr lang="zh-CN" altLang="en-US" dirty="0"/>
              <a:t>或</a:t>
            </a:r>
            <a:r>
              <a:rPr lang="en-US" altLang="zh-CN" dirty="0"/>
              <a:t>1</a:t>
            </a:r>
            <a:r>
              <a:rPr lang="zh-CN" altLang="en-US" dirty="0"/>
              <a:t>。这时</a:t>
            </a:r>
            <a:r>
              <a:rPr lang="en-US" altLang="zh-CN" dirty="0"/>
              <a:t>x</a:t>
            </a:r>
            <a:r>
              <a:rPr lang="en-US" altLang="zh-CN" baseline="-25000" dirty="0"/>
              <a:t>i</a:t>
            </a:r>
            <a:r>
              <a:rPr lang="zh-CN" altLang="en-US" dirty="0"/>
              <a:t>称为</a:t>
            </a:r>
            <a:r>
              <a:rPr lang="en-US" altLang="zh-CN" dirty="0"/>
              <a:t>0-1</a:t>
            </a:r>
            <a:r>
              <a:rPr lang="zh-CN" altLang="en-US" dirty="0"/>
              <a:t>变量，或称二进制变量。</a:t>
            </a:r>
            <a:r>
              <a:rPr lang="en-US" altLang="zh-CN" dirty="0"/>
              <a:t> x</a:t>
            </a:r>
            <a:r>
              <a:rPr lang="en-US" altLang="zh-CN" baseline="-25000" dirty="0"/>
              <a:t>i</a:t>
            </a:r>
            <a:r>
              <a:rPr lang="zh-CN" altLang="en-US" dirty="0"/>
              <a:t>仅取值</a:t>
            </a:r>
            <a:r>
              <a:rPr lang="en-US" altLang="zh-CN" dirty="0"/>
              <a:t>0</a:t>
            </a:r>
            <a:r>
              <a:rPr lang="zh-CN" altLang="en-US" dirty="0"/>
              <a:t>或</a:t>
            </a:r>
            <a:r>
              <a:rPr lang="en-US" altLang="zh-CN" dirty="0"/>
              <a:t>1</a:t>
            </a:r>
            <a:r>
              <a:rPr lang="zh-CN" altLang="en-US" dirty="0"/>
              <a:t>这个条件可由下述约束条件所表示</a:t>
            </a:r>
            <a:r>
              <a:rPr lang="en-US" altLang="zh-CN" dirty="0"/>
              <a:t>: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B07C7D-4EF9-F493-B14F-9BACF3393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DA7A98-8FD2-81BA-A735-DD14F1716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35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AD4383A-606A-8329-00C9-3404A40894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880739"/>
              </p:ext>
            </p:extLst>
          </p:nvPr>
        </p:nvGraphicFramePr>
        <p:xfrm>
          <a:off x="2864768" y="4077072"/>
          <a:ext cx="3929928" cy="2016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60160" imgH="749160" progId="Equation.DSMT4">
                  <p:embed/>
                </p:oleObj>
              </mc:Choice>
              <mc:Fallback>
                <p:oleObj name="Equation" r:id="rId2" imgW="1460160" imgH="749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64768" y="4077072"/>
                        <a:ext cx="3929928" cy="20162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600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FAA2B-F87F-8747-FB81-08D37F840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0-1</a:t>
            </a:r>
            <a:r>
              <a:rPr lang="zh-CN" altLang="en-US" dirty="0"/>
              <a:t>整数规划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9999ED-C6D4-9CF5-C9CA-897FFF085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3</a:t>
            </a:r>
            <a:r>
              <a:rPr lang="zh-CN" altLang="en-US" dirty="0"/>
              <a:t>：求解</a:t>
            </a:r>
            <a:r>
              <a:rPr lang="en-US" altLang="zh-CN" dirty="0"/>
              <a:t>0-1</a:t>
            </a:r>
            <a:r>
              <a:rPr lang="zh-CN" altLang="en-US" dirty="0"/>
              <a:t>整数规划问题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B07C7D-4EF9-F493-B14F-9BACF3393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DA7A98-8FD2-81BA-A735-DD14F1716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36</a:t>
            </a:fld>
            <a:endParaRPr lang="en-US" altLang="zh-CN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68EBAC6-0E45-D26E-4B6E-270E13D0C0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136597"/>
              </p:ext>
            </p:extLst>
          </p:nvPr>
        </p:nvGraphicFramePr>
        <p:xfrm>
          <a:off x="2072680" y="1844824"/>
          <a:ext cx="4802188" cy="409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6920" imgH="1473120" progId="Equation.DSMT4">
                  <p:embed/>
                </p:oleObj>
              </mc:Choice>
              <mc:Fallback>
                <p:oleObj name="Equation" r:id="rId2" imgW="1726920" imgH="14731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7DF6C8E-48EF-376A-6DE3-A60A421CCD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72680" y="1844824"/>
                        <a:ext cx="4802188" cy="4094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376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FAA2B-F87F-8747-FB81-08D37F840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0-1</a:t>
            </a:r>
            <a:r>
              <a:rPr lang="zh-CN" altLang="en-US" dirty="0"/>
              <a:t>整数规划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9999ED-C6D4-9CF5-C9CA-897FFF085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方法：</a:t>
            </a:r>
            <a:endParaRPr lang="en-US" altLang="zh-CN" dirty="0"/>
          </a:p>
          <a:p>
            <a:pPr lvl="1"/>
            <a:r>
              <a:rPr lang="zh-CN" altLang="en-US" dirty="0"/>
              <a:t>优化算法：</a:t>
            </a:r>
            <a:endParaRPr lang="en-US" altLang="zh-CN" dirty="0"/>
          </a:p>
          <a:p>
            <a:pPr lvl="2"/>
            <a:r>
              <a:rPr lang="zh-CN" altLang="en-US" dirty="0"/>
              <a:t>枚举法</a:t>
            </a:r>
            <a:endParaRPr lang="en-US" altLang="zh-CN" dirty="0"/>
          </a:p>
          <a:p>
            <a:pPr lvl="3"/>
            <a:r>
              <a:rPr lang="zh-CN" altLang="en-US" dirty="0"/>
              <a:t>求解</a:t>
            </a:r>
            <a:r>
              <a:rPr lang="en-US" altLang="zh-CN" dirty="0"/>
              <a:t>0-1</a:t>
            </a:r>
            <a:r>
              <a:rPr lang="zh-CN" altLang="en-US" dirty="0"/>
              <a:t>型整数线性规划最容易想到的方法（和一般整数线性规划的情形一样），就是穷举法，即检查变量取值为</a:t>
            </a:r>
            <a:r>
              <a:rPr lang="en-US" altLang="zh-CN" dirty="0"/>
              <a:t>0</a:t>
            </a:r>
            <a:r>
              <a:rPr lang="zh-CN" altLang="en-US" dirty="0"/>
              <a:t>或</a:t>
            </a:r>
            <a:r>
              <a:rPr lang="en-US" altLang="zh-CN" dirty="0"/>
              <a:t>1</a:t>
            </a:r>
            <a:r>
              <a:rPr lang="zh-CN" altLang="en-US" dirty="0"/>
              <a:t>的每一种组合，并比较目标函数值以求得最优解。这就需要检查变量取值的</a:t>
            </a:r>
            <a:r>
              <a:rPr lang="en-US" altLang="zh-CN" dirty="0"/>
              <a:t>2</a:t>
            </a:r>
            <a:r>
              <a:rPr lang="en-US" altLang="zh-CN" baseline="30000" dirty="0"/>
              <a:t>n</a:t>
            </a:r>
            <a:r>
              <a:rPr lang="zh-CN" altLang="en-US" dirty="0"/>
              <a:t>个组合。当变量个数</a:t>
            </a:r>
            <a:r>
              <a:rPr lang="en-US" altLang="zh-CN" dirty="0"/>
              <a:t>n</a:t>
            </a:r>
            <a:r>
              <a:rPr lang="zh-CN" altLang="en-US" dirty="0"/>
              <a:t>较大</a:t>
            </a:r>
            <a:r>
              <a:rPr lang="en-US" altLang="zh-CN" dirty="0"/>
              <a:t>(</a:t>
            </a:r>
            <a:r>
              <a:rPr lang="zh-CN" altLang="en-US" dirty="0"/>
              <a:t>例如</a:t>
            </a:r>
            <a:r>
              <a:rPr lang="en-US" altLang="zh-CN" dirty="0"/>
              <a:t>n</a:t>
            </a:r>
            <a:r>
              <a:rPr lang="zh-CN" altLang="en-US" dirty="0"/>
              <a:t>＞</a:t>
            </a:r>
            <a:r>
              <a:rPr lang="en-US" altLang="zh-CN" dirty="0"/>
              <a:t>10)</a:t>
            </a:r>
            <a:r>
              <a:rPr lang="zh-CN" altLang="en-US" dirty="0"/>
              <a:t>时，这几乎是不可能的。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B07C7D-4EF9-F493-B14F-9BACF3393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DA7A98-8FD2-81BA-A735-DD14F1716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227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FAA2B-F87F-8747-FB81-08D37F840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0-1</a:t>
            </a:r>
            <a:r>
              <a:rPr lang="zh-CN" altLang="en-US" dirty="0"/>
              <a:t>整数规划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9999ED-C6D4-9CF5-C9CA-897FFF085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方法：</a:t>
            </a:r>
            <a:endParaRPr lang="en-US" altLang="zh-CN" dirty="0"/>
          </a:p>
          <a:p>
            <a:pPr lvl="1"/>
            <a:r>
              <a:rPr lang="zh-CN" altLang="en-US" dirty="0"/>
              <a:t>优化算法：</a:t>
            </a:r>
            <a:endParaRPr lang="en-US" altLang="zh-CN" dirty="0"/>
          </a:p>
          <a:p>
            <a:pPr lvl="2"/>
            <a:r>
              <a:rPr lang="zh-CN" altLang="en-US" dirty="0"/>
              <a:t>隐枚举法</a:t>
            </a:r>
            <a:endParaRPr lang="en-US" altLang="zh-CN" dirty="0"/>
          </a:p>
          <a:p>
            <a:pPr lvl="3"/>
            <a:r>
              <a:rPr lang="zh-CN" altLang="en-US" dirty="0"/>
              <a:t>在枚举过程中，设计一些特殊的方法，只需要检查变量取值组合中的一部分，就能求到问题的最优解。这样的方法称为隐枚举法</a:t>
            </a:r>
            <a:r>
              <a:rPr lang="en-US" altLang="zh-CN" dirty="0"/>
              <a:t>(implicit enumeration)</a:t>
            </a:r>
            <a:r>
              <a:rPr lang="zh-CN" altLang="en-US" dirty="0"/>
              <a:t>。分枝定界法就是一种隐枚举法。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B07C7D-4EF9-F493-B14F-9BACF3393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DA7A98-8FD2-81BA-A735-DD14F1716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86184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FAA2B-F87F-8747-FB81-08D37F840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0-1</a:t>
            </a:r>
            <a:r>
              <a:rPr lang="zh-CN" altLang="en-US" dirty="0"/>
              <a:t>整数规划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9999ED-C6D4-9CF5-C9CA-897FFF085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方法：</a:t>
            </a:r>
            <a:endParaRPr lang="en-US" altLang="zh-CN" dirty="0"/>
          </a:p>
          <a:p>
            <a:pPr lvl="1"/>
            <a:r>
              <a:rPr lang="zh-CN" altLang="en-US" dirty="0"/>
              <a:t>近似算法：</a:t>
            </a:r>
            <a:endParaRPr lang="en-US" altLang="zh-CN" dirty="0"/>
          </a:p>
          <a:p>
            <a:pPr lvl="2"/>
            <a:r>
              <a:rPr lang="zh-CN" altLang="en-US" dirty="0"/>
              <a:t>蚁群算法、模拟退火算法等，得到近似解。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B07C7D-4EF9-F493-B14F-9BACF3393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DA7A98-8FD2-81BA-A735-DD14F1716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70552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FAA2B-F87F-8747-FB81-08D37F840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隐枚举法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9999ED-C6D4-9CF5-C9CA-897FFF085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原理：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B07C7D-4EF9-F493-B14F-9BACF3393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DA7A98-8FD2-81BA-A735-DD14F1716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40</a:t>
            </a:fld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9D9123-ABBA-9AFB-A929-8EB0A9C1D6BE}"/>
              </a:ext>
            </a:extLst>
          </p:cNvPr>
          <p:cNvSpPr txBox="1"/>
          <p:nvPr/>
        </p:nvSpPr>
        <p:spPr>
          <a:xfrm>
            <a:off x="344488" y="1978734"/>
            <a:ext cx="943304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Clr>
                <a:srgbClr val="553AF8"/>
              </a:buClr>
              <a:buSzPct val="70000"/>
              <a:buFont typeface="+mj-ea"/>
              <a:buAutoNum type="circleNumDbPlain"/>
            </a:pP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先通过试探的方法找一个可行解。容易看出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(x</a:t>
            </a:r>
            <a:r>
              <a:rPr kumimoji="0" lang="en-US" altLang="zh-CN" sz="2400" i="0" baseline="-30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i="0" baseline="-30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i="0" baseline="-30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)=(1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0)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就是合于①～④条件的，算出相应的目标函数值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f=3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marL="342900" indent="-342900" algn="just" eaLnBrk="1" hangingPunct="1">
              <a:buClr>
                <a:srgbClr val="553AF8"/>
              </a:buClr>
              <a:buSzPct val="70000"/>
              <a:buFont typeface="+mj-ea"/>
              <a:buAutoNum type="circleNumDbPlain"/>
            </a:pP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对于极大化问题，当然希望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f≥3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，于是增加一个约束条件：</a:t>
            </a:r>
            <a:r>
              <a:rPr kumimoji="0" lang="en-US" altLang="zh-CN" sz="2400" i="0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 </a:t>
            </a:r>
          </a:p>
          <a:p>
            <a:pPr lvl="1" algn="just" eaLnBrk="1" hangingPunct="1">
              <a:buClr>
                <a:srgbClr val="553AF8"/>
              </a:buClr>
              <a:buSzPct val="70000"/>
            </a:pPr>
            <a:r>
              <a:rPr kumimoji="0" lang="en-US" altLang="zh-CN" sz="2400" i="0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3x</a:t>
            </a:r>
            <a:r>
              <a:rPr kumimoji="0" lang="en-US" altLang="zh-CN" sz="2400" i="0" baseline="-30000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i="0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−2x</a:t>
            </a:r>
            <a:r>
              <a:rPr kumimoji="0" lang="en-US" altLang="zh-CN" sz="2400" i="0" baseline="-30000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i="0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+5x</a:t>
            </a:r>
            <a:r>
              <a:rPr kumimoji="0" lang="en-US" altLang="zh-CN" sz="2400" i="0" baseline="-30000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2400" i="0" dirty="0">
                <a:latin typeface="新宋体" panose="02010609030101010101" pitchFamily="49" charset="-122"/>
                <a:ea typeface="新宋体" panose="02010609030101010101" pitchFamily="49" charset="-122"/>
                <a:cs typeface="Times New Roman" panose="02020603050405020304" pitchFamily="18" charset="0"/>
              </a:rPr>
              <a:t>≥3 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algn="just" eaLnBrk="1" hangingPunct="1">
              <a:buClr>
                <a:srgbClr val="553AF8"/>
              </a:buClr>
              <a:buSzPct val="70000"/>
              <a:buFont typeface="+mj-ea"/>
              <a:buAutoNum type="circleNumDbPlain"/>
            </a:pP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后加上的条件称为过滤条件。这样，原问题的线性约束条件就变成了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个。用全部枚举的方法，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个变量共有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23=8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个可能的解。原来的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个约束条件，共需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32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次运算。</a:t>
            </a:r>
            <a:endParaRPr kumimoji="0" lang="en-US" altLang="zh-CN" sz="2400" i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algn="just" eaLnBrk="1" hangingPunct="1">
              <a:buClr>
                <a:srgbClr val="553AF8"/>
              </a:buClr>
              <a:buSzPct val="70000"/>
              <a:buFont typeface="+mj-ea"/>
              <a:buAutoNum type="circleNumDbPlain"/>
            </a:pP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现在增加了过滤条件，如按下述方法进行，就可减少运算次数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 lvl="1" algn="just" eaLnBrk="1" hangingPunct="1">
              <a:buClr>
                <a:srgbClr val="553AF8"/>
              </a:buClr>
              <a:buSzPct val="70000"/>
            </a:pP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个约束条件按顺序排好。对每个可能的解，依次代入约束条件左侧，求出数值，看是否适合不等式条件。如某一条件不适合，同行以下各条件就不必再检查，因而就减少了运算次数。</a:t>
            </a:r>
          </a:p>
          <a:p>
            <a:pPr marL="342900" indent="-342900" algn="just" eaLnBrk="1" hangingPunct="1">
              <a:buClr>
                <a:srgbClr val="553AF8"/>
              </a:buClr>
              <a:buSzPct val="70000"/>
              <a:buFont typeface="+mj-ea"/>
              <a:buAutoNum type="circleNumDbPlain"/>
            </a:pPr>
            <a:endParaRPr kumimoji="0" lang="zh-CN" altLang="en-US" sz="2400" i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5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0FB84F-1DDC-FA5D-EFFA-B370E348D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隐枚举法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606462-42FA-1BF5-7542-A15CA0534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1A47C5-F223-C9BD-FC49-8666827B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41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E5632DE-5382-0245-B10C-0EFF6465E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4876900"/>
              </p:ext>
            </p:extLst>
          </p:nvPr>
        </p:nvGraphicFramePr>
        <p:xfrm>
          <a:off x="7247404" y="0"/>
          <a:ext cx="2530132" cy="2157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6920" imgH="1473120" progId="Equation.DSMT4">
                  <p:embed/>
                </p:oleObj>
              </mc:Choice>
              <mc:Fallback>
                <p:oleObj name="Equation" r:id="rId2" imgW="1726920" imgH="14731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68EBAC6-0E45-D26E-4B6E-270E13D0C0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47404" y="0"/>
                        <a:ext cx="2530132" cy="215760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FE32DE60-F571-0601-52CC-80A6AF71A5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221174"/>
              </p:ext>
            </p:extLst>
          </p:nvPr>
        </p:nvGraphicFramePr>
        <p:xfrm>
          <a:off x="152438" y="2204864"/>
          <a:ext cx="8280128" cy="43664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5016">
                  <a:extLst>
                    <a:ext uri="{9D8B030D-6E8A-4147-A177-3AD203B41FA5}">
                      <a16:colId xmlns:a16="http://schemas.microsoft.com/office/drawing/2014/main" val="2727066379"/>
                    </a:ext>
                  </a:extLst>
                </a:gridCol>
                <a:gridCol w="1035016">
                  <a:extLst>
                    <a:ext uri="{9D8B030D-6E8A-4147-A177-3AD203B41FA5}">
                      <a16:colId xmlns:a16="http://schemas.microsoft.com/office/drawing/2014/main" val="920465000"/>
                    </a:ext>
                  </a:extLst>
                </a:gridCol>
                <a:gridCol w="1035016">
                  <a:extLst>
                    <a:ext uri="{9D8B030D-6E8A-4147-A177-3AD203B41FA5}">
                      <a16:colId xmlns:a16="http://schemas.microsoft.com/office/drawing/2014/main" val="929032698"/>
                    </a:ext>
                  </a:extLst>
                </a:gridCol>
                <a:gridCol w="1035016">
                  <a:extLst>
                    <a:ext uri="{9D8B030D-6E8A-4147-A177-3AD203B41FA5}">
                      <a16:colId xmlns:a16="http://schemas.microsoft.com/office/drawing/2014/main" val="3592239317"/>
                    </a:ext>
                  </a:extLst>
                </a:gridCol>
                <a:gridCol w="1035016">
                  <a:extLst>
                    <a:ext uri="{9D8B030D-6E8A-4147-A177-3AD203B41FA5}">
                      <a16:colId xmlns:a16="http://schemas.microsoft.com/office/drawing/2014/main" val="836356380"/>
                    </a:ext>
                  </a:extLst>
                </a:gridCol>
                <a:gridCol w="1035016">
                  <a:extLst>
                    <a:ext uri="{9D8B030D-6E8A-4147-A177-3AD203B41FA5}">
                      <a16:colId xmlns:a16="http://schemas.microsoft.com/office/drawing/2014/main" val="3651336973"/>
                    </a:ext>
                  </a:extLst>
                </a:gridCol>
                <a:gridCol w="1035016">
                  <a:extLst>
                    <a:ext uri="{9D8B030D-6E8A-4147-A177-3AD203B41FA5}">
                      <a16:colId xmlns:a16="http://schemas.microsoft.com/office/drawing/2014/main" val="3516706853"/>
                    </a:ext>
                  </a:extLst>
                </a:gridCol>
                <a:gridCol w="1035016">
                  <a:extLst>
                    <a:ext uri="{9D8B030D-6E8A-4147-A177-3AD203B41FA5}">
                      <a16:colId xmlns:a16="http://schemas.microsoft.com/office/drawing/2014/main" val="1677771706"/>
                    </a:ext>
                  </a:extLst>
                </a:gridCol>
              </a:tblGrid>
              <a:tr h="414046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解</a:t>
                      </a:r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判断条件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判断是否满足条件？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目标函数值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14802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过滤条件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约束条件</a:t>
                      </a:r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/>
                        <a:t>约束条件</a:t>
                      </a:r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/>
                        <a:t>约束条件</a:t>
                      </a:r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约束条件</a:t>
                      </a:r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8419197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（</a:t>
                      </a:r>
                      <a:r>
                        <a:rPr lang="en-US" altLang="zh-CN" sz="2000" dirty="0"/>
                        <a:t>0,0,0</a:t>
                      </a:r>
                      <a:r>
                        <a:rPr lang="zh-CN" altLang="en-US" sz="20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5706926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（</a:t>
                      </a:r>
                      <a:r>
                        <a:rPr lang="en-US" altLang="zh-CN" sz="2000" dirty="0"/>
                        <a:t>0,0,1</a:t>
                      </a:r>
                      <a:r>
                        <a:rPr lang="zh-CN" altLang="en-US" sz="20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5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-1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√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5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1811284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（</a:t>
                      </a:r>
                      <a:r>
                        <a:rPr lang="en-US" altLang="zh-CN" sz="2000" dirty="0"/>
                        <a:t>0,1,0</a:t>
                      </a:r>
                      <a:r>
                        <a:rPr lang="zh-CN" altLang="en-US" sz="20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-2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X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7226599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（</a:t>
                      </a:r>
                      <a:r>
                        <a:rPr lang="en-US" altLang="zh-CN" sz="2000" dirty="0"/>
                        <a:t>0,1,1</a:t>
                      </a:r>
                      <a:r>
                        <a:rPr lang="zh-CN" altLang="en-US" sz="20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3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5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X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332374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（</a:t>
                      </a:r>
                      <a:r>
                        <a:rPr lang="en-US" altLang="zh-CN" sz="2000" dirty="0"/>
                        <a:t>1,0,0</a:t>
                      </a:r>
                      <a:r>
                        <a:rPr lang="zh-CN" altLang="en-US" sz="20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3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√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3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091210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（</a:t>
                      </a:r>
                      <a:r>
                        <a:rPr lang="en-US" altLang="zh-CN" sz="2000" dirty="0"/>
                        <a:t>1,0,1</a:t>
                      </a:r>
                      <a:r>
                        <a:rPr lang="zh-CN" altLang="en-US" sz="20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8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√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8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5081186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（</a:t>
                      </a:r>
                      <a:r>
                        <a:rPr lang="en-US" altLang="zh-CN" sz="2000" dirty="0"/>
                        <a:t>1,1,0</a:t>
                      </a:r>
                      <a:r>
                        <a:rPr lang="zh-CN" altLang="en-US" sz="20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X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1578570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（</a:t>
                      </a:r>
                      <a:r>
                        <a:rPr lang="en-US" altLang="zh-CN" sz="2000" dirty="0"/>
                        <a:t>1,1,1</a:t>
                      </a:r>
                      <a:r>
                        <a:rPr lang="zh-CN" altLang="en-US" sz="20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6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6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X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7398185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8BE2255-C82E-4BCC-BA09-97BAE417DADD}"/>
              </a:ext>
            </a:extLst>
          </p:cNvPr>
          <p:cNvSpPr txBox="1"/>
          <p:nvPr/>
        </p:nvSpPr>
        <p:spPr>
          <a:xfrm>
            <a:off x="58044" y="1019254"/>
            <a:ext cx="7343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取一个初始化的值，一般令某一个变量为</a:t>
            </a:r>
            <a:r>
              <a:rPr lang="en-US" altLang="zh-CN" sz="2400" dirty="0"/>
              <a:t>1</a:t>
            </a:r>
            <a:r>
              <a:rPr lang="zh-CN" altLang="en-US" sz="2400" dirty="0"/>
              <a:t>，其他为</a:t>
            </a:r>
            <a:r>
              <a:rPr lang="en-US" altLang="zh-CN" sz="2400" dirty="0"/>
              <a:t>0</a:t>
            </a:r>
            <a:r>
              <a:rPr lang="zh-CN" altLang="en-US" sz="2400" dirty="0"/>
              <a:t>，例如取（</a:t>
            </a:r>
            <a:r>
              <a:rPr lang="en-US" altLang="zh-CN" sz="2400" dirty="0"/>
              <a:t>1,0,0</a:t>
            </a:r>
            <a:r>
              <a:rPr lang="zh-CN" altLang="en-US" sz="2400" dirty="0"/>
              <a:t>），则</a:t>
            </a:r>
            <a:r>
              <a:rPr lang="en-US" altLang="zh-CN" sz="2400" dirty="0"/>
              <a:t>f=3</a:t>
            </a:r>
            <a:r>
              <a:rPr lang="zh-CN" altLang="en-US" sz="2400" dirty="0"/>
              <a:t>。依次枚举判断</a:t>
            </a:r>
          </a:p>
        </p:txBody>
      </p:sp>
    </p:spTree>
    <p:extLst>
      <p:ext uri="{BB962C8B-B14F-4D97-AF65-F5344CB8AC3E}">
        <p14:creationId xmlns:p14="http://schemas.microsoft.com/office/powerpoint/2010/main" val="238044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FAA2B-F87F-8747-FB81-08D37F840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隐枚举法（改进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9999ED-C6D4-9CF5-C9CA-897FFF085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原理：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B07C7D-4EF9-F493-B14F-9BACF3393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DA7A98-8FD2-81BA-A735-DD14F1716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42</a:t>
            </a:fld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9D9123-ABBA-9AFB-A929-8EB0A9C1D6BE}"/>
              </a:ext>
            </a:extLst>
          </p:cNvPr>
          <p:cNvSpPr txBox="1"/>
          <p:nvPr/>
        </p:nvSpPr>
        <p:spPr>
          <a:xfrm>
            <a:off x="344488" y="1978734"/>
            <a:ext cx="943304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buClr>
                <a:srgbClr val="553AF8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在计算过程中，若遇到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值已超过过滤函数的值，应改变过滤条件，使右边为迄今为止最大者，然后继续作。例如，当检查点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(0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时因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z=5(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＞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3)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，所以应将过滤条件换成</a:t>
            </a:r>
          </a:p>
          <a:p>
            <a:pPr algn="ctr" eaLnBrk="1" hangingPunct="1">
              <a:buClr>
                <a:srgbClr val="553AF8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3x</a:t>
            </a:r>
            <a:r>
              <a:rPr lang="en-US" altLang="zh-CN" sz="2400" baseline="-30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− 2x</a:t>
            </a:r>
            <a:r>
              <a:rPr lang="en-US" altLang="zh-CN" sz="2400" baseline="-30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+5x</a:t>
            </a:r>
            <a:r>
              <a:rPr lang="en-US" altLang="zh-CN" sz="2400" baseline="-30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≥5   </a:t>
            </a:r>
          </a:p>
          <a:p>
            <a:pPr eaLnBrk="1" hangingPunct="1">
              <a:buClr>
                <a:srgbClr val="553AF8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这种对过滤条件的改进，更可以减少计算量。</a:t>
            </a:r>
            <a:endParaRPr kumimoji="0" lang="zh-CN" altLang="en-US" sz="2400" i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36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0FB84F-1DDC-FA5D-EFFA-B370E348D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隐枚举法（改进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606462-42FA-1BF5-7542-A15CA0534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1A47C5-F223-C9BD-FC49-8666827B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43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E5632DE-5382-0245-B10C-0EFF6465EB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47404" y="0"/>
          <a:ext cx="2530132" cy="2157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6920" imgH="1473120" progId="Equation.DSMT4">
                  <p:embed/>
                </p:oleObj>
              </mc:Choice>
              <mc:Fallback>
                <p:oleObj name="Equation" r:id="rId2" imgW="1726920" imgH="14731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2E5632DE-5382-0245-B10C-0EFF6465EB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47404" y="0"/>
                        <a:ext cx="2530132" cy="215760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FE32DE60-F571-0601-52CC-80A6AF71A5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195069"/>
              </p:ext>
            </p:extLst>
          </p:nvPr>
        </p:nvGraphicFramePr>
        <p:xfrm>
          <a:off x="152438" y="2204864"/>
          <a:ext cx="8280128" cy="43664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5016">
                  <a:extLst>
                    <a:ext uri="{9D8B030D-6E8A-4147-A177-3AD203B41FA5}">
                      <a16:colId xmlns:a16="http://schemas.microsoft.com/office/drawing/2014/main" val="2727066379"/>
                    </a:ext>
                  </a:extLst>
                </a:gridCol>
                <a:gridCol w="1035016">
                  <a:extLst>
                    <a:ext uri="{9D8B030D-6E8A-4147-A177-3AD203B41FA5}">
                      <a16:colId xmlns:a16="http://schemas.microsoft.com/office/drawing/2014/main" val="920465000"/>
                    </a:ext>
                  </a:extLst>
                </a:gridCol>
                <a:gridCol w="1035016">
                  <a:extLst>
                    <a:ext uri="{9D8B030D-6E8A-4147-A177-3AD203B41FA5}">
                      <a16:colId xmlns:a16="http://schemas.microsoft.com/office/drawing/2014/main" val="929032698"/>
                    </a:ext>
                  </a:extLst>
                </a:gridCol>
                <a:gridCol w="1035016">
                  <a:extLst>
                    <a:ext uri="{9D8B030D-6E8A-4147-A177-3AD203B41FA5}">
                      <a16:colId xmlns:a16="http://schemas.microsoft.com/office/drawing/2014/main" val="3592239317"/>
                    </a:ext>
                  </a:extLst>
                </a:gridCol>
                <a:gridCol w="1035016">
                  <a:extLst>
                    <a:ext uri="{9D8B030D-6E8A-4147-A177-3AD203B41FA5}">
                      <a16:colId xmlns:a16="http://schemas.microsoft.com/office/drawing/2014/main" val="836356380"/>
                    </a:ext>
                  </a:extLst>
                </a:gridCol>
                <a:gridCol w="1035016">
                  <a:extLst>
                    <a:ext uri="{9D8B030D-6E8A-4147-A177-3AD203B41FA5}">
                      <a16:colId xmlns:a16="http://schemas.microsoft.com/office/drawing/2014/main" val="3651336973"/>
                    </a:ext>
                  </a:extLst>
                </a:gridCol>
                <a:gridCol w="1035016">
                  <a:extLst>
                    <a:ext uri="{9D8B030D-6E8A-4147-A177-3AD203B41FA5}">
                      <a16:colId xmlns:a16="http://schemas.microsoft.com/office/drawing/2014/main" val="3516706853"/>
                    </a:ext>
                  </a:extLst>
                </a:gridCol>
                <a:gridCol w="1035016">
                  <a:extLst>
                    <a:ext uri="{9D8B030D-6E8A-4147-A177-3AD203B41FA5}">
                      <a16:colId xmlns:a16="http://schemas.microsoft.com/office/drawing/2014/main" val="1677771706"/>
                    </a:ext>
                  </a:extLst>
                </a:gridCol>
              </a:tblGrid>
              <a:tr h="414046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解</a:t>
                      </a:r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判断条件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判断是否满足条件？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目标函数值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14802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过滤条件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约束条件</a:t>
                      </a:r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/>
                        <a:t>约束条件</a:t>
                      </a:r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/>
                        <a:t>约束条件</a:t>
                      </a:r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约束条件</a:t>
                      </a:r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8419197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（</a:t>
                      </a:r>
                      <a:r>
                        <a:rPr lang="en-US" altLang="zh-CN" sz="2000" dirty="0"/>
                        <a:t>0,0,0</a:t>
                      </a:r>
                      <a:r>
                        <a:rPr lang="zh-CN" altLang="en-US" sz="20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5706926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（</a:t>
                      </a:r>
                      <a:r>
                        <a:rPr lang="en-US" altLang="zh-CN" sz="2000" dirty="0"/>
                        <a:t>0,0,1</a:t>
                      </a:r>
                      <a:r>
                        <a:rPr lang="zh-CN" altLang="en-US" sz="20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5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-1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√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5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1811284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（</a:t>
                      </a:r>
                      <a:r>
                        <a:rPr lang="en-US" altLang="zh-CN" sz="2000" dirty="0"/>
                        <a:t>0,1,0</a:t>
                      </a:r>
                      <a:r>
                        <a:rPr lang="zh-CN" altLang="en-US" sz="20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-2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X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7226599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（</a:t>
                      </a:r>
                      <a:r>
                        <a:rPr lang="en-US" altLang="zh-CN" sz="2000" dirty="0"/>
                        <a:t>0,1,1</a:t>
                      </a:r>
                      <a:r>
                        <a:rPr lang="zh-CN" altLang="en-US" sz="20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3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X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332374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（</a:t>
                      </a:r>
                      <a:r>
                        <a:rPr lang="en-US" altLang="zh-CN" sz="2000" dirty="0"/>
                        <a:t>1,0,0</a:t>
                      </a:r>
                      <a:r>
                        <a:rPr lang="zh-CN" altLang="en-US" sz="20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3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X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091210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（</a:t>
                      </a:r>
                      <a:r>
                        <a:rPr lang="en-US" altLang="zh-CN" sz="2000" dirty="0"/>
                        <a:t>1,0,1</a:t>
                      </a:r>
                      <a:r>
                        <a:rPr lang="zh-CN" altLang="en-US" sz="20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8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√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8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5081186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（</a:t>
                      </a:r>
                      <a:r>
                        <a:rPr lang="en-US" altLang="zh-CN" sz="2000" dirty="0"/>
                        <a:t>1,1,0</a:t>
                      </a:r>
                      <a:r>
                        <a:rPr lang="zh-CN" altLang="en-US" sz="20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X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1578570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（</a:t>
                      </a:r>
                      <a:r>
                        <a:rPr lang="en-US" altLang="zh-CN" sz="2000" dirty="0"/>
                        <a:t>1,1,1</a:t>
                      </a:r>
                      <a:r>
                        <a:rPr lang="zh-CN" altLang="en-US" sz="20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6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X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7398185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8BE2255-C82E-4BCC-BA09-97BAE417DADD}"/>
              </a:ext>
            </a:extLst>
          </p:cNvPr>
          <p:cNvSpPr txBox="1"/>
          <p:nvPr/>
        </p:nvSpPr>
        <p:spPr>
          <a:xfrm>
            <a:off x="58044" y="1019254"/>
            <a:ext cx="73432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迭代过程中，随时改变目标函数的对比值。只要找到一个可行解且大于当前目标函数对比值的，就更新对比值。</a:t>
            </a:r>
          </a:p>
        </p:txBody>
      </p:sp>
    </p:spTree>
    <p:extLst>
      <p:ext uri="{BB962C8B-B14F-4D97-AF65-F5344CB8AC3E}">
        <p14:creationId xmlns:p14="http://schemas.microsoft.com/office/powerpoint/2010/main" val="4063023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7754ED-C045-C10A-48C5-0C40E016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隐枚举法（改进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8F8777-E671-7363-838D-A1B74F3D3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原理：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D28FE5-D3A5-3B80-DB37-DAF0E79DD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9BCF60-7584-0AB0-DC7F-7D8BA9E3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44</a:t>
            </a:fld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E01F68-320D-3155-2508-E267B9D61FC7}"/>
              </a:ext>
            </a:extLst>
          </p:cNvPr>
          <p:cNvSpPr txBox="1"/>
          <p:nvPr/>
        </p:nvSpPr>
        <p:spPr>
          <a:xfrm>
            <a:off x="489298" y="2090172"/>
            <a:ext cx="885698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buClr>
                <a:srgbClr val="553AF8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一般常重新排列</a:t>
            </a:r>
            <a:r>
              <a:rPr kumimoji="0"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aseline="-30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的顺序使目标函数中</a:t>
            </a:r>
            <a:r>
              <a:rPr kumimoji="0"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baseline="-30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的系数是递增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不减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的，在上例中，改写</a:t>
            </a:r>
          </a:p>
          <a:p>
            <a:pPr algn="just" eaLnBrk="1" hangingPunct="1">
              <a:buClr>
                <a:srgbClr val="553AF8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z=3x</a:t>
            </a:r>
            <a:r>
              <a:rPr kumimoji="0" lang="en-US" altLang="zh-CN" sz="2400" i="0" baseline="-30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− 2x</a:t>
            </a:r>
            <a:r>
              <a:rPr kumimoji="0" lang="en-US" altLang="zh-CN" sz="2400" i="0" baseline="-30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+5x</a:t>
            </a:r>
            <a:r>
              <a:rPr kumimoji="0" lang="en-US" altLang="zh-CN" sz="2400" i="0" baseline="-30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= − 2x</a:t>
            </a:r>
            <a:r>
              <a:rPr kumimoji="0" lang="en-US" altLang="zh-CN" sz="2400" i="0" baseline="-30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+3x</a:t>
            </a:r>
            <a:r>
              <a:rPr kumimoji="0" lang="en-US" altLang="zh-CN" sz="2400" i="0" baseline="-30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+5x</a:t>
            </a:r>
            <a:r>
              <a:rPr kumimoji="0" lang="en-US" altLang="zh-CN" sz="2400" i="0" baseline="-30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endParaRPr kumimoji="0" lang="en-US" altLang="zh-CN" sz="2400" i="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buClr>
                <a:srgbClr val="553AF8"/>
              </a:buClr>
              <a:buSzPct val="70000"/>
              <a:buFont typeface="Wingdings" panose="05000000000000000000" pitchFamily="2" charset="2"/>
              <a:buNone/>
            </a:pP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因为− 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是递增的序，变量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(x</a:t>
            </a:r>
            <a:r>
              <a:rPr kumimoji="0" lang="en-US" altLang="zh-CN" sz="2400" i="0" baseline="-30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i="0" baseline="-30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400" i="0" baseline="-30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也按下述顺序取值：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(0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0)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(0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1)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(0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0)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(0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1)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…</a:t>
            </a: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</a:p>
          <a:p>
            <a:pPr eaLnBrk="1" hangingPunct="1">
              <a:buClr>
                <a:srgbClr val="553AF8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这样，最优解容易比较早的发现。</a:t>
            </a:r>
          </a:p>
          <a:p>
            <a:pPr eaLnBrk="1" hangingPunct="1">
              <a:buClr>
                <a:srgbClr val="553AF8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2400" i="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再结合过滤条件的改进，更可使计算简化。</a:t>
            </a:r>
          </a:p>
        </p:txBody>
      </p:sp>
    </p:spTree>
    <p:extLst>
      <p:ext uri="{BB962C8B-B14F-4D97-AF65-F5344CB8AC3E}">
        <p14:creationId xmlns:p14="http://schemas.microsoft.com/office/powerpoint/2010/main" val="7810089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0FB84F-1DDC-FA5D-EFFA-B370E348D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隐枚举法（改进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606462-42FA-1BF5-7542-A15CA0534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1A47C5-F223-C9BD-FC49-8666827B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45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E5632DE-5382-0245-B10C-0EFF6465E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6325700"/>
              </p:ext>
            </p:extLst>
          </p:nvPr>
        </p:nvGraphicFramePr>
        <p:xfrm>
          <a:off x="7210425" y="0"/>
          <a:ext cx="2605088" cy="215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7680" imgH="1473120" progId="Equation.DSMT4">
                  <p:embed/>
                </p:oleObj>
              </mc:Choice>
              <mc:Fallback>
                <p:oleObj name="Equation" r:id="rId2" imgW="1777680" imgH="14731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2E5632DE-5382-0245-B10C-0EFF6465EB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10425" y="0"/>
                        <a:ext cx="2605088" cy="21574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FE32DE60-F571-0601-52CC-80A6AF71A5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249476"/>
              </p:ext>
            </p:extLst>
          </p:nvPr>
        </p:nvGraphicFramePr>
        <p:xfrm>
          <a:off x="152438" y="2204864"/>
          <a:ext cx="8280128" cy="43664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5016">
                  <a:extLst>
                    <a:ext uri="{9D8B030D-6E8A-4147-A177-3AD203B41FA5}">
                      <a16:colId xmlns:a16="http://schemas.microsoft.com/office/drawing/2014/main" val="2727066379"/>
                    </a:ext>
                  </a:extLst>
                </a:gridCol>
                <a:gridCol w="1035016">
                  <a:extLst>
                    <a:ext uri="{9D8B030D-6E8A-4147-A177-3AD203B41FA5}">
                      <a16:colId xmlns:a16="http://schemas.microsoft.com/office/drawing/2014/main" val="920465000"/>
                    </a:ext>
                  </a:extLst>
                </a:gridCol>
                <a:gridCol w="1035016">
                  <a:extLst>
                    <a:ext uri="{9D8B030D-6E8A-4147-A177-3AD203B41FA5}">
                      <a16:colId xmlns:a16="http://schemas.microsoft.com/office/drawing/2014/main" val="929032698"/>
                    </a:ext>
                  </a:extLst>
                </a:gridCol>
                <a:gridCol w="1035016">
                  <a:extLst>
                    <a:ext uri="{9D8B030D-6E8A-4147-A177-3AD203B41FA5}">
                      <a16:colId xmlns:a16="http://schemas.microsoft.com/office/drawing/2014/main" val="3592239317"/>
                    </a:ext>
                  </a:extLst>
                </a:gridCol>
                <a:gridCol w="1035016">
                  <a:extLst>
                    <a:ext uri="{9D8B030D-6E8A-4147-A177-3AD203B41FA5}">
                      <a16:colId xmlns:a16="http://schemas.microsoft.com/office/drawing/2014/main" val="836356380"/>
                    </a:ext>
                  </a:extLst>
                </a:gridCol>
                <a:gridCol w="1035016">
                  <a:extLst>
                    <a:ext uri="{9D8B030D-6E8A-4147-A177-3AD203B41FA5}">
                      <a16:colId xmlns:a16="http://schemas.microsoft.com/office/drawing/2014/main" val="3651336973"/>
                    </a:ext>
                  </a:extLst>
                </a:gridCol>
                <a:gridCol w="1035016">
                  <a:extLst>
                    <a:ext uri="{9D8B030D-6E8A-4147-A177-3AD203B41FA5}">
                      <a16:colId xmlns:a16="http://schemas.microsoft.com/office/drawing/2014/main" val="3516706853"/>
                    </a:ext>
                  </a:extLst>
                </a:gridCol>
                <a:gridCol w="1035016">
                  <a:extLst>
                    <a:ext uri="{9D8B030D-6E8A-4147-A177-3AD203B41FA5}">
                      <a16:colId xmlns:a16="http://schemas.microsoft.com/office/drawing/2014/main" val="1677771706"/>
                    </a:ext>
                  </a:extLst>
                </a:gridCol>
              </a:tblGrid>
              <a:tr h="414046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解</a:t>
                      </a:r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判断条件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20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判断是否满足条件？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目标函数值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14802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目标函数值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约束条件</a:t>
                      </a:r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/>
                        <a:t>约束条件</a:t>
                      </a:r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/>
                        <a:t>约束条件</a:t>
                      </a:r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约束条件</a:t>
                      </a:r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8419197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（</a:t>
                      </a:r>
                      <a:r>
                        <a:rPr lang="en-US" altLang="zh-CN" sz="2000" dirty="0"/>
                        <a:t>0,0,0</a:t>
                      </a:r>
                      <a:r>
                        <a:rPr lang="zh-CN" altLang="en-US" sz="20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5706926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（</a:t>
                      </a:r>
                      <a:r>
                        <a:rPr lang="en-US" altLang="zh-CN" sz="2000" dirty="0"/>
                        <a:t>0,0,1</a:t>
                      </a:r>
                      <a:r>
                        <a:rPr lang="zh-CN" altLang="en-US" sz="20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5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X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1811284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/>
                        <a:t>（</a:t>
                      </a:r>
                      <a:r>
                        <a:rPr lang="en-US" altLang="zh-CN" sz="2000" dirty="0"/>
                        <a:t>0,1,0</a:t>
                      </a:r>
                      <a:r>
                        <a:rPr lang="zh-CN" altLang="en-US" sz="20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3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X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7226599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（</a:t>
                      </a:r>
                      <a:r>
                        <a:rPr lang="en-US" altLang="zh-CN" sz="2000" dirty="0"/>
                        <a:t>0,1,1</a:t>
                      </a:r>
                      <a:r>
                        <a:rPr lang="zh-CN" altLang="en-US" sz="20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8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0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2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√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8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332374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（</a:t>
                      </a:r>
                      <a:r>
                        <a:rPr lang="en-US" altLang="zh-CN" sz="2000" dirty="0"/>
                        <a:t>1,0,0</a:t>
                      </a:r>
                      <a:r>
                        <a:rPr lang="zh-CN" altLang="en-US" sz="20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-2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X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9091210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（</a:t>
                      </a:r>
                      <a:r>
                        <a:rPr lang="en-US" altLang="zh-CN" sz="2000" dirty="0"/>
                        <a:t>1,0,1</a:t>
                      </a:r>
                      <a:r>
                        <a:rPr lang="zh-CN" altLang="en-US" sz="20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3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5081186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（</a:t>
                      </a:r>
                      <a:r>
                        <a:rPr lang="en-US" altLang="zh-CN" sz="2000" dirty="0"/>
                        <a:t>1,1,0</a:t>
                      </a:r>
                      <a:r>
                        <a:rPr lang="zh-CN" altLang="en-US" sz="20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X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1578570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（</a:t>
                      </a:r>
                      <a:r>
                        <a:rPr lang="en-US" altLang="zh-CN" sz="2000" dirty="0"/>
                        <a:t>1,1,1</a:t>
                      </a:r>
                      <a:r>
                        <a:rPr lang="zh-CN" altLang="en-US" sz="20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6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/>
                        <a:t>X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7398185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8BE2255-C82E-4BCC-BA09-97BAE417DADD}"/>
              </a:ext>
            </a:extLst>
          </p:cNvPr>
          <p:cNvSpPr txBox="1"/>
          <p:nvPr/>
        </p:nvSpPr>
        <p:spPr>
          <a:xfrm>
            <a:off x="58044" y="1019254"/>
            <a:ext cx="7343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该方法可以相对较早的得到最优值。</a:t>
            </a:r>
            <a:endParaRPr lang="en-US" altLang="zh-CN" sz="2400" dirty="0"/>
          </a:p>
          <a:p>
            <a:r>
              <a:rPr lang="zh-CN" altLang="en-US" sz="2400" dirty="0"/>
              <a:t>初始取（</a:t>
            </a:r>
            <a:r>
              <a:rPr lang="en-US" altLang="zh-CN" sz="2400" dirty="0"/>
              <a:t>0,0,1</a:t>
            </a:r>
            <a:r>
              <a:rPr lang="zh-CN" altLang="en-US" sz="2400" dirty="0"/>
              <a:t>），则</a:t>
            </a:r>
            <a:r>
              <a:rPr lang="en-US" altLang="zh-CN" sz="2400" dirty="0"/>
              <a:t>f=5</a:t>
            </a:r>
          </a:p>
        </p:txBody>
      </p:sp>
    </p:spTree>
    <p:extLst>
      <p:ext uri="{BB962C8B-B14F-4D97-AF65-F5344CB8AC3E}">
        <p14:creationId xmlns:p14="http://schemas.microsoft.com/office/powerpoint/2010/main" val="360051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7754ED-C045-C10A-48C5-0C40E016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隐枚举法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8F8777-E671-7363-838D-A1B74F3D3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总结：</a:t>
            </a:r>
            <a:endParaRPr lang="en-US" altLang="zh-CN" dirty="0"/>
          </a:p>
          <a:p>
            <a:pPr lvl="1"/>
            <a:r>
              <a:rPr lang="zh-CN" altLang="en-US" dirty="0"/>
              <a:t>隐枚举法有的文献上也叫隐数法。</a:t>
            </a:r>
            <a:endParaRPr lang="en-US" altLang="zh-CN" dirty="0"/>
          </a:p>
          <a:p>
            <a:pPr lvl="1"/>
            <a:r>
              <a:rPr lang="zh-CN" altLang="en-US" dirty="0"/>
              <a:t>隐枚举法的性能受到了解空间大小的限制。</a:t>
            </a:r>
            <a:endParaRPr lang="en-US" altLang="zh-CN" dirty="0"/>
          </a:p>
          <a:p>
            <a:pPr lvl="1"/>
            <a:r>
              <a:rPr lang="zh-CN" altLang="en-US" dirty="0"/>
              <a:t>目前隐枚举法还有很多改进，例如可以通过改造标准型，实现对部分节点的剪枝处理，以减少计算量。</a:t>
            </a:r>
            <a:endParaRPr lang="en-US" altLang="zh-CN" dirty="0"/>
          </a:p>
          <a:p>
            <a:pPr lvl="1"/>
            <a:r>
              <a:rPr lang="zh-CN" altLang="en-US" dirty="0"/>
              <a:t>具体问题，可以根据实际问题对该方法进行改进。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D28FE5-D3A5-3B80-DB37-DAF0E79DD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9BCF60-7584-0AB0-DC7F-7D8BA9E3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22301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C80EF9C-3A88-5510-F76B-CF2BAA7EE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4B721-E592-4506-A42D-A485CD36D387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2AFB9DE-A895-615F-A5B1-AB4CDDADA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DC1DE-D772-415A-B75D-6C2A3BBF0EE5}" type="slidenum">
              <a:rPr lang="zh-CN" altLang="en-US" smtClean="0"/>
              <a:pPr/>
              <a:t>47</a:t>
            </a:fld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A6F0037-CE98-CF97-8DCE-08509687966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90600" y="635000"/>
            <a:ext cx="79248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用分支定界法求解下列问题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BB70A8C-2175-25DC-564D-E84DE7C5A2EB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8580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45EE90E-7668-E2D2-841C-758DDD9CC4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8513661"/>
              </p:ext>
            </p:extLst>
          </p:nvPr>
        </p:nvGraphicFramePr>
        <p:xfrm>
          <a:off x="2936776" y="2132856"/>
          <a:ext cx="3531964" cy="288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60160" imgH="1193760" progId="Equation.DSMT4">
                  <p:embed/>
                </p:oleObj>
              </mc:Choice>
              <mc:Fallback>
                <p:oleObj name="Equation" r:id="rId11" imgW="1460160" imgH="119376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CCDF9756-F2FE-8132-5AC7-82E278114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36776" y="2132856"/>
                        <a:ext cx="3531964" cy="288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2F28FBFC-1D30-5718-B385-CF068C70FE9F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906000" cy="635000"/>
            <a:chOff x="0" y="0"/>
            <a:chExt cx="9906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ED718487-CB8A-8A15-89C6-950ECA16D66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9906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4099656F-2ACF-4003-0F31-22E6A41E4846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EB7A3F9E-9324-82C2-828A-0E35FB1B053F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10695BD0-29F8-5ECA-FD40-65429915B0CC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20 4">
            <a:extLst>
              <a:ext uri="{FF2B5EF4-FFF2-40B4-BE49-F238E27FC236}">
                <a16:creationId xmlns:a16="http://schemas.microsoft.com/office/drawing/2014/main" id="{12CD6CAF-4700-ACC9-16CC-13142102D74A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77069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7288910-12B4-1DD3-3CE6-C17EAF7E6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4B721-E592-4506-A42D-A485CD36D387}" type="datetime3">
              <a:rPr lang="zh-CN" altLang="en-US" smtClean="0"/>
              <a:t>2022年12月2日星期五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5129CDB-C38D-09E8-263C-B8216F2D9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DC1DE-D772-415A-B75D-6C2A3BBF0EE5}" type="slidenum">
              <a:rPr lang="zh-CN" altLang="en-US" smtClean="0"/>
              <a:pPr/>
              <a:t>48</a:t>
            </a:fld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2C9B75-BF32-C9BE-892D-0223CBD12AF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90600" y="893125"/>
            <a:ext cx="7924800" cy="416215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解下列优化问题：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给定一个容量是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的背包，一共有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件物品，每个物品的重量和价值分别为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w={3,4,2}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v[N]={5,2,7}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。每件物品只能选择取或不取，请求解如何装包，使得总价值最大。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65E8211-CCC3-C507-E4F0-D20F7EE889E3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8580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7D907FB-5ACC-60F9-138E-24AB17A1F0E6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906000" cy="635000"/>
            <a:chOff x="0" y="0"/>
            <a:chExt cx="9906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72AD180E-6425-89F2-B36E-01CE958AE20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9906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2DB2AE91-D9FE-25B9-A692-1D7BB113CE8A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C159199F-95D4-C26B-FF75-F8F3066969A7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7002E969-907F-BA93-E3A7-AB8F8BCB1D6C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20 4">
            <a:extLst>
              <a:ext uri="{FF2B5EF4-FFF2-40B4-BE49-F238E27FC236}">
                <a16:creationId xmlns:a16="http://schemas.microsoft.com/office/drawing/2014/main" id="{0E623786-C8E8-2F4D-C827-A317550252DC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557916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10426</TotalTime>
  <Words>2469</Words>
  <Application>Microsoft Office PowerPoint</Application>
  <PresentationFormat>A4 纸张(210x297 毫米)</PresentationFormat>
  <Paragraphs>435</Paragraphs>
  <Slides>48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9" baseType="lpstr">
      <vt:lpstr>黑体</vt:lpstr>
      <vt:lpstr>宋体</vt:lpstr>
      <vt:lpstr>Microsoft Yahei</vt:lpstr>
      <vt:lpstr>新宋体</vt:lpstr>
      <vt:lpstr>Arial</vt:lpstr>
      <vt:lpstr>Calibri</vt:lpstr>
      <vt:lpstr>Cambria Math</vt:lpstr>
      <vt:lpstr>Times New Roman</vt:lpstr>
      <vt:lpstr>Wingdings</vt:lpstr>
      <vt:lpstr>Presentation</vt:lpstr>
      <vt:lpstr>Equation</vt:lpstr>
      <vt:lpstr>最优化理论</vt:lpstr>
      <vt:lpstr>整数规划</vt:lpstr>
      <vt:lpstr>整数规划概述</vt:lpstr>
      <vt:lpstr>整数规划概述</vt:lpstr>
      <vt:lpstr>整数规划概述</vt:lpstr>
      <vt:lpstr>整数规划概述</vt:lpstr>
      <vt:lpstr>分枝定界法</vt:lpstr>
      <vt:lpstr>分枝定界法</vt:lpstr>
      <vt:lpstr>分枝定界法</vt:lpstr>
      <vt:lpstr>分支定界法</vt:lpstr>
      <vt:lpstr>分支定界法</vt:lpstr>
      <vt:lpstr>分支定界法</vt:lpstr>
      <vt:lpstr>分支定界法</vt:lpstr>
      <vt:lpstr>分支定界法</vt:lpstr>
      <vt:lpstr>分支定界法</vt:lpstr>
      <vt:lpstr>分支定界法</vt:lpstr>
      <vt:lpstr>分支定界法</vt:lpstr>
      <vt:lpstr>分支定界法</vt:lpstr>
      <vt:lpstr>分支定界法</vt:lpstr>
      <vt:lpstr>分支定界法</vt:lpstr>
      <vt:lpstr>分支定界法</vt:lpstr>
      <vt:lpstr>分支定界法</vt:lpstr>
      <vt:lpstr>分支定界法</vt:lpstr>
      <vt:lpstr>分支定界法</vt:lpstr>
      <vt:lpstr>分支定界法</vt:lpstr>
      <vt:lpstr>分支定界法</vt:lpstr>
      <vt:lpstr>分支定界法</vt:lpstr>
      <vt:lpstr>分支定界法</vt:lpstr>
      <vt:lpstr>分支定界法</vt:lpstr>
      <vt:lpstr>分支定界法</vt:lpstr>
      <vt:lpstr>分支定界法</vt:lpstr>
      <vt:lpstr>分支定界法</vt:lpstr>
      <vt:lpstr>分支定界法</vt:lpstr>
      <vt:lpstr>分支定界法</vt:lpstr>
      <vt:lpstr>0-1整数规划</vt:lpstr>
      <vt:lpstr>0-1整数规划</vt:lpstr>
      <vt:lpstr>0-1整数规划</vt:lpstr>
      <vt:lpstr>0-1整数规划</vt:lpstr>
      <vt:lpstr>0-1整数规划</vt:lpstr>
      <vt:lpstr>隐枚举法</vt:lpstr>
      <vt:lpstr>隐枚举法</vt:lpstr>
      <vt:lpstr>隐枚举法（改进1）</vt:lpstr>
      <vt:lpstr>隐枚举法（改进1）</vt:lpstr>
      <vt:lpstr>隐枚举法（改进2）</vt:lpstr>
      <vt:lpstr>隐枚举法（改进2）</vt:lpstr>
      <vt:lpstr>隐枚举法</vt:lpstr>
      <vt:lpstr>PowerPoint 演示文稿</vt:lpstr>
      <vt:lpstr>PowerPoint 演示文稿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Administrator</cp:lastModifiedBy>
  <cp:revision>5695</cp:revision>
  <dcterms:created xsi:type="dcterms:W3CDTF">2016-10-01T05:27:09Z</dcterms:created>
  <dcterms:modified xsi:type="dcterms:W3CDTF">2022-12-02T07:20:59Z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</Properties>
</file>