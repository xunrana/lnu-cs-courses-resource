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3" r:id="rId6"/>
    <p:sldId id="264" r:id="rId7"/>
    <p:sldId id="262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FBD7BC1-B88D-444B-8A1D-1746EADA77D6}">
          <p14:sldIdLst>
            <p14:sldId id="256"/>
          </p14:sldIdLst>
        </p14:section>
        <p14:section name="无标题节" id="{DC27F11E-055D-456D-894B-DB1DBFAA9C6E}">
          <p14:sldIdLst>
            <p14:sldId id="258"/>
            <p14:sldId id="263"/>
            <p14:sldId id="264"/>
            <p14:sldId id="262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911" autoAdjust="0"/>
  </p:normalViewPr>
  <p:slideViewPr>
    <p:cSldViewPr snapToGrid="0" showGuides="1">
      <p:cViewPr varScale="1">
        <p:scale>
          <a:sx n="62" d="100"/>
          <a:sy n="62" d="100"/>
        </p:scale>
        <p:origin x="804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0DBB-104A-4535-877E-2793706C41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9584B-5DC3-4C83-9BC1-305F87222D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9584B-5DC3-4C83-9BC1-305F87222D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67B6-635C-496C-872B-2D5A95AE5B6C}" type="datetime3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3102"/>
          </a:xfrm>
        </p:spPr>
        <p:txBody>
          <a:bodyPr/>
          <a:lstStyle>
            <a:lvl1pPr>
              <a:defRPr>
                <a:latin typeface="+mn-lt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4645"/>
            <a:ext cx="12192000" cy="568946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>
                <a:latin typeface="+mn-lt"/>
                <a:ea typeface="黑体" panose="02010609060101010101" pitchFamily="49" charset="-122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 sz="2800">
                <a:latin typeface="+mn-lt"/>
                <a:ea typeface="黑体" panose="02010609060101010101" pitchFamily="49" charset="-122"/>
              </a:defRPr>
            </a:lvl2pPr>
            <a:lvl3pPr>
              <a:lnSpc>
                <a:spcPct val="100000"/>
              </a:lnSpc>
              <a:defRPr sz="2400">
                <a:latin typeface="+mn-lt"/>
                <a:ea typeface="黑体" panose="02010609060101010101" pitchFamily="49" charset="-122"/>
              </a:defRPr>
            </a:lvl3pPr>
            <a:lvl4pPr>
              <a:lnSpc>
                <a:spcPct val="100000"/>
              </a:lnSpc>
              <a:defRPr sz="2400">
                <a:latin typeface="+mn-lt"/>
                <a:ea typeface="黑体" panose="02010609060101010101" pitchFamily="49" charset="-122"/>
              </a:defRPr>
            </a:lvl4pPr>
            <a:lvl5pPr>
              <a:defRPr sz="2400">
                <a:latin typeface="+mn-lt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9920" y="6492239"/>
            <a:ext cx="2743200" cy="365125"/>
          </a:xfrm>
        </p:spPr>
        <p:txBody>
          <a:bodyPr/>
          <a:lstStyle>
            <a:lvl1pPr>
              <a:defRPr sz="1600"/>
            </a:lvl1pPr>
          </a:lstStyle>
          <a:p>
            <a:fld id="{BF27DDBE-5C22-41D1-A9CF-D3558F32BF5C}" type="datetime3">
              <a:rPr lang="zh-CN" altLang="en-US" smtClean="0"/>
            </a:fld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6523" y="6492240"/>
            <a:ext cx="2743200" cy="365125"/>
          </a:xfrm>
        </p:spPr>
        <p:txBody>
          <a:bodyPr/>
          <a:lstStyle>
            <a:lvl1pPr algn="ctr">
              <a:defRPr sz="1600"/>
            </a:lvl1pPr>
          </a:lstStyle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</a:fld>
            <a:r>
              <a:rPr lang="zh-CN" altLang="en-US"/>
              <a:t>页</a:t>
            </a:r>
            <a:endParaRPr lang="zh-CN" altLang="en-US" dirty="0"/>
          </a:p>
        </p:txBody>
      </p:sp>
      <p:pic>
        <p:nvPicPr>
          <p:cNvPr id="8" name="20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049" y="6563653"/>
            <a:ext cx="851394" cy="263932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0" y="804645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647544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F22A-45C6-44EB-8FB0-917DB81314C6}" type="datetime3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8F7C3-090D-44EE-8D57-D076F0A694BF}" type="datetime3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C44E-F5F7-4F86-A7A6-321399513772}" type="datetime3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21A6-34B4-476F-8D0D-8C1F83BDFC66}" type="datetime3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CF4A-C7DE-4EB0-BE92-09C60D50C371}" type="datetime3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F197-D748-4ECC-8B17-447CF4BD2D06}" type="datetime3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C467-55DD-40B8-8A89-2B75D0C94B58}" type="datetime3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FB8A-6F1F-4330-A560-1FD9EC3127B2}" type="datetime3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9DFD-8CB8-459C-8474-882E8D4E3A03}" type="datetime3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04" y="365760"/>
            <a:ext cx="11830639" cy="7654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04" y="1376314"/>
            <a:ext cx="11830639" cy="4911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130CD44-1DF9-40B3-A5E6-6F1F38B8CABA}" type="datetime3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&#30001;&#21508;&#29677;&#32423;&#23398;&#20064;&#22996;&#21592;&#25910;&#38598;&#25171;&#21253;&#21457;&#36865;&#21040;793590618@qq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6415953"/>
            <a:ext cx="12191999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27537" y="2982912"/>
            <a:ext cx="8016639" cy="1493969"/>
          </a:xfrm>
        </p:spPr>
        <p:txBody>
          <a:bodyPr anchor="ctr">
            <a:normAutofit fontScale="90000"/>
          </a:bodyPr>
          <a:lstStyle/>
          <a:p>
            <a:r>
              <a:rPr lang="en-US" altLang="zh-CN" sz="6600">
                <a:latin typeface="黑体" panose="02010609060101010101" pitchFamily="49" charset="-122"/>
                <a:ea typeface="黑体" panose="02010609060101010101" pitchFamily="49" charset="-122"/>
              </a:rPr>
              <a:t>2025《</a:t>
            </a:r>
            <a:r>
              <a:rPr lang="zh-CN" altLang="en-US" sz="6600" dirty="0"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  <a:r>
              <a:rPr lang="zh-CN" altLang="en-US" sz="6600" dirty="0">
                <a:latin typeface="黑体" panose="02010609060101010101" pitchFamily="49" charset="-122"/>
                <a:ea typeface="黑体" panose="02010609060101010101" pitchFamily="49" charset="-122"/>
              </a:rPr>
              <a:t>网络实验</a:t>
            </a:r>
            <a:r>
              <a:rPr lang="en-US" altLang="zh-CN" sz="6600" dirty="0"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endParaRPr lang="zh-CN" altLang="en-US"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279984" y="5498362"/>
            <a:ext cx="6619242" cy="642776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辽宁大学 信息学院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982912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760" y="6415952"/>
            <a:ext cx="1424240" cy="442047"/>
          </a:xfrm>
          <a:prstGeom prst="rect">
            <a:avLst/>
          </a:prstGeom>
        </p:spPr>
      </p:pic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>
          <a:xfrm>
            <a:off x="1944945" y="6411353"/>
            <a:ext cx="2743200" cy="365125"/>
          </a:xfrm>
        </p:spPr>
        <p:txBody>
          <a:bodyPr/>
          <a:lstStyle/>
          <a:p>
            <a:fld id="{08380BF7-FD80-4421-9758-AE919164F8DC}" type="datetime3">
              <a:rPr lang="zh-CN" altLang="en-US" sz="1600" smtClean="0"/>
            </a:fld>
            <a:endParaRPr lang="zh-CN" altLang="en-US" sz="1600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5508402" y="4322092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/>
              <a:t>考核要求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+mj-lt"/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课程简介</a:t>
            </a:r>
            <a:endParaRPr lang="zh-CN" altLang="en-US" sz="2800" dirty="0"/>
          </a:p>
          <a:p>
            <a:pPr marL="0" indent="0">
              <a:buFont typeface="+mj-lt"/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   </a:t>
            </a:r>
            <a:r>
              <a:rPr lang="zh-CN" altLang="en-US" sz="2800" dirty="0"/>
              <a:t>《计算机网络实验》是《计算机网络》理论课程的实践应用，是计算机科学与技术专业学生必不可少的专业实验</a:t>
            </a:r>
            <a:r>
              <a:rPr lang="en-US" altLang="zh-CN" sz="2800" dirty="0"/>
              <a:t>/</a:t>
            </a:r>
            <a:r>
              <a:rPr lang="zh-CN" altLang="en-US" sz="2800" dirty="0"/>
              <a:t>实践课程。为了使学生掌握计算机网络技术，提高学生科研能力，在本课程中开设了网络设备配置、网络协议验证、网络设计与规划，培养学生的综合分析能力和解决问题的能力，并适当培养学生科研能力。</a:t>
            </a:r>
            <a:endParaRPr lang="zh-CN" altLang="en-US" sz="2800" dirty="0"/>
          </a:p>
          <a:p>
            <a:pPr marL="0" indent="0">
              <a:buFont typeface="+mj-lt"/>
              <a:buNone/>
            </a:pPr>
            <a:r>
              <a:rPr lang="en-US" altLang="zh-CN" sz="2800" dirty="0"/>
              <a:t>2、课程目标</a:t>
            </a:r>
            <a:endParaRPr lang="en-US" altLang="zh-CN" sz="2800" dirty="0"/>
          </a:p>
          <a:p>
            <a:pPr marL="0" indent="0">
              <a:buFont typeface="+mj-lt"/>
              <a:buNone/>
            </a:pPr>
            <a:r>
              <a:rPr lang="en-US" altLang="zh-CN" sz="2800" dirty="0"/>
              <a:t>        </a:t>
            </a:r>
            <a:r>
              <a:rPr lang="zh-CN" altLang="en-US" sz="2800" dirty="0"/>
              <a:t>培养学生实际动手操作能力，熟练掌握主要设备的操作，并能设计实验，及在实验中发现问题，分析问题，解决问题的能力。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DDBE-5C22-41D1-A9CF-D3558F32BF5C}" type="datetime3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</a:fld>
            <a:r>
              <a:rPr lang="zh-CN" altLang="en-US"/>
              <a:t>页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考核方式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考核形式</a:t>
            </a:r>
            <a:endParaRPr lang="en-US" altLang="zh-CN" dirty="0"/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提交一个20。</a:t>
            </a:r>
            <a:endParaRPr lang="en-US" altLang="zh-CN" dirty="0"/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成绩评价</a:t>
            </a:r>
            <a:r>
              <a:rPr lang="zh-CN" altLang="en-US" dirty="0"/>
              <a:t>方法：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20成绩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平时成绩</a:t>
            </a:r>
            <a:endParaRPr lang="en-US" altLang="zh-CN" dirty="0">
              <a:solidFill>
                <a:srgbClr val="FF0000"/>
              </a:solidFill>
              <a:highlight>
                <a:srgbClr val="FFFF00"/>
              </a:highlight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理论课成绩。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DDBE-5C22-41D1-A9CF-D3558F32BF5C}" type="datetime3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</a:fld>
            <a:r>
              <a:rPr lang="zh-CN" altLang="en-US"/>
              <a:t>页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考核方式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考核要求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Font typeface="+mj-ea"/>
              <a:buNone/>
            </a:pPr>
            <a:r>
              <a:rPr lang="zh-CN" altLang="en-US" dirty="0"/>
              <a:t>20：</a:t>
            </a:r>
            <a:endParaRPr lang="en-US" altLang="zh-CN" dirty="0"/>
          </a:p>
          <a:p>
            <a:pPr marL="914400" lvl="2" indent="0">
              <a:lnSpc>
                <a:spcPct val="150000"/>
              </a:lnSpc>
              <a:buFont typeface="+mj-ea"/>
              <a:buNone/>
            </a:pPr>
            <a:r>
              <a:rPr lang="zh-CN" altLang="en-US" dirty="0"/>
              <a:t>记录实验过程。包括：实验步骤、实验截图</a:t>
            </a:r>
            <a:r>
              <a:rPr lang="zh-CN" altLang="en-US" dirty="0"/>
              <a:t>等。</a:t>
            </a:r>
            <a:endParaRPr lang="zh-CN" altLang="en-US" dirty="0"/>
          </a:p>
          <a:p>
            <a:pPr marL="914400" lvl="2" indent="0">
              <a:lnSpc>
                <a:spcPct val="150000"/>
              </a:lnSpc>
              <a:buFont typeface="+mj-ea"/>
              <a:buNone/>
            </a:pPr>
            <a:r>
              <a:rPr lang="zh-CN" altLang="en-US" dirty="0"/>
              <a:t>写出实验心得。</a:t>
            </a:r>
            <a:endParaRPr lang="zh-CN" altLang="en-US" dirty="0"/>
          </a:p>
          <a:p>
            <a:pPr marL="1428750" lvl="2" indent="-514350">
              <a:buFont typeface="+mj-ea"/>
              <a:buAutoNum type="ea1JpnChsDbPeriod"/>
            </a:pPr>
            <a:endParaRPr lang="en-US" altLang="zh-CN" dirty="0"/>
          </a:p>
          <a:p>
            <a:pPr marL="1428750" lvl="2" indent="-514350">
              <a:buFont typeface="+mj-ea"/>
              <a:buAutoNum type="ea1JpnChsDbPeriod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DDBE-5C22-41D1-A9CF-D3558F32BF5C}" type="datetime3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</a:fld>
            <a:r>
              <a:rPr lang="zh-CN" altLang="en-US"/>
              <a:t>页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实验题目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实验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：划分虚拟</a:t>
            </a:r>
            <a:r>
              <a:rPr lang="zh-CN" altLang="en-US" dirty="0">
                <a:solidFill>
                  <a:schemeClr val="tx1"/>
                </a:solidFill>
              </a:rPr>
              <a:t>局域网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实验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IPv4</a:t>
            </a:r>
            <a:r>
              <a:rPr lang="zh-CN" altLang="en-US" dirty="0">
                <a:solidFill>
                  <a:schemeClr val="tx1"/>
                </a:solidFill>
              </a:rPr>
              <a:t>地址的无分类编址</a:t>
            </a:r>
            <a:r>
              <a:rPr lang="zh-CN" altLang="en-US" dirty="0">
                <a:solidFill>
                  <a:schemeClr val="tx1"/>
                </a:solidFill>
              </a:rPr>
              <a:t>方法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：验证开放最短路径优先协议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：验证</a:t>
            </a:r>
            <a:r>
              <a:rPr lang="en-US" altLang="zh-CN" dirty="0">
                <a:sym typeface="+mn-ea"/>
              </a:rPr>
              <a:t>OSPF</a:t>
            </a:r>
            <a:r>
              <a:rPr lang="zh-CN" altLang="en-US" dirty="0">
                <a:sym typeface="+mn-ea"/>
              </a:rPr>
              <a:t>可以划分区域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5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TCP</a:t>
            </a:r>
            <a:r>
              <a:rPr lang="zh-CN" altLang="en-US" dirty="0">
                <a:sym typeface="+mn-ea"/>
              </a:rPr>
              <a:t>的运输链接管理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实验</a:t>
            </a:r>
            <a:r>
              <a:rPr lang="en-US" altLang="zh-CN" dirty="0">
                <a:sym typeface="+mn-ea"/>
              </a:rPr>
              <a:t>6</a:t>
            </a:r>
            <a:r>
              <a:rPr lang="zh-CN" altLang="en-US" dirty="0">
                <a:sym typeface="+mn-ea"/>
              </a:rPr>
              <a:t>：熟悉万维网文档的作用和超文本传输协议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DDBE-5C22-41D1-A9CF-D3558F32BF5C}" type="datetime3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</a:fld>
            <a:r>
              <a:rPr lang="zh-CN" altLang="en-US"/>
              <a:t>页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20提交要求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期限：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en-US" altLang="zh-CN" dirty="0"/>
              <a:t>0</a:t>
            </a:r>
            <a:r>
              <a:rPr lang="zh-CN" altLang="en-US" dirty="0"/>
              <a:t>日之前，</a:t>
            </a:r>
            <a:r>
              <a:rPr lang="zh-CN" altLang="en-US" dirty="0">
                <a:hlinkClick r:id="rId1"/>
              </a:rPr>
              <a:t>由各班级学习委员收集打包发送到</a:t>
            </a:r>
            <a:r>
              <a:rPr lang="en-US" altLang="zh-CN" dirty="0">
                <a:hlinkClick r:id="rId1"/>
              </a:rPr>
              <a:t>793590618@qq.com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DDBE-5C22-41D1-A9CF-D3558F32BF5C}" type="datetime3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</a:fld>
            <a:r>
              <a:rPr lang="zh-CN" altLang="en-US"/>
              <a:t>页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TM02892315[[fn=丝状]]</Template>
  <TotalTime>0</TotalTime>
  <Words>513</Words>
  <Application>WPS 演示</Application>
  <PresentationFormat>宽屏</PresentationFormat>
  <Paragraphs>73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Wingdings 2</vt:lpstr>
      <vt:lpstr>黑体</vt:lpstr>
      <vt:lpstr>Calibri</vt:lpstr>
      <vt:lpstr>微软雅黑</vt:lpstr>
      <vt:lpstr>Arial Unicode MS</vt:lpstr>
      <vt:lpstr>Calibri Light</vt:lpstr>
      <vt:lpstr>等线</vt:lpstr>
      <vt:lpstr>HDOfficeLightV0</vt:lpstr>
      <vt:lpstr>2025《计算机网络实验》</vt:lpstr>
      <vt:lpstr>课程概述</vt:lpstr>
      <vt:lpstr>考核方式</vt:lpstr>
      <vt:lpstr>考核方式</vt:lpstr>
      <vt:lpstr>实验题目</vt:lpstr>
      <vt:lpstr>20提交要求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谭 爱平</dc:creator>
  <cp:lastModifiedBy>黄小P</cp:lastModifiedBy>
  <cp:revision>1875</cp:revision>
  <dcterms:created xsi:type="dcterms:W3CDTF">2020-08-18T01:11:00Z</dcterms:created>
  <dcterms:modified xsi:type="dcterms:W3CDTF">2025-06-20T14:27:12Z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A33C398068E243F0A2D8850CF7C13D8C_12</vt:lpwstr>
  </property>
  <property fmtid="{D5CDD505-2E9C-101B-9397-08002B2CF9AE}" pid="3" name="KSOProductBuildVer">
    <vt:lpwstr>2052-12.1.0.21541</vt:lpwstr>
  </property>
</Properties>
</file>