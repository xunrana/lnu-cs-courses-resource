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0" r:id="rId7"/>
    <p:sldId id="262" r:id="rId8"/>
    <p:sldId id="263" r:id="rId9"/>
    <p:sldId id="264" r:id="rId10"/>
    <p:sldId id="266" r:id="rId11"/>
    <p:sldId id="268" r:id="rId12"/>
    <p:sldId id="27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51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4A4A-DA1C-4C4E-BEF0-02C93416CED7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7FBC-A0F1-4F81-BC85-85CFF957F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12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4A4A-DA1C-4C4E-BEF0-02C93416CED7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7FBC-A0F1-4F81-BC85-85CFF957F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10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4A4A-DA1C-4C4E-BEF0-02C93416CED7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7FBC-A0F1-4F81-BC85-85CFF957F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5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4A4A-DA1C-4C4E-BEF0-02C93416CED7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7FBC-A0F1-4F81-BC85-85CFF957F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4A4A-DA1C-4C4E-BEF0-02C93416CED7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7FBC-A0F1-4F81-BC85-85CFF957F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62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4A4A-DA1C-4C4E-BEF0-02C93416CED7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7FBC-A0F1-4F81-BC85-85CFF957F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80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4A4A-DA1C-4C4E-BEF0-02C93416CED7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7FBC-A0F1-4F81-BC85-85CFF957F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59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4A4A-DA1C-4C4E-BEF0-02C93416CED7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7FBC-A0F1-4F81-BC85-85CFF957F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0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4A4A-DA1C-4C4E-BEF0-02C93416CED7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7FBC-A0F1-4F81-BC85-85CFF957F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4A4A-DA1C-4C4E-BEF0-02C93416CED7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7FBC-A0F1-4F81-BC85-85CFF957F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37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94A4A-DA1C-4C4E-BEF0-02C93416CED7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7FBC-A0F1-4F81-BC85-85CFF957F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99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94A4A-DA1C-4C4E-BEF0-02C93416CED7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57FBC-A0F1-4F81-BC85-85CFF957F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20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SQL Server </a:t>
            </a:r>
            <a:r>
              <a:rPr lang="zh-CN" altLang="en-US" dirty="0" smtClean="0"/>
              <a:t>安装步骤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75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71500"/>
            <a:ext cx="7620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/>
        </p:nvSpPr>
        <p:spPr>
          <a:xfrm>
            <a:off x="3125336" y="641628"/>
            <a:ext cx="4320480" cy="792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椭圆 5"/>
          <p:cNvSpPr/>
          <p:nvPr/>
        </p:nvSpPr>
        <p:spPr>
          <a:xfrm>
            <a:off x="733933" y="1196751"/>
            <a:ext cx="741723" cy="3053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500063"/>
            <a:ext cx="7810500" cy="585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椭圆 5"/>
          <p:cNvSpPr/>
          <p:nvPr/>
        </p:nvSpPr>
        <p:spPr>
          <a:xfrm>
            <a:off x="2843808" y="3645024"/>
            <a:ext cx="4320480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71600" y="3645915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</a:rPr>
              <a:t>重新启动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036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500063"/>
            <a:ext cx="7810500" cy="585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6489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423667"/>
            <a:ext cx="7810500" cy="585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椭圆 4"/>
          <p:cNvSpPr/>
          <p:nvPr/>
        </p:nvSpPr>
        <p:spPr>
          <a:xfrm>
            <a:off x="2555776" y="5301208"/>
            <a:ext cx="1152128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椭圆 5"/>
          <p:cNvSpPr/>
          <p:nvPr/>
        </p:nvSpPr>
        <p:spPr>
          <a:xfrm>
            <a:off x="6372200" y="5683696"/>
            <a:ext cx="1152128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0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8" y="1133475"/>
            <a:ext cx="8161337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4945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椭圆 5"/>
          <p:cNvSpPr/>
          <p:nvPr/>
        </p:nvSpPr>
        <p:spPr>
          <a:xfrm>
            <a:off x="5436096" y="5805264"/>
            <a:ext cx="1152128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47650"/>
            <a:ext cx="8570913" cy="636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256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500063"/>
            <a:ext cx="7810500" cy="585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椭圆 4"/>
          <p:cNvSpPr/>
          <p:nvPr/>
        </p:nvSpPr>
        <p:spPr>
          <a:xfrm>
            <a:off x="2843808" y="1628800"/>
            <a:ext cx="1152128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椭圆 5"/>
          <p:cNvSpPr/>
          <p:nvPr/>
        </p:nvSpPr>
        <p:spPr>
          <a:xfrm>
            <a:off x="5580112" y="5877272"/>
            <a:ext cx="1152128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3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500063"/>
            <a:ext cx="7810500" cy="585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椭圆 4"/>
          <p:cNvSpPr/>
          <p:nvPr/>
        </p:nvSpPr>
        <p:spPr>
          <a:xfrm>
            <a:off x="5580112" y="5877272"/>
            <a:ext cx="1152128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8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椭圆 4"/>
          <p:cNvSpPr/>
          <p:nvPr/>
        </p:nvSpPr>
        <p:spPr>
          <a:xfrm>
            <a:off x="5436096" y="5877272"/>
            <a:ext cx="1152128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323850"/>
            <a:ext cx="8294687" cy="621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942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椭圆 4"/>
          <p:cNvSpPr/>
          <p:nvPr/>
        </p:nvSpPr>
        <p:spPr>
          <a:xfrm>
            <a:off x="2843808" y="5013176"/>
            <a:ext cx="1440160" cy="792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323850"/>
            <a:ext cx="8208963" cy="621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520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828675"/>
            <a:ext cx="8189913" cy="520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1329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</Words>
  <Application>Microsoft Office PowerPoint</Application>
  <PresentationFormat>全屏显示(4:3)</PresentationFormat>
  <Paragraphs>2</Paragraphs>
  <Slides>12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3" baseType="lpstr">
      <vt:lpstr>Office 主题​​</vt:lpstr>
      <vt:lpstr>SQL Server 安装步骤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sally</dc:creator>
  <cp:lastModifiedBy>AAA</cp:lastModifiedBy>
  <cp:revision>10</cp:revision>
  <dcterms:created xsi:type="dcterms:W3CDTF">2017-09-06T07:19:56Z</dcterms:created>
  <dcterms:modified xsi:type="dcterms:W3CDTF">2022-11-18T12:07:58Z</dcterms:modified>
</cp:coreProperties>
</file>