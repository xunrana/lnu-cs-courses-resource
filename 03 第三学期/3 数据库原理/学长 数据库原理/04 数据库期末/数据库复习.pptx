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062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957F7-4F0D-4DAD-A68E-85B00B494A69}" type="datetimeFigureOut">
              <a:rPr lang="en-US" smtClean="0"/>
              <a:t>12/12/2020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DD0B-2E0C-45FB-B9F9-24AC461C4F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235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957F7-4F0D-4DAD-A68E-85B00B494A69}" type="datetimeFigureOut">
              <a:rPr lang="en-US" smtClean="0"/>
              <a:t>12/12/2020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DD0B-2E0C-45FB-B9F9-24AC461C4F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169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957F7-4F0D-4DAD-A68E-85B00B494A69}" type="datetimeFigureOut">
              <a:rPr lang="en-US" smtClean="0"/>
              <a:t>12/12/2020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DD0B-2E0C-45FB-B9F9-24AC461C4F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836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957F7-4F0D-4DAD-A68E-85B00B494A69}" type="datetimeFigureOut">
              <a:rPr lang="en-US" smtClean="0"/>
              <a:t>12/12/2020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DD0B-2E0C-45FB-B9F9-24AC461C4F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108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957F7-4F0D-4DAD-A68E-85B00B494A69}" type="datetimeFigureOut">
              <a:rPr lang="en-US" smtClean="0"/>
              <a:t>12/12/2020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DD0B-2E0C-45FB-B9F9-24AC461C4F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642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957F7-4F0D-4DAD-A68E-85B00B494A69}" type="datetimeFigureOut">
              <a:rPr lang="en-US" smtClean="0"/>
              <a:t>12/12/2020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DD0B-2E0C-45FB-B9F9-24AC461C4F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981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957F7-4F0D-4DAD-A68E-85B00B494A69}" type="datetimeFigureOut">
              <a:rPr lang="en-US" smtClean="0"/>
              <a:t>12/12/2020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DD0B-2E0C-45FB-B9F9-24AC461C4F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381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957F7-4F0D-4DAD-A68E-85B00B494A69}" type="datetimeFigureOut">
              <a:rPr lang="en-US" smtClean="0"/>
              <a:t>12/12/2020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DD0B-2E0C-45FB-B9F9-24AC461C4F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903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957F7-4F0D-4DAD-A68E-85B00B494A69}" type="datetimeFigureOut">
              <a:rPr lang="en-US" smtClean="0"/>
              <a:t>12/12/2020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DD0B-2E0C-45FB-B9F9-24AC461C4F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644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957F7-4F0D-4DAD-A68E-85B00B494A69}" type="datetimeFigureOut">
              <a:rPr lang="en-US" smtClean="0"/>
              <a:t>12/12/2020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DD0B-2E0C-45FB-B9F9-24AC461C4F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469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957F7-4F0D-4DAD-A68E-85B00B494A69}" type="datetimeFigureOut">
              <a:rPr lang="en-US" smtClean="0"/>
              <a:t>12/12/2020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DD0B-2E0C-45FB-B9F9-24AC461C4F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732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D957F7-4F0D-4DAD-A68E-85B00B494A69}" type="datetimeFigureOut">
              <a:rPr lang="en-US" smtClean="0"/>
              <a:t>12/12/2020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9CDD0B-2E0C-45FB-B9F9-24AC461C4F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015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数据库复习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28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题型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简答题（</a:t>
            </a:r>
            <a:r>
              <a:rPr lang="en-US" altLang="zh-CN" dirty="0" smtClean="0"/>
              <a:t>5</a:t>
            </a:r>
            <a:r>
              <a:rPr lang="zh-CN" altLang="en-US" dirty="0" smtClean="0"/>
              <a:t>*</a:t>
            </a:r>
            <a:r>
              <a:rPr lang="en-US" altLang="zh-CN" dirty="0" smtClean="0"/>
              <a:t>6=30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en-US" altLang="zh-CN" dirty="0" smtClean="0"/>
              <a:t>SQL</a:t>
            </a:r>
            <a:r>
              <a:rPr lang="zh-CN" altLang="en-US" dirty="0" smtClean="0"/>
              <a:t>（</a:t>
            </a:r>
            <a:r>
              <a:rPr lang="en-US" altLang="zh-CN" dirty="0" smtClean="0"/>
              <a:t>4</a:t>
            </a:r>
            <a:r>
              <a:rPr lang="zh-CN" altLang="en-US" dirty="0" smtClean="0"/>
              <a:t>*</a:t>
            </a:r>
            <a:r>
              <a:rPr lang="en-US" altLang="zh-CN" dirty="0" smtClean="0"/>
              <a:t>10=40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/>
              <a:t>关</a:t>
            </a:r>
            <a:r>
              <a:rPr lang="zh-CN" altLang="en-US" dirty="0" smtClean="0"/>
              <a:t>系代数（</a:t>
            </a:r>
            <a:r>
              <a:rPr lang="en-US" altLang="zh-CN" dirty="0" smtClean="0"/>
              <a:t>4</a:t>
            </a:r>
            <a:r>
              <a:rPr lang="zh-CN" altLang="en-US" dirty="0" smtClean="0"/>
              <a:t>*</a:t>
            </a:r>
            <a:r>
              <a:rPr lang="en-US" altLang="zh-CN" dirty="0" smtClean="0"/>
              <a:t>4=16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en-US" altLang="zh-CN" dirty="0" smtClean="0"/>
              <a:t>ER</a:t>
            </a:r>
            <a:r>
              <a:rPr lang="zh-CN" altLang="en-US" dirty="0" smtClean="0"/>
              <a:t>图及转换（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*</a:t>
            </a:r>
            <a:r>
              <a:rPr lang="en-US" altLang="zh-CN" dirty="0" smtClean="0"/>
              <a:t>7=14</a:t>
            </a:r>
            <a:r>
              <a:rPr lang="zh-CN" altLang="en-US" dirty="0" smtClean="0"/>
              <a:t>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140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理论部分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第一章</a:t>
            </a:r>
            <a:endParaRPr lang="en-US" altLang="zh-CN" dirty="0" smtClean="0"/>
          </a:p>
          <a:p>
            <a:r>
              <a:rPr lang="zh-CN" altLang="en-US" dirty="0"/>
              <a:t>数据</a:t>
            </a:r>
            <a:r>
              <a:rPr lang="zh-CN" altLang="en-US" dirty="0" smtClean="0"/>
              <a:t>库系统的组成</a:t>
            </a:r>
            <a:endParaRPr lang="en-US" altLang="zh-CN" dirty="0" smtClean="0"/>
          </a:p>
          <a:p>
            <a:r>
              <a:rPr lang="zh-CN" altLang="en-US" dirty="0"/>
              <a:t>数据</a:t>
            </a:r>
            <a:r>
              <a:rPr lang="zh-CN" altLang="en-US" dirty="0" smtClean="0"/>
              <a:t>库系统的特点</a:t>
            </a:r>
            <a:endParaRPr lang="en-US" altLang="zh-CN" dirty="0" smtClean="0"/>
          </a:p>
          <a:p>
            <a:r>
              <a:rPr lang="zh-CN" altLang="en-US" dirty="0"/>
              <a:t>数</a:t>
            </a:r>
            <a:r>
              <a:rPr lang="zh-CN" altLang="en-US" dirty="0" smtClean="0"/>
              <a:t>据模型组成要素</a:t>
            </a:r>
            <a:endParaRPr lang="en-US" altLang="zh-CN" dirty="0" smtClean="0"/>
          </a:p>
          <a:p>
            <a:r>
              <a:rPr lang="zh-CN" altLang="en-US" dirty="0"/>
              <a:t>三</a:t>
            </a:r>
            <a:r>
              <a:rPr lang="zh-CN" altLang="en-US" dirty="0" smtClean="0"/>
              <a:t>级模式两级映像</a:t>
            </a:r>
            <a:endParaRPr lang="en-US" altLang="zh-CN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438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第二章</a:t>
            </a:r>
            <a:endParaRPr lang="en-US" altLang="zh-CN" dirty="0" smtClean="0"/>
          </a:p>
          <a:p>
            <a:r>
              <a:rPr lang="zh-CN" altLang="en-US" dirty="0"/>
              <a:t>关</a:t>
            </a:r>
            <a:r>
              <a:rPr lang="zh-CN" altLang="en-US" dirty="0" smtClean="0"/>
              <a:t>系的三类完整性约束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05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第三章</a:t>
            </a:r>
            <a:endParaRPr lang="en-US" altLang="zh-CN" dirty="0" smtClean="0"/>
          </a:p>
          <a:p>
            <a:r>
              <a:rPr lang="zh-CN" altLang="en-US" dirty="0"/>
              <a:t>什</a:t>
            </a:r>
            <a:r>
              <a:rPr lang="zh-CN" altLang="en-US" dirty="0" smtClean="0"/>
              <a:t>么视图， 视图的作用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131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第四章</a:t>
            </a:r>
            <a:endParaRPr lang="en-US" altLang="zh-CN" dirty="0" smtClean="0"/>
          </a:p>
          <a:p>
            <a:r>
              <a:rPr lang="zh-CN" altLang="en-US" dirty="0"/>
              <a:t>数据</a:t>
            </a:r>
            <a:r>
              <a:rPr lang="zh-CN" altLang="en-US" dirty="0" smtClean="0"/>
              <a:t>库安全性控制方法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469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第十章</a:t>
            </a:r>
            <a:endParaRPr lang="en-US" altLang="zh-CN" dirty="0" smtClean="0"/>
          </a:p>
          <a:p>
            <a:r>
              <a:rPr lang="zh-CN" altLang="en-US" dirty="0"/>
              <a:t>什</a:t>
            </a:r>
            <a:r>
              <a:rPr lang="zh-CN" altLang="en-US" dirty="0" smtClean="0"/>
              <a:t>么是事务及特性</a:t>
            </a:r>
            <a:endParaRPr lang="en-US" altLang="zh-CN" dirty="0" smtClean="0"/>
          </a:p>
          <a:p>
            <a:r>
              <a:rPr lang="zh-CN" altLang="en-US" dirty="0"/>
              <a:t>故</a:t>
            </a:r>
            <a:r>
              <a:rPr lang="zh-CN" altLang="en-US" dirty="0" smtClean="0"/>
              <a:t>障的种类</a:t>
            </a:r>
            <a:endParaRPr lang="en-US" altLang="zh-CN" dirty="0" smtClean="0"/>
          </a:p>
          <a:p>
            <a:r>
              <a:rPr lang="zh-CN" altLang="en-US" dirty="0"/>
              <a:t>登</a:t>
            </a:r>
            <a:r>
              <a:rPr lang="zh-CN" altLang="en-US" dirty="0" smtClean="0"/>
              <a:t>记日志文件的原则</a:t>
            </a:r>
            <a:endParaRPr lang="en-US" altLang="zh-CN" dirty="0" smtClean="0"/>
          </a:p>
          <a:p>
            <a:r>
              <a:rPr lang="zh-CN" altLang="en-US" dirty="0"/>
              <a:t>为什</a:t>
            </a:r>
            <a:r>
              <a:rPr lang="zh-CN" altLang="en-US" dirty="0" smtClean="0"/>
              <a:t>么先写日志后写数据库？</a:t>
            </a:r>
            <a:endParaRPr lang="en-US" altLang="zh-CN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647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第十一章</a:t>
            </a:r>
            <a:endParaRPr lang="en-US" altLang="zh-CN" dirty="0" smtClean="0"/>
          </a:p>
          <a:p>
            <a:r>
              <a:rPr lang="zh-CN" altLang="en-US" dirty="0"/>
              <a:t>并</a:t>
            </a:r>
            <a:r>
              <a:rPr lang="zh-CN" altLang="en-US" dirty="0" smtClean="0"/>
              <a:t>发操作带来的不一致性包括几种？</a:t>
            </a:r>
            <a:endParaRPr lang="en-US" altLang="zh-CN" dirty="0" smtClean="0"/>
          </a:p>
          <a:p>
            <a:r>
              <a:rPr lang="zh-CN" altLang="en-US" dirty="0" smtClean="0"/>
              <a:t>死锁的预防，诊断和解除</a:t>
            </a:r>
            <a:endParaRPr lang="en-US" altLang="zh-CN" dirty="0" smtClean="0"/>
          </a:p>
          <a:p>
            <a:r>
              <a:rPr lang="zh-CN" altLang="en-US" dirty="0"/>
              <a:t>什</a:t>
            </a:r>
            <a:r>
              <a:rPr lang="zh-CN" altLang="en-US" dirty="0" smtClean="0"/>
              <a:t>么是冲突可串行化？</a:t>
            </a:r>
            <a:endParaRPr lang="en-US" altLang="zh-CN" dirty="0" smtClean="0"/>
          </a:p>
          <a:p>
            <a:r>
              <a:rPr lang="zh-CN" altLang="en-US" dirty="0"/>
              <a:t>什</a:t>
            </a:r>
            <a:r>
              <a:rPr lang="zh-CN" altLang="en-US" dirty="0" smtClean="0"/>
              <a:t>么是两段锁协议？ 及其作用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485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210</Words>
  <Application>Microsoft Office PowerPoint</Application>
  <PresentationFormat>On-screen Show (4:3)</PresentationFormat>
  <Paragraphs>28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数据库复习</vt:lpstr>
      <vt:lpstr>题型</vt:lpstr>
      <vt:lpstr>理论部分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数据库复习</dc:title>
  <dc:creator>sally</dc:creator>
  <cp:lastModifiedBy>sally</cp:lastModifiedBy>
  <cp:revision>3</cp:revision>
  <dcterms:created xsi:type="dcterms:W3CDTF">2020-12-12T04:34:58Z</dcterms:created>
  <dcterms:modified xsi:type="dcterms:W3CDTF">2020-12-12T05:25:21Z</dcterms:modified>
</cp:coreProperties>
</file>