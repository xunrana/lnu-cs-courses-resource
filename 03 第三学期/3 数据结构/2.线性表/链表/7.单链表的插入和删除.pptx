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97" r:id="rId2"/>
    <p:sldId id="261" r:id="rId3"/>
    <p:sldId id="311" r:id="rId4"/>
    <p:sldId id="321" r:id="rId5"/>
    <p:sldId id="322" r:id="rId6"/>
    <p:sldId id="320" r:id="rId7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2" autoAdjust="0"/>
    <p:restoredTop sz="94660"/>
  </p:normalViewPr>
  <p:slideViewPr>
    <p:cSldViewPr snapToGrid="0">
      <p:cViewPr varScale="1">
        <p:scale>
          <a:sx n="96" d="100"/>
          <a:sy n="96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954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265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308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80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432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102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2020/7/4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4/07/2020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7107063" y="2957195"/>
            <a:ext cx="1782208" cy="373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——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类</a:t>
            </a: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C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描述</a:t>
            </a: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72815" y="2324735"/>
            <a:ext cx="566928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数据结构 </a:t>
            </a:r>
            <a:r>
              <a:rPr lang="en-US" altLang="zh-CN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DATA STRUCTURE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9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49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49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49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grpSp>
        <p:nvGrpSpPr>
          <p:cNvPr id="2" name="组合 1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ext Placeholder 11"/>
          <p:cNvSpPr txBox="1"/>
          <p:nvPr/>
        </p:nvSpPr>
        <p:spPr>
          <a:xfrm>
            <a:off x="690533" y="857250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在链表中间插入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5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单链表的插入和删除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2563821" y="1452967"/>
            <a:ext cx="3468679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newnode→next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= 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p→next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;	</a:t>
            </a:r>
          </a:p>
          <a:p>
            <a:pPr fontAlgn="auto">
              <a:lnSpc>
                <a:spcPct val="150000"/>
              </a:lnSpc>
            </a:pPr>
            <a:r>
              <a:rPr lang="en-US" altLang="zh-CN" sz="2000" dirty="0" err="1" smtClean="0">
                <a:latin typeface="百度综艺简体" panose="02010601030101010101" charset="-122"/>
                <a:ea typeface="百度综艺简体" panose="02010601030101010101" charset="-122"/>
              </a:rPr>
              <a:t>p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→next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= 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newnode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；</a:t>
            </a:r>
            <a:endParaRPr lang="en-US" altLang="zh-CN" sz="20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pic>
        <p:nvPicPr>
          <p:cNvPr id="26" name="Picture 19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876" y="2882348"/>
            <a:ext cx="6052457" cy="796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5"/>
          <p:cNvSpPr txBox="1">
            <a:spLocks noChangeArrowheads="1"/>
          </p:cNvSpPr>
          <p:nvPr/>
        </p:nvSpPr>
        <p:spPr bwMode="auto">
          <a:xfrm>
            <a:off x="1838314" y="3679121"/>
            <a:ext cx="5147204" cy="5041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插入前</a:t>
            </a:r>
            <a:r>
              <a:rPr lang="en-US" altLang="zh-CN" sz="2000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)                                   </a:t>
            </a:r>
            <a:r>
              <a:rPr lang="zh-CN" altLang="en-US" sz="2000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插入后</a:t>
            </a:r>
            <a:r>
              <a:rPr lang="en-US" altLang="zh-CN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)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7" grpId="0" animBg="1"/>
      <p:bldP spid="25" grpId="0"/>
      <p:bldP spid="17" grpId="0" autoUpdateAnimBg="0"/>
      <p:bldP spid="2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2821" y="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1750594" y="1007119"/>
            <a:ext cx="6265991" cy="34163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Status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ListInsert_L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LinkList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&amp;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L,int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err="1" smtClean="0">
                <a:latin typeface="百度综艺简体" panose="02010601030101010101" charset="-122"/>
                <a:ea typeface="百度综艺简体" panose="02010601030101010101" charset="-122"/>
              </a:rPr>
              <a:t>i,ElemType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e ){</a:t>
            </a:r>
          </a:p>
          <a:p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      //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在链表第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个结点前插入新元素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e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p = L; j = 0;//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带头结点单链表</a:t>
            </a:r>
          </a:p>
          <a:p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while(p&amp;&amp;j&lt;i-1)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{p = p-&gt;next; ++j;}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if(!p || j &gt; i-1) return ERROR;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s =(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LinkList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malloc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sizeof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));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s-&gt;data=e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    s-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&gt;next=p-&gt;next;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p-&gt;next = s;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return OK;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} //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时间复杂度为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O(n)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单链表的插入和删除</a:t>
            </a:r>
          </a:p>
        </p:txBody>
      </p:sp>
    </p:spTree>
    <p:extLst>
      <p:ext uri="{BB962C8B-B14F-4D97-AF65-F5344CB8AC3E}">
        <p14:creationId xmlns:p14="http://schemas.microsoft.com/office/powerpoint/2010/main" val="2433651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1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7" grpId="0" animBg="1"/>
      <p:bldP spid="53" grpId="0" autoUpdateAnimBg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grpSp>
        <p:nvGrpSpPr>
          <p:cNvPr id="2" name="组合 1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5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单链表的插入和删除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158009" y="1070451"/>
            <a:ext cx="7277822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删除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433634" y="1473948"/>
            <a:ext cx="7277822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第一种情况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: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删除表中第一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个</a:t>
            </a:r>
            <a:endParaRPr lang="en-US" altLang="zh-CN" sz="1600" dirty="0" smtClean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第二种情况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: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删除表中或表尾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元素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1158009" y="4017341"/>
            <a:ext cx="7277822" cy="4217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在单链表中删除含</a:t>
            </a:r>
            <a:r>
              <a:rPr lang="en-US" altLang="zh-CN" sz="1600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ai</a:t>
            </a: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的结点</a:t>
            </a:r>
          </a:p>
        </p:txBody>
      </p:sp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417" y="2469565"/>
            <a:ext cx="5595020" cy="1412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961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 tmFilter="0,0; .5, 1; 1, 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 tmFilter="0,0; .5, 1; 1, 1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7" grpId="0" animBg="1"/>
      <p:bldP spid="25" grpId="0"/>
      <p:bldP spid="17" grpId="0" autoUpdateAnimBg="0"/>
      <p:bldP spid="13" grpId="0" autoUpdateAnimBg="0"/>
      <p:bldP spid="2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2821" y="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1588864" y="1202055"/>
            <a:ext cx="6265991" cy="34163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Status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ListDel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LinkList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&amp;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L,int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err="1" smtClean="0">
                <a:latin typeface="百度综艺简体" panose="02010601030101010101" charset="-122"/>
                <a:ea typeface="百度综艺简体" panose="02010601030101010101" charset="-122"/>
              </a:rPr>
              <a:t>i,ElemType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&amp;e) {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    //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在带头结点链表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L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中删除第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个结点</a:t>
            </a:r>
          </a:p>
          <a:p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p = L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j=0;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while ( p -&gt;next &amp;&amp; j&lt; i-1 )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{ p =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p→next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;  j++; }    //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找第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i-1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个结点</a:t>
            </a:r>
          </a:p>
          <a:p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if ( !(p-&gt;next)||j&gt;i-1) return ERROR;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q=p-&gt;next; </a:t>
            </a:r>
            <a:endParaRPr lang="en-US" altLang="zh-CN" dirty="0" smtClean="0">
              <a:latin typeface="百度综艺简体" panose="02010601030101010101" charset="-122"/>
              <a:ea typeface="百度综艺简体" panose="02010601030101010101" charset="-122"/>
            </a:endParaRP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   p-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&gt;next = q-&gt;next;</a:t>
            </a: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= q-&gt;data; </a:t>
            </a:r>
            <a:endParaRPr lang="en-US" altLang="zh-CN" dirty="0" smtClean="0">
              <a:latin typeface="百度综艺简体" panose="02010601030101010101" charset="-122"/>
              <a:ea typeface="百度综艺简体" panose="02010601030101010101" charset="-122"/>
            </a:endParaRP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   free(q); //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真正的释放结点</a:t>
            </a:r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} </a:t>
            </a:r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单链表的插入和删除</a:t>
            </a:r>
          </a:p>
        </p:txBody>
      </p:sp>
    </p:spTree>
    <p:extLst>
      <p:ext uri="{BB962C8B-B14F-4D97-AF65-F5344CB8AC3E}">
        <p14:creationId xmlns:p14="http://schemas.microsoft.com/office/powerpoint/2010/main" val="231345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375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7" grpId="0" animBg="1"/>
      <p:bldP spid="53" grpId="0" autoUpdateAnimBg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-4799" y="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828620" y="1017389"/>
            <a:ext cx="6265991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通过上面的基本操作我们得知：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单链表的插入和删除</a:t>
            </a:r>
          </a:p>
        </p:txBody>
      </p:sp>
      <p:sp>
        <p:nvSpPr>
          <p:cNvPr id="12" name="TextBox 5"/>
          <p:cNvSpPr txBox="1">
            <a:spLocks noChangeArrowheads="1"/>
          </p:cNvSpPr>
          <p:nvPr/>
        </p:nvSpPr>
        <p:spPr bwMode="auto">
          <a:xfrm>
            <a:off x="1326252" y="1681598"/>
            <a:ext cx="626599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在单链表上插入、删除一个结点，必须知道其前驱结点。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326251" y="2318221"/>
            <a:ext cx="6265991" cy="8730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单链表不具有按序号随机访问的特点，只能从头指针开始一个个顺序进行。</a:t>
            </a:r>
          </a:p>
        </p:txBody>
      </p:sp>
    </p:spTree>
    <p:extLst>
      <p:ext uri="{BB962C8B-B14F-4D97-AF65-F5344CB8AC3E}">
        <p14:creationId xmlns:p14="http://schemas.microsoft.com/office/powerpoint/2010/main" val="2240619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4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400"/>
                            </p:stCondLst>
                            <p:childTnLst>
                              <p:par>
                                <p:cTn id="4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100"/>
                            </p:stCondLst>
                            <p:childTnLst>
                              <p:par>
                                <p:cTn id="5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 tmFilter="0,0; .5, 1; 1, 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7" grpId="0" animBg="1"/>
      <p:bldP spid="53" grpId="0" autoUpdateAnimBg="0"/>
      <p:bldP spid="11" grpId="0"/>
      <p:bldP spid="12" grpId="0" autoUpdateAnimBg="0"/>
      <p:bldP spid="13" grpId="0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937</TotalTime>
  <Words>351</Words>
  <Application>Microsoft Office PowerPoint</Application>
  <PresentationFormat>自定义</PresentationFormat>
  <Paragraphs>53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Lato Light</vt:lpstr>
      <vt:lpstr>百度综艺简体</vt:lpstr>
      <vt:lpstr>等线</vt:lpstr>
      <vt:lpstr>等线 Light</vt:lpstr>
      <vt:lpstr>华文中宋</vt:lpstr>
      <vt:lpstr>宋体</vt:lpstr>
      <vt:lpstr>微软雅黑</vt:lpstr>
      <vt:lpstr>Arial</vt:lpstr>
      <vt:lpstr>Calibri</vt:lpstr>
      <vt:lpstr>Calibri Light</vt:lpstr>
      <vt:lpstr>Tahoma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Neusoft</cp:lastModifiedBy>
  <cp:revision>49</cp:revision>
  <dcterms:created xsi:type="dcterms:W3CDTF">2017-06-21T11:46:00Z</dcterms:created>
  <dcterms:modified xsi:type="dcterms:W3CDTF">2020-07-04T11:57:20Z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