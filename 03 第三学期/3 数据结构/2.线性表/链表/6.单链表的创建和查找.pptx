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97" r:id="rId2"/>
    <p:sldId id="261" r:id="rId3"/>
    <p:sldId id="321" r:id="rId4"/>
    <p:sldId id="311" r:id="rId5"/>
    <p:sldId id="324" r:id="rId6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954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265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80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308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476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2022/9/13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13/09/2022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7107063" y="2957195"/>
            <a:ext cx="1782208" cy="373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49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49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49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grpSp>
        <p:nvGrpSpPr>
          <p:cNvPr id="2" name="组合 1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ext Placeholder 11"/>
          <p:cNvSpPr txBox="1"/>
          <p:nvPr/>
        </p:nvSpPr>
        <p:spPr>
          <a:xfrm>
            <a:off x="690533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单链表的结点类定义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5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单链表的创建和查找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469029" y="1500480"/>
            <a:ext cx="7277822" cy="25405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typedef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</a:p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data;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*next;</a:t>
            </a:r>
          </a:p>
          <a:p>
            <a:pPr marL="342900" indent="-34290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25" grpId="0"/>
      <p:bldP spid="1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grpSp>
        <p:nvGrpSpPr>
          <p:cNvPr id="2" name="组合 1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ext Placeholder 11"/>
          <p:cNvSpPr txBox="1"/>
          <p:nvPr/>
        </p:nvSpPr>
        <p:spPr>
          <a:xfrm>
            <a:off x="690533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如何建立链表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5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单链表的创建和查找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313519" y="1403985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步骤：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89144" y="1807482"/>
            <a:ext cx="7277822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建立一个含头结点的空表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en-US" altLang="zh-CN" sz="1600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依次读入个元素插入到链表中。</a:t>
            </a:r>
          </a:p>
          <a:p>
            <a:pPr fontAlgn="auto">
              <a:lnSpc>
                <a:spcPct val="150000"/>
              </a:lnSpc>
            </a:pP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313519" y="2544799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常用有两种方法：</a:t>
            </a: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589144" y="2948296"/>
            <a:ext cx="7277822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头插</a:t>
            </a:r>
            <a:r>
              <a:rPr lang="zh-CN" altLang="en-US" sz="1600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法</a:t>
            </a:r>
            <a:endParaRPr lang="en-US" altLang="zh-CN" sz="1600" dirty="0" smtClean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尾插法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313519" y="3878219"/>
            <a:ext cx="7277822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在链表的头部插入结点建立单链表</a:t>
            </a:r>
          </a:p>
        </p:txBody>
      </p:sp>
    </p:spTree>
    <p:extLst>
      <p:ext uri="{BB962C8B-B14F-4D97-AF65-F5344CB8AC3E}">
        <p14:creationId xmlns:p14="http://schemas.microsoft.com/office/powerpoint/2010/main" val="316961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25" grpId="0"/>
      <p:bldP spid="17" grpId="0" autoUpdateAnimBg="0"/>
      <p:bldP spid="13" grpId="0" autoUpdateAnimBg="0"/>
      <p:bldP spid="14" grpId="0" autoUpdateAnimBg="0"/>
      <p:bldP spid="18" grpId="0" autoUpdateAnimBg="0"/>
      <p:bldP spid="2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56829" y="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588864" y="1145619"/>
            <a:ext cx="6265991" cy="36933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void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CreateList_L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L,int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n){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逆位序输入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个元素的值，建立带头结点</a:t>
            </a:r>
          </a:p>
          <a:p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单链表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L.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L = 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malloc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sizeof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));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L-&gt;next = NULL;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for(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=n;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&gt;0 ;--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){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p=(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malloc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sizeof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));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scanf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(&amp;p-&gt;data);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p-&gt;next=L-&gt;next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	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L-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&gt;next = p;   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  }//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for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  <a:p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思考：尾插</a:t>
            </a:r>
            <a:r>
              <a:rPr lang="zh-CN" altLang="en-US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法</a:t>
            </a:r>
            <a:endParaRPr lang="zh-CN" altLang="en-US" dirty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单链表的创建和查找</a:t>
            </a:r>
          </a:p>
        </p:txBody>
      </p:sp>
    </p:spTree>
    <p:extLst>
      <p:ext uri="{BB962C8B-B14F-4D97-AF65-F5344CB8AC3E}">
        <p14:creationId xmlns:p14="http://schemas.microsoft.com/office/powerpoint/2010/main" val="243365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44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53" grpId="0" autoUpdateAnimBg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694342" y="858388"/>
            <a:ext cx="7147632" cy="37856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Status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GetElem_L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L,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                              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int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i,ElemType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&amp;e</a:t>
            </a:r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){</a:t>
            </a:r>
          </a:p>
          <a:p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//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已知带头结点的单链表</a:t>
            </a:r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L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，查找第</a:t>
            </a:r>
            <a:r>
              <a:rPr lang="en-US" altLang="zh-CN" sz="2000" dirty="0" err="1" smtClean="0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个结点的值，用</a:t>
            </a:r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e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保存</a:t>
            </a:r>
            <a:endParaRPr lang="en-US" altLang="zh-CN" sz="20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p = L-&gt;next;  j = 1;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while(p&amp;&amp; j&lt;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){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      p = p-&gt;next;   j++;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}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if(!p|| j &gt;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) return ERROR;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e = p-&gt;data;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return OK;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  <a:p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//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时间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复杂度  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O(n</a:t>
            </a:r>
            <a:r>
              <a:rPr lang="en-US" altLang="zh-CN" sz="2000" dirty="0" smtClean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，空间复杂度</a:t>
            </a:r>
            <a:r>
              <a:rPr lang="en-US" altLang="zh-CN" sz="2000" smtClean="0">
                <a:latin typeface="百度综艺简体" panose="02010601030101010101" charset="-122"/>
                <a:ea typeface="百度综艺简体" panose="02010601030101010101" charset="-122"/>
              </a:rPr>
              <a:t>O(1)</a:t>
            </a:r>
            <a:endParaRPr lang="en-US" altLang="zh-CN" sz="2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单链表的创建和查找</a:t>
            </a:r>
          </a:p>
        </p:txBody>
      </p:sp>
    </p:spTree>
    <p:extLst>
      <p:ext uri="{BB962C8B-B14F-4D97-AF65-F5344CB8AC3E}">
        <p14:creationId xmlns:p14="http://schemas.microsoft.com/office/powerpoint/2010/main" val="58148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6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53" grpId="0" autoUpdateAnimBg="0"/>
      <p:bldP spid="17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930</TotalTime>
  <Words>289</Words>
  <Application>Microsoft Office PowerPoint</Application>
  <PresentationFormat>自定义</PresentationFormat>
  <Paragraphs>55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47</cp:revision>
  <dcterms:created xsi:type="dcterms:W3CDTF">2017-06-21T11:46:00Z</dcterms:created>
  <dcterms:modified xsi:type="dcterms:W3CDTF">2022-09-13T12:05:00Z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