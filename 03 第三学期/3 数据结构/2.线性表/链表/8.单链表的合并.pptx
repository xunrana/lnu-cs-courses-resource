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97" r:id="rId2"/>
    <p:sldId id="327" r:id="rId3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5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954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2020/7/4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4/07/2020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2020/7/4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7107063" y="2957195"/>
            <a:ext cx="1782208" cy="373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49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49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49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141942" y="0"/>
            <a:ext cx="6860117" cy="5145088"/>
          </a:xfrm>
        </p:spPr>
        <p:txBody>
          <a:bodyPr>
            <a:normAutofit lnSpcReduction="10000"/>
          </a:bodyPr>
          <a:lstStyle/>
          <a:p>
            <a:pPr algn="l" eaLnBrk="1" hangingPunct="1">
              <a:lnSpc>
                <a:spcPct val="90000"/>
              </a:lnSpc>
            </a:pPr>
            <a:r>
              <a:rPr lang="en-US" altLang="zh-CN" sz="2176" dirty="0" smtClean="0"/>
              <a:t>void   </a:t>
            </a:r>
            <a:r>
              <a:rPr lang="en-US" altLang="zh-CN" sz="2176" dirty="0" err="1"/>
              <a:t>Mer</a:t>
            </a:r>
            <a:r>
              <a:rPr lang="en-US" altLang="zh-CN" sz="2176" dirty="0"/>
              <a:t>(</a:t>
            </a:r>
            <a:r>
              <a:rPr lang="en-US" altLang="zh-CN" sz="2176" dirty="0" err="1"/>
              <a:t>LinkList</a:t>
            </a:r>
            <a:r>
              <a:rPr lang="en-US" altLang="zh-CN" sz="2176" dirty="0"/>
              <a:t> &amp;</a:t>
            </a:r>
            <a:r>
              <a:rPr lang="en-US" altLang="zh-CN" sz="2176" dirty="0" err="1"/>
              <a:t>La,LinkList</a:t>
            </a:r>
            <a:r>
              <a:rPr lang="en-US" altLang="zh-CN" sz="2176" dirty="0"/>
              <a:t> &amp;</a:t>
            </a:r>
            <a:r>
              <a:rPr lang="en-US" altLang="zh-CN" sz="2176" dirty="0" err="1"/>
              <a:t>Lb,LinkList</a:t>
            </a:r>
            <a:r>
              <a:rPr lang="en-US" altLang="zh-CN" sz="2176" dirty="0"/>
              <a:t> &amp;</a:t>
            </a:r>
            <a:r>
              <a:rPr lang="en-US" altLang="zh-CN" sz="2176" dirty="0" err="1"/>
              <a:t>Lc</a:t>
            </a:r>
            <a:r>
              <a:rPr lang="en-US" altLang="zh-CN" sz="2176" dirty="0" smtClean="0"/>
              <a:t>){</a:t>
            </a:r>
            <a:endParaRPr lang="en-US" altLang="zh-CN" sz="2176" dirty="0"/>
          </a:p>
          <a:p>
            <a:pPr algn="l" eaLnBrk="1" hangingPunct="1">
              <a:lnSpc>
                <a:spcPct val="90000"/>
              </a:lnSpc>
            </a:pPr>
            <a:r>
              <a:rPr lang="en-US" altLang="zh-CN" sz="2176" dirty="0"/>
              <a:t>     </a:t>
            </a:r>
            <a:r>
              <a:rPr lang="en-US" altLang="zh-CN" sz="2176" dirty="0" smtClean="0"/>
              <a:t> //</a:t>
            </a:r>
            <a:r>
              <a:rPr lang="zh-CN" altLang="en-US" sz="2176" dirty="0"/>
              <a:t>已知</a:t>
            </a:r>
            <a:r>
              <a:rPr lang="en-US" altLang="zh-CN" sz="2176" dirty="0"/>
              <a:t>La</a:t>
            </a:r>
            <a:r>
              <a:rPr lang="zh-CN" altLang="en-US" sz="2176" dirty="0"/>
              <a:t>和</a:t>
            </a:r>
            <a:r>
              <a:rPr lang="en-US" altLang="zh-CN" sz="2176" dirty="0" err="1"/>
              <a:t>Lb</a:t>
            </a:r>
            <a:r>
              <a:rPr lang="zh-CN" altLang="en-US" sz="2176" dirty="0"/>
              <a:t>的元素按值非递减排列。</a:t>
            </a:r>
          </a:p>
          <a:p>
            <a:pPr algn="l" eaLnBrk="1" hangingPunct="1">
              <a:lnSpc>
                <a:spcPct val="90000"/>
              </a:lnSpc>
            </a:pPr>
            <a:r>
              <a:rPr lang="zh-CN" altLang="en-US" sz="2176" dirty="0"/>
              <a:t>      </a:t>
            </a:r>
            <a:r>
              <a:rPr lang="en-US" altLang="zh-CN" sz="2176" dirty="0"/>
              <a:t>//</a:t>
            </a:r>
            <a:r>
              <a:rPr lang="zh-CN" altLang="en-US" sz="2176" dirty="0"/>
              <a:t>归并</a:t>
            </a:r>
            <a:r>
              <a:rPr lang="en-US" altLang="zh-CN" sz="2176" dirty="0"/>
              <a:t>La</a:t>
            </a:r>
            <a:r>
              <a:rPr lang="zh-CN" altLang="en-US" sz="2176" dirty="0"/>
              <a:t>和</a:t>
            </a:r>
            <a:r>
              <a:rPr lang="en-US" altLang="zh-CN" sz="2176" dirty="0" err="1"/>
              <a:t>Lb</a:t>
            </a:r>
            <a:r>
              <a:rPr lang="zh-CN" altLang="en-US" sz="2176" dirty="0"/>
              <a:t>得到新</a:t>
            </a:r>
            <a:r>
              <a:rPr lang="en-US" altLang="zh-CN" sz="2176" dirty="0" err="1"/>
              <a:t>Lc</a:t>
            </a:r>
            <a:r>
              <a:rPr lang="en-US" altLang="zh-CN" sz="2176" dirty="0" smtClean="0"/>
              <a:t>,    </a:t>
            </a:r>
            <a:r>
              <a:rPr lang="en-US" altLang="zh-CN" sz="2176" dirty="0" err="1" smtClean="0"/>
              <a:t>Lc</a:t>
            </a:r>
            <a:r>
              <a:rPr lang="zh-CN" altLang="en-US" sz="2176" dirty="0"/>
              <a:t>元素按值非递减排列</a:t>
            </a:r>
            <a:endParaRPr lang="en-US" altLang="zh-CN" sz="2176" dirty="0"/>
          </a:p>
          <a:p>
            <a:pPr algn="l" eaLnBrk="1" hangingPunct="1">
              <a:lnSpc>
                <a:spcPct val="90000"/>
              </a:lnSpc>
            </a:pPr>
            <a:r>
              <a:rPr lang="en-US" altLang="zh-CN" sz="2176" dirty="0"/>
              <a:t>     </a:t>
            </a:r>
            <a:r>
              <a:rPr lang="zh-CN" altLang="en-US" sz="2176" dirty="0"/>
              <a:t> </a:t>
            </a:r>
            <a:r>
              <a:rPr lang="en-US" altLang="zh-CN" sz="2176" dirty="0"/>
              <a:t>pa=La-&gt;next;</a:t>
            </a:r>
          </a:p>
          <a:p>
            <a:pPr algn="l" eaLnBrk="1" hangingPunct="1">
              <a:lnSpc>
                <a:spcPct val="90000"/>
              </a:lnSpc>
            </a:pPr>
            <a:r>
              <a:rPr lang="en-US" altLang="zh-CN" sz="2176" dirty="0"/>
              <a:t>      </a:t>
            </a:r>
            <a:r>
              <a:rPr lang="en-US" altLang="zh-CN" sz="2176" dirty="0" err="1"/>
              <a:t>pb</a:t>
            </a:r>
            <a:r>
              <a:rPr lang="en-US" altLang="zh-CN" sz="2176" dirty="0"/>
              <a:t>=</a:t>
            </a:r>
            <a:r>
              <a:rPr lang="en-US" altLang="zh-CN" sz="2176" dirty="0" err="1"/>
              <a:t>Lb</a:t>
            </a:r>
            <a:r>
              <a:rPr lang="en-US" altLang="zh-CN" sz="2176" dirty="0"/>
              <a:t>-&gt;next;</a:t>
            </a:r>
          </a:p>
          <a:p>
            <a:pPr algn="l"/>
            <a:r>
              <a:rPr lang="en-US" altLang="zh-CN" sz="2176" dirty="0"/>
              <a:t>      </a:t>
            </a:r>
            <a:r>
              <a:rPr lang="en-US" altLang="zh-CN" sz="2176" dirty="0" err="1"/>
              <a:t>Lc</a:t>
            </a:r>
            <a:r>
              <a:rPr lang="en-US" altLang="zh-CN" sz="2176" dirty="0"/>
              <a:t>=pc=La</a:t>
            </a:r>
            <a:r>
              <a:rPr lang="en-US" altLang="zh-CN" sz="2176" dirty="0"/>
              <a:t>; //</a:t>
            </a:r>
            <a:r>
              <a:rPr lang="zh-CN" altLang="en-US" sz="2176" dirty="0"/>
              <a:t>用</a:t>
            </a:r>
            <a:r>
              <a:rPr lang="en-US" altLang="zh-CN" sz="2176" dirty="0"/>
              <a:t>La</a:t>
            </a:r>
            <a:r>
              <a:rPr lang="zh-CN" altLang="en-US" sz="2176" dirty="0"/>
              <a:t>的头结点作为</a:t>
            </a:r>
            <a:r>
              <a:rPr lang="en-US" altLang="zh-CN" sz="2176" dirty="0" err="1"/>
              <a:t>Lc</a:t>
            </a:r>
            <a:r>
              <a:rPr lang="zh-CN" altLang="en-US" sz="2176" dirty="0"/>
              <a:t>的头</a:t>
            </a:r>
            <a:r>
              <a:rPr lang="zh-CN" altLang="en-US" sz="2176" dirty="0" smtClean="0"/>
              <a:t>结点</a:t>
            </a:r>
            <a:endParaRPr lang="en-US" altLang="zh-CN" sz="2176" dirty="0"/>
          </a:p>
          <a:p>
            <a:pPr algn="l" eaLnBrk="1" hangingPunct="1">
              <a:lnSpc>
                <a:spcPct val="90000"/>
              </a:lnSpc>
            </a:pPr>
            <a:r>
              <a:rPr lang="en-US" altLang="zh-CN" sz="2176" dirty="0" smtClean="0"/>
              <a:t>      while(pa</a:t>
            </a:r>
            <a:r>
              <a:rPr lang="en-US" altLang="zh-CN" sz="2176" dirty="0"/>
              <a:t>&amp;&amp;</a:t>
            </a:r>
            <a:r>
              <a:rPr lang="en-US" altLang="zh-CN" sz="2176" dirty="0" err="1"/>
              <a:t>pb</a:t>
            </a:r>
            <a:r>
              <a:rPr lang="en-US" altLang="zh-CN" sz="2176" dirty="0"/>
              <a:t>){</a:t>
            </a:r>
          </a:p>
          <a:p>
            <a:pPr algn="l" eaLnBrk="1" hangingPunct="1">
              <a:lnSpc>
                <a:spcPct val="90000"/>
              </a:lnSpc>
            </a:pPr>
            <a:r>
              <a:rPr lang="en-US" altLang="zh-CN" sz="2176" dirty="0"/>
              <a:t>            </a:t>
            </a:r>
            <a:r>
              <a:rPr lang="en-US" altLang="zh-CN" sz="2176" dirty="0" smtClean="0"/>
              <a:t> </a:t>
            </a:r>
            <a:r>
              <a:rPr lang="en-US" altLang="zh-CN" sz="2176" dirty="0" smtClean="0"/>
              <a:t>   if(pa-</a:t>
            </a:r>
            <a:r>
              <a:rPr lang="en-US" altLang="zh-CN" sz="2176" dirty="0"/>
              <a:t>&gt;data&lt;=</a:t>
            </a:r>
            <a:r>
              <a:rPr lang="en-US" altLang="zh-CN" sz="2176" dirty="0" err="1"/>
              <a:t>pb</a:t>
            </a:r>
            <a:r>
              <a:rPr lang="en-US" altLang="zh-CN" sz="2176" dirty="0"/>
              <a:t>-&gt;data){</a:t>
            </a:r>
          </a:p>
          <a:p>
            <a:pPr algn="l" eaLnBrk="1" hangingPunct="1">
              <a:lnSpc>
                <a:spcPct val="90000"/>
              </a:lnSpc>
            </a:pPr>
            <a:r>
              <a:rPr lang="en-US" altLang="zh-CN" sz="2176" dirty="0"/>
              <a:t>               </a:t>
            </a:r>
            <a:r>
              <a:rPr lang="en-US" altLang="zh-CN" sz="2176" dirty="0" smtClean="0"/>
              <a:t>    </a:t>
            </a:r>
            <a:r>
              <a:rPr lang="en-US" altLang="zh-CN" sz="2176" dirty="0" smtClean="0"/>
              <a:t>  </a:t>
            </a:r>
            <a:r>
              <a:rPr lang="en-US" altLang="zh-CN" sz="2176" dirty="0" smtClean="0"/>
              <a:t>pc-</a:t>
            </a:r>
            <a:r>
              <a:rPr lang="en-US" altLang="zh-CN" sz="2176" dirty="0"/>
              <a:t>&gt;next=</a:t>
            </a:r>
            <a:r>
              <a:rPr lang="en-US" altLang="zh-CN" sz="2176" dirty="0" err="1"/>
              <a:t>pa;pc</a:t>
            </a:r>
            <a:r>
              <a:rPr lang="en-US" altLang="zh-CN" sz="2176" dirty="0"/>
              <a:t>=</a:t>
            </a:r>
            <a:r>
              <a:rPr lang="en-US" altLang="zh-CN" sz="2176" dirty="0" err="1"/>
              <a:t>pa;pa</a:t>
            </a:r>
            <a:r>
              <a:rPr lang="en-US" altLang="zh-CN" sz="2176" dirty="0"/>
              <a:t>=pa-&gt;next;}</a:t>
            </a:r>
          </a:p>
          <a:p>
            <a:pPr algn="l" eaLnBrk="1" hangingPunct="1">
              <a:lnSpc>
                <a:spcPct val="90000"/>
              </a:lnSpc>
            </a:pPr>
            <a:r>
              <a:rPr lang="en-US" altLang="zh-CN" sz="2176" dirty="0"/>
              <a:t>           </a:t>
            </a:r>
            <a:r>
              <a:rPr lang="en-US" altLang="zh-CN" sz="2176" dirty="0" smtClean="0"/>
              <a:t>    </a:t>
            </a:r>
            <a:r>
              <a:rPr lang="en-US" altLang="zh-CN" sz="2176" dirty="0"/>
              <a:t>else{pc-&gt;next=</a:t>
            </a:r>
            <a:r>
              <a:rPr lang="en-US" altLang="zh-CN" sz="2176" dirty="0" err="1"/>
              <a:t>pb;pc</a:t>
            </a:r>
            <a:r>
              <a:rPr lang="en-US" altLang="zh-CN" sz="2176" dirty="0"/>
              <a:t>=</a:t>
            </a:r>
            <a:r>
              <a:rPr lang="en-US" altLang="zh-CN" sz="2176" dirty="0" err="1"/>
              <a:t>pb;pb</a:t>
            </a:r>
            <a:r>
              <a:rPr lang="en-US" altLang="zh-CN" sz="2176" dirty="0"/>
              <a:t>=</a:t>
            </a:r>
            <a:r>
              <a:rPr lang="en-US" altLang="zh-CN" sz="2176" dirty="0" err="1"/>
              <a:t>pb</a:t>
            </a:r>
            <a:r>
              <a:rPr lang="en-US" altLang="zh-CN" sz="2176" dirty="0"/>
              <a:t>-&gt;next;}</a:t>
            </a:r>
          </a:p>
          <a:p>
            <a:pPr algn="l" eaLnBrk="1" hangingPunct="1">
              <a:lnSpc>
                <a:spcPct val="90000"/>
              </a:lnSpc>
            </a:pPr>
            <a:r>
              <a:rPr lang="en-US" altLang="zh-CN" sz="2176" dirty="0"/>
              <a:t>           </a:t>
            </a:r>
            <a:r>
              <a:rPr lang="en-US" altLang="zh-CN" sz="2176" dirty="0" smtClean="0"/>
              <a:t>}//while</a:t>
            </a:r>
            <a:endParaRPr lang="en-US" altLang="zh-CN" sz="2176" dirty="0"/>
          </a:p>
          <a:p>
            <a:pPr algn="l" eaLnBrk="1" hangingPunct="1">
              <a:lnSpc>
                <a:spcPct val="90000"/>
              </a:lnSpc>
            </a:pPr>
            <a:r>
              <a:rPr lang="en-US" altLang="zh-CN" sz="2176" dirty="0"/>
              <a:t>       pc-&gt;next = </a:t>
            </a:r>
            <a:r>
              <a:rPr lang="en-US" altLang="zh-CN" sz="2176" dirty="0" err="1"/>
              <a:t>pa?pa:pb</a:t>
            </a:r>
            <a:r>
              <a:rPr lang="en-US" altLang="zh-CN" sz="2176" dirty="0"/>
              <a:t>;   </a:t>
            </a:r>
            <a:endParaRPr lang="en-US" altLang="zh-CN" sz="2176" dirty="0" smtClean="0"/>
          </a:p>
          <a:p>
            <a:pPr algn="l" eaLnBrk="1" hangingPunct="1">
              <a:lnSpc>
                <a:spcPct val="90000"/>
              </a:lnSpc>
            </a:pPr>
            <a:r>
              <a:rPr lang="en-US" altLang="zh-CN" sz="2176" dirty="0"/>
              <a:t> </a:t>
            </a:r>
            <a:r>
              <a:rPr lang="en-US" altLang="zh-CN" sz="2176" dirty="0" smtClean="0"/>
              <a:t>      </a:t>
            </a:r>
            <a:r>
              <a:rPr lang="en-US" altLang="zh-CN" sz="2176" dirty="0" smtClean="0"/>
              <a:t>free(</a:t>
            </a:r>
            <a:r>
              <a:rPr lang="en-US" altLang="zh-CN" sz="2176" dirty="0" err="1" smtClean="0"/>
              <a:t>Lb</a:t>
            </a:r>
            <a:r>
              <a:rPr lang="en-US" altLang="zh-CN" sz="2176" dirty="0" smtClean="0"/>
              <a:t>); //</a:t>
            </a:r>
            <a:r>
              <a:rPr lang="zh-CN" altLang="en-US" sz="2176" dirty="0" smtClean="0"/>
              <a:t>释放</a:t>
            </a:r>
            <a:r>
              <a:rPr lang="en-US" altLang="zh-CN" sz="2176" dirty="0" err="1" smtClean="0"/>
              <a:t>Lb</a:t>
            </a:r>
            <a:r>
              <a:rPr lang="zh-CN" altLang="en-US" sz="2176" smtClean="0"/>
              <a:t>的头结点</a:t>
            </a:r>
            <a:endParaRPr lang="en-US" altLang="zh-CN" sz="2176" dirty="0"/>
          </a:p>
          <a:p>
            <a:pPr algn="l" eaLnBrk="1" hangingPunct="1">
              <a:lnSpc>
                <a:spcPct val="90000"/>
              </a:lnSpc>
            </a:pPr>
            <a:r>
              <a:rPr lang="en-US" altLang="zh-CN" sz="2176" dirty="0"/>
              <a:t>}</a:t>
            </a:r>
          </a:p>
          <a:p>
            <a:pPr eaLnBrk="1" hangingPunct="1">
              <a:lnSpc>
                <a:spcPct val="90000"/>
              </a:lnSpc>
            </a:pPr>
            <a:endParaRPr lang="zh-CN" altLang="en-US" sz="2176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187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983</TotalTime>
  <Words>124</Words>
  <Application>Microsoft Office PowerPoint</Application>
  <PresentationFormat>自定义</PresentationFormat>
  <Paragraphs>17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Lato Light</vt:lpstr>
      <vt:lpstr>百度综艺简体</vt:lpstr>
      <vt:lpstr>等线</vt:lpstr>
      <vt:lpstr>等线 Light</vt:lpstr>
      <vt:lpstr>华文中宋</vt:lpstr>
      <vt:lpstr>宋体</vt:lpstr>
      <vt:lpstr>微软雅黑</vt:lpstr>
      <vt:lpstr>Arial</vt:lpstr>
      <vt:lpstr>Calibri</vt:lpstr>
      <vt:lpstr>Calibri Light</vt:lpstr>
      <vt:lpstr>Tahoma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Neusoft</cp:lastModifiedBy>
  <cp:revision>56</cp:revision>
  <dcterms:created xsi:type="dcterms:W3CDTF">2017-06-21T11:46:00Z</dcterms:created>
  <dcterms:modified xsi:type="dcterms:W3CDTF">2020-07-04T12:15:50Z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