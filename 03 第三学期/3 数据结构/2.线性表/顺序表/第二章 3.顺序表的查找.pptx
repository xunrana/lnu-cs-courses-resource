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7" r:id="rId2"/>
    <p:sldId id="261" r:id="rId3"/>
    <p:sldId id="303" r:id="rId4"/>
    <p:sldId id="313" r:id="rId5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26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73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75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2020/6/7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7/06/2020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ext Placeholder 11"/>
          <p:cNvSpPr txBox="1"/>
          <p:nvPr/>
        </p:nvSpPr>
        <p:spPr>
          <a:xfrm>
            <a:off x="1106170" y="857250"/>
            <a:ext cx="486473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顺序搜索图示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28" y="1403985"/>
            <a:ext cx="5159343" cy="3310579"/>
          </a:xfrm>
          <a:prstGeom prst="rect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55830" y="945723"/>
            <a:ext cx="6265991" cy="34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LocateElem_Sq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SqList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L,int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e){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//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在顺序表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中查找第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个与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相等的元素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的位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序	</a:t>
            </a:r>
          </a:p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= 1, *p;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p=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L.elem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while(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&lt;=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L.length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&amp;&amp; (*p != e))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	{ 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        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++ ;            p++;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    }	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if(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&lt;=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L.length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) return 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    else         return 0;                 //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表中没有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x</a:t>
            </a:r>
          </a:p>
          <a:p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 }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59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3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53" grpId="0" autoUpdateAnimBg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0" name="组合 19"/>
          <p:cNvGrpSpPr/>
          <p:nvPr/>
        </p:nvGrpSpPr>
        <p:grpSpPr>
          <a:xfrm>
            <a:off x="2140585" y="362585"/>
            <a:ext cx="7002145" cy="109220"/>
            <a:chOff x="2140585" y="362585"/>
            <a:chExt cx="7002145" cy="109220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Placeholder 11"/>
          <p:cNvSpPr txBox="1"/>
          <p:nvPr/>
        </p:nvSpPr>
        <p:spPr>
          <a:xfrm>
            <a:off x="2302510" y="116334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顺序表的查找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933089" y="919350"/>
            <a:ext cx="7277822" cy="1477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本算法的主要运算是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比较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。显然比较的次数与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x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在表中的位置有关，也与表长有关。当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2000" baseline="-25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=x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时，比较一次成功。当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2000" baseline="-25000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=x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时比较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n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次成功。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平均比较次数为（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n+1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/2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，时间性能为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O(n)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33089" y="2689638"/>
            <a:ext cx="7277822" cy="5041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时间复杂度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O(n),   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空间复杂度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88297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7" grpId="0" animBg="1"/>
      <p:bldP spid="11" grpId="0"/>
      <p:bldP spid="12" grpId="0" autoUpdateAnimBg="0"/>
      <p:bldP spid="13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692</TotalTime>
  <Words>181</Words>
  <Application>Microsoft Office PowerPoint</Application>
  <PresentationFormat>自定义</PresentationFormat>
  <Paragraphs>26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35</cp:revision>
  <dcterms:created xsi:type="dcterms:W3CDTF">2017-06-21T11:46:00Z</dcterms:created>
  <dcterms:modified xsi:type="dcterms:W3CDTF">2020-06-07T00:36:52Z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