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3" r:id="rId2"/>
    <p:sldId id="304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0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28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24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04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440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61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7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047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882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2020/7/6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6/07/2020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png"/><Relationship Id="rId4" Type="http://schemas.openxmlformats.org/officeDocument/2006/relationships/oleObject" Target="NUL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42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557287" y="1158761"/>
            <a:ext cx="6537168" cy="390120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队列的数组表示  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队列的类定义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752860"/>
            <a:ext cx="7277822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尽管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链队列使用很方便，但由于链表中每个结点设有一个指针域，它比向量多占用存储空间。 因此，在有的情况下仍需要用顺序存储结构来表示队列。 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933089" y="3194193"/>
            <a:ext cx="7277822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顺序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存储的队称为顺序队。因为队的队头和队尾都是活动的，因此，除了队列的数据区外还有队头、队尾两个指针。顺序队的类型定义如下：</a:t>
            </a:r>
          </a:p>
        </p:txBody>
      </p:sp>
    </p:spTree>
    <p:extLst>
      <p:ext uri="{BB962C8B-B14F-4D97-AF65-F5344CB8AC3E}">
        <p14:creationId xmlns:p14="http://schemas.microsoft.com/office/powerpoint/2010/main" val="407890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557287" y="1158761"/>
            <a:ext cx="6537168" cy="390120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队列的数组表示  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队列的类定义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940199" y="1962909"/>
            <a:ext cx="7277822" cy="2540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#define MAXQSIZE  100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*base;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front;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rear;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2092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769946"/>
              </p:ext>
            </p:extLst>
          </p:nvPr>
        </p:nvGraphicFramePr>
        <p:xfrm>
          <a:off x="1655830" y="851607"/>
          <a:ext cx="5793102" cy="4087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BMP 图象" r:id="rId4" imgW="4048690" imgH="2685714" progId="Paint.Picture">
                  <p:embed/>
                </p:oleObj>
              </mc:Choice>
              <mc:Fallback>
                <p:oleObj name="BMP 图象" r:id="rId4" imgW="4048690" imgH="268571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830" y="851607"/>
                        <a:ext cx="5793102" cy="4087717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2A5BA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981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948915"/>
            <a:ext cx="7277822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顺序队列中，值得考虑的是队列满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即上溢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的判定条件是什么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?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假设当前队列假溢出。当然，在发生假溢出时可以将全部元素向前移动直至头指针为零，但这很浪费时间。 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933089" y="2419488"/>
            <a:ext cx="3832352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一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个巧妙的办法是把队列设想为一个循环的表， 若将向量的上，下界改为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0..maxsize-1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，并利用数学中的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"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模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(mod)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运算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"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就更容易实现这种循环队列的运算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799443"/>
              </p:ext>
            </p:extLst>
          </p:nvPr>
        </p:nvGraphicFramePr>
        <p:xfrm>
          <a:off x="5579110" y="2281279"/>
          <a:ext cx="2749811" cy="230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BMP 图像" r:id="rId4" imgW="2314440" imgH="1943280" progId="Paint.Picture">
                  <p:embed/>
                </p:oleObj>
              </mc:Choice>
              <mc:Fallback>
                <p:oleObj name="BMP 图像" r:id="rId4" imgW="2314440" imgH="194328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110" y="2281279"/>
                        <a:ext cx="2749811" cy="2308034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2A5BA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29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878005" y="1598807"/>
            <a:ext cx="7277822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因为是头尾相接的循环结构，入队时的队尾指针加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操作修改为：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Q-&gt;rear=(Q-&gt;rear+1) % MAXSIZE;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878005" y="3069380"/>
            <a:ext cx="5304134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出队时的队头指针加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操作修改为：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Q-&gt;front=(Q-&gt;front+1) % MAXSIZE;</a:t>
            </a:r>
          </a:p>
        </p:txBody>
      </p:sp>
    </p:spTree>
    <p:extLst>
      <p:ext uri="{BB962C8B-B14F-4D97-AF65-F5344CB8AC3E}">
        <p14:creationId xmlns:p14="http://schemas.microsoft.com/office/powerpoint/2010/main" val="20019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279168"/>
              </p:ext>
            </p:extLst>
          </p:nvPr>
        </p:nvGraphicFramePr>
        <p:xfrm>
          <a:off x="1882721" y="744733"/>
          <a:ext cx="5678277" cy="4185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r:id="rId4" imgW="4038095" imgH="2572109" progId="Paint.Picture">
                  <p:embed/>
                </p:oleObj>
              </mc:Choice>
              <mc:Fallback>
                <p:oleObj r:id="rId4" imgW="4038095" imgH="257210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21" y="744733"/>
                        <a:ext cx="5678277" cy="4185578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2A5BA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25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775252" y="659829"/>
            <a:ext cx="733119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然而，在循环队列中又出现了一个新问题：如何判定队满和队空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?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889508" y="1197911"/>
            <a:ext cx="383235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方法之一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889508" y="2524085"/>
            <a:ext cx="383235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另一种方法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205189" y="1647654"/>
            <a:ext cx="690125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是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附设一个存储队中元素个数的变量如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num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，当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num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==0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时队空，当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num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==MAXSIZE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时为队满。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205189" y="2995535"/>
            <a:ext cx="6901253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是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少用一个元素空间，此时的状态是队尾指针加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就会从后面赶上队头指针，这种情况下队满的条件是：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(rear+1) % MAXSIZE==front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，也能和空队区别开。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889507" y="4356708"/>
            <a:ext cx="5114685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下面的循环队列及操作按第二种方法实现。</a:t>
            </a:r>
          </a:p>
        </p:txBody>
      </p:sp>
    </p:spTree>
    <p:extLst>
      <p:ext uri="{BB962C8B-B14F-4D97-AF65-F5344CB8AC3E}">
        <p14:creationId xmlns:p14="http://schemas.microsoft.com/office/powerpoint/2010/main" val="27700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8" grpId="0"/>
      <p:bldP spid="13" grpId="0"/>
      <p:bldP spid="14" grpId="0"/>
      <p:bldP spid="17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828620" y="738344"/>
            <a:ext cx="7277822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循环队列 </a:t>
            </a:r>
            <a:r>
              <a:rPr lang="en-US" altLang="zh-CN" sz="2000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(Circular Queue)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371285" y="1210502"/>
            <a:ext cx="6901253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存储队列的数组被当作首尾相接的表处理。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371285" y="2572246"/>
            <a:ext cx="6901253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队头指针进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1:  front = (front + 1) %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maxSize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队尾指针进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1:  rear = (rear + 1) %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maxSize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队列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初始化：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front = rear = 0;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队空条件：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front == rear;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队满条件：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(rear + 1) %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maxSize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== front 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371286" y="1527312"/>
            <a:ext cx="6571876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队头、队尾指针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加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时从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maxSize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-1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直接进到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，可用语言的取模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余数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运算实现。</a:t>
            </a:r>
          </a:p>
        </p:txBody>
      </p:sp>
    </p:spTree>
    <p:extLst>
      <p:ext uri="{BB962C8B-B14F-4D97-AF65-F5344CB8AC3E}">
        <p14:creationId xmlns:p14="http://schemas.microsoft.com/office/powerpoint/2010/main" val="236439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4" grpId="0"/>
      <p:bldP spid="17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828620" y="738344"/>
            <a:ext cx="7277822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循环队列部分成员函数的实现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655830" y="1242521"/>
            <a:ext cx="6901253" cy="378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InitQueue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&amp;Q){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Q.base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*)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(MAXQSIZE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0;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QueueLength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Q){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return(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Q.rear-Q.front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+MAXQSIZE)  %   MAXQSIZE;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549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循环队列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828620" y="738344"/>
            <a:ext cx="7277822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循环队列部分成员函数的实现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670645" y="1285954"/>
            <a:ext cx="6901253" cy="3767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EnQueue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Q,QElemType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e)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{ if((Q.rear+1)%MAXQSIZE==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return ERROR;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Q.base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 = e;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+ 1)% MAXQSIZE;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}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DQueue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Q,QElemType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&amp;e)        {      if(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 return ERROR;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e 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Q.base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+ 1) % MAXQSIZE;</a:t>
            </a:r>
          </a:p>
          <a:p>
            <a:pPr fontAlgn="auto">
              <a:lnSpc>
                <a:spcPts val="2400"/>
              </a:lnSpc>
            </a:pPr>
            <a:r>
              <a:rPr lang="en-US" altLang="zh-CN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smtClean="0">
                <a:latin typeface="百度综艺简体" panose="02010601030101010101" charset="-122"/>
                <a:ea typeface="百度综艺简体" panose="02010601030101010101" charset="-122"/>
              </a:rPr>
              <a:t>return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OK;</a:t>
            </a:r>
          </a:p>
          <a:p>
            <a:pPr fontAlgn="auto">
              <a:lnSpc>
                <a:spcPts val="24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471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</TotalTime>
  <Words>705</Words>
  <Application>Microsoft Office PowerPoint</Application>
  <PresentationFormat>自定义</PresentationFormat>
  <Paragraphs>85</Paragraphs>
  <Slides>11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BMP 图象</vt:lpstr>
      <vt:lpstr>BMP 图像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58</cp:revision>
  <dcterms:created xsi:type="dcterms:W3CDTF">2017-06-21T11:46:00Z</dcterms:created>
  <dcterms:modified xsi:type="dcterms:W3CDTF">2020-07-06T13:21:48Z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