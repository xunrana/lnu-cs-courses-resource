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83" r:id="rId2"/>
    <p:sldId id="304" r:id="rId3"/>
    <p:sldId id="284" r:id="rId4"/>
    <p:sldId id="324" r:id="rId5"/>
    <p:sldId id="325" r:id="rId6"/>
    <p:sldId id="326" r:id="rId7"/>
    <p:sldId id="327" r:id="rId8"/>
    <p:sldId id="328" r:id="rId9"/>
    <p:sldId id="329" r:id="rId10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08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002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012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972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931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598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003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718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64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2020/7/7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7/07/2020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2020/7/7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6750050" y="2957195"/>
            <a:ext cx="1868170" cy="37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742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5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链队列</a:t>
            </a: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268730" y="2551125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定义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队列 </a:t>
            </a: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( Queue )</a:t>
            </a:r>
            <a:endParaRPr lang="zh-CN" altLang="en-US"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224" y="1554517"/>
            <a:ext cx="5215551" cy="787253"/>
          </a:xfrm>
          <a:prstGeom prst="rect">
            <a:avLst/>
          </a:prstGeom>
          <a:noFill/>
          <a:ln w="57150">
            <a:solidFill>
              <a:srgbClr val="2A5BA8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1858558" y="2969576"/>
            <a:ext cx="7277822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队列是只允许在一端删除，在另一端插入的顺序表</a:t>
            </a: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1858558" y="3358441"/>
            <a:ext cx="7277822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允许删除的一端叫做队头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，允许插入的一端叫做队尾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rear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268730" y="3821417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特性</a:t>
            </a:r>
          </a:p>
        </p:txBody>
      </p:sp>
      <p:sp>
        <p:nvSpPr>
          <p:cNvPr id="24" name="TextBox 5"/>
          <p:cNvSpPr txBox="1">
            <a:spLocks noChangeArrowheads="1"/>
          </p:cNvSpPr>
          <p:nvPr/>
        </p:nvSpPr>
        <p:spPr bwMode="auto">
          <a:xfrm>
            <a:off x="1858558" y="4226437"/>
            <a:ext cx="7277822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先进先出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(FIFO, First In First Out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78904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25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925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18" grpId="0"/>
      <p:bldP spid="20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链队列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712506" y="2183228"/>
            <a:ext cx="4982969" cy="13388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队头在链头，队尾在链尾。</a:t>
            </a: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链式队列在进队时无队满问题，但有队空问题。</a:t>
            </a:r>
          </a:p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队空条件为 </a:t>
            </a: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 ==</a:t>
            </a:r>
            <a:r>
              <a:rPr lang="en-US" altLang="zh-CN" dirty="0" err="1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q.rear</a:t>
            </a:r>
            <a:endParaRPr lang="en-US" altLang="zh-CN" dirty="0">
              <a:solidFill>
                <a:srgbClr val="FF0000"/>
              </a:solidFill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551561" y="1561484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队列的链接表示 </a:t>
            </a:r>
            <a:r>
              <a:rPr lang="en-US" altLang="zh-CN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— </a:t>
            </a:r>
            <a:r>
              <a:rPr lang="zh-CN" altLang="en-US" sz="20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链式队列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4" name="Picture 11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51699" y="1107214"/>
            <a:ext cx="2212319" cy="3226106"/>
          </a:xfrm>
          <a:prstGeom prst="rect">
            <a:avLst/>
          </a:prstGeom>
          <a:solidFill>
            <a:schemeClr val="bg1"/>
          </a:solidFill>
          <a:ln w="38100">
            <a:solidFill>
              <a:srgbClr val="2A5BA8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231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链队列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997367" y="1378996"/>
            <a:ext cx="4982969" cy="3371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typedef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{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QElemType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data;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*next;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,*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QueuePtr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typedef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struct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{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QueuePtr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front;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QueuePtr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rear;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LinkQueue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614467" y="1012782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链式队列类的定义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5010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链队列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997367" y="1378996"/>
            <a:ext cx="5904242" cy="34163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Status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InitQueue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LinkQueue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&amp;Q){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构造一个空队列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=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Q.rear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=(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QueuePtr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malloc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                        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sizeof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));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if(!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   exit(1);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-&gt;next = NULL;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return OK;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532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链队列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Picture 2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734" y="813014"/>
            <a:ext cx="4539238" cy="4051071"/>
          </a:xfrm>
          <a:prstGeom prst="rect">
            <a:avLst/>
          </a:prstGeom>
          <a:solidFill>
            <a:schemeClr val="bg1"/>
          </a:solidFill>
          <a:ln w="57150">
            <a:solidFill>
              <a:srgbClr val="2A5BA8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5928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链队列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2134235" y="830589"/>
            <a:ext cx="4982969" cy="42024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Status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EnQueue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LinkQueue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&amp;Q,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                  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QElemType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e){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插入元素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e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为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Q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的新的队尾元素；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p=(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QueuePtr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malloc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sizeof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QNode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));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if(!p)  exit(0);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p-&gt;data = e;    p-&gt;next = NULL;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Q.rear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-&gt;next = p;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Q.rear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= p;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return OK;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4090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链队列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2134235" y="830589"/>
            <a:ext cx="4982969" cy="42024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Status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DeQueue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LinkQueue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&amp;Q,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                     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QElemType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&amp;e){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若队列不空，则删除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Q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的队头元素；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用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e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返回其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data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；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if(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= =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Q.rear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)  return ERROR;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p=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-&gt;next;    e = p-&gt;data;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-&gt;next = p-&gt;next;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if(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Q.rear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= =p)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Q.rear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=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free(p);           return OK;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8734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链队列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2134235" y="973508"/>
            <a:ext cx="4982969" cy="383181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Status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DestroyQueue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LinkQueue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&amp;Q){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   //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销毁队列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Q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while(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){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		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  </a:t>
            </a:r>
            <a:r>
              <a:rPr lang="en-US" altLang="zh-CN" dirty="0" err="1" smtClean="0">
                <a:latin typeface="百度综艺简体" panose="02010601030101010101" charset="-122"/>
                <a:ea typeface="百度综艺简体" panose="02010601030101010101" charset="-122"/>
              </a:rPr>
              <a:t>Q.rear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=</a:t>
            </a:r>
            <a:r>
              <a:rPr lang="en-US" altLang="zh-CN" dirty="0" err="1" smtClean="0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-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&gt;next;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     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free(</a:t>
            </a:r>
            <a:r>
              <a:rPr lang="en-US" altLang="zh-CN" dirty="0" err="1" smtClean="0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      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en-US" altLang="zh-CN" dirty="0" err="1" smtClean="0">
                <a:latin typeface="百度综艺简体" panose="02010601030101010101" charset="-122"/>
                <a:ea typeface="百度综艺简体" panose="02010601030101010101" charset="-122"/>
              </a:rPr>
              <a:t>Q.front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=</a:t>
            </a:r>
            <a:r>
              <a:rPr lang="en-US" altLang="zh-CN" dirty="0" err="1" smtClean="0">
                <a:latin typeface="百度综艺简体" panose="02010601030101010101" charset="-122"/>
                <a:ea typeface="百度综艺简体" panose="02010601030101010101" charset="-122"/>
              </a:rPr>
              <a:t>Q.rear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   }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</a:t>
            </a: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return OK;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884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658</TotalTime>
  <Words>395</Words>
  <Application>Microsoft Office PowerPoint</Application>
  <PresentationFormat>自定义</PresentationFormat>
  <Paragraphs>83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Lato Light</vt:lpstr>
      <vt:lpstr>百度综艺简体</vt:lpstr>
      <vt:lpstr>等线</vt:lpstr>
      <vt:lpstr>等线 Light</vt:lpstr>
      <vt:lpstr>华文中宋</vt:lpstr>
      <vt:lpstr>宋体</vt:lpstr>
      <vt:lpstr>微软雅黑</vt:lpstr>
      <vt:lpstr>Arial</vt:lpstr>
      <vt:lpstr>Calibri</vt:lpstr>
      <vt:lpstr>Calibri Light</vt:lpstr>
      <vt:lpstr>Tahoma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56</cp:revision>
  <dcterms:created xsi:type="dcterms:W3CDTF">2017-06-21T11:46:00Z</dcterms:created>
  <dcterms:modified xsi:type="dcterms:W3CDTF">2020-07-07T06:52:45Z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