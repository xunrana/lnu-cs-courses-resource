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7"/>
  </p:handoutMasterIdLst>
  <p:sldIdLst>
    <p:sldId id="257" r:id="rId4"/>
    <p:sldId id="262" r:id="rId5"/>
  </p:sldIdLst>
  <p:sldSz cx="9144000" cy="6858000" type="screen4x3"/>
  <p:notesSz cx="6934200" cy="9398000"/>
  <p:custDataLst>
    <p:tags r:id="rId1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DFC0FF"/>
    <a:srgbClr val="FF0000"/>
    <a:srgbClr val="CCECFF"/>
    <a:srgbClr val="99CCFF"/>
    <a:srgbClr val="CC99FF"/>
    <a:srgbClr val="3399FF"/>
    <a:srgbClr val="FF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3"/>
    <p:restoredTop sz="94608"/>
  </p:normalViewPr>
  <p:slideViewPr>
    <p:cSldViewPr showGuides="1">
      <p:cViewPr varScale="1">
        <p:scale>
          <a:sx n="68" d="100"/>
          <a:sy n="68" d="100"/>
        </p:scale>
        <p:origin x="-498" y="-108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FFFFFF"/>
                </a:solidFill>
              </a:rPr>
            </a:fld>
            <a:endParaRPr lang="zh-CN" altLang="en-US" sz="12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/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2055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6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p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分枝限界法应用</a:t>
            </a:r>
            <a:endParaRPr lang="zh-CN" altLang="en-US" sz="40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4153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1】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请使用分枝限界法解决下列问题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、有一个含有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个顶点（顶点编号为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0~n-1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）的带权图，使用邻接矩阵存储该图，使用分枝限界法求从起点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到目标点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的最短路径长度及经过的路径条数。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、采用优先队列式分枝限界法求解最优装载问题。例如集装箱个数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n=5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，重量分为为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w={5,2,6,4,3}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，限重为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W=10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。在装载重量相同时，最优装载方案为集装箱个数最少的方案。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p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en-US" altLang="zh-CN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分枝限界法应用</a:t>
            </a:r>
            <a:endParaRPr lang="zh-CN" altLang="en-US" sz="40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23806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请使用分枝限界法解决：求解布线问题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问题描述：印制电路板将布线区域划分为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n*m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个方格。精确的布线问题要求确定连接方格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的中点到方格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的中点的最短布线方案。在布线时，电路只能沿直线或直角布线。为了避免线路交叉，对已经布线的方格做了封锁标记，其他线路不允许穿过被封锁的方格。示例如下：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62255" y="4010660"/>
          <a:ext cx="244030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5"/>
                <a:gridCol w="348615"/>
                <a:gridCol w="348615"/>
                <a:gridCol w="348615"/>
                <a:gridCol w="348615"/>
                <a:gridCol w="348615"/>
                <a:gridCol w="3486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4436110" y="4010660"/>
          <a:ext cx="244030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5"/>
                <a:gridCol w="334010"/>
                <a:gridCol w="363220"/>
                <a:gridCol w="348615"/>
                <a:gridCol w="348615"/>
                <a:gridCol w="348615"/>
                <a:gridCol w="34861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 flipH="1">
            <a:off x="4932045" y="5031105"/>
            <a:ext cx="12065" cy="6299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4932045" y="5661025"/>
            <a:ext cx="7200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645150" y="5660390"/>
            <a:ext cx="6985" cy="433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5633085" y="6075045"/>
            <a:ext cx="7200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350635" y="5373370"/>
            <a:ext cx="12065" cy="7023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355</Words>
  <Application>WPS 演示</Application>
  <PresentationFormat>全屏显示(4:3)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楷体_GB2312</vt:lpstr>
      <vt:lpstr>新宋体</vt:lpstr>
      <vt:lpstr>楷体</vt:lpstr>
      <vt:lpstr>微软雅黑</vt:lpstr>
      <vt:lpstr>Arial Unicode MS</vt:lpstr>
      <vt:lpstr>1_个人主页 (标准)</vt:lpstr>
      <vt:lpstr>个人主页 (标准)</vt:lpstr>
      <vt:lpstr>实验5——分枝限界法应用</vt:lpstr>
      <vt:lpstr>实验5——分枝限界法应用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921</cp:revision>
  <cp:lastPrinted>1995-12-08T18:33:00Z</cp:lastPrinted>
  <dcterms:created xsi:type="dcterms:W3CDTF">2000-10-31T09:27:00Z</dcterms:created>
  <dcterms:modified xsi:type="dcterms:W3CDTF">2021-11-25T23:21:25Z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FFC972545B7148908DD41A516AAA8360</vt:lpwstr>
  </property>
</Properties>
</file>