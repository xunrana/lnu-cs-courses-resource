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6"/>
  </p:notesMasterIdLst>
  <p:handoutMasterIdLst>
    <p:handoutMasterId r:id="rId7"/>
  </p:handoutMasterIdLst>
  <p:sldIdLst>
    <p:sldId id="257" r:id="rId3"/>
    <p:sldId id="259" r:id="rId4"/>
    <p:sldId id="260" r:id="rId5"/>
  </p:sldIdLst>
  <p:sldSz cx="9144000" cy="6858000" type="screen4x3"/>
  <p:notesSz cx="6934200" cy="9398000"/>
  <p:custDataLst>
    <p:tags r:id="rId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C0FF"/>
    <a:srgbClr val="FF0000"/>
    <a:srgbClr val="CCECFF"/>
    <a:srgbClr val="99CCFF"/>
    <a:srgbClr val="CC99FF"/>
    <a:srgbClr val="3399FF"/>
    <a:srgbClr val="FFCC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160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FFFFFF"/>
                </a:solidFill>
              </a:rPr>
              <a:t>‹#›</a:t>
            </a:fld>
            <a:endParaRPr lang="zh-CN" alt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295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17817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15888"/>
            <a:ext cx="7772400" cy="590391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4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2055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6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2——</a:t>
            </a:r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动态规划算法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应用</a:t>
            </a: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23806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参考课件，请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使用动态规划算法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解决下列问题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zh-CN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某实验室经常有活动需要叫外卖，但是每次叫外卖报销的经费总额最大为</a:t>
            </a:r>
            <a:r>
              <a:rPr lang="en-US" altLang="zh-CN" i="1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C</a:t>
            </a:r>
            <a:r>
              <a:rPr lang="zh-CN" altLang="en-US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元，有</a:t>
            </a:r>
            <a:r>
              <a:rPr lang="en-US" altLang="zh-CN" i="1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种菜可以点，经过长时间的点菜，实验室对每种菜</a:t>
            </a:r>
            <a:r>
              <a:rPr lang="en-US" altLang="zh-CN" i="1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都有一个量化的评分</a:t>
            </a:r>
            <a:r>
              <a:rPr lang="en-US" altLang="zh-CN" i="1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Vi</a:t>
            </a:r>
            <a:r>
              <a:rPr lang="zh-CN" altLang="en-US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，这种菜的价格为</a:t>
            </a:r>
            <a:r>
              <a:rPr lang="en-US" altLang="zh-CN" i="1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Pi</a:t>
            </a:r>
            <a:r>
              <a:rPr lang="zh-CN" altLang="en-US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，问如何选择各种菜（每种菜只能点一次），才能在报销额度范围内使点到菜的总评价分数最高。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2——</a:t>
            </a:r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动态规划算法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应用</a:t>
            </a: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1642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zh-CN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某项目组分得了</a:t>
            </a:r>
            <a:r>
              <a:rPr lang="en-US" altLang="zh-CN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7</a:t>
            </a:r>
            <a:r>
              <a:rPr lang="zh-CN" altLang="en-US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万元的投资，现要把这</a:t>
            </a:r>
            <a:r>
              <a:rPr lang="en-US" altLang="zh-CN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7</a:t>
            </a:r>
            <a:r>
              <a:rPr lang="zh-CN" altLang="en-US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万元分配给</a:t>
            </a:r>
            <a:r>
              <a:rPr lang="en-US" altLang="zh-CN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A</a:t>
            </a:r>
            <a:r>
              <a:rPr lang="zh-CN" altLang="en-US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B</a:t>
            </a:r>
            <a:r>
              <a:rPr lang="zh-CN" altLang="en-US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、</a:t>
            </a:r>
            <a:r>
              <a:rPr lang="en-US" altLang="zh-CN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C</a:t>
            </a:r>
            <a:r>
              <a:rPr lang="zh-CN" altLang="en-US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三个子项目，每个项目的利润如下，请给出一种分配方案使总利润最大（单位：万元）。</a:t>
            </a:r>
            <a:endParaRPr lang="zh-CN" altLang="en-US" dirty="0" smtClean="0">
              <a:solidFill>
                <a:schemeClr val="bg2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18515" y="3160395"/>
          <a:ext cx="7204710" cy="1875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</a:tblGrid>
              <a:tr h="73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           </a:t>
                      </a:r>
                      <a:r>
                        <a:rPr lang="zh-CN" altLang="en-US"/>
                        <a:t>金额</a:t>
                      </a:r>
                    </a:p>
                    <a:p>
                      <a:pPr>
                        <a:buNone/>
                      </a:pPr>
                      <a:r>
                        <a:rPr lang="zh-CN" altLang="en-US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2——</a:t>
            </a:r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动态规划算法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95" y="1557020"/>
            <a:ext cx="8456930" cy="17145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会议安排问题</a:t>
            </a:r>
            <a:r>
              <a:rPr lang="en-US" altLang="zh-CN" sz="2200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:</a:t>
            </a:r>
            <a:r>
              <a:rPr lang="zh-CN" altLang="en-US" sz="2200" dirty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一</a:t>
            </a:r>
            <a:r>
              <a:rPr lang="zh-CN" altLang="en-US" sz="2200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个会议室某一时刻只能安排一个会议，现有</a:t>
            </a:r>
            <a:r>
              <a:rPr lang="en-US" altLang="zh-CN" sz="2200" i="1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endParaRPr lang="en-US" altLang="zh-CN" sz="2200" dirty="0" smtClean="0">
              <a:solidFill>
                <a:schemeClr val="bg2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200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个会议申请，每个会议给出开始时间和结束时间，请给出该会议室兼容会议持续时间最长的会议安排方案</a:t>
            </a:r>
            <a:r>
              <a:rPr lang="en-US" altLang="zh-CN" sz="2200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——</a:t>
            </a:r>
            <a:r>
              <a:rPr lang="zh-CN" altLang="en-US" sz="2200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即</a:t>
            </a:r>
            <a:r>
              <a:rPr lang="zh-CN" altLang="en-US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使用会议室时间最长的会议安排方案</a:t>
            </a:r>
            <a:r>
              <a:rPr lang="zh-CN" altLang="en-US" sz="2200" dirty="0" smtClean="0">
                <a:solidFill>
                  <a:schemeClr val="bg2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。（下表中的数据已经按照结束时间排序）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32435" y="3590925"/>
          <a:ext cx="813625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142"/>
                <a:gridCol w="560510"/>
                <a:gridCol w="560509"/>
                <a:gridCol w="560509"/>
                <a:gridCol w="560510"/>
                <a:gridCol w="560509"/>
                <a:gridCol w="560510"/>
                <a:gridCol w="560705"/>
                <a:gridCol w="560313"/>
                <a:gridCol w="560510"/>
                <a:gridCol w="560509"/>
                <a:gridCol w="560510"/>
                <a:gridCol w="560509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会议 </a:t>
                      </a:r>
                      <a:r>
                        <a:rPr lang="en-US" altLang="zh-CN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altLang="zh-C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开始时间 </a:t>
                      </a:r>
                      <a:r>
                        <a:rPr lang="en-US" altLang="zh-CN"/>
                        <a:t>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结束时间 </a:t>
                      </a:r>
                      <a:r>
                        <a:rPr lang="en-US" altLang="zh-CN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True"/>
  <p:tag name="HOTSPOTTYPE" val="DefinedInNavigator"/>
  <p:tag name="BRANCHTO" val="2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ebd4502-6600-4ca5-ac82-8d13e1a8c5b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62ad31a-2a8f-4151-977f-1612ead02ca2}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1</TotalTime>
  <Words>313</Words>
  <Application>Microsoft Office PowerPoint</Application>
  <PresentationFormat>全屏显示(4:3)</PresentationFormat>
  <Paragraphs>82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1_个人主页 (标准)</vt:lpstr>
      <vt:lpstr>个人主页 (标准)</vt:lpstr>
      <vt:lpstr>实验2——动态规划算法应用</vt:lpstr>
      <vt:lpstr>实验2——动态规划算法应用</vt:lpstr>
      <vt:lpstr>实验2——动态规划算法应用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Administrator</cp:lastModifiedBy>
  <cp:revision>926</cp:revision>
  <cp:lastPrinted>1995-12-08T18:33:00Z</cp:lastPrinted>
  <dcterms:created xsi:type="dcterms:W3CDTF">2000-10-31T09:27:00Z</dcterms:created>
  <dcterms:modified xsi:type="dcterms:W3CDTF">2021-05-14T07:05:11Z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