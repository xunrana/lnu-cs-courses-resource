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9144000" cy="6858000" type="screen4x3"/>
  <p:notesSz cx="6934200" cy="9398000"/>
  <p:custDataLst>
    <p:tags r:id="rId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0FF"/>
    <a:srgbClr val="FF0000"/>
    <a:srgbClr val="CCECFF"/>
    <a:srgbClr val="99CCFF"/>
    <a:srgbClr val="CC99FF"/>
    <a:srgbClr val="3399FF"/>
    <a:srgbClr val="FF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FFFFFF"/>
                </a:solidFill>
              </a:rPr>
              <a:t>‹#›</a:t>
            </a:fld>
            <a:endParaRPr lang="zh-CN" alt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785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968439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15888"/>
            <a:ext cx="7772400" cy="590391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15888"/>
            <a:ext cx="1943100" cy="5903912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15888"/>
            <a:ext cx="5676900" cy="5903912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lnSpc>
                <a:spcPct val="100000"/>
              </a:lnSpc>
              <a:buFontTx/>
              <a:buNone/>
              <a:defRPr kumimoji="1" sz="1400" b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4" name="Rectangle 16"/>
          <p:cNvSpPr>
            <a:spLocks noGrp="1"/>
          </p:cNvSpPr>
          <p:nvPr>
            <p:ph type="title"/>
          </p:nvPr>
        </p:nvSpPr>
        <p:spPr>
          <a:xfrm>
            <a:off x="685800" y="1158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2055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6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3——</a:t>
            </a:r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贪心算法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41549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1】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请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使用贪心算法法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解决下列问题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、假设要在足够多会场里安排一批活动，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个活动编号为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1~n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，每个活动有开始时间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bi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和结束时间</a:t>
            </a:r>
            <a:r>
              <a:rPr lang="en-US" altLang="zh-CN" b="1" dirty="0" err="1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ei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1&lt;=i&lt;=n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）。设计一个有效的贪心算法求出最少的会场个数。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、求解乘船问题。有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个人，第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个人的体重为</a:t>
            </a:r>
            <a:r>
              <a:rPr lang="en-US" altLang="zh-CN" b="1" dirty="0" err="1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wi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。每艘船的最大载重量均为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，且最多能乘坐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人。试用最少的船装载所有人。</a:t>
            </a: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endParaRPr lang="zh-CN" altLang="en-US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0825" y="333375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>
          <a:xfrm>
            <a:off x="381000" y="333375"/>
            <a:ext cx="7772400" cy="809625"/>
          </a:xfrm>
        </p:spPr>
        <p:txBody>
          <a:bodyPr vert="horz" wrap="square" lIns="92075" tIns="46038" rIns="92075" bIns="46038" anchor="b"/>
          <a:lstStyle/>
          <a:p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3——</a:t>
            </a:r>
            <a:r>
              <a:rPr lang="zh-CN" altLang="en-US" sz="4000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贪心算法</a:t>
            </a:r>
            <a:r>
              <a:rPr lang="zh-CN" altLang="en-US" sz="4000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应用</a:t>
            </a:r>
          </a:p>
        </p:txBody>
      </p:sp>
      <p:sp>
        <p:nvSpPr>
          <p:cNvPr id="24580" name="矩形 1"/>
          <p:cNvSpPr/>
          <p:nvPr/>
        </p:nvSpPr>
        <p:spPr>
          <a:xfrm>
            <a:off x="261938" y="1629728"/>
            <a:ext cx="8494712" cy="171739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实验题目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2】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请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使用贪心算法法</a:t>
            </a:r>
            <a:r>
              <a:rPr lang="zh-CN" altLang="en-US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解决下列问题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、求解一个序列中出现次数最多的元素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【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问题描述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】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给定</a:t>
            </a:r>
            <a:r>
              <a:rPr lang="en-US" altLang="zh-CN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 smtClean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个正整数，编写程序找出它们中出现次数最多的数，如果这样的数有多个，输出其中最小的数。</a:t>
            </a:r>
            <a:endParaRPr lang="en-US" altLang="zh-CN" b="1" dirty="0" smtClean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668748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91440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20</TotalTime>
  <Words>172</Words>
  <Application>Microsoft Office PowerPoint</Application>
  <PresentationFormat>全屏显示(4:3)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1_个人主页 (标准)</vt:lpstr>
      <vt:lpstr>个人主页 (标准)</vt:lpstr>
      <vt:lpstr>实验3——贪心算法应用</vt:lpstr>
      <vt:lpstr>实验3——贪心算法应用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Administrator</cp:lastModifiedBy>
  <cp:revision>922</cp:revision>
  <cp:lastPrinted>1995-12-08T18:33:00Z</cp:lastPrinted>
  <dcterms:created xsi:type="dcterms:W3CDTF">2000-10-31T09:27:00Z</dcterms:created>
  <dcterms:modified xsi:type="dcterms:W3CDTF">2021-05-24T00:59:22Z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