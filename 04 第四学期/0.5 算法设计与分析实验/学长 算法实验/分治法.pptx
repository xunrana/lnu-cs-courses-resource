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60" r:id="rId2"/>
  </p:sldMasterIdLst>
  <p:sldIdLst>
    <p:sldId id="256" r:id="rId5"/>
    <p:sldId id="257" r:id="rId6"/>
    <p:sldId id="258" r:id="rId7"/>
  </p:sldIdLst>
  <p:sldSz cx="9144000" cy="6858000" type="screen4x3"/>
  <p:notesSz cx="6858000" cy="9144000"/>
  <p:defaultTextStyle>
    <a:defPPr>
      <a:defRPr lang="en-US"/>
    </a:defPPr>
    <a:lvl1pPr marL="0" lvl="0" indent="0" algn="l" defTabSz="914400">
      <a:lnSpc>
        <a:spcPct val="100000"/>
      </a:lnSpc>
      <a:spcBef>
        <a:spcPts val="0"/>
      </a:spcBef>
      <a:spcAft>
        <a:spcPts val="0"/>
      </a:spcAft>
      <a:buNone/>
      <a:defRPr sz="2400" b="0" i="0" u="none">
        <a:solidFill>
          <a:schemeClr val="tx1"/>
        </a:solidFill>
        <a:latin typeface="Times New Roman"/>
        <a:ea typeface="宋体"/>
        <a:cs typeface="+mn-cs"/>
      </a:defRPr>
    </a:lvl1pPr>
    <a:lvl2pPr marL="457200" lvl="1" indent="0" algn="l" defTabSz="914400">
      <a:lnSpc>
        <a:spcPct val="100000"/>
      </a:lnSpc>
      <a:spcBef>
        <a:spcPts val="0"/>
      </a:spcBef>
      <a:spcAft>
        <a:spcPts val="0"/>
      </a:spcAft>
      <a:buNone/>
      <a:defRPr sz="2400" b="0" i="0" u="none">
        <a:solidFill>
          <a:schemeClr val="tx1"/>
        </a:solidFill>
        <a:latin typeface="Times New Roman"/>
        <a:ea typeface="宋体"/>
        <a:cs typeface="+mn-cs"/>
      </a:defRPr>
    </a:lvl2pPr>
    <a:lvl3pPr marL="914400" lvl="2" indent="0" algn="l" defTabSz="914400">
      <a:lnSpc>
        <a:spcPct val="100000"/>
      </a:lnSpc>
      <a:spcBef>
        <a:spcPts val="0"/>
      </a:spcBef>
      <a:spcAft>
        <a:spcPts val="0"/>
      </a:spcAft>
      <a:buNone/>
      <a:defRPr sz="2400" b="0" i="0" u="none">
        <a:solidFill>
          <a:schemeClr val="tx1"/>
        </a:solidFill>
        <a:latin typeface="Times New Roman"/>
        <a:ea typeface="宋体"/>
        <a:cs typeface="+mn-cs"/>
      </a:defRPr>
    </a:lvl3pPr>
    <a:lvl4pPr marL="1371600" lvl="3" indent="0" algn="l" defTabSz="914400">
      <a:lnSpc>
        <a:spcPct val="100000"/>
      </a:lnSpc>
      <a:spcBef>
        <a:spcPts val="0"/>
      </a:spcBef>
      <a:spcAft>
        <a:spcPts val="0"/>
      </a:spcAft>
      <a:buNone/>
      <a:defRPr sz="2400" b="0" i="0" u="none">
        <a:solidFill>
          <a:schemeClr val="tx1"/>
        </a:solidFill>
        <a:latin typeface="Times New Roman"/>
        <a:ea typeface="宋体"/>
        <a:cs typeface="+mn-cs"/>
      </a:defRPr>
    </a:lvl4pPr>
    <a:lvl5pPr marL="1828800" lvl="4" indent="0" algn="l" defTabSz="914400">
      <a:lnSpc>
        <a:spcPct val="100000"/>
      </a:lnSpc>
      <a:spcBef>
        <a:spcPts val="0"/>
      </a:spcBef>
      <a:spcAft>
        <a:spcPts val="0"/>
      </a:spcAft>
      <a:buNone/>
      <a:defRPr sz="2400" b="0" i="0" u="none">
        <a:solidFill>
          <a:schemeClr val="tx1"/>
        </a:solidFill>
        <a:latin typeface="Times New Roman"/>
        <a:ea typeface="宋体"/>
        <a:cs typeface="+mn-cs"/>
      </a:defRPr>
    </a:lvl5pPr>
    <a:lvl6pPr marL="2286000" lvl="5" indent="0" algn="l" defTabSz="914400">
      <a:lnSpc>
        <a:spcPct val="100000"/>
      </a:lnSpc>
      <a:spcBef>
        <a:spcPts val="0"/>
      </a:spcBef>
      <a:spcAft>
        <a:spcPts val="0"/>
      </a:spcAft>
      <a:buNone/>
      <a:defRPr sz="2400" b="0" i="0" u="none">
        <a:solidFill>
          <a:schemeClr val="tx1"/>
        </a:solidFill>
        <a:latin typeface="Times New Roman"/>
        <a:ea typeface="宋体"/>
        <a:cs typeface="+mn-cs"/>
      </a:defRPr>
    </a:lvl6pPr>
    <a:lvl7pPr marL="2743200" lvl="6" indent="0" algn="l" defTabSz="914400">
      <a:lnSpc>
        <a:spcPct val="100000"/>
      </a:lnSpc>
      <a:spcBef>
        <a:spcPts val="0"/>
      </a:spcBef>
      <a:spcAft>
        <a:spcPts val="0"/>
      </a:spcAft>
      <a:buNone/>
      <a:defRPr sz="2400" b="0" i="0" u="none">
        <a:solidFill>
          <a:schemeClr val="tx1"/>
        </a:solidFill>
        <a:latin typeface="Times New Roman"/>
        <a:ea typeface="宋体"/>
        <a:cs typeface="+mn-cs"/>
      </a:defRPr>
    </a:lvl7pPr>
    <a:lvl8pPr marL="3200400" lvl="7" indent="0" algn="l" defTabSz="914400">
      <a:lnSpc>
        <a:spcPct val="100000"/>
      </a:lnSpc>
      <a:spcBef>
        <a:spcPts val="0"/>
      </a:spcBef>
      <a:spcAft>
        <a:spcPts val="0"/>
      </a:spcAft>
      <a:buNone/>
      <a:defRPr sz="2400" b="0" i="0" u="none">
        <a:solidFill>
          <a:schemeClr val="tx1"/>
        </a:solidFill>
        <a:latin typeface="Times New Roman"/>
        <a:ea typeface="宋体"/>
        <a:cs typeface="+mn-cs"/>
      </a:defRPr>
    </a:lvl8pPr>
    <a:lvl9pPr marL="3657600" lvl="8" indent="0" algn="l" defTabSz="914400">
      <a:lnSpc>
        <a:spcPct val="100000"/>
      </a:lnSpc>
      <a:spcBef>
        <a:spcPts val="0"/>
      </a:spcBef>
      <a:spcAft>
        <a:spcPts val="0"/>
      </a:spcAft>
      <a:buNone/>
      <a:defRPr sz="2400" b="0" i="0" u="none">
        <a:solidFill>
          <a:schemeClr val="tx1"/>
        </a:solidFill>
        <a:latin typeface="Times New Roman"/>
        <a:ea typeface="宋体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236" y="-90"/>
      </p:cViewPr>
      <p:guideLst>
        <p:guide pos="2160" orient="horz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theme" Target="theme/theme1.xml"/><Relationship Id="rId4" Type="http://schemas.openxmlformats.org/officeDocument/2006/relationships/theme" Target="theme/theme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presProps" Target="presProps.xml" /><Relationship Id="rId9" Type="http://schemas.openxmlformats.org/officeDocument/2006/relationships/tableStyles" Target="tableStyles.xml" /><Relationship Id="rId10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标题幻灯片">
    <p:bg>
      <p:bgPr shadeToTitle="0">
        <a:solidFill>
          <a:schemeClr val="tx1"/>
        </a:solidFill>
      </p:bgPr>
    </p:bg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 hidden="0"/>
          <p:cNvSpPr>
            <a:spLocks noGrp="1"/>
          </p:cNvSpPr>
          <p:nvPr isPhoto="0" userDrawn="0">
            <p:ph type="ctrTitle" hasCustomPrompt="0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" name="副标题 2" hidden="0"/>
          <p:cNvSpPr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>
              <a:defRPr/>
            </a:pPr>
            <a:r>
              <a:rPr lang="zh-CN"/>
              <a:t>单击此处编辑母版副标题样式</a:t>
            </a:r>
            <a:endParaRPr lang="zh-CN"/>
          </a:p>
        </p:txBody>
      </p:sp>
      <p:sp>
        <p:nvSpPr>
          <p:cNvPr id="6" name="日期占位符 3" hidden="0"/>
          <p:cNvSpPr>
            <a:spLocks noGrp="1"/>
          </p:cNvSpPr>
          <p:nvPr isPhoto="0" userDrawn="0">
            <p:ph type="dt" sz="half" idx="2" hasCustomPrompt="0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7" name="页脚占位符 4" hidden="0"/>
          <p:cNvSpPr>
            <a:spLocks noGrp="1"/>
          </p:cNvSpPr>
          <p:nvPr isPhoto="0" userDrawn="0">
            <p:ph type="ftr" sz="quarter" idx="3" hasCustomPrompt="0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8" name="灯片编号占位符 5" hidden="0"/>
          <p:cNvSpPr>
            <a:spLocks noGrp="1"/>
          </p:cNvSpPr>
          <p:nvPr isPhoto="0" userDrawn="0">
            <p:ph type="sldNum" sz="quarter" idx="4" hasCustomPrompt="0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defRPr/>
            </a:pPr>
            <a:fld id="{9A0DB2DC-4C9A-4742-B13C-FB6460FD3503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标题和内容">
    <p:bg>
      <p:bgPr shadeToTitle="0">
        <a:solidFill>
          <a:schemeClr val="tx1"/>
        </a:solidFill>
      </p:bgPr>
    </p:bg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" name="内容占位符 2" hidden="0"/>
          <p:cNvSpPr>
            <a:spLocks noGrp="1"/>
          </p:cNvSpPr>
          <p:nvPr isPhoto="0" userDrawn="0">
            <p:ph idx="1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6" name="日期占位符 3" hidden="0"/>
          <p:cNvSpPr>
            <a:spLocks noGrp="1"/>
          </p:cNvSpPr>
          <p:nvPr isPhoto="0" userDrawn="0">
            <p:ph type="dt" sz="half" idx="2" hasCustomPrompt="0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7" name="页脚占位符 4" hidden="0"/>
          <p:cNvSpPr>
            <a:spLocks noGrp="1"/>
          </p:cNvSpPr>
          <p:nvPr isPhoto="0" userDrawn="0">
            <p:ph type="ftr" sz="quarter" idx="3" hasCustomPrompt="0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8" name="灯片编号占位符 5" hidden="0"/>
          <p:cNvSpPr>
            <a:spLocks noGrp="1"/>
          </p:cNvSpPr>
          <p:nvPr isPhoto="0" userDrawn="0">
            <p:ph type="sldNum" sz="quarter" idx="4" hasCustomPrompt="0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defRPr/>
            </a:pPr>
            <a:fld id="{9A0DB2DC-4C9A-4742-B13C-FB6460FD3503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节标题">
    <p:bg>
      <p:bgPr shadeToTitle="0">
        <a:solidFill>
          <a:schemeClr val="tx1"/>
        </a:solidFill>
      </p:bgPr>
    </p:bg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" name="文本占位符 2" hidden="0"/>
          <p:cNvSpPr>
            <a:spLocks noGrp="1"/>
          </p:cNvSpPr>
          <p:nvPr isPhoto="0" userDrawn="0">
            <p:ph type="body" idx="1" hasCustomPrompt="0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6" name="日期占位符 3" hidden="0"/>
          <p:cNvSpPr>
            <a:spLocks noGrp="1"/>
          </p:cNvSpPr>
          <p:nvPr isPhoto="0" userDrawn="0">
            <p:ph type="dt" sz="half" idx="2" hasCustomPrompt="0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7" name="页脚占位符 4" hidden="0"/>
          <p:cNvSpPr>
            <a:spLocks noGrp="1"/>
          </p:cNvSpPr>
          <p:nvPr isPhoto="0" userDrawn="0">
            <p:ph type="ftr" sz="quarter" idx="3" hasCustomPrompt="0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8" name="灯片编号占位符 5" hidden="0"/>
          <p:cNvSpPr>
            <a:spLocks noGrp="1"/>
          </p:cNvSpPr>
          <p:nvPr isPhoto="0" userDrawn="0">
            <p:ph type="sldNum" sz="quarter" idx="4" hasCustomPrompt="0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defRPr/>
            </a:pPr>
            <a:fld id="{9A0DB2DC-4C9A-4742-B13C-FB6460FD3503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两栏内容">
    <p:bg>
      <p:bgPr shadeToTitle="0">
        <a:solidFill>
          <a:schemeClr val="tx1"/>
        </a:solidFill>
      </p:bgPr>
    </p:bg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" name="内容占位符 2" hidden="0"/>
          <p:cNvSpPr>
            <a:spLocks noGrp="1"/>
          </p:cNvSpPr>
          <p:nvPr isPhoto="0" userDrawn="0">
            <p:ph sz="half" idx="1" hasCustomPrompt="0"/>
          </p:nvPr>
        </p:nvSpPr>
        <p:spPr bwMode="auto">
          <a:xfrm>
            <a:off x="6858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6" name="内容占位符 3" hidden="0"/>
          <p:cNvSpPr>
            <a:spLocks noGrp="1"/>
          </p:cNvSpPr>
          <p:nvPr isPhoto="0" userDrawn="0">
            <p:ph sz="half" idx="2" hasCustomPrompt="0"/>
          </p:nvPr>
        </p:nvSpPr>
        <p:spPr bwMode="auto">
          <a:xfrm>
            <a:off x="464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7" name="日期占位符 4" hidden="0"/>
          <p:cNvSpPr>
            <a:spLocks noGrp="1"/>
          </p:cNvSpPr>
          <p:nvPr isPhoto="0" userDrawn="0">
            <p:ph type="dt" sz="half" idx="12" hasCustomPrompt="0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8" name="页脚占位符 5" hidden="0"/>
          <p:cNvSpPr>
            <a:spLocks noGrp="1"/>
          </p:cNvSpPr>
          <p:nvPr isPhoto="0" userDrawn="0">
            <p:ph type="ftr" sz="quarter" idx="3" hasCustomPrompt="0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9" name="灯片编号占位符 6" hidden="0"/>
          <p:cNvSpPr>
            <a:spLocks noGrp="1"/>
          </p:cNvSpPr>
          <p:nvPr isPhoto="0" userDrawn="0">
            <p:ph type="sldNum" sz="quarter" idx="4" hasCustomPrompt="0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defRPr/>
            </a:pPr>
            <a:fld id="{9A0DB2DC-4C9A-4742-B13C-FB6460FD3503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比较">
    <p:bg>
      <p:bgPr shadeToTitle="0">
        <a:solidFill>
          <a:schemeClr val="tx1"/>
        </a:solidFill>
      </p:bgPr>
    </p:bg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" name="文本占位符 2" hidden="0"/>
          <p:cNvSpPr>
            <a:spLocks noGrp="1"/>
          </p:cNvSpPr>
          <p:nvPr isPhoto="0" userDrawn="0">
            <p:ph type="body" idx="1" hasCustomPrompt="0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6" name="内容占位符 3" hidden="0"/>
          <p:cNvSpPr>
            <a:spLocks noGrp="1"/>
          </p:cNvSpPr>
          <p:nvPr isPhoto="0" userDrawn="0">
            <p:ph sz="half" idx="2" hasCustomPrompt="0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7" name="文本占位符 4" hidden="0"/>
          <p:cNvSpPr>
            <a:spLocks noGrp="1"/>
          </p:cNvSpPr>
          <p:nvPr isPhoto="0" userDrawn="0">
            <p:ph type="body" sz="quarter" idx="3" hasCustomPrompt="0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8" name="内容占位符 5" hidden="0"/>
          <p:cNvSpPr>
            <a:spLocks noGrp="1"/>
          </p:cNvSpPr>
          <p:nvPr isPhoto="0" userDrawn="0">
            <p:ph sz="quarter" idx="4" hasCustomPrompt="0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9" name="日期占位符 6" hidden="0"/>
          <p:cNvSpPr>
            <a:spLocks noGrp="1"/>
          </p:cNvSpPr>
          <p:nvPr isPhoto="0" userDrawn="0">
            <p:ph type="dt" sz="half" idx="12" hasCustomPrompt="0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10" name="页脚占位符 7" hidden="0"/>
          <p:cNvSpPr>
            <a:spLocks noGrp="1"/>
          </p:cNvSpPr>
          <p:nvPr isPhoto="0" userDrawn="0">
            <p:ph type="ftr" sz="quarter" idx="13" hasCustomPrompt="0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11" name="灯片编号占位符 8" hidden="0"/>
          <p:cNvSpPr>
            <a:spLocks noGrp="1"/>
          </p:cNvSpPr>
          <p:nvPr isPhoto="0" userDrawn="0">
            <p:ph type="sldNum" sz="quarter" idx="14" hasCustomPrompt="0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defRPr/>
            </a:pPr>
            <a:fld id="{9A0DB2DC-4C9A-4742-B13C-FB6460FD3503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空白">
    <p:bg>
      <p:bgPr shadeToTitle="0">
        <a:solidFill>
          <a:schemeClr val="tx1"/>
        </a:solidFill>
      </p:bgPr>
    </p:bg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日期占位符 1" hidden="0"/>
          <p:cNvSpPr>
            <a:spLocks noGrp="1"/>
          </p:cNvSpPr>
          <p:nvPr isPhoto="0" userDrawn="0">
            <p:ph type="dt" sz="half" idx="2" hasCustomPrompt="0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5" name="页脚占位符 2" hidden="0"/>
          <p:cNvSpPr>
            <a:spLocks noGrp="1"/>
          </p:cNvSpPr>
          <p:nvPr isPhoto="0" userDrawn="0">
            <p:ph type="ftr" sz="quarter" idx="3" hasCustomPrompt="0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6" name="灯片编号占位符 3" hidden="0"/>
          <p:cNvSpPr>
            <a:spLocks noGrp="1"/>
          </p:cNvSpPr>
          <p:nvPr isPhoto="0" userDrawn="0">
            <p:ph type="sldNum" sz="quarter" idx="4" hasCustomPrompt="0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defRPr/>
            </a:pPr>
            <a:fld id="{9A0DB2DC-4C9A-4742-B13C-FB6460FD3503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内容与标题">
    <p:bg>
      <p:bgPr shadeToTitle="0">
        <a:solidFill>
          <a:schemeClr val="tx1"/>
        </a:solidFill>
      </p:bgPr>
    </p:bg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" name="内容占位符 2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6" name="文本占位符 3" hidden="0"/>
          <p:cNvSpPr>
            <a:spLocks noGrp="1"/>
          </p:cNvSpPr>
          <p:nvPr isPhoto="0" userDrawn="0">
            <p:ph type="body" sz="half" idx="2" hasCustomPrompt="0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7" name="日期占位符 4" hidden="0"/>
          <p:cNvSpPr>
            <a:spLocks noGrp="1"/>
          </p:cNvSpPr>
          <p:nvPr isPhoto="0" userDrawn="0">
            <p:ph type="dt" sz="half" idx="12" hasCustomPrompt="0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8" name="页脚占位符 5" hidden="0"/>
          <p:cNvSpPr>
            <a:spLocks noGrp="1"/>
          </p:cNvSpPr>
          <p:nvPr isPhoto="0" userDrawn="0">
            <p:ph type="ftr" sz="quarter" idx="3" hasCustomPrompt="0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9" name="灯片编号占位符 6" hidden="0"/>
          <p:cNvSpPr>
            <a:spLocks noGrp="1"/>
          </p:cNvSpPr>
          <p:nvPr isPhoto="0" userDrawn="0">
            <p:ph type="sldNum" sz="quarter" idx="4" hasCustomPrompt="0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defRPr/>
            </a:pPr>
            <a:fld id="{9A0DB2DC-4C9A-4742-B13C-FB6460FD3503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20与标题">
    <p:bg>
      <p:bgPr shadeToTitle="0">
        <a:solidFill>
          <a:schemeClr val="tx1"/>
        </a:solidFill>
      </p:bgPr>
    </p:bg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" name="20占位符 2" hidden="0"/>
          <p:cNvSpPr>
            <a:spLocks noGrp="1"/>
          </p:cNvSpPr>
          <p:nvPr isPhoto="0" userDrawn="0">
            <p:ph type="pic" idx="1" hasCustomPrompt="0"/>
          </p:nvPr>
        </p:nvSpPr>
        <p:spPr bwMode="auto"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Wingdings"/>
              <a:buNone/>
              <a:defRPr/>
            </a:pPr>
            <a:endParaRPr lang="zh-CN" sz="3200" b="1" i="0" u="none" strike="noStrike" cap="none" spc="0">
              <a:ln>
                <a:noFill/>
              </a:ln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文本占位符 3" hidden="0"/>
          <p:cNvSpPr>
            <a:spLocks noGrp="1"/>
          </p:cNvSpPr>
          <p:nvPr isPhoto="0" userDrawn="0">
            <p:ph type="body" sz="half" idx="2" hasCustomPrompt="0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7" name="日期占位符 4" hidden="0"/>
          <p:cNvSpPr>
            <a:spLocks noGrp="1"/>
          </p:cNvSpPr>
          <p:nvPr isPhoto="0" userDrawn="0">
            <p:ph type="dt" sz="half" idx="12" hasCustomPrompt="0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8" name="页脚占位符 5" hidden="0"/>
          <p:cNvSpPr>
            <a:spLocks noGrp="1"/>
          </p:cNvSpPr>
          <p:nvPr isPhoto="0" userDrawn="0">
            <p:ph type="ftr" sz="quarter" idx="3" hasCustomPrompt="0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9" name="灯片编号占位符 6" hidden="0"/>
          <p:cNvSpPr>
            <a:spLocks noGrp="1"/>
          </p:cNvSpPr>
          <p:nvPr isPhoto="0" userDrawn="0">
            <p:ph type="sldNum" sz="quarter" idx="4" hasCustomPrompt="0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defRPr/>
            </a:pPr>
            <a:fld id="{9A0DB2DC-4C9A-4742-B13C-FB6460FD3503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标题和竖排文字">
    <p:bg>
      <p:bgPr shadeToTitle="0">
        <a:solidFill>
          <a:schemeClr val="tx1"/>
        </a:solidFill>
      </p:bgPr>
    </p:bg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" name="竖排文字占位符 2" hidden="0"/>
          <p:cNvSpPr>
            <a:spLocks noGrp="1"/>
          </p:cNvSpPr>
          <p:nvPr isPhoto="0" userDrawn="0">
            <p:ph type="body" orient="vert" idx="1" hasCustomPrompt="0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6" name="日期占位符 3" hidden="0"/>
          <p:cNvSpPr>
            <a:spLocks noGrp="1"/>
          </p:cNvSpPr>
          <p:nvPr isPhoto="0" userDrawn="0">
            <p:ph type="dt" sz="half" idx="2" hasCustomPrompt="0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7" name="页脚占位符 4" hidden="0"/>
          <p:cNvSpPr>
            <a:spLocks noGrp="1"/>
          </p:cNvSpPr>
          <p:nvPr isPhoto="0" userDrawn="0">
            <p:ph type="ftr" sz="quarter" idx="3" hasCustomPrompt="0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8" name="灯片编号占位符 5" hidden="0"/>
          <p:cNvSpPr>
            <a:spLocks noGrp="1"/>
          </p:cNvSpPr>
          <p:nvPr isPhoto="0" userDrawn="0">
            <p:ph type="sldNum" sz="quarter" idx="4" hasCustomPrompt="0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defRPr/>
            </a:pPr>
            <a:fld id="{9A0DB2DC-4C9A-4742-B13C-FB6460FD3503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垂直排列标题与文本">
    <p:bg>
      <p:bgPr shadeToTitle="0">
        <a:solidFill>
          <a:schemeClr val="tx1"/>
        </a:solidFill>
      </p:bgPr>
    </p:bg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竖排标题 1" hidden="0"/>
          <p:cNvSpPr>
            <a:spLocks noGrp="1"/>
          </p:cNvSpPr>
          <p:nvPr isPhoto="0" userDrawn="0">
            <p:ph type="title" orient="vert" hasCustomPrompt="0"/>
          </p:nvPr>
        </p:nvSpPr>
        <p:spPr bwMode="auto">
          <a:xfrm>
            <a:off x="6515100" y="115888"/>
            <a:ext cx="1943100" cy="5903912"/>
          </a:xfrm>
        </p:spPr>
        <p:txBody>
          <a:bodyPr vert="eaVert"/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" name="竖排文字占位符 2" hidden="0"/>
          <p:cNvSpPr>
            <a:spLocks noGrp="1"/>
          </p:cNvSpPr>
          <p:nvPr isPhoto="0" userDrawn="0">
            <p:ph type="body" orient="vert" idx="1" hasCustomPrompt="0"/>
          </p:nvPr>
        </p:nvSpPr>
        <p:spPr bwMode="auto">
          <a:xfrm>
            <a:off x="685800" y="115888"/>
            <a:ext cx="5676900" cy="5903912"/>
          </a:xfrm>
        </p:spPr>
        <p:txBody>
          <a:bodyPr vert="eaVert"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6" name="日期占位符 3" hidden="0"/>
          <p:cNvSpPr>
            <a:spLocks noGrp="1"/>
          </p:cNvSpPr>
          <p:nvPr isPhoto="0" userDrawn="0">
            <p:ph type="dt" sz="half" idx="2" hasCustomPrompt="0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7" name="页脚占位符 4" hidden="0"/>
          <p:cNvSpPr>
            <a:spLocks noGrp="1"/>
          </p:cNvSpPr>
          <p:nvPr isPhoto="0" userDrawn="0">
            <p:ph type="ftr" sz="quarter" idx="3" hasCustomPrompt="0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8" name="灯片编号占位符 5" hidden="0"/>
          <p:cNvSpPr>
            <a:spLocks noGrp="1"/>
          </p:cNvSpPr>
          <p:nvPr isPhoto="0" userDrawn="0">
            <p:ph type="sldNum" sz="quarter" idx="4" hasCustomPrompt="0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defRPr/>
            </a:pPr>
            <a:fld id="{9A0DB2DC-4C9A-4742-B13C-FB6460FD3503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nly" userDrawn="1">
  <p:cSld name="内容">
    <p:bg>
      <p:bgPr shadeToTitle="0">
        <a:solidFill>
          <a:schemeClr val="tx1"/>
        </a:solidFill>
      </p:bgPr>
    </p:bg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内容占位符 1" hidden="0"/>
          <p:cNvSpPr>
            <a:spLocks noGrp="1"/>
          </p:cNvSpPr>
          <p:nvPr isPhoto="0" userDrawn="0">
            <p:ph hasCustomPrompt="0"/>
          </p:nvPr>
        </p:nvSpPr>
        <p:spPr bwMode="auto">
          <a:xfrm>
            <a:off x="685800" y="115888"/>
            <a:ext cx="7772400" cy="5903912"/>
          </a:xfr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5" name="日期占位符 2" hidden="0"/>
          <p:cNvSpPr>
            <a:spLocks noGrp="1"/>
          </p:cNvSpPr>
          <p:nvPr isPhoto="0" userDrawn="0">
            <p:ph type="dt" sz="half" idx="2" hasCustomPrompt="0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6" name="页脚占位符 3" hidden="0"/>
          <p:cNvSpPr>
            <a:spLocks noGrp="1"/>
          </p:cNvSpPr>
          <p:nvPr isPhoto="0" userDrawn="0">
            <p:ph type="ftr" sz="quarter" idx="3" hasCustomPrompt="0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7" name="灯片编号占位符 4" hidden="0"/>
          <p:cNvSpPr>
            <a:spLocks noGrp="1"/>
          </p:cNvSpPr>
          <p:nvPr isPhoto="0" userDrawn="0">
            <p:ph type="sldNum" sz="quarter" idx="4" hasCustomPrompt="0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defRPr/>
            </a:pPr>
            <a:fld id="{9A0DB2DC-4C9A-4742-B13C-FB6460FD3503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标题幻灯片">
    <p:bg>
      <p:bgPr shadeToTitle="0">
        <a:solidFill>
          <a:schemeClr val="tx1"/>
        </a:solidFill>
      </p:bgPr>
    </p:bg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 hidden="0"/>
          <p:cNvSpPr>
            <a:spLocks noGrp="1"/>
          </p:cNvSpPr>
          <p:nvPr isPhoto="0" userDrawn="0">
            <p:ph type="ctrTitle" hasCustomPrompt="0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" name="副标题 2" hidden="0"/>
          <p:cNvSpPr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>
              <a:defRPr/>
            </a:pPr>
            <a:r>
              <a:rPr lang="zh-CN"/>
              <a:t>单击此处编辑母版副标题样式</a:t>
            </a:r>
            <a:endParaRPr lang="zh-CN"/>
          </a:p>
        </p:txBody>
      </p:sp>
      <p:sp>
        <p:nvSpPr>
          <p:cNvPr id="6" name="日期占位符 3" hidden="0"/>
          <p:cNvSpPr>
            <a:spLocks noGrp="1"/>
          </p:cNvSpPr>
          <p:nvPr isPhoto="0" userDrawn="0">
            <p:ph type="dt" sz="half" idx="2" hasCustomPrompt="0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7" name="页脚占位符 4" hidden="0"/>
          <p:cNvSpPr>
            <a:spLocks noGrp="1"/>
          </p:cNvSpPr>
          <p:nvPr isPhoto="0" userDrawn="0">
            <p:ph type="ftr" sz="quarter" idx="3" hasCustomPrompt="0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8" name="灯片编号占位符 5" hidden="0"/>
          <p:cNvSpPr>
            <a:spLocks noGrp="1"/>
          </p:cNvSpPr>
          <p:nvPr isPhoto="0" userDrawn="0">
            <p:ph type="sldNum" sz="quarter" idx="4" hasCustomPrompt="0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defRPr/>
            </a:pPr>
            <a:fld id="{9A0DB2DC-4C9A-4742-B13C-FB6460FD3503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标题和内容">
    <p:bg>
      <p:bgPr shadeToTitle="0">
        <a:solidFill>
          <a:schemeClr val="tx1"/>
        </a:solidFill>
      </p:bgPr>
    </p:bg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" name="内容占位符 2" hidden="0"/>
          <p:cNvSpPr>
            <a:spLocks noGrp="1"/>
          </p:cNvSpPr>
          <p:nvPr isPhoto="0" userDrawn="0">
            <p:ph idx="1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6" name="日期占位符 3" hidden="0"/>
          <p:cNvSpPr>
            <a:spLocks noGrp="1"/>
          </p:cNvSpPr>
          <p:nvPr isPhoto="0" userDrawn="0">
            <p:ph type="dt" sz="half" idx="2" hasCustomPrompt="0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7" name="页脚占位符 4" hidden="0"/>
          <p:cNvSpPr>
            <a:spLocks noGrp="1"/>
          </p:cNvSpPr>
          <p:nvPr isPhoto="0" userDrawn="0">
            <p:ph type="ftr" sz="quarter" idx="3" hasCustomPrompt="0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8" name="灯片编号占位符 5" hidden="0"/>
          <p:cNvSpPr>
            <a:spLocks noGrp="1"/>
          </p:cNvSpPr>
          <p:nvPr isPhoto="0" userDrawn="0">
            <p:ph type="sldNum" sz="quarter" idx="4" hasCustomPrompt="0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defRPr/>
            </a:pPr>
            <a:fld id="{9A0DB2DC-4C9A-4742-B13C-FB6460FD3503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节标题">
    <p:bg>
      <p:bgPr shadeToTitle="0">
        <a:solidFill>
          <a:schemeClr val="tx1"/>
        </a:solidFill>
      </p:bgPr>
    </p:bg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" name="文本占位符 2" hidden="0"/>
          <p:cNvSpPr>
            <a:spLocks noGrp="1"/>
          </p:cNvSpPr>
          <p:nvPr isPhoto="0" userDrawn="0">
            <p:ph type="body" idx="1" hasCustomPrompt="0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6" name="日期占位符 3" hidden="0"/>
          <p:cNvSpPr>
            <a:spLocks noGrp="1"/>
          </p:cNvSpPr>
          <p:nvPr isPhoto="0" userDrawn="0">
            <p:ph type="dt" sz="half" idx="2" hasCustomPrompt="0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7" name="页脚占位符 4" hidden="0"/>
          <p:cNvSpPr>
            <a:spLocks noGrp="1"/>
          </p:cNvSpPr>
          <p:nvPr isPhoto="0" userDrawn="0">
            <p:ph type="ftr" sz="quarter" idx="3" hasCustomPrompt="0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8" name="灯片编号占位符 5" hidden="0"/>
          <p:cNvSpPr>
            <a:spLocks noGrp="1"/>
          </p:cNvSpPr>
          <p:nvPr isPhoto="0" userDrawn="0">
            <p:ph type="sldNum" sz="quarter" idx="4" hasCustomPrompt="0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defRPr/>
            </a:pPr>
            <a:fld id="{9A0DB2DC-4C9A-4742-B13C-FB6460FD3503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两栏内容">
    <p:bg>
      <p:bgPr shadeToTitle="0">
        <a:solidFill>
          <a:schemeClr val="tx1"/>
        </a:solidFill>
      </p:bgPr>
    </p:bg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" name="内容占位符 2" hidden="0"/>
          <p:cNvSpPr>
            <a:spLocks noGrp="1"/>
          </p:cNvSpPr>
          <p:nvPr isPhoto="0" userDrawn="0">
            <p:ph sz="half" idx="1" hasCustomPrompt="0"/>
          </p:nvPr>
        </p:nvSpPr>
        <p:spPr bwMode="auto">
          <a:xfrm>
            <a:off x="6858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6" name="内容占位符 3" hidden="0"/>
          <p:cNvSpPr>
            <a:spLocks noGrp="1"/>
          </p:cNvSpPr>
          <p:nvPr isPhoto="0" userDrawn="0">
            <p:ph sz="half" idx="2" hasCustomPrompt="0"/>
          </p:nvPr>
        </p:nvSpPr>
        <p:spPr bwMode="auto">
          <a:xfrm>
            <a:off x="464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7" name="日期占位符 4" hidden="0"/>
          <p:cNvSpPr>
            <a:spLocks noGrp="1"/>
          </p:cNvSpPr>
          <p:nvPr isPhoto="0" userDrawn="0">
            <p:ph type="dt" sz="half" idx="12" hasCustomPrompt="0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8" name="页脚占位符 5" hidden="0"/>
          <p:cNvSpPr>
            <a:spLocks noGrp="1"/>
          </p:cNvSpPr>
          <p:nvPr isPhoto="0" userDrawn="0">
            <p:ph type="ftr" sz="quarter" idx="3" hasCustomPrompt="0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9" name="灯片编号占位符 6" hidden="0"/>
          <p:cNvSpPr>
            <a:spLocks noGrp="1"/>
          </p:cNvSpPr>
          <p:nvPr isPhoto="0" userDrawn="0">
            <p:ph type="sldNum" sz="quarter" idx="4" hasCustomPrompt="0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defRPr/>
            </a:pPr>
            <a:fld id="{9A0DB2DC-4C9A-4742-B13C-FB6460FD3503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比较">
    <p:bg>
      <p:bgPr shadeToTitle="0">
        <a:solidFill>
          <a:schemeClr val="tx1"/>
        </a:solidFill>
      </p:bgPr>
    </p:bg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" name="文本占位符 2" hidden="0"/>
          <p:cNvSpPr>
            <a:spLocks noGrp="1"/>
          </p:cNvSpPr>
          <p:nvPr isPhoto="0" userDrawn="0">
            <p:ph type="body" idx="1" hasCustomPrompt="0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6" name="内容占位符 3" hidden="0"/>
          <p:cNvSpPr>
            <a:spLocks noGrp="1"/>
          </p:cNvSpPr>
          <p:nvPr isPhoto="0" userDrawn="0">
            <p:ph sz="half" idx="2" hasCustomPrompt="0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7" name="文本占位符 4" hidden="0"/>
          <p:cNvSpPr>
            <a:spLocks noGrp="1"/>
          </p:cNvSpPr>
          <p:nvPr isPhoto="0" userDrawn="0">
            <p:ph type="body" sz="quarter" idx="3" hasCustomPrompt="0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8" name="内容占位符 5" hidden="0"/>
          <p:cNvSpPr>
            <a:spLocks noGrp="1"/>
          </p:cNvSpPr>
          <p:nvPr isPhoto="0" userDrawn="0">
            <p:ph sz="quarter" idx="4" hasCustomPrompt="0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9" name="日期占位符 6" hidden="0"/>
          <p:cNvSpPr>
            <a:spLocks noGrp="1"/>
          </p:cNvSpPr>
          <p:nvPr isPhoto="0" userDrawn="0">
            <p:ph type="dt" sz="half" idx="12" hasCustomPrompt="0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10" name="页脚占位符 7" hidden="0"/>
          <p:cNvSpPr>
            <a:spLocks noGrp="1"/>
          </p:cNvSpPr>
          <p:nvPr isPhoto="0" userDrawn="0">
            <p:ph type="ftr" sz="quarter" idx="13" hasCustomPrompt="0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11" name="灯片编号占位符 8" hidden="0"/>
          <p:cNvSpPr>
            <a:spLocks noGrp="1"/>
          </p:cNvSpPr>
          <p:nvPr isPhoto="0" userDrawn="0">
            <p:ph type="sldNum" sz="quarter" idx="14" hasCustomPrompt="0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defRPr/>
            </a:pPr>
            <a:fld id="{9A0DB2DC-4C9A-4742-B13C-FB6460FD3503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空白">
    <p:bg>
      <p:bgPr shadeToTitle="0">
        <a:solidFill>
          <a:schemeClr val="tx1"/>
        </a:solidFill>
      </p:bgPr>
    </p:bg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日期占位符 1" hidden="0"/>
          <p:cNvSpPr>
            <a:spLocks noGrp="1"/>
          </p:cNvSpPr>
          <p:nvPr isPhoto="0" userDrawn="0">
            <p:ph type="dt" sz="half" idx="2" hasCustomPrompt="0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5" name="页脚占位符 2" hidden="0"/>
          <p:cNvSpPr>
            <a:spLocks noGrp="1"/>
          </p:cNvSpPr>
          <p:nvPr isPhoto="0" userDrawn="0">
            <p:ph type="ftr" sz="quarter" idx="3" hasCustomPrompt="0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6" name="灯片编号占位符 3" hidden="0"/>
          <p:cNvSpPr>
            <a:spLocks noGrp="1"/>
          </p:cNvSpPr>
          <p:nvPr isPhoto="0" userDrawn="0">
            <p:ph type="sldNum" sz="quarter" idx="4" hasCustomPrompt="0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defRPr/>
            </a:pPr>
            <a:fld id="{9A0DB2DC-4C9A-4742-B13C-FB6460FD3503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内容与标题">
    <p:bg>
      <p:bgPr shadeToTitle="0">
        <a:solidFill>
          <a:schemeClr val="tx1"/>
        </a:solidFill>
      </p:bgPr>
    </p:bg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" name="内容占位符 2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6" name="文本占位符 3" hidden="0"/>
          <p:cNvSpPr>
            <a:spLocks noGrp="1"/>
          </p:cNvSpPr>
          <p:nvPr isPhoto="0" userDrawn="0">
            <p:ph type="body" sz="half" idx="2" hasCustomPrompt="0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7" name="日期占位符 4" hidden="0"/>
          <p:cNvSpPr>
            <a:spLocks noGrp="1"/>
          </p:cNvSpPr>
          <p:nvPr isPhoto="0" userDrawn="0">
            <p:ph type="dt" sz="half" idx="12" hasCustomPrompt="0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8" name="页脚占位符 5" hidden="0"/>
          <p:cNvSpPr>
            <a:spLocks noGrp="1"/>
          </p:cNvSpPr>
          <p:nvPr isPhoto="0" userDrawn="0">
            <p:ph type="ftr" sz="quarter" idx="3" hasCustomPrompt="0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9" name="灯片编号占位符 6" hidden="0"/>
          <p:cNvSpPr>
            <a:spLocks noGrp="1"/>
          </p:cNvSpPr>
          <p:nvPr isPhoto="0" userDrawn="0">
            <p:ph type="sldNum" sz="quarter" idx="4" hasCustomPrompt="0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defRPr/>
            </a:pPr>
            <a:fld id="{9A0DB2DC-4C9A-4742-B13C-FB6460FD3503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20与标题">
    <p:bg>
      <p:bgPr shadeToTitle="0">
        <a:solidFill>
          <a:schemeClr val="tx1"/>
        </a:solidFill>
      </p:bgPr>
    </p:bg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" name="20占位符 2" hidden="0"/>
          <p:cNvSpPr>
            <a:spLocks noGrp="1"/>
          </p:cNvSpPr>
          <p:nvPr isPhoto="0" userDrawn="0">
            <p:ph type="pic" idx="1" hasCustomPrompt="0"/>
          </p:nvPr>
        </p:nvSpPr>
        <p:spPr bwMode="auto"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Wingdings"/>
              <a:buNone/>
              <a:defRPr/>
            </a:pPr>
            <a:endParaRPr lang="zh-CN" sz="3200" b="1" i="0" u="none" strike="noStrike" cap="none" spc="0">
              <a:ln>
                <a:noFill/>
              </a:ln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文本占位符 3" hidden="0"/>
          <p:cNvSpPr>
            <a:spLocks noGrp="1"/>
          </p:cNvSpPr>
          <p:nvPr isPhoto="0" userDrawn="0">
            <p:ph type="body" sz="half" idx="2" hasCustomPrompt="0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7" name="日期占位符 4" hidden="0"/>
          <p:cNvSpPr>
            <a:spLocks noGrp="1"/>
          </p:cNvSpPr>
          <p:nvPr isPhoto="0" userDrawn="0">
            <p:ph type="dt" sz="half" idx="12" hasCustomPrompt="0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8" name="页脚占位符 5" hidden="0"/>
          <p:cNvSpPr>
            <a:spLocks noGrp="1"/>
          </p:cNvSpPr>
          <p:nvPr isPhoto="0" userDrawn="0">
            <p:ph type="ftr" sz="quarter" idx="3" hasCustomPrompt="0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9" name="灯片编号占位符 6" hidden="0"/>
          <p:cNvSpPr>
            <a:spLocks noGrp="1"/>
          </p:cNvSpPr>
          <p:nvPr isPhoto="0" userDrawn="0">
            <p:ph type="sldNum" sz="quarter" idx="4" hasCustomPrompt="0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defRPr/>
            </a:pPr>
            <a:fld id="{9A0DB2DC-4C9A-4742-B13C-FB6460FD3503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标题和竖排文字">
    <p:bg>
      <p:bgPr shadeToTitle="0">
        <a:solidFill>
          <a:schemeClr val="tx1"/>
        </a:solidFill>
      </p:bgPr>
    </p:bg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" name="竖排文字占位符 2" hidden="0"/>
          <p:cNvSpPr>
            <a:spLocks noGrp="1"/>
          </p:cNvSpPr>
          <p:nvPr isPhoto="0" userDrawn="0">
            <p:ph type="body" orient="vert" idx="1" hasCustomPrompt="0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6" name="日期占位符 3" hidden="0"/>
          <p:cNvSpPr>
            <a:spLocks noGrp="1"/>
          </p:cNvSpPr>
          <p:nvPr isPhoto="0" userDrawn="0">
            <p:ph type="dt" sz="half" idx="2" hasCustomPrompt="0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7" name="页脚占位符 4" hidden="0"/>
          <p:cNvSpPr>
            <a:spLocks noGrp="1"/>
          </p:cNvSpPr>
          <p:nvPr isPhoto="0" userDrawn="0">
            <p:ph type="ftr" sz="quarter" idx="3" hasCustomPrompt="0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8" name="灯片编号占位符 5" hidden="0"/>
          <p:cNvSpPr>
            <a:spLocks noGrp="1"/>
          </p:cNvSpPr>
          <p:nvPr isPhoto="0" userDrawn="0">
            <p:ph type="sldNum" sz="quarter" idx="4" hasCustomPrompt="0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defRPr/>
            </a:pPr>
            <a:fld id="{9A0DB2DC-4C9A-4742-B13C-FB6460FD3503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垂直排列标题与文本">
    <p:bg>
      <p:bgPr shadeToTitle="0">
        <a:solidFill>
          <a:schemeClr val="tx1"/>
        </a:solidFill>
      </p:bgPr>
    </p:bg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竖排标题 1" hidden="0"/>
          <p:cNvSpPr>
            <a:spLocks noGrp="1"/>
          </p:cNvSpPr>
          <p:nvPr isPhoto="0" userDrawn="0">
            <p:ph type="title" orient="vert" hasCustomPrompt="0"/>
          </p:nvPr>
        </p:nvSpPr>
        <p:spPr bwMode="auto">
          <a:xfrm>
            <a:off x="6515100" y="115888"/>
            <a:ext cx="1943100" cy="5903912"/>
          </a:xfrm>
        </p:spPr>
        <p:txBody>
          <a:bodyPr vert="eaVert"/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" name="竖排文字占位符 2" hidden="0"/>
          <p:cNvSpPr>
            <a:spLocks noGrp="1"/>
          </p:cNvSpPr>
          <p:nvPr isPhoto="0" userDrawn="0">
            <p:ph type="body" orient="vert" idx="1" hasCustomPrompt="0"/>
          </p:nvPr>
        </p:nvSpPr>
        <p:spPr bwMode="auto">
          <a:xfrm>
            <a:off x="685800" y="115888"/>
            <a:ext cx="5676900" cy="5903912"/>
          </a:xfrm>
        </p:spPr>
        <p:txBody>
          <a:bodyPr vert="eaVert"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6" name="日期占位符 3" hidden="0"/>
          <p:cNvSpPr>
            <a:spLocks noGrp="1"/>
          </p:cNvSpPr>
          <p:nvPr isPhoto="0" userDrawn="0">
            <p:ph type="dt" sz="half" idx="2" hasCustomPrompt="0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7" name="页脚占位符 4" hidden="0"/>
          <p:cNvSpPr>
            <a:spLocks noGrp="1"/>
          </p:cNvSpPr>
          <p:nvPr isPhoto="0" userDrawn="0">
            <p:ph type="ftr" sz="quarter" idx="3" hasCustomPrompt="0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8" name="灯片编号占位符 5" hidden="0"/>
          <p:cNvSpPr>
            <a:spLocks noGrp="1"/>
          </p:cNvSpPr>
          <p:nvPr isPhoto="0" userDrawn="0">
            <p:ph type="sldNum" sz="quarter" idx="4" hasCustomPrompt="0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defRPr/>
            </a:pPr>
            <a:fld id="{9A0DB2DC-4C9A-4742-B13C-FB6460FD3503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nly" userDrawn="1">
  <p:cSld name="内容">
    <p:bg>
      <p:bgPr shadeToTitle="0">
        <a:solidFill>
          <a:schemeClr val="tx1"/>
        </a:solidFill>
      </p:bgPr>
    </p:bg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内容占位符 1" hidden="0"/>
          <p:cNvSpPr>
            <a:spLocks noGrp="1"/>
          </p:cNvSpPr>
          <p:nvPr isPhoto="0" userDrawn="0">
            <p:ph hasCustomPrompt="0"/>
          </p:nvPr>
        </p:nvSpPr>
        <p:spPr bwMode="auto">
          <a:xfrm>
            <a:off x="685800" y="115888"/>
            <a:ext cx="7772400" cy="5903912"/>
          </a:xfr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5" name="日期占位符 2" hidden="0"/>
          <p:cNvSpPr>
            <a:spLocks noGrp="1"/>
          </p:cNvSpPr>
          <p:nvPr isPhoto="0" userDrawn="0">
            <p:ph type="dt" sz="half" idx="2" hasCustomPrompt="0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6" name="页脚占位符 3" hidden="0"/>
          <p:cNvSpPr>
            <a:spLocks noGrp="1"/>
          </p:cNvSpPr>
          <p:nvPr isPhoto="0" userDrawn="0">
            <p:ph type="ftr" sz="quarter" idx="3" hasCustomPrompt="0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7" name="灯片编号占位符 4" hidden="0"/>
          <p:cNvSpPr>
            <a:spLocks noGrp="1"/>
          </p:cNvSpPr>
          <p:nvPr isPhoto="0" userDrawn="0">
            <p:ph type="sldNum" sz="quarter" idx="4" hasCustomPrompt="0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>
              <a:defRPr/>
            </a:pPr>
            <a:fld id="{9A0DB2DC-4C9A-4742-B13C-FB6460FD3503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tx1"/>
        </a:solidFill>
      </p:bgPr>
    </p:bg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tangle 9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85800" y="19050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/>
          </a:p>
        </p:txBody>
      </p:sp>
      <p:sp>
        <p:nvSpPr>
          <p:cNvPr id="5" name="Rectangle 10" hidden="0"/>
          <p:cNvSpPr>
            <a:spLocks noChangeArrowheads="1" noGrp="1"/>
          </p:cNvSpPr>
          <p:nvPr isPhoto="0" userDrawn="0">
            <p:ph type="dt" sz="half" idx="2" hasCustomPrompt="0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>
              <a:lnSpc>
                <a:spcPct val="100000"/>
              </a:lnSpc>
              <a:buFontTx/>
              <a:buNone/>
              <a:defRPr sz="1400" b="0">
                <a:solidFill>
                  <a:srgbClr val="FFFFFF"/>
                </a:solidFill>
                <a:latin typeface="Times New Roman"/>
                <a:ea typeface="+mn-ea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6" name="Rectangle 11" hidden="0"/>
          <p:cNvSpPr>
            <a:spLocks noChangeArrowheads="1" noGrp="1"/>
          </p:cNvSpPr>
          <p:nvPr isPhoto="0" userDrawn="0">
            <p:ph type="ftr" sz="quarter" idx="3" hasCustomPrompt="0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 algn="ctr">
              <a:lnSpc>
                <a:spcPct val="100000"/>
              </a:lnSpc>
              <a:buFontTx/>
              <a:buNone/>
              <a:defRPr sz="1400" b="0">
                <a:solidFill>
                  <a:srgbClr val="FFFFFF"/>
                </a:solidFill>
                <a:latin typeface="Times New Roman"/>
                <a:ea typeface="+mn-ea"/>
              </a:defRPr>
            </a:lvl1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7" name="Rectangle 12" hidden="0"/>
          <p:cNvSpPr>
            <a:spLocks noChangeArrowheads="1" noGrp="1"/>
          </p:cNvSpPr>
          <p:nvPr isPhoto="0" userDrawn="0">
            <p:ph type="sldNum" sz="quarter" idx="4" hasCustomPrompt="0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pPr lvl="0">
              <a:defRPr/>
            </a:pPr>
            <a:fld id="{9A0DB2DC-4C9A-4742-B13C-FB6460FD3503}" type="slidenum">
              <a:rPr lang="zh-CN">
                <a:latin typeface="Times New Roman"/>
              </a:rPr>
              <a:t/>
            </a:fld>
            <a:endParaRPr lang="zh-CN">
              <a:latin typeface="Times New Roman"/>
            </a:endParaRPr>
          </a:p>
        </p:txBody>
      </p:sp>
      <p:sp>
        <p:nvSpPr>
          <p:cNvPr id="8" name="Rectangle 16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685800" y="115888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lstStyle/>
          <a:p>
            <a:pPr lvl="0">
              <a:defRPr/>
            </a:pPr>
            <a:r>
              <a:rPr lang="zh-CN"/>
              <a:t>单击此处编辑母版标题样式</a:t>
            </a:r>
            <a:endParaRPr/>
          </a:p>
        </p:txBody>
      </p:sp>
      <p:grpSp>
        <p:nvGrpSpPr>
          <p:cNvPr id="9" name="Group 20" hidden="0"/>
          <p:cNvGrpSpPr/>
          <p:nvPr isPhoto="0" userDrawn="0"/>
        </p:nvGrpSpPr>
        <p:grpSpPr bwMode="auto">
          <a:xfrm>
            <a:off x="6934200" y="5257800"/>
            <a:ext cx="2033588" cy="1219200"/>
            <a:chOff x="4368" y="3312"/>
            <a:chExt cx="1281" cy="768"/>
          </a:xfrm>
        </p:grpSpPr>
        <p:sp>
          <p:nvSpPr>
            <p:cNvPr id="10" name="AutoShape 21" hidden="0"/>
            <p:cNvSpPr>
              <a:spLocks noChangeArrowheads="1"/>
            </p:cNvSpPr>
            <p:nvPr isPhoto="0" userDrawn="0"/>
          </p:nvSpPr>
          <p:spPr bwMode="auto">
            <a:xfrm rot="20940000">
              <a:off x="4368" y="3729"/>
              <a:ext cx="288" cy="288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gradFill rotWithShape="0">
              <a:gsLst>
                <a:gs pos="0">
                  <a:schemeClr val="bg1">
                    <a:gamma val="0"/>
                    <a:shade val="46275"/>
                    <a:invGamma val="0"/>
                  </a:schemeClr>
                </a:gs>
                <a:gs pos="100000">
                  <a:schemeClr val="bg1"/>
                </a:gs>
              </a:gsLst>
              <a:path path="shape"/>
            </a:gradFill>
            <a:ln>
              <a:noFill/>
            </a:ln>
          </p:spPr>
          <p:txBody>
            <a:bodyPr wrap="none" lIns="92075" tIns="46038" rIns="92075" bIns="46038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sz="24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11" name="AutoShape 22" hidden="0"/>
            <p:cNvSpPr>
              <a:spLocks noChangeArrowheads="1"/>
            </p:cNvSpPr>
            <p:nvPr isPhoto="0" userDrawn="0"/>
          </p:nvSpPr>
          <p:spPr bwMode="auto">
            <a:xfrm>
              <a:off x="4845" y="3372"/>
              <a:ext cx="264" cy="264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gradFill rotWithShape="0">
              <a:gsLst>
                <a:gs pos="0">
                  <a:schemeClr val="bg1">
                    <a:gamma val="0"/>
                    <a:shade val="46275"/>
                    <a:invGamma val="0"/>
                  </a:schemeClr>
                </a:gs>
                <a:gs pos="100000">
                  <a:schemeClr val="bg1"/>
                </a:gs>
              </a:gsLst>
              <a:path path="shape"/>
            </a:gradFill>
            <a:ln>
              <a:noFill/>
            </a:ln>
          </p:spPr>
          <p:txBody>
            <a:bodyPr wrap="none" lIns="92075" tIns="46038" rIns="92075" bIns="46038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sz="24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12" name="AutoShape 23" hidden="0"/>
            <p:cNvSpPr>
              <a:spLocks noChangeArrowheads="1"/>
            </p:cNvSpPr>
            <p:nvPr isPhoto="0" userDrawn="0"/>
          </p:nvSpPr>
          <p:spPr bwMode="auto">
            <a:xfrm rot="1319999">
              <a:off x="5217" y="3312"/>
              <a:ext cx="384" cy="384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gradFill rotWithShape="0">
              <a:gsLst>
                <a:gs pos="0">
                  <a:schemeClr val="bg1">
                    <a:gamma val="0"/>
                    <a:shade val="46275"/>
                    <a:invGamma val="0"/>
                  </a:schemeClr>
                </a:gs>
                <a:gs pos="100000">
                  <a:schemeClr val="bg1"/>
                </a:gs>
              </a:gsLst>
              <a:path path="shape"/>
            </a:gradFill>
            <a:ln>
              <a:noFill/>
            </a:ln>
          </p:spPr>
          <p:txBody>
            <a:bodyPr wrap="none" lIns="92075" tIns="46038" rIns="92075" bIns="46038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sz="24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13" name="AutoShape 24" hidden="0"/>
            <p:cNvSpPr>
              <a:spLocks noChangeArrowheads="1"/>
            </p:cNvSpPr>
            <p:nvPr isPhoto="0" userDrawn="0"/>
          </p:nvSpPr>
          <p:spPr bwMode="auto">
            <a:xfrm rot="20940000">
              <a:off x="4449" y="3792"/>
              <a:ext cx="288" cy="288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 val="0"/>
                    <a:shade val="46275"/>
                    <a:invGamma val="0"/>
                  </a:schemeClr>
                </a:gs>
              </a:gsLst>
              <a:path path="shape"/>
            </a:gradFill>
            <a:ln>
              <a:noFill/>
            </a:ln>
          </p:spPr>
          <p:txBody>
            <a:bodyPr wrap="none" lIns="92075" tIns="46038" rIns="92075" bIns="46038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sz="24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14" name="AutoShape 25" hidden="0"/>
            <p:cNvSpPr>
              <a:spLocks noChangeArrowheads="1"/>
            </p:cNvSpPr>
            <p:nvPr isPhoto="0" userDrawn="0"/>
          </p:nvSpPr>
          <p:spPr bwMode="auto">
            <a:xfrm>
              <a:off x="4893" y="3420"/>
              <a:ext cx="264" cy="264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 val="0"/>
                    <a:shade val="46275"/>
                    <a:invGamma val="0"/>
                  </a:schemeClr>
                </a:gs>
              </a:gsLst>
              <a:path path="shape"/>
            </a:gradFill>
            <a:ln>
              <a:noFill/>
            </a:ln>
          </p:spPr>
          <p:txBody>
            <a:bodyPr wrap="none" lIns="92075" tIns="46038" rIns="92075" bIns="46038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sz="24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15" name="AutoShape 26" hidden="0"/>
            <p:cNvSpPr>
              <a:spLocks noChangeArrowheads="1"/>
            </p:cNvSpPr>
            <p:nvPr isPhoto="0" userDrawn="0"/>
          </p:nvSpPr>
          <p:spPr bwMode="auto">
            <a:xfrm rot="1319999">
              <a:off x="5265" y="3408"/>
              <a:ext cx="384" cy="384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 val="0"/>
                    <a:shade val="46275"/>
                    <a:invGamma val="0"/>
                  </a:schemeClr>
                </a:gs>
              </a:gsLst>
              <a:path path="shape"/>
            </a:gradFill>
            <a:ln>
              <a:noFill/>
            </a:ln>
          </p:spPr>
          <p:txBody>
            <a:bodyPr wrap="none" lIns="92075" tIns="46038" rIns="92075" bIns="46038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sz="24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宋体"/>
                <a:cs typeface="+mn-cs"/>
              </a:endParaRPr>
            </a:p>
          </p:txBody>
        </p:sp>
      </p:grpSp>
      <p:grpSp>
        <p:nvGrpSpPr>
          <p:cNvPr id="16" name="Group 27" hidden="0"/>
          <p:cNvGrpSpPr/>
          <p:nvPr isPhoto="0" userDrawn="0"/>
        </p:nvGrpSpPr>
        <p:grpSpPr bwMode="auto">
          <a:xfrm>
            <a:off x="381000" y="1219200"/>
            <a:ext cx="8305800" cy="381000"/>
            <a:chOff x="240" y="768"/>
            <a:chExt cx="5232" cy="240"/>
          </a:xfrm>
        </p:grpSpPr>
        <p:sp>
          <p:nvSpPr>
            <p:cNvPr id="17" name="Rectangle 28" hidden="0"/>
            <p:cNvSpPr>
              <a:spLocks noChangeArrowheads="1"/>
            </p:cNvSpPr>
            <p:nvPr isPhoto="0" userDrawn="0"/>
          </p:nvSpPr>
          <p:spPr bwMode="auto">
            <a:xfrm>
              <a:off x="384" y="912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 val="0"/>
                    <a:shade val="46275"/>
                    <a:invGamma val="0"/>
                  </a:schemeClr>
                </a:gs>
              </a:gsLst>
              <a:path path="shape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sz="24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18" name="Rectangle 29" hidden="0"/>
            <p:cNvSpPr>
              <a:spLocks noChangeArrowheads="1"/>
            </p:cNvSpPr>
            <p:nvPr isPhoto="0" userDrawn="0"/>
          </p:nvSpPr>
          <p:spPr bwMode="auto">
            <a:xfrm>
              <a:off x="240" y="768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 val="0"/>
                    <a:shade val="46275"/>
                    <a:invGamma val="0"/>
                  </a:schemeClr>
                </a:gs>
                <a:gs pos="100000">
                  <a:schemeClr val="bg1"/>
                </a:gs>
              </a:gsLst>
              <a:path path="shape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sz="24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宋体"/>
                <a:cs typeface="+mn-cs"/>
              </a:endParaRPr>
            </a:p>
          </p:txBody>
        </p:sp>
      </p:grpSp>
      <p:sp>
        <p:nvSpPr>
          <p:cNvPr id="19" name="Freeform 30" hidden="0">
            <a:hlinkClick r:id="" action="ppaction://hlinkshowjump?jump=previousslide"/>
          </p:cNvPr>
          <p:cNvSpPr/>
          <p:nvPr isPhoto="0" userDrawn="0"/>
        </p:nvSpPr>
        <p:spPr bwMode="auto">
          <a:xfrm>
            <a:off x="781050" y="6416675"/>
            <a:ext cx="557213" cy="347663"/>
          </a:xfrm>
          <a:custGeom>
            <a:avLst/>
            <a:gdLst>
              <a:gd name="T0" fmla="*/ 350 w 351"/>
              <a:gd name="T1" fmla="*/ 1 h 219"/>
              <a:gd name="T2" fmla="*/ 101 w 351"/>
              <a:gd name="T3" fmla="*/ 0 h 219"/>
              <a:gd name="T4" fmla="*/ 81 w 351"/>
              <a:gd name="T5" fmla="*/ 2 h 219"/>
              <a:gd name="T6" fmla="*/ 67 w 351"/>
              <a:gd name="T7" fmla="*/ 6 h 219"/>
              <a:gd name="T8" fmla="*/ 51 w 351"/>
              <a:gd name="T9" fmla="*/ 15 h 219"/>
              <a:gd name="T10" fmla="*/ 38 w 351"/>
              <a:gd name="T11" fmla="*/ 25 h 219"/>
              <a:gd name="T12" fmla="*/ 28 w 351"/>
              <a:gd name="T13" fmla="*/ 35 h 219"/>
              <a:gd name="T14" fmla="*/ 19 w 351"/>
              <a:gd name="T15" fmla="*/ 48 h 219"/>
              <a:gd name="T16" fmla="*/ 12 w 351"/>
              <a:gd name="T17" fmla="*/ 59 h 219"/>
              <a:gd name="T18" fmla="*/ 6 w 351"/>
              <a:gd name="T19" fmla="*/ 73 h 219"/>
              <a:gd name="T20" fmla="*/ 1 w 351"/>
              <a:gd name="T21" fmla="*/ 89 h 219"/>
              <a:gd name="T22" fmla="*/ 1 w 351"/>
              <a:gd name="T23" fmla="*/ 99 h 219"/>
              <a:gd name="T24" fmla="*/ 0 w 351"/>
              <a:gd name="T25" fmla="*/ 119 h 219"/>
              <a:gd name="T26" fmla="*/ 2 w 351"/>
              <a:gd name="T27" fmla="*/ 136 h 219"/>
              <a:gd name="T28" fmla="*/ 9 w 351"/>
              <a:gd name="T29" fmla="*/ 150 h 219"/>
              <a:gd name="T30" fmla="*/ 15 w 351"/>
              <a:gd name="T31" fmla="*/ 164 h 219"/>
              <a:gd name="T32" fmla="*/ 24 w 351"/>
              <a:gd name="T33" fmla="*/ 176 h 219"/>
              <a:gd name="T34" fmla="*/ 33 w 351"/>
              <a:gd name="T35" fmla="*/ 189 h 219"/>
              <a:gd name="T36" fmla="*/ 46 w 351"/>
              <a:gd name="T37" fmla="*/ 198 h 219"/>
              <a:gd name="T38" fmla="*/ 59 w 351"/>
              <a:gd name="T39" fmla="*/ 207 h 219"/>
              <a:gd name="T40" fmla="*/ 72 w 351"/>
              <a:gd name="T41" fmla="*/ 212 h 219"/>
              <a:gd name="T42" fmla="*/ 90 w 351"/>
              <a:gd name="T43" fmla="*/ 218 h 219"/>
              <a:gd name="T44" fmla="*/ 350 w 351"/>
              <a:gd name="T45" fmla="*/ 218 h 219"/>
              <a:gd name="T46" fmla="*/ 35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 fill="norm" stroke="1" extrusionOk="0">
                <a:moveTo>
                  <a:pt x="350" y="1"/>
                </a:moveTo>
                <a:lnTo>
                  <a:pt x="101" y="0"/>
                </a:lnTo>
                <a:lnTo>
                  <a:pt x="81" y="2"/>
                </a:lnTo>
                <a:lnTo>
                  <a:pt x="67" y="6"/>
                </a:lnTo>
                <a:lnTo>
                  <a:pt x="51" y="15"/>
                </a:lnTo>
                <a:lnTo>
                  <a:pt x="38" y="25"/>
                </a:lnTo>
                <a:lnTo>
                  <a:pt x="28" y="35"/>
                </a:lnTo>
                <a:lnTo>
                  <a:pt x="19" y="48"/>
                </a:lnTo>
                <a:lnTo>
                  <a:pt x="12" y="59"/>
                </a:lnTo>
                <a:lnTo>
                  <a:pt x="6" y="73"/>
                </a:lnTo>
                <a:lnTo>
                  <a:pt x="1" y="89"/>
                </a:lnTo>
                <a:lnTo>
                  <a:pt x="1" y="99"/>
                </a:lnTo>
                <a:lnTo>
                  <a:pt x="0" y="119"/>
                </a:lnTo>
                <a:lnTo>
                  <a:pt x="2" y="136"/>
                </a:lnTo>
                <a:lnTo>
                  <a:pt x="9" y="150"/>
                </a:lnTo>
                <a:lnTo>
                  <a:pt x="15" y="164"/>
                </a:lnTo>
                <a:lnTo>
                  <a:pt x="24" y="176"/>
                </a:lnTo>
                <a:lnTo>
                  <a:pt x="33" y="189"/>
                </a:lnTo>
                <a:lnTo>
                  <a:pt x="46" y="198"/>
                </a:lnTo>
                <a:lnTo>
                  <a:pt x="59" y="207"/>
                </a:lnTo>
                <a:lnTo>
                  <a:pt x="72" y="212"/>
                </a:lnTo>
                <a:lnTo>
                  <a:pt x="90" y="218"/>
                </a:lnTo>
                <a:lnTo>
                  <a:pt x="350" y="218"/>
                </a:lnTo>
                <a:lnTo>
                  <a:pt x="35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 val="0"/>
                  <a:shade val="46275"/>
                  <a:invGamma val="0"/>
                </a:schemeClr>
              </a:gs>
            </a:gsLst>
            <a:path path="rect"/>
          </a:gradFill>
          <a:ln>
            <a:noFill/>
          </a:ln>
        </p:spPr>
        <p:txBody>
          <a:bodyPr/>
          <a:lstStyle/>
          <a:p>
            <a:pPr marL="0" marR="0" lvl="0"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None/>
              <a:defRPr/>
            </a:pPr>
            <a:endParaRPr lang="zh-CN" sz="2800" b="1" i="0" u="none" strike="noStrike" cap="none" spc="0">
              <a:ln>
                <a:noFill/>
              </a:ln>
              <a:solidFill>
                <a:srgbClr val="000000"/>
              </a:solidFill>
              <a:latin typeface="楷体_GB2312"/>
              <a:ea typeface="楷体_GB2312"/>
              <a:cs typeface="+mn-cs"/>
            </a:endParaRPr>
          </a:p>
        </p:txBody>
      </p:sp>
      <p:sp>
        <p:nvSpPr>
          <p:cNvPr id="20" name="Freeform 31" hidden="0">
            <a:hlinkClick r:id="" action="ppaction://hlinkshowjump?jump=nextslide"/>
          </p:cNvPr>
          <p:cNvSpPr/>
          <p:nvPr isPhoto="0" userDrawn="0"/>
        </p:nvSpPr>
        <p:spPr bwMode="auto">
          <a:xfrm>
            <a:off x="1447800" y="6416675"/>
            <a:ext cx="557213" cy="347663"/>
          </a:xfrm>
          <a:custGeom>
            <a:avLst/>
            <a:gdLst>
              <a:gd name="T0" fmla="*/ 0 w 351"/>
              <a:gd name="T1" fmla="*/ 1 h 219"/>
              <a:gd name="T2" fmla="*/ 249 w 351"/>
              <a:gd name="T3" fmla="*/ 0 h 219"/>
              <a:gd name="T4" fmla="*/ 268 w 351"/>
              <a:gd name="T5" fmla="*/ 3 h 219"/>
              <a:gd name="T6" fmla="*/ 283 w 351"/>
              <a:gd name="T7" fmla="*/ 6 h 219"/>
              <a:gd name="T8" fmla="*/ 298 w 351"/>
              <a:gd name="T9" fmla="*/ 16 h 219"/>
              <a:gd name="T10" fmla="*/ 311 w 351"/>
              <a:gd name="T11" fmla="*/ 26 h 219"/>
              <a:gd name="T12" fmla="*/ 321 w 351"/>
              <a:gd name="T13" fmla="*/ 35 h 219"/>
              <a:gd name="T14" fmla="*/ 331 w 351"/>
              <a:gd name="T15" fmla="*/ 48 h 219"/>
              <a:gd name="T16" fmla="*/ 337 w 351"/>
              <a:gd name="T17" fmla="*/ 60 h 219"/>
              <a:gd name="T18" fmla="*/ 344 w 351"/>
              <a:gd name="T19" fmla="*/ 74 h 219"/>
              <a:gd name="T20" fmla="*/ 349 w 351"/>
              <a:gd name="T21" fmla="*/ 90 h 219"/>
              <a:gd name="T22" fmla="*/ 349 w 351"/>
              <a:gd name="T23" fmla="*/ 100 h 219"/>
              <a:gd name="T24" fmla="*/ 350 w 351"/>
              <a:gd name="T25" fmla="*/ 119 h 219"/>
              <a:gd name="T26" fmla="*/ 347 w 351"/>
              <a:gd name="T27" fmla="*/ 136 h 219"/>
              <a:gd name="T28" fmla="*/ 341 w 351"/>
              <a:gd name="T29" fmla="*/ 151 h 219"/>
              <a:gd name="T30" fmla="*/ 334 w 351"/>
              <a:gd name="T31" fmla="*/ 165 h 219"/>
              <a:gd name="T32" fmla="*/ 325 w 351"/>
              <a:gd name="T33" fmla="*/ 176 h 219"/>
              <a:gd name="T34" fmla="*/ 316 w 351"/>
              <a:gd name="T35" fmla="*/ 189 h 219"/>
              <a:gd name="T36" fmla="*/ 303 w 351"/>
              <a:gd name="T37" fmla="*/ 199 h 219"/>
              <a:gd name="T38" fmla="*/ 290 w 351"/>
              <a:gd name="T39" fmla="*/ 208 h 219"/>
              <a:gd name="T40" fmla="*/ 277 w 351"/>
              <a:gd name="T41" fmla="*/ 213 h 219"/>
              <a:gd name="T42" fmla="*/ 259 w 351"/>
              <a:gd name="T43" fmla="*/ 218 h 219"/>
              <a:gd name="T44" fmla="*/ 0 w 351"/>
              <a:gd name="T45" fmla="*/ 218 h 219"/>
              <a:gd name="T46" fmla="*/ 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 fill="norm" stroke="1" extrusionOk="0">
                <a:moveTo>
                  <a:pt x="0" y="1"/>
                </a:moveTo>
                <a:lnTo>
                  <a:pt x="249" y="0"/>
                </a:lnTo>
                <a:lnTo>
                  <a:pt x="268" y="3"/>
                </a:lnTo>
                <a:lnTo>
                  <a:pt x="283" y="6"/>
                </a:lnTo>
                <a:lnTo>
                  <a:pt x="298" y="16"/>
                </a:lnTo>
                <a:lnTo>
                  <a:pt x="311" y="26"/>
                </a:lnTo>
                <a:lnTo>
                  <a:pt x="321" y="35"/>
                </a:lnTo>
                <a:lnTo>
                  <a:pt x="331" y="48"/>
                </a:lnTo>
                <a:lnTo>
                  <a:pt x="337" y="60"/>
                </a:lnTo>
                <a:lnTo>
                  <a:pt x="344" y="74"/>
                </a:lnTo>
                <a:lnTo>
                  <a:pt x="349" y="90"/>
                </a:lnTo>
                <a:lnTo>
                  <a:pt x="349" y="100"/>
                </a:lnTo>
                <a:lnTo>
                  <a:pt x="350" y="119"/>
                </a:lnTo>
                <a:lnTo>
                  <a:pt x="347" y="136"/>
                </a:lnTo>
                <a:lnTo>
                  <a:pt x="341" y="151"/>
                </a:lnTo>
                <a:lnTo>
                  <a:pt x="334" y="165"/>
                </a:lnTo>
                <a:lnTo>
                  <a:pt x="325" y="176"/>
                </a:lnTo>
                <a:lnTo>
                  <a:pt x="316" y="189"/>
                </a:lnTo>
                <a:lnTo>
                  <a:pt x="303" y="199"/>
                </a:lnTo>
                <a:lnTo>
                  <a:pt x="290" y="208"/>
                </a:lnTo>
                <a:lnTo>
                  <a:pt x="277" y="213"/>
                </a:lnTo>
                <a:lnTo>
                  <a:pt x="259" y="218"/>
                </a:lnTo>
                <a:lnTo>
                  <a:pt x="0" y="218"/>
                </a:lnTo>
                <a:lnTo>
                  <a:pt x="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 val="0"/>
                  <a:shade val="46275"/>
                  <a:invGamma val="0"/>
                </a:schemeClr>
              </a:gs>
            </a:gsLst>
            <a:path path="rect"/>
          </a:gradFill>
          <a:ln>
            <a:noFill/>
          </a:ln>
        </p:spPr>
        <p:txBody>
          <a:bodyPr/>
          <a:lstStyle/>
          <a:p>
            <a:pPr marL="0" marR="0" lvl="0"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None/>
              <a:defRPr/>
            </a:pPr>
            <a:endParaRPr lang="zh-CN" sz="2800" b="1" i="0" u="none" strike="noStrike" cap="none" spc="0">
              <a:ln>
                <a:noFill/>
              </a:ln>
              <a:solidFill>
                <a:srgbClr val="000000"/>
              </a:solidFill>
              <a:latin typeface="楷体_GB2312"/>
              <a:ea typeface="楷体_GB2312"/>
              <a:cs typeface="+mn-cs"/>
            </a:endParaRPr>
          </a:p>
        </p:txBody>
      </p:sp>
    </p:spTree>
  </p:cSld>
  <p:clrMap accent1="accent1" accent2="accent2" accent3="accent3" accent4="accent4" accent5="accent5" accent6="accent6" bg1="dk2" bg2="dk1" folHlink="folHlink" hlink="hlink" tx1="lt1" tx2="lt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lvl1pPr algn="l">
        <a:spcBef>
          <a:spcPts val="0"/>
        </a:spcBef>
        <a:spcAft>
          <a:spcPts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>
        <a:spcBef>
          <a:spcPts val="0"/>
        </a:spcBef>
        <a:spcAft>
          <a:spcPts val="0"/>
        </a:spcAft>
        <a:defRPr sz="4400" b="1">
          <a:solidFill>
            <a:schemeClr val="tx2"/>
          </a:solidFill>
          <a:latin typeface="Arial"/>
          <a:ea typeface="宋体"/>
        </a:defRPr>
      </a:lvl2pPr>
      <a:lvl3pPr algn="l">
        <a:spcBef>
          <a:spcPts val="0"/>
        </a:spcBef>
        <a:spcAft>
          <a:spcPts val="0"/>
        </a:spcAft>
        <a:defRPr sz="4400" b="1">
          <a:solidFill>
            <a:schemeClr val="tx2"/>
          </a:solidFill>
          <a:latin typeface="Arial"/>
          <a:ea typeface="宋体"/>
        </a:defRPr>
      </a:lvl3pPr>
      <a:lvl4pPr algn="l">
        <a:spcBef>
          <a:spcPts val="0"/>
        </a:spcBef>
        <a:spcAft>
          <a:spcPts val="0"/>
        </a:spcAft>
        <a:defRPr sz="4400" b="1">
          <a:solidFill>
            <a:schemeClr val="tx2"/>
          </a:solidFill>
          <a:latin typeface="Arial"/>
          <a:ea typeface="宋体"/>
        </a:defRPr>
      </a:lvl4pPr>
      <a:lvl5pPr algn="l">
        <a:spcBef>
          <a:spcPts val="0"/>
        </a:spcBef>
        <a:spcAft>
          <a:spcPts val="0"/>
        </a:spcAft>
        <a:defRPr sz="4400" b="1">
          <a:solidFill>
            <a:schemeClr val="tx2"/>
          </a:solidFill>
          <a:latin typeface="Arial"/>
          <a:ea typeface="宋体"/>
        </a:defRPr>
      </a:lvl5pPr>
      <a:lvl6pPr marL="457200" algn="l">
        <a:spcBef>
          <a:spcPts val="0"/>
        </a:spcBef>
        <a:spcAft>
          <a:spcPts val="0"/>
        </a:spcAft>
        <a:defRPr sz="4400" b="1">
          <a:solidFill>
            <a:schemeClr val="tx2"/>
          </a:solidFill>
          <a:latin typeface="Arial"/>
          <a:ea typeface="宋体"/>
        </a:defRPr>
      </a:lvl6pPr>
      <a:lvl7pPr marL="914400" algn="l">
        <a:spcBef>
          <a:spcPts val="0"/>
        </a:spcBef>
        <a:spcAft>
          <a:spcPts val="0"/>
        </a:spcAft>
        <a:defRPr sz="4400" b="1">
          <a:solidFill>
            <a:schemeClr val="tx2"/>
          </a:solidFill>
          <a:latin typeface="Arial"/>
          <a:ea typeface="宋体"/>
        </a:defRPr>
      </a:lvl7pPr>
      <a:lvl8pPr marL="1371600" algn="l">
        <a:spcBef>
          <a:spcPts val="0"/>
        </a:spcBef>
        <a:spcAft>
          <a:spcPts val="0"/>
        </a:spcAft>
        <a:defRPr sz="4400" b="1">
          <a:solidFill>
            <a:schemeClr val="tx2"/>
          </a:solidFill>
          <a:latin typeface="Arial"/>
          <a:ea typeface="宋体"/>
        </a:defRPr>
      </a:lvl8pPr>
      <a:lvl9pPr marL="1828800" algn="l">
        <a:spcBef>
          <a:spcPts val="0"/>
        </a:spcBef>
        <a:spcAft>
          <a:spcPts val="0"/>
        </a:spcAft>
        <a:defRPr sz="4400" b="1">
          <a:solidFill>
            <a:schemeClr val="tx2"/>
          </a:solidFill>
          <a:latin typeface="Arial"/>
          <a:ea typeface="宋体"/>
        </a:defRPr>
      </a:lvl9pPr>
    </p:titleStyle>
    <p:bodyStyle>
      <a:lvl1pPr marL="342900" indent="-342900" algn="l">
        <a:spcBef>
          <a:spcPts val="0"/>
        </a:spcBef>
        <a:spcAft>
          <a:spcPts val="0"/>
        </a:spcAft>
        <a:buClr>
          <a:schemeClr val="accent2"/>
        </a:buClr>
        <a:buSzPct val="80000"/>
        <a:buFont typeface="Wingdings"/>
        <a:buChar char="l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>
        <a:spcBef>
          <a:spcPts val="0"/>
        </a:spcBef>
        <a:spcAft>
          <a:spcPts val="0"/>
        </a:spcAft>
        <a:buClr>
          <a:schemeClr val="accent2"/>
        </a:buClr>
        <a:buFont typeface="Wingdings"/>
        <a:buChar char="w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>
        <a:spcBef>
          <a:spcPts val="0"/>
        </a:spcBef>
        <a:spcAft>
          <a:spcPts val="0"/>
        </a:spcAft>
        <a:buClr>
          <a:schemeClr val="accent2"/>
        </a:buClr>
        <a:buSzPct val="90000"/>
        <a:buFont typeface="Wingdings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>
        <a:spcBef>
          <a:spcPts val="0"/>
        </a:spcBef>
        <a:spcAft>
          <a:spcPts val="0"/>
        </a:spcAft>
        <a:buClr>
          <a:schemeClr val="accent2"/>
        </a:buClr>
        <a:buFont typeface="Wingdings"/>
        <a:buChar char="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>
        <a:spcBef>
          <a:spcPts val="0"/>
        </a:spcBef>
        <a:spcAft>
          <a:spcPts val="0"/>
        </a:spcAft>
        <a:buClr>
          <a:schemeClr val="accent2"/>
        </a:buClr>
        <a:buSzPct val="70000"/>
        <a:buFont typeface="Wingdings"/>
        <a:buChar char="l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>
        <a:spcBef>
          <a:spcPts val="0"/>
        </a:spcBef>
        <a:spcAft>
          <a:spcPts val="0"/>
        </a:spcAft>
        <a:buClr>
          <a:schemeClr val="accent2"/>
        </a:buClr>
        <a:buSzPct val="70000"/>
        <a:buFont typeface="Wingdings"/>
        <a:buChar char="l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>
        <a:spcBef>
          <a:spcPts val="0"/>
        </a:spcBef>
        <a:spcAft>
          <a:spcPts val="0"/>
        </a:spcAft>
        <a:buClr>
          <a:schemeClr val="accent2"/>
        </a:buClr>
        <a:buSzPct val="70000"/>
        <a:buFont typeface="Wingdings"/>
        <a:buChar char="l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>
        <a:spcBef>
          <a:spcPts val="0"/>
        </a:spcBef>
        <a:spcAft>
          <a:spcPts val="0"/>
        </a:spcAft>
        <a:buClr>
          <a:schemeClr val="accent2"/>
        </a:buClr>
        <a:buSzPct val="70000"/>
        <a:buFont typeface="Wingdings"/>
        <a:buChar char="l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>
        <a:spcBef>
          <a:spcPts val="0"/>
        </a:spcBef>
        <a:spcAft>
          <a:spcPts val="0"/>
        </a:spcAft>
        <a:buClr>
          <a:schemeClr val="accent2"/>
        </a:buClr>
        <a:buSzPct val="70000"/>
        <a:buFont typeface="Wingdings"/>
        <a:buChar char="l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tx1"/>
        </a:solidFill>
      </p:bgPr>
    </p:bg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tangle 9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85800" y="19050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/>
          </a:p>
        </p:txBody>
      </p:sp>
      <p:sp>
        <p:nvSpPr>
          <p:cNvPr id="5" name="Rectangle 10" hidden="0"/>
          <p:cNvSpPr>
            <a:spLocks noChangeArrowheads="1" noGrp="1"/>
          </p:cNvSpPr>
          <p:nvPr isPhoto="0" userDrawn="0">
            <p:ph type="dt" sz="half" idx="2" hasCustomPrompt="0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>
              <a:lnSpc>
                <a:spcPct val="100000"/>
              </a:lnSpc>
              <a:buFontTx/>
              <a:buNone/>
              <a:defRPr sz="1400" b="0">
                <a:solidFill>
                  <a:srgbClr val="FFFFFF"/>
                </a:solidFill>
                <a:latin typeface="Times New Roman"/>
                <a:ea typeface="+mn-ea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6" name="Rectangle 11" hidden="0"/>
          <p:cNvSpPr>
            <a:spLocks noChangeArrowheads="1" noGrp="1"/>
          </p:cNvSpPr>
          <p:nvPr isPhoto="0" userDrawn="0">
            <p:ph type="ftr" sz="quarter" idx="3" hasCustomPrompt="0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 algn="ctr">
              <a:lnSpc>
                <a:spcPct val="100000"/>
              </a:lnSpc>
              <a:buFontTx/>
              <a:buNone/>
              <a:defRPr sz="1400" b="0">
                <a:solidFill>
                  <a:srgbClr val="FFFFFF"/>
                </a:solidFill>
                <a:latin typeface="Times New Roman"/>
                <a:ea typeface="+mn-ea"/>
              </a:defRPr>
            </a:lvl1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b="0" i="0" u="none" strike="noStrike" cap="none" spc="0">
              <a:ln>
                <a:noFill/>
              </a:ln>
              <a:solidFill>
                <a:srgbClr val="FFFFFF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7" name="Rectangle 12" hidden="0"/>
          <p:cNvSpPr>
            <a:spLocks noChangeArrowheads="1" noGrp="1"/>
          </p:cNvSpPr>
          <p:nvPr isPhoto="0" userDrawn="0">
            <p:ph type="sldNum" sz="quarter" idx="4" hasCustomPrompt="0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pPr lvl="0">
              <a:defRPr/>
            </a:pPr>
            <a:fld id="{9A0DB2DC-4C9A-4742-B13C-FB6460FD3503}" type="slidenum">
              <a:rPr lang="zh-CN">
                <a:latin typeface="Times New Roman"/>
              </a:rPr>
              <a:t/>
            </a:fld>
            <a:endParaRPr lang="zh-CN">
              <a:latin typeface="Times New Roman"/>
            </a:endParaRPr>
          </a:p>
        </p:txBody>
      </p:sp>
      <p:sp>
        <p:nvSpPr>
          <p:cNvPr id="8" name="Rectangle 16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685800" y="115888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lstStyle/>
          <a:p>
            <a:pPr lvl="0">
              <a:defRPr/>
            </a:pPr>
            <a:r>
              <a:rPr lang="zh-CN"/>
              <a:t>单击此处编辑母版标题样式</a:t>
            </a:r>
            <a:endParaRPr/>
          </a:p>
        </p:txBody>
      </p:sp>
      <p:grpSp>
        <p:nvGrpSpPr>
          <p:cNvPr id="9" name="Group 20" hidden="0"/>
          <p:cNvGrpSpPr/>
          <p:nvPr isPhoto="0" userDrawn="0"/>
        </p:nvGrpSpPr>
        <p:grpSpPr bwMode="auto">
          <a:xfrm>
            <a:off x="6934200" y="5257800"/>
            <a:ext cx="2033588" cy="1219200"/>
            <a:chOff x="4368" y="3312"/>
            <a:chExt cx="1281" cy="768"/>
          </a:xfrm>
        </p:grpSpPr>
        <p:sp>
          <p:nvSpPr>
            <p:cNvPr id="10" name="AutoShape 21" hidden="0"/>
            <p:cNvSpPr>
              <a:spLocks noChangeArrowheads="1"/>
            </p:cNvSpPr>
            <p:nvPr isPhoto="0" userDrawn="0"/>
          </p:nvSpPr>
          <p:spPr bwMode="auto">
            <a:xfrm rot="20940000">
              <a:off x="4368" y="3729"/>
              <a:ext cx="288" cy="288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gradFill rotWithShape="0">
              <a:gsLst>
                <a:gs pos="0">
                  <a:schemeClr val="bg1">
                    <a:gamma val="0"/>
                    <a:shade val="46275"/>
                    <a:invGamma val="0"/>
                  </a:schemeClr>
                </a:gs>
                <a:gs pos="100000">
                  <a:schemeClr val="bg1"/>
                </a:gs>
              </a:gsLst>
              <a:path path="shape"/>
            </a:gradFill>
            <a:ln>
              <a:noFill/>
            </a:ln>
          </p:spPr>
          <p:txBody>
            <a:bodyPr wrap="none" lIns="92075" tIns="46038" rIns="92075" bIns="46038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sz="24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11" name="AutoShape 22" hidden="0"/>
            <p:cNvSpPr>
              <a:spLocks noChangeArrowheads="1"/>
            </p:cNvSpPr>
            <p:nvPr isPhoto="0" userDrawn="0"/>
          </p:nvSpPr>
          <p:spPr bwMode="auto">
            <a:xfrm>
              <a:off x="4845" y="3372"/>
              <a:ext cx="264" cy="264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gradFill rotWithShape="0">
              <a:gsLst>
                <a:gs pos="0">
                  <a:schemeClr val="bg1">
                    <a:gamma val="0"/>
                    <a:shade val="46275"/>
                    <a:invGamma val="0"/>
                  </a:schemeClr>
                </a:gs>
                <a:gs pos="100000">
                  <a:schemeClr val="bg1"/>
                </a:gs>
              </a:gsLst>
              <a:path path="shape"/>
            </a:gradFill>
            <a:ln>
              <a:noFill/>
            </a:ln>
          </p:spPr>
          <p:txBody>
            <a:bodyPr wrap="none" lIns="92075" tIns="46038" rIns="92075" bIns="46038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sz="24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12" name="AutoShape 23" hidden="0"/>
            <p:cNvSpPr>
              <a:spLocks noChangeArrowheads="1"/>
            </p:cNvSpPr>
            <p:nvPr isPhoto="0" userDrawn="0"/>
          </p:nvSpPr>
          <p:spPr bwMode="auto">
            <a:xfrm rot="1319999">
              <a:off x="5217" y="3312"/>
              <a:ext cx="384" cy="384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gradFill rotWithShape="0">
              <a:gsLst>
                <a:gs pos="0">
                  <a:schemeClr val="bg1">
                    <a:gamma val="0"/>
                    <a:shade val="46275"/>
                    <a:invGamma val="0"/>
                  </a:schemeClr>
                </a:gs>
                <a:gs pos="100000">
                  <a:schemeClr val="bg1"/>
                </a:gs>
              </a:gsLst>
              <a:path path="shape"/>
            </a:gradFill>
            <a:ln>
              <a:noFill/>
            </a:ln>
          </p:spPr>
          <p:txBody>
            <a:bodyPr wrap="none" lIns="92075" tIns="46038" rIns="92075" bIns="46038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sz="24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13" name="AutoShape 24" hidden="0"/>
            <p:cNvSpPr>
              <a:spLocks noChangeArrowheads="1"/>
            </p:cNvSpPr>
            <p:nvPr isPhoto="0" userDrawn="0"/>
          </p:nvSpPr>
          <p:spPr bwMode="auto">
            <a:xfrm rot="20940000">
              <a:off x="4449" y="3792"/>
              <a:ext cx="288" cy="288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 val="0"/>
                    <a:shade val="46275"/>
                    <a:invGamma val="0"/>
                  </a:schemeClr>
                </a:gs>
              </a:gsLst>
              <a:path path="shape"/>
            </a:gradFill>
            <a:ln>
              <a:noFill/>
            </a:ln>
          </p:spPr>
          <p:txBody>
            <a:bodyPr wrap="none" lIns="92075" tIns="46038" rIns="92075" bIns="46038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sz="24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14" name="AutoShape 25" hidden="0"/>
            <p:cNvSpPr>
              <a:spLocks noChangeArrowheads="1"/>
            </p:cNvSpPr>
            <p:nvPr isPhoto="0" userDrawn="0"/>
          </p:nvSpPr>
          <p:spPr bwMode="auto">
            <a:xfrm>
              <a:off x="4893" y="3420"/>
              <a:ext cx="264" cy="264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 val="0"/>
                    <a:shade val="46275"/>
                    <a:invGamma val="0"/>
                  </a:schemeClr>
                </a:gs>
              </a:gsLst>
              <a:path path="shape"/>
            </a:gradFill>
            <a:ln>
              <a:noFill/>
            </a:ln>
          </p:spPr>
          <p:txBody>
            <a:bodyPr wrap="none" lIns="92075" tIns="46038" rIns="92075" bIns="46038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sz="24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15" name="AutoShape 26" hidden="0"/>
            <p:cNvSpPr>
              <a:spLocks noChangeArrowheads="1"/>
            </p:cNvSpPr>
            <p:nvPr isPhoto="0" userDrawn="0"/>
          </p:nvSpPr>
          <p:spPr bwMode="auto">
            <a:xfrm rot="1319999">
              <a:off x="5265" y="3408"/>
              <a:ext cx="384" cy="384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 val="0"/>
                    <a:shade val="46275"/>
                    <a:invGamma val="0"/>
                  </a:schemeClr>
                </a:gs>
              </a:gsLst>
              <a:path path="shape"/>
            </a:gradFill>
            <a:ln>
              <a:noFill/>
            </a:ln>
          </p:spPr>
          <p:txBody>
            <a:bodyPr wrap="none" lIns="92075" tIns="46038" rIns="92075" bIns="46038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sz="24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宋体"/>
                <a:cs typeface="+mn-cs"/>
              </a:endParaRPr>
            </a:p>
          </p:txBody>
        </p:sp>
      </p:grpSp>
      <p:grpSp>
        <p:nvGrpSpPr>
          <p:cNvPr id="16" name="Group 27" hidden="0"/>
          <p:cNvGrpSpPr/>
          <p:nvPr isPhoto="0" userDrawn="0"/>
        </p:nvGrpSpPr>
        <p:grpSpPr bwMode="auto">
          <a:xfrm>
            <a:off x="381000" y="1219200"/>
            <a:ext cx="8305800" cy="381000"/>
            <a:chOff x="240" y="768"/>
            <a:chExt cx="5232" cy="240"/>
          </a:xfrm>
        </p:grpSpPr>
        <p:sp>
          <p:nvSpPr>
            <p:cNvPr id="17" name="Rectangle 28" hidden="0"/>
            <p:cNvSpPr>
              <a:spLocks noChangeArrowheads="1"/>
            </p:cNvSpPr>
            <p:nvPr isPhoto="0" userDrawn="0"/>
          </p:nvSpPr>
          <p:spPr bwMode="auto">
            <a:xfrm>
              <a:off x="384" y="912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 val="0"/>
                    <a:shade val="46275"/>
                    <a:invGamma val="0"/>
                  </a:schemeClr>
                </a:gs>
              </a:gsLst>
              <a:path path="shape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sz="24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18" name="Rectangle 29" hidden="0"/>
            <p:cNvSpPr>
              <a:spLocks noChangeArrowheads="1"/>
            </p:cNvSpPr>
            <p:nvPr isPhoto="0" userDrawn="0"/>
          </p:nvSpPr>
          <p:spPr bwMode="auto">
            <a:xfrm>
              <a:off x="240" y="768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 val="0"/>
                    <a:shade val="46275"/>
                    <a:invGamma val="0"/>
                  </a:schemeClr>
                </a:gs>
                <a:gs pos="100000">
                  <a:schemeClr val="bg1"/>
                </a:gs>
              </a:gsLst>
              <a:path path="shape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sz="24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宋体"/>
                <a:cs typeface="+mn-cs"/>
              </a:endParaRPr>
            </a:p>
          </p:txBody>
        </p:sp>
      </p:grpSp>
      <p:sp>
        <p:nvSpPr>
          <p:cNvPr id="19" name="Freeform 30" hidden="0">
            <a:hlinkClick r:id="" action="ppaction://hlinkshowjump?jump=previousslide"/>
          </p:cNvPr>
          <p:cNvSpPr/>
          <p:nvPr isPhoto="0" userDrawn="0"/>
        </p:nvSpPr>
        <p:spPr bwMode="auto">
          <a:xfrm>
            <a:off x="781050" y="6416675"/>
            <a:ext cx="557213" cy="347663"/>
          </a:xfrm>
          <a:custGeom>
            <a:avLst/>
            <a:gdLst>
              <a:gd name="T0" fmla="*/ 350 w 351"/>
              <a:gd name="T1" fmla="*/ 1 h 219"/>
              <a:gd name="T2" fmla="*/ 101 w 351"/>
              <a:gd name="T3" fmla="*/ 0 h 219"/>
              <a:gd name="T4" fmla="*/ 81 w 351"/>
              <a:gd name="T5" fmla="*/ 2 h 219"/>
              <a:gd name="T6" fmla="*/ 67 w 351"/>
              <a:gd name="T7" fmla="*/ 6 h 219"/>
              <a:gd name="T8" fmla="*/ 51 w 351"/>
              <a:gd name="T9" fmla="*/ 15 h 219"/>
              <a:gd name="T10" fmla="*/ 38 w 351"/>
              <a:gd name="T11" fmla="*/ 25 h 219"/>
              <a:gd name="T12" fmla="*/ 28 w 351"/>
              <a:gd name="T13" fmla="*/ 35 h 219"/>
              <a:gd name="T14" fmla="*/ 19 w 351"/>
              <a:gd name="T15" fmla="*/ 48 h 219"/>
              <a:gd name="T16" fmla="*/ 12 w 351"/>
              <a:gd name="T17" fmla="*/ 59 h 219"/>
              <a:gd name="T18" fmla="*/ 6 w 351"/>
              <a:gd name="T19" fmla="*/ 73 h 219"/>
              <a:gd name="T20" fmla="*/ 1 w 351"/>
              <a:gd name="T21" fmla="*/ 89 h 219"/>
              <a:gd name="T22" fmla="*/ 1 w 351"/>
              <a:gd name="T23" fmla="*/ 99 h 219"/>
              <a:gd name="T24" fmla="*/ 0 w 351"/>
              <a:gd name="T25" fmla="*/ 119 h 219"/>
              <a:gd name="T26" fmla="*/ 2 w 351"/>
              <a:gd name="T27" fmla="*/ 136 h 219"/>
              <a:gd name="T28" fmla="*/ 9 w 351"/>
              <a:gd name="T29" fmla="*/ 150 h 219"/>
              <a:gd name="T30" fmla="*/ 15 w 351"/>
              <a:gd name="T31" fmla="*/ 164 h 219"/>
              <a:gd name="T32" fmla="*/ 24 w 351"/>
              <a:gd name="T33" fmla="*/ 176 h 219"/>
              <a:gd name="T34" fmla="*/ 33 w 351"/>
              <a:gd name="T35" fmla="*/ 189 h 219"/>
              <a:gd name="T36" fmla="*/ 46 w 351"/>
              <a:gd name="T37" fmla="*/ 198 h 219"/>
              <a:gd name="T38" fmla="*/ 59 w 351"/>
              <a:gd name="T39" fmla="*/ 207 h 219"/>
              <a:gd name="T40" fmla="*/ 72 w 351"/>
              <a:gd name="T41" fmla="*/ 212 h 219"/>
              <a:gd name="T42" fmla="*/ 90 w 351"/>
              <a:gd name="T43" fmla="*/ 218 h 219"/>
              <a:gd name="T44" fmla="*/ 350 w 351"/>
              <a:gd name="T45" fmla="*/ 218 h 219"/>
              <a:gd name="T46" fmla="*/ 35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 fill="norm" stroke="1" extrusionOk="0">
                <a:moveTo>
                  <a:pt x="350" y="1"/>
                </a:moveTo>
                <a:lnTo>
                  <a:pt x="101" y="0"/>
                </a:lnTo>
                <a:lnTo>
                  <a:pt x="81" y="2"/>
                </a:lnTo>
                <a:lnTo>
                  <a:pt x="67" y="6"/>
                </a:lnTo>
                <a:lnTo>
                  <a:pt x="51" y="15"/>
                </a:lnTo>
                <a:lnTo>
                  <a:pt x="38" y="25"/>
                </a:lnTo>
                <a:lnTo>
                  <a:pt x="28" y="35"/>
                </a:lnTo>
                <a:lnTo>
                  <a:pt x="19" y="48"/>
                </a:lnTo>
                <a:lnTo>
                  <a:pt x="12" y="59"/>
                </a:lnTo>
                <a:lnTo>
                  <a:pt x="6" y="73"/>
                </a:lnTo>
                <a:lnTo>
                  <a:pt x="1" y="89"/>
                </a:lnTo>
                <a:lnTo>
                  <a:pt x="1" y="99"/>
                </a:lnTo>
                <a:lnTo>
                  <a:pt x="0" y="119"/>
                </a:lnTo>
                <a:lnTo>
                  <a:pt x="2" y="136"/>
                </a:lnTo>
                <a:lnTo>
                  <a:pt x="9" y="150"/>
                </a:lnTo>
                <a:lnTo>
                  <a:pt x="15" y="164"/>
                </a:lnTo>
                <a:lnTo>
                  <a:pt x="24" y="176"/>
                </a:lnTo>
                <a:lnTo>
                  <a:pt x="33" y="189"/>
                </a:lnTo>
                <a:lnTo>
                  <a:pt x="46" y="198"/>
                </a:lnTo>
                <a:lnTo>
                  <a:pt x="59" y="207"/>
                </a:lnTo>
                <a:lnTo>
                  <a:pt x="72" y="212"/>
                </a:lnTo>
                <a:lnTo>
                  <a:pt x="90" y="218"/>
                </a:lnTo>
                <a:lnTo>
                  <a:pt x="350" y="218"/>
                </a:lnTo>
                <a:lnTo>
                  <a:pt x="35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 val="0"/>
                  <a:shade val="46275"/>
                  <a:invGamma val="0"/>
                </a:schemeClr>
              </a:gs>
            </a:gsLst>
            <a:path path="rect"/>
          </a:gradFill>
          <a:ln>
            <a:noFill/>
          </a:ln>
        </p:spPr>
        <p:txBody>
          <a:bodyPr/>
          <a:lstStyle/>
          <a:p>
            <a:pPr marL="0" marR="0" lvl="0"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None/>
              <a:defRPr/>
            </a:pPr>
            <a:endParaRPr lang="zh-CN" sz="2800" b="1" i="0" u="none" strike="noStrike" cap="none" spc="0">
              <a:ln>
                <a:noFill/>
              </a:ln>
              <a:solidFill>
                <a:srgbClr val="000000"/>
              </a:solidFill>
              <a:latin typeface="楷体_GB2312"/>
              <a:ea typeface="楷体_GB2312"/>
              <a:cs typeface="+mn-cs"/>
            </a:endParaRPr>
          </a:p>
        </p:txBody>
      </p:sp>
      <p:sp>
        <p:nvSpPr>
          <p:cNvPr id="20" name="Freeform 31" hidden="0">
            <a:hlinkClick r:id="" action="ppaction://hlinkshowjump?jump=nextslide"/>
          </p:cNvPr>
          <p:cNvSpPr/>
          <p:nvPr isPhoto="0" userDrawn="0"/>
        </p:nvSpPr>
        <p:spPr bwMode="auto">
          <a:xfrm>
            <a:off x="1447800" y="6416675"/>
            <a:ext cx="557213" cy="347663"/>
          </a:xfrm>
          <a:custGeom>
            <a:avLst/>
            <a:gdLst>
              <a:gd name="T0" fmla="*/ 0 w 351"/>
              <a:gd name="T1" fmla="*/ 1 h 219"/>
              <a:gd name="T2" fmla="*/ 249 w 351"/>
              <a:gd name="T3" fmla="*/ 0 h 219"/>
              <a:gd name="T4" fmla="*/ 268 w 351"/>
              <a:gd name="T5" fmla="*/ 3 h 219"/>
              <a:gd name="T6" fmla="*/ 283 w 351"/>
              <a:gd name="T7" fmla="*/ 6 h 219"/>
              <a:gd name="T8" fmla="*/ 298 w 351"/>
              <a:gd name="T9" fmla="*/ 16 h 219"/>
              <a:gd name="T10" fmla="*/ 311 w 351"/>
              <a:gd name="T11" fmla="*/ 26 h 219"/>
              <a:gd name="T12" fmla="*/ 321 w 351"/>
              <a:gd name="T13" fmla="*/ 35 h 219"/>
              <a:gd name="T14" fmla="*/ 331 w 351"/>
              <a:gd name="T15" fmla="*/ 48 h 219"/>
              <a:gd name="T16" fmla="*/ 337 w 351"/>
              <a:gd name="T17" fmla="*/ 60 h 219"/>
              <a:gd name="T18" fmla="*/ 344 w 351"/>
              <a:gd name="T19" fmla="*/ 74 h 219"/>
              <a:gd name="T20" fmla="*/ 349 w 351"/>
              <a:gd name="T21" fmla="*/ 90 h 219"/>
              <a:gd name="T22" fmla="*/ 349 w 351"/>
              <a:gd name="T23" fmla="*/ 100 h 219"/>
              <a:gd name="T24" fmla="*/ 350 w 351"/>
              <a:gd name="T25" fmla="*/ 119 h 219"/>
              <a:gd name="T26" fmla="*/ 347 w 351"/>
              <a:gd name="T27" fmla="*/ 136 h 219"/>
              <a:gd name="T28" fmla="*/ 341 w 351"/>
              <a:gd name="T29" fmla="*/ 151 h 219"/>
              <a:gd name="T30" fmla="*/ 334 w 351"/>
              <a:gd name="T31" fmla="*/ 165 h 219"/>
              <a:gd name="T32" fmla="*/ 325 w 351"/>
              <a:gd name="T33" fmla="*/ 176 h 219"/>
              <a:gd name="T34" fmla="*/ 316 w 351"/>
              <a:gd name="T35" fmla="*/ 189 h 219"/>
              <a:gd name="T36" fmla="*/ 303 w 351"/>
              <a:gd name="T37" fmla="*/ 199 h 219"/>
              <a:gd name="T38" fmla="*/ 290 w 351"/>
              <a:gd name="T39" fmla="*/ 208 h 219"/>
              <a:gd name="T40" fmla="*/ 277 w 351"/>
              <a:gd name="T41" fmla="*/ 213 h 219"/>
              <a:gd name="T42" fmla="*/ 259 w 351"/>
              <a:gd name="T43" fmla="*/ 218 h 219"/>
              <a:gd name="T44" fmla="*/ 0 w 351"/>
              <a:gd name="T45" fmla="*/ 218 h 219"/>
              <a:gd name="T46" fmla="*/ 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 fill="norm" stroke="1" extrusionOk="0">
                <a:moveTo>
                  <a:pt x="0" y="1"/>
                </a:moveTo>
                <a:lnTo>
                  <a:pt x="249" y="0"/>
                </a:lnTo>
                <a:lnTo>
                  <a:pt x="268" y="3"/>
                </a:lnTo>
                <a:lnTo>
                  <a:pt x="283" y="6"/>
                </a:lnTo>
                <a:lnTo>
                  <a:pt x="298" y="16"/>
                </a:lnTo>
                <a:lnTo>
                  <a:pt x="311" y="26"/>
                </a:lnTo>
                <a:lnTo>
                  <a:pt x="321" y="35"/>
                </a:lnTo>
                <a:lnTo>
                  <a:pt x="331" y="48"/>
                </a:lnTo>
                <a:lnTo>
                  <a:pt x="337" y="60"/>
                </a:lnTo>
                <a:lnTo>
                  <a:pt x="344" y="74"/>
                </a:lnTo>
                <a:lnTo>
                  <a:pt x="349" y="90"/>
                </a:lnTo>
                <a:lnTo>
                  <a:pt x="349" y="100"/>
                </a:lnTo>
                <a:lnTo>
                  <a:pt x="350" y="119"/>
                </a:lnTo>
                <a:lnTo>
                  <a:pt x="347" y="136"/>
                </a:lnTo>
                <a:lnTo>
                  <a:pt x="341" y="151"/>
                </a:lnTo>
                <a:lnTo>
                  <a:pt x="334" y="165"/>
                </a:lnTo>
                <a:lnTo>
                  <a:pt x="325" y="176"/>
                </a:lnTo>
                <a:lnTo>
                  <a:pt x="316" y="189"/>
                </a:lnTo>
                <a:lnTo>
                  <a:pt x="303" y="199"/>
                </a:lnTo>
                <a:lnTo>
                  <a:pt x="290" y="208"/>
                </a:lnTo>
                <a:lnTo>
                  <a:pt x="277" y="213"/>
                </a:lnTo>
                <a:lnTo>
                  <a:pt x="259" y="218"/>
                </a:lnTo>
                <a:lnTo>
                  <a:pt x="0" y="218"/>
                </a:lnTo>
                <a:lnTo>
                  <a:pt x="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 val="0"/>
                  <a:shade val="46275"/>
                  <a:invGamma val="0"/>
                </a:schemeClr>
              </a:gs>
            </a:gsLst>
            <a:path path="rect"/>
          </a:gradFill>
          <a:ln>
            <a:noFill/>
          </a:ln>
        </p:spPr>
        <p:txBody>
          <a:bodyPr/>
          <a:lstStyle/>
          <a:p>
            <a:pPr marL="0" marR="0" lvl="0"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None/>
              <a:defRPr/>
            </a:pPr>
            <a:endParaRPr lang="zh-CN" sz="2800" b="1" i="0" u="none" strike="noStrike" cap="none" spc="0">
              <a:ln>
                <a:noFill/>
              </a:ln>
              <a:solidFill>
                <a:srgbClr val="000000"/>
              </a:solidFill>
              <a:latin typeface="楷体_GB2312"/>
              <a:ea typeface="楷体_GB2312"/>
              <a:cs typeface="+mn-cs"/>
            </a:endParaRPr>
          </a:p>
        </p:txBody>
      </p:sp>
    </p:spTree>
  </p:cSld>
  <p:clrMap accent1="accent1" accent2="accent2" accent3="accent3" accent4="accent4" accent5="accent5" accent6="accent6" bg1="dk2" bg2="dk1" folHlink="folHlink" hlink="hlink" tx1="lt1" tx2="lt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lvl1pPr algn="l">
        <a:spcBef>
          <a:spcPts val="0"/>
        </a:spcBef>
        <a:spcAft>
          <a:spcPts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>
        <a:spcBef>
          <a:spcPts val="0"/>
        </a:spcBef>
        <a:spcAft>
          <a:spcPts val="0"/>
        </a:spcAft>
        <a:defRPr sz="4400" b="1">
          <a:solidFill>
            <a:schemeClr val="tx2"/>
          </a:solidFill>
          <a:latin typeface="Arial"/>
          <a:ea typeface="宋体"/>
        </a:defRPr>
      </a:lvl2pPr>
      <a:lvl3pPr algn="l">
        <a:spcBef>
          <a:spcPts val="0"/>
        </a:spcBef>
        <a:spcAft>
          <a:spcPts val="0"/>
        </a:spcAft>
        <a:defRPr sz="4400" b="1">
          <a:solidFill>
            <a:schemeClr val="tx2"/>
          </a:solidFill>
          <a:latin typeface="Arial"/>
          <a:ea typeface="宋体"/>
        </a:defRPr>
      </a:lvl3pPr>
      <a:lvl4pPr algn="l">
        <a:spcBef>
          <a:spcPts val="0"/>
        </a:spcBef>
        <a:spcAft>
          <a:spcPts val="0"/>
        </a:spcAft>
        <a:defRPr sz="4400" b="1">
          <a:solidFill>
            <a:schemeClr val="tx2"/>
          </a:solidFill>
          <a:latin typeface="Arial"/>
          <a:ea typeface="宋体"/>
        </a:defRPr>
      </a:lvl4pPr>
      <a:lvl5pPr algn="l">
        <a:spcBef>
          <a:spcPts val="0"/>
        </a:spcBef>
        <a:spcAft>
          <a:spcPts val="0"/>
        </a:spcAft>
        <a:defRPr sz="4400" b="1">
          <a:solidFill>
            <a:schemeClr val="tx2"/>
          </a:solidFill>
          <a:latin typeface="Arial"/>
          <a:ea typeface="宋体"/>
        </a:defRPr>
      </a:lvl5pPr>
      <a:lvl6pPr marL="457200" algn="l">
        <a:spcBef>
          <a:spcPts val="0"/>
        </a:spcBef>
        <a:spcAft>
          <a:spcPts val="0"/>
        </a:spcAft>
        <a:defRPr sz="4400" b="1">
          <a:solidFill>
            <a:schemeClr val="tx2"/>
          </a:solidFill>
          <a:latin typeface="Arial"/>
          <a:ea typeface="宋体"/>
        </a:defRPr>
      </a:lvl6pPr>
      <a:lvl7pPr marL="914400" algn="l">
        <a:spcBef>
          <a:spcPts val="0"/>
        </a:spcBef>
        <a:spcAft>
          <a:spcPts val="0"/>
        </a:spcAft>
        <a:defRPr sz="4400" b="1">
          <a:solidFill>
            <a:schemeClr val="tx2"/>
          </a:solidFill>
          <a:latin typeface="Arial"/>
          <a:ea typeface="宋体"/>
        </a:defRPr>
      </a:lvl7pPr>
      <a:lvl8pPr marL="1371600" algn="l">
        <a:spcBef>
          <a:spcPts val="0"/>
        </a:spcBef>
        <a:spcAft>
          <a:spcPts val="0"/>
        </a:spcAft>
        <a:defRPr sz="4400" b="1">
          <a:solidFill>
            <a:schemeClr val="tx2"/>
          </a:solidFill>
          <a:latin typeface="Arial"/>
          <a:ea typeface="宋体"/>
        </a:defRPr>
      </a:lvl8pPr>
      <a:lvl9pPr marL="1828800" algn="l">
        <a:spcBef>
          <a:spcPts val="0"/>
        </a:spcBef>
        <a:spcAft>
          <a:spcPts val="0"/>
        </a:spcAft>
        <a:defRPr sz="4400" b="1">
          <a:solidFill>
            <a:schemeClr val="tx2"/>
          </a:solidFill>
          <a:latin typeface="Arial"/>
          <a:ea typeface="宋体"/>
        </a:defRPr>
      </a:lvl9pPr>
    </p:titleStyle>
    <p:bodyStyle>
      <a:lvl1pPr marL="342900" indent="-342900" algn="l">
        <a:spcBef>
          <a:spcPts val="0"/>
        </a:spcBef>
        <a:spcAft>
          <a:spcPts val="0"/>
        </a:spcAft>
        <a:buClr>
          <a:schemeClr val="accent2"/>
        </a:buClr>
        <a:buSzPct val="80000"/>
        <a:buFont typeface="Wingdings"/>
        <a:buChar char="l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>
        <a:spcBef>
          <a:spcPts val="0"/>
        </a:spcBef>
        <a:spcAft>
          <a:spcPts val="0"/>
        </a:spcAft>
        <a:buClr>
          <a:schemeClr val="accent2"/>
        </a:buClr>
        <a:buFont typeface="Wingdings"/>
        <a:buChar char="w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>
        <a:spcBef>
          <a:spcPts val="0"/>
        </a:spcBef>
        <a:spcAft>
          <a:spcPts val="0"/>
        </a:spcAft>
        <a:buClr>
          <a:schemeClr val="accent2"/>
        </a:buClr>
        <a:buSzPct val="90000"/>
        <a:buFont typeface="Wingdings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>
        <a:spcBef>
          <a:spcPts val="0"/>
        </a:spcBef>
        <a:spcAft>
          <a:spcPts val="0"/>
        </a:spcAft>
        <a:buClr>
          <a:schemeClr val="accent2"/>
        </a:buClr>
        <a:buFont typeface="Wingdings"/>
        <a:buChar char="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>
        <a:spcBef>
          <a:spcPts val="0"/>
        </a:spcBef>
        <a:spcAft>
          <a:spcPts val="0"/>
        </a:spcAft>
        <a:buClr>
          <a:schemeClr val="accent2"/>
        </a:buClr>
        <a:buSzPct val="70000"/>
        <a:buFont typeface="Wingdings"/>
        <a:buChar char="l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>
        <a:spcBef>
          <a:spcPts val="0"/>
        </a:spcBef>
        <a:spcAft>
          <a:spcPts val="0"/>
        </a:spcAft>
        <a:buClr>
          <a:schemeClr val="accent2"/>
        </a:buClr>
        <a:buSzPct val="70000"/>
        <a:buFont typeface="Wingdings"/>
        <a:buChar char="l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>
        <a:spcBef>
          <a:spcPts val="0"/>
        </a:spcBef>
        <a:spcAft>
          <a:spcPts val="0"/>
        </a:spcAft>
        <a:buClr>
          <a:schemeClr val="accent2"/>
        </a:buClr>
        <a:buSzPct val="70000"/>
        <a:buFont typeface="Wingdings"/>
        <a:buChar char="l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>
        <a:spcBef>
          <a:spcPts val="0"/>
        </a:spcBef>
        <a:spcAft>
          <a:spcPts val="0"/>
        </a:spcAft>
        <a:buClr>
          <a:schemeClr val="accent2"/>
        </a:buClr>
        <a:buSzPct val="70000"/>
        <a:buFont typeface="Wingdings"/>
        <a:buChar char="l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>
        <a:spcBef>
          <a:spcPts val="0"/>
        </a:spcBef>
        <a:spcAft>
          <a:spcPts val="0"/>
        </a:spcAft>
        <a:buClr>
          <a:schemeClr val="accent2"/>
        </a:buClr>
        <a:buSzPct val="70000"/>
        <a:buFont typeface="Wingdings"/>
        <a:buChar char="l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wmf"/><Relationship Id="rId3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tangle 3" hidden="0"/>
          <p:cNvSpPr/>
          <p:nvPr isPhoto="0" userDrawn="0"/>
        </p:nvSpPr>
        <p:spPr bwMode="auto">
          <a:xfrm>
            <a:off x="250825" y="333375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>
              <a:defRPr/>
            </a:pPr>
            <a:endParaRPr lang="zh-CN" sz="3600" b="1">
              <a:solidFill>
                <a:schemeClr val="accent1"/>
              </a:solidFill>
              <a:latin typeface="Times New Roman"/>
              <a:ea typeface="楷体_GB2312"/>
            </a:endParaRPr>
          </a:p>
        </p:txBody>
      </p:sp>
      <p:sp>
        <p:nvSpPr>
          <p:cNvPr id="5" name="Rectangle 4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381000" y="333375"/>
            <a:ext cx="7772400" cy="809625"/>
          </a:xfrm>
        </p:spPr>
        <p:txBody>
          <a:bodyPr vert="horz" wrap="square" lIns="92075" tIns="46038" rIns="92075" bIns="46038" anchor="b"/>
          <a:lstStyle/>
          <a:p>
            <a:pPr>
              <a:defRPr/>
            </a:pPr>
            <a:r>
              <a:rPr lang="zh-CN" sz="4000">
                <a:solidFill>
                  <a:schemeClr val="bg2"/>
                </a:solidFill>
                <a:latin typeface="楷体_GB2312"/>
                <a:ea typeface="楷体_GB2312"/>
              </a:rPr>
              <a:t>实验</a:t>
            </a:r>
            <a:r>
              <a:rPr lang="en-US" sz="4000">
                <a:solidFill>
                  <a:schemeClr val="bg2"/>
                </a:solidFill>
                <a:latin typeface="楷体_GB2312"/>
                <a:ea typeface="楷体_GB2312"/>
              </a:rPr>
              <a:t>1——</a:t>
            </a:r>
            <a:r>
              <a:rPr lang="zh-CN" sz="4000">
                <a:solidFill>
                  <a:schemeClr val="bg2"/>
                </a:solidFill>
                <a:latin typeface="楷体_GB2312"/>
                <a:ea typeface="楷体_GB2312"/>
              </a:rPr>
              <a:t>题目</a:t>
            </a:r>
            <a:r>
              <a:rPr lang="en-US" sz="4000">
                <a:solidFill>
                  <a:schemeClr val="bg2"/>
                </a:solidFill>
                <a:latin typeface="楷体_GB2312"/>
                <a:ea typeface="楷体_GB2312"/>
              </a:rPr>
              <a:t>1</a:t>
            </a:r>
            <a:endParaRPr lang="zh-CN" sz="4000">
              <a:solidFill>
                <a:schemeClr val="bg2"/>
              </a:solidFill>
              <a:latin typeface="楷体_GB2312"/>
              <a:ea typeface="楷体_GB2312"/>
            </a:endParaRPr>
          </a:p>
        </p:txBody>
      </p:sp>
      <p:sp>
        <p:nvSpPr>
          <p:cNvPr id="6" name="矩形 1" hidden="0"/>
          <p:cNvSpPr/>
          <p:nvPr isPhoto="0" userDrawn="0"/>
        </p:nvSpPr>
        <p:spPr bwMode="auto">
          <a:xfrm>
            <a:off x="261938" y="1629728"/>
            <a:ext cx="8494712" cy="20116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ts val="0"/>
              </a:spcBef>
              <a:buFont typeface="Wingdings"/>
              <a:defRPr/>
            </a:pPr>
            <a:r>
              <a:rPr lang="en-US" b="1">
                <a:solidFill>
                  <a:schemeClr val="bg1"/>
                </a:solidFill>
                <a:ea typeface="楷体"/>
                <a:cs typeface="Times New Roman"/>
              </a:rPr>
              <a:t>【</a:t>
            </a:r>
            <a:r>
              <a:rPr lang="zh-CN" b="1">
                <a:solidFill>
                  <a:schemeClr val="bg1"/>
                </a:solidFill>
                <a:ea typeface="楷体"/>
                <a:cs typeface="Times New Roman"/>
              </a:rPr>
              <a:t>实验题目</a:t>
            </a:r>
            <a:r>
              <a:rPr lang="en-US" b="1">
                <a:solidFill>
                  <a:schemeClr val="bg1"/>
                </a:solidFill>
                <a:ea typeface="楷体"/>
                <a:cs typeface="Times New Roman"/>
              </a:rPr>
              <a:t>1】</a:t>
            </a:r>
            <a:r>
              <a:rPr lang="zh-CN" b="1">
                <a:solidFill>
                  <a:schemeClr val="bg1"/>
                </a:solidFill>
                <a:ea typeface="楷体"/>
                <a:cs typeface="Times New Roman"/>
              </a:rPr>
              <a:t>求二叉树中最大和的路径</a:t>
            </a:r>
            <a:endParaRPr/>
          </a:p>
          <a:p>
            <a:pPr>
              <a:spcBef>
                <a:spcPts val="0"/>
              </a:spcBef>
              <a:buFont typeface="Wingdings"/>
              <a:defRPr/>
            </a:pPr>
            <a:r>
              <a:rPr lang="zh-CN" b="1">
                <a:solidFill>
                  <a:schemeClr val="bg1"/>
                </a:solidFill>
                <a:ea typeface="楷体"/>
                <a:cs typeface="Times New Roman"/>
              </a:rPr>
              <a:t>假设二叉树中的所有节点值为</a:t>
            </a:r>
            <a:r>
              <a:rPr lang="en-US" b="1" i="1">
                <a:solidFill>
                  <a:schemeClr val="bg1"/>
                </a:solidFill>
                <a:ea typeface="楷体"/>
                <a:cs typeface="Times New Roman"/>
              </a:rPr>
              <a:t>int</a:t>
            </a:r>
            <a:r>
              <a:rPr lang="zh-CN" b="1">
                <a:solidFill>
                  <a:schemeClr val="bg1"/>
                </a:solidFill>
                <a:ea typeface="楷体"/>
                <a:cs typeface="Times New Roman"/>
              </a:rPr>
              <a:t>类型，采用二叉链表存储。设计递归算法求二叉树</a:t>
            </a:r>
            <a:r>
              <a:rPr lang="en-US" b="1" i="1">
                <a:solidFill>
                  <a:schemeClr val="bg1"/>
                </a:solidFill>
                <a:ea typeface="楷体"/>
                <a:cs typeface="Times New Roman"/>
              </a:rPr>
              <a:t>bt</a:t>
            </a:r>
            <a:r>
              <a:rPr lang="zh-CN" b="1">
                <a:solidFill>
                  <a:schemeClr val="bg1"/>
                </a:solidFill>
                <a:ea typeface="楷体"/>
                <a:cs typeface="Times New Roman"/>
              </a:rPr>
              <a:t>中从根结点到叶子结点路径和最大的一条路径。例如，对于下图所示的二叉树，路径和最大的一条路径是</a:t>
            </a:r>
            <a:r>
              <a:rPr lang="en-US" b="1">
                <a:solidFill>
                  <a:schemeClr val="bg1"/>
                </a:solidFill>
                <a:ea typeface="楷体"/>
                <a:cs typeface="Times New Roman"/>
              </a:rPr>
              <a:t>5→4</a:t>
            </a:r>
            <a:r>
              <a:rPr lang="en-US" b="1">
                <a:solidFill>
                  <a:schemeClr val="bg1"/>
                </a:solidFill>
                <a:ea typeface="楷体"/>
                <a:cs typeface="Times New Roman"/>
              </a:rPr>
              <a:t>→6</a:t>
            </a:r>
            <a:r>
              <a:rPr lang="zh-CN" b="1">
                <a:solidFill>
                  <a:schemeClr val="bg1"/>
                </a:solidFill>
                <a:ea typeface="楷体"/>
                <a:cs typeface="Times New Roman"/>
              </a:rPr>
              <a:t>，路径和是</a:t>
            </a:r>
            <a:r>
              <a:rPr lang="en-US" b="1">
                <a:solidFill>
                  <a:schemeClr val="bg1"/>
                </a:solidFill>
                <a:ea typeface="楷体"/>
                <a:cs typeface="Times New Roman"/>
              </a:rPr>
              <a:t>15.</a:t>
            </a:r>
            <a:endParaRPr/>
          </a:p>
        </p:txBody>
      </p:sp>
      <p:grpSp>
        <p:nvGrpSpPr>
          <p:cNvPr id="7" name="组合 1" hidden="0"/>
          <p:cNvGrpSpPr/>
          <p:nvPr isPhoto="0" userDrawn="0"/>
        </p:nvGrpSpPr>
        <p:grpSpPr bwMode="auto">
          <a:xfrm>
            <a:off x="4115994" y="3641408"/>
            <a:ext cx="2393248" cy="2293585"/>
            <a:chOff x="4115994" y="3641408"/>
            <a:chExt cx="2393248" cy="2293585"/>
          </a:xfrm>
        </p:grpSpPr>
        <p:sp>
          <p:nvSpPr>
            <p:cNvPr id="8" name="椭圆 2" hidden="0"/>
            <p:cNvSpPr/>
            <p:nvPr isPhoto="0" userDrawn="0"/>
          </p:nvSpPr>
          <p:spPr bwMode="auto">
            <a:xfrm>
              <a:off x="4907685" y="3641408"/>
              <a:ext cx="440144" cy="67028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1712913" marR="0" indent="-2533650" defTabSz="91440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/>
                <a:buNone/>
                <a:defRPr/>
              </a:pPr>
              <a:r>
                <a:rPr lang="en-US" b="1" i="0" u="none" strike="noStrike" cap="none">
                  <a:ln>
                    <a:noFill/>
                  </a:ln>
                  <a:solidFill>
                    <a:schemeClr val="bg1"/>
                  </a:solidFill>
                  <a:latin typeface="楷体_GB2312"/>
                  <a:ea typeface="楷体_GB2312"/>
                </a:rPr>
                <a:t>5</a:t>
              </a:r>
              <a:endParaRPr/>
            </a:p>
          </p:txBody>
        </p:sp>
        <p:sp>
          <p:nvSpPr>
            <p:cNvPr id="9" name="椭圆 3" hidden="0"/>
            <p:cNvSpPr/>
            <p:nvPr isPhoto="0" userDrawn="0"/>
          </p:nvSpPr>
          <p:spPr bwMode="auto">
            <a:xfrm>
              <a:off x="5667573" y="4286042"/>
              <a:ext cx="440144" cy="67028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914400" marR="0" indent="-1735138" algn="r" defTabSz="91440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/>
                <a:buNone/>
                <a:defRPr/>
              </a:pPr>
              <a:r>
                <a:rPr lang="en-US" b="1" i="0" u="none" strike="noStrike" cap="none">
                  <a:ln>
                    <a:noFill/>
                  </a:ln>
                  <a:solidFill>
                    <a:schemeClr val="bg1"/>
                  </a:solidFill>
                  <a:latin typeface="楷体_GB2312"/>
                  <a:ea typeface="楷体_GB2312"/>
                </a:rPr>
                <a:t>4</a:t>
              </a:r>
              <a:endParaRPr/>
            </a:p>
          </p:txBody>
        </p:sp>
        <p:sp>
          <p:nvSpPr>
            <p:cNvPr id="10" name="椭圆 5" hidden="0"/>
            <p:cNvSpPr/>
            <p:nvPr isPhoto="0" userDrawn="0"/>
          </p:nvSpPr>
          <p:spPr bwMode="auto">
            <a:xfrm>
              <a:off x="5373954" y="5207167"/>
              <a:ext cx="440144" cy="67028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914400" marR="0" indent="-1709738" algn="r" defTabSz="91440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/>
                <a:buNone/>
                <a:defRPr/>
              </a:pPr>
              <a:r>
                <a:rPr lang="en-US" b="1" i="0" u="none" strike="noStrike" cap="none">
                  <a:ln>
                    <a:noFill/>
                  </a:ln>
                  <a:solidFill>
                    <a:schemeClr val="bg1"/>
                  </a:solidFill>
                  <a:latin typeface="楷体_GB2312"/>
                  <a:ea typeface="楷体_GB2312"/>
                </a:rPr>
                <a:t>1</a:t>
              </a:r>
              <a:endParaRPr/>
            </a:p>
          </p:txBody>
        </p:sp>
        <p:sp>
          <p:nvSpPr>
            <p:cNvPr id="11" name="椭圆 6" hidden="0"/>
            <p:cNvSpPr/>
            <p:nvPr isPhoto="0" userDrawn="0"/>
          </p:nvSpPr>
          <p:spPr bwMode="auto">
            <a:xfrm>
              <a:off x="4556138" y="5264706"/>
              <a:ext cx="440144" cy="67028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914400" marR="0" indent="-1735138" algn="r" defTabSz="91440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/>
                <a:buNone/>
                <a:defRPr/>
              </a:pPr>
              <a:r>
                <a:rPr lang="en-US" b="1" i="0" u="none" strike="noStrike" cap="none">
                  <a:ln>
                    <a:noFill/>
                  </a:ln>
                  <a:solidFill>
                    <a:schemeClr val="bg1"/>
                  </a:solidFill>
                  <a:latin typeface="楷体_GB2312"/>
                  <a:ea typeface="楷体_GB2312"/>
                </a:rPr>
                <a:t>3</a:t>
              </a:r>
              <a:endParaRPr/>
            </a:p>
          </p:txBody>
        </p:sp>
        <p:sp>
          <p:nvSpPr>
            <p:cNvPr id="12" name="椭圆 7" hidden="0"/>
            <p:cNvSpPr/>
            <p:nvPr isPhoto="0" userDrawn="0"/>
          </p:nvSpPr>
          <p:spPr bwMode="auto">
            <a:xfrm>
              <a:off x="4115994" y="4286042"/>
              <a:ext cx="440144" cy="67028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914400" marR="0" indent="-1735138" algn="r" defTabSz="91440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/>
                <a:buNone/>
                <a:defRPr/>
              </a:pPr>
              <a:r>
                <a:rPr lang="en-US" b="1" i="0" u="none" strike="noStrike" cap="none">
                  <a:ln>
                    <a:noFill/>
                  </a:ln>
                  <a:solidFill>
                    <a:schemeClr val="bg1"/>
                  </a:solidFill>
                  <a:latin typeface="楷体_GB2312"/>
                  <a:ea typeface="楷体_GB2312"/>
                </a:rPr>
                <a:t>2</a:t>
              </a:r>
              <a:endParaRPr/>
            </a:p>
          </p:txBody>
        </p:sp>
        <p:sp>
          <p:nvSpPr>
            <p:cNvPr id="13" name="椭圆 8" hidden="0"/>
            <p:cNvSpPr/>
            <p:nvPr isPhoto="0" userDrawn="0"/>
          </p:nvSpPr>
          <p:spPr bwMode="auto">
            <a:xfrm>
              <a:off x="6069098" y="5210222"/>
              <a:ext cx="440144" cy="67028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914400" marR="0" indent="-1735138" algn="r" defTabSz="91440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/>
                <a:buNone/>
                <a:defRPr/>
              </a:pPr>
              <a:r>
                <a:rPr lang="en-US" b="1" i="0" u="none" strike="noStrike" cap="none">
                  <a:ln>
                    <a:noFill/>
                  </a:ln>
                  <a:solidFill>
                    <a:schemeClr val="bg1"/>
                  </a:solidFill>
                  <a:latin typeface="楷体_GB2312"/>
                  <a:ea typeface="楷体_GB2312"/>
                </a:rPr>
                <a:t>6</a:t>
              </a:r>
              <a:endParaRPr/>
            </a:p>
          </p:txBody>
        </p:sp>
        <p:cxnSp>
          <p:nvCxnSpPr>
            <p:cNvPr id="14" name="直接箭头连接符 9" hidden="0"/>
            <p:cNvCxnSpPr>
              <a:cxnSpLocks/>
              <a:stCxn id="8" idx="2"/>
              <a:endCxn id="12" idx="7"/>
            </p:cNvCxnSpPr>
            <p:nvPr isPhoto="0" userDrawn="0"/>
          </p:nvCxnSpPr>
          <p:spPr bwMode="auto">
            <a:xfrm flipH="1">
              <a:off x="4491680" y="3976552"/>
              <a:ext cx="416005" cy="407651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接箭头连接符 10" hidden="0"/>
            <p:cNvCxnSpPr>
              <a:cxnSpLocks/>
              <a:endCxn id="11" idx="0"/>
            </p:cNvCxnSpPr>
            <p:nvPr isPhoto="0" userDrawn="0"/>
          </p:nvCxnSpPr>
          <p:spPr bwMode="auto">
            <a:xfrm>
              <a:off x="4481740" y="4768755"/>
              <a:ext cx="294470" cy="495951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接箭头连接符 11" hidden="0"/>
            <p:cNvCxnSpPr>
              <a:cxnSpLocks/>
              <a:stCxn id="8" idx="6"/>
            </p:cNvCxnSpPr>
            <p:nvPr isPhoto="0" userDrawn="0"/>
          </p:nvCxnSpPr>
          <p:spPr bwMode="auto">
            <a:xfrm>
              <a:off x="5347828" y="3976552"/>
              <a:ext cx="463430" cy="398090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箭头连接符 12" hidden="0"/>
            <p:cNvCxnSpPr>
              <a:cxnSpLocks/>
              <a:endCxn id="10" idx="0"/>
            </p:cNvCxnSpPr>
            <p:nvPr isPhoto="0" userDrawn="0"/>
          </p:nvCxnSpPr>
          <p:spPr bwMode="auto">
            <a:xfrm flipH="1">
              <a:off x="5594026" y="4884341"/>
              <a:ext cx="169528" cy="322826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箭头连接符 13" hidden="0"/>
            <p:cNvCxnSpPr>
              <a:cxnSpLocks/>
              <a:stCxn id="9" idx="5"/>
              <a:endCxn id="13" idx="0"/>
            </p:cNvCxnSpPr>
            <p:nvPr isPhoto="0" userDrawn="0"/>
          </p:nvCxnSpPr>
          <p:spPr bwMode="auto">
            <a:xfrm>
              <a:off x="6043259" y="4858168"/>
              <a:ext cx="245911" cy="352054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tangle 3" hidden="0"/>
          <p:cNvSpPr/>
          <p:nvPr isPhoto="0" userDrawn="0"/>
        </p:nvSpPr>
        <p:spPr bwMode="auto">
          <a:xfrm>
            <a:off x="250825" y="333375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>
              <a:defRPr/>
            </a:pPr>
            <a:endParaRPr lang="zh-CN" sz="3600" b="1">
              <a:solidFill>
                <a:schemeClr val="accent1"/>
              </a:solidFill>
              <a:latin typeface="Times New Roman"/>
              <a:ea typeface="楷体_GB2312"/>
            </a:endParaRPr>
          </a:p>
        </p:txBody>
      </p:sp>
      <p:sp>
        <p:nvSpPr>
          <p:cNvPr id="5" name="Rectangle 4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381000" y="333375"/>
            <a:ext cx="7772400" cy="809625"/>
          </a:xfrm>
        </p:spPr>
        <p:txBody>
          <a:bodyPr vert="horz" wrap="square" lIns="92075" tIns="46038" rIns="92075" bIns="46038" anchor="b"/>
          <a:lstStyle/>
          <a:p>
            <a:pPr>
              <a:defRPr/>
            </a:pPr>
            <a:r>
              <a:rPr lang="zh-CN" sz="4000">
                <a:solidFill>
                  <a:schemeClr val="bg2"/>
                </a:solidFill>
                <a:latin typeface="楷体_GB2312"/>
                <a:ea typeface="楷体_GB2312"/>
              </a:rPr>
              <a:t>实验</a:t>
            </a:r>
            <a:r>
              <a:rPr lang="en-US" sz="4000">
                <a:solidFill>
                  <a:schemeClr val="bg2"/>
                </a:solidFill>
                <a:latin typeface="楷体_GB2312"/>
                <a:ea typeface="楷体_GB2312"/>
              </a:rPr>
              <a:t>——</a:t>
            </a:r>
            <a:r>
              <a:rPr lang="zh-CN" sz="4000">
                <a:solidFill>
                  <a:schemeClr val="bg2"/>
                </a:solidFill>
                <a:latin typeface="楷体_GB2312"/>
                <a:ea typeface="楷体_GB2312"/>
              </a:rPr>
              <a:t>题目</a:t>
            </a:r>
            <a:r>
              <a:rPr lang="en-US" sz="4000">
                <a:solidFill>
                  <a:schemeClr val="bg2"/>
                </a:solidFill>
                <a:latin typeface="楷体_GB2312"/>
                <a:ea typeface="楷体_GB2312"/>
              </a:rPr>
              <a:t>2</a:t>
            </a:r>
            <a:endParaRPr lang="zh-CN" sz="4000">
              <a:solidFill>
                <a:schemeClr val="bg2"/>
              </a:solidFill>
              <a:latin typeface="楷体_GB2312"/>
              <a:ea typeface="楷体_GB2312"/>
            </a:endParaRPr>
          </a:p>
        </p:txBody>
      </p:sp>
      <p:sp>
        <p:nvSpPr>
          <p:cNvPr id="6" name="矩形 1" hidden="0"/>
          <p:cNvSpPr/>
          <p:nvPr isPhoto="0" userDrawn="0"/>
        </p:nvSpPr>
        <p:spPr bwMode="auto">
          <a:xfrm>
            <a:off x="261938" y="1629728"/>
            <a:ext cx="8494712" cy="20853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ts val="0"/>
              </a:spcBef>
              <a:buFont typeface="Wingdings"/>
              <a:defRPr/>
            </a:pPr>
            <a:r>
              <a:rPr lang="en-US" b="1">
                <a:solidFill>
                  <a:schemeClr val="bg1"/>
                </a:solidFill>
                <a:ea typeface="楷体"/>
                <a:cs typeface="Times New Roman"/>
              </a:rPr>
              <a:t>【</a:t>
            </a:r>
            <a:r>
              <a:rPr lang="zh-CN" b="1">
                <a:solidFill>
                  <a:schemeClr val="bg1"/>
                </a:solidFill>
                <a:ea typeface="楷体"/>
                <a:cs typeface="Times New Roman"/>
              </a:rPr>
              <a:t>实验题目</a:t>
            </a:r>
            <a:r>
              <a:rPr lang="en-US" b="1">
                <a:solidFill>
                  <a:schemeClr val="bg1"/>
                </a:solidFill>
                <a:ea typeface="楷体"/>
                <a:cs typeface="Times New Roman"/>
              </a:rPr>
              <a:t>2】</a:t>
            </a:r>
            <a:r>
              <a:rPr lang="zh-CN" b="1">
                <a:solidFill>
                  <a:schemeClr val="bg1"/>
                </a:solidFill>
                <a:ea typeface="楷体"/>
                <a:cs typeface="Times New Roman"/>
              </a:rPr>
              <a:t>分治策略</a:t>
            </a:r>
            <a:endParaRPr/>
          </a:p>
          <a:p>
            <a:pPr>
              <a:spcBef>
                <a:spcPts val="0"/>
              </a:spcBef>
              <a:buFont typeface="Wingdings"/>
              <a:defRPr/>
            </a:pPr>
            <a:r>
              <a:rPr lang="zh-CN" b="1">
                <a:solidFill>
                  <a:schemeClr val="bg1"/>
                </a:solidFill>
                <a:ea typeface="楷体"/>
                <a:cs typeface="Times New Roman"/>
              </a:rPr>
              <a:t>给定一个整数序列，每个元素出现的次数称为重数，重数最大的数据元素称为众数。设计算法对递增有序序列</a:t>
            </a:r>
            <a:r>
              <a:rPr lang="en-US" b="1" i="1">
                <a:solidFill>
                  <a:schemeClr val="bg1"/>
                </a:solidFill>
                <a:ea typeface="楷体"/>
                <a:cs typeface="Times New Roman"/>
              </a:rPr>
              <a:t>a</a:t>
            </a:r>
            <a:r>
              <a:rPr lang="zh-CN" b="1">
                <a:solidFill>
                  <a:schemeClr val="bg1"/>
                </a:solidFill>
                <a:ea typeface="楷体"/>
                <a:cs typeface="Times New Roman"/>
              </a:rPr>
              <a:t>求众数。例如：</a:t>
            </a:r>
            <a:endParaRPr/>
          </a:p>
          <a:p>
            <a:pPr>
              <a:spcBef>
                <a:spcPts val="0"/>
              </a:spcBef>
              <a:buFont typeface="Wingdings"/>
              <a:defRPr/>
            </a:pPr>
            <a:r>
              <a:rPr lang="zh-CN" b="1">
                <a:solidFill>
                  <a:schemeClr val="bg1"/>
                </a:solidFill>
                <a:ea typeface="楷体"/>
                <a:cs typeface="Times New Roman"/>
              </a:rPr>
              <a:t> </a:t>
            </a:r>
            <a:r>
              <a:rPr lang="zh-CN" b="1" i="1">
                <a:solidFill>
                  <a:schemeClr val="bg1"/>
                </a:solidFill>
                <a:ea typeface="楷体"/>
                <a:cs typeface="Times New Roman"/>
              </a:rPr>
              <a:t> </a:t>
            </a:r>
            <a:r>
              <a:rPr lang="en-US" b="1" i="1">
                <a:solidFill>
                  <a:schemeClr val="bg1"/>
                </a:solidFill>
                <a:ea typeface="楷体"/>
                <a:cs typeface="Times New Roman"/>
              </a:rPr>
              <a:t>a</a:t>
            </a:r>
            <a:r>
              <a:rPr lang="en-US" b="1">
                <a:solidFill>
                  <a:schemeClr val="bg1"/>
                </a:solidFill>
                <a:ea typeface="楷体"/>
                <a:cs typeface="Times New Roman"/>
              </a:rPr>
              <a:t>={1</a:t>
            </a:r>
            <a:r>
              <a:rPr lang="zh-CN" b="1">
                <a:solidFill>
                  <a:schemeClr val="bg1"/>
                </a:solidFill>
                <a:ea typeface="楷体"/>
                <a:cs typeface="Times New Roman"/>
              </a:rPr>
              <a:t>，</a:t>
            </a:r>
            <a:r>
              <a:rPr lang="en-US" b="1">
                <a:solidFill>
                  <a:schemeClr val="bg1"/>
                </a:solidFill>
                <a:ea typeface="楷体"/>
                <a:cs typeface="Times New Roman"/>
              </a:rPr>
              <a:t>2</a:t>
            </a:r>
            <a:r>
              <a:rPr lang="zh-CN" b="1">
                <a:solidFill>
                  <a:schemeClr val="bg1"/>
                </a:solidFill>
                <a:ea typeface="楷体"/>
                <a:cs typeface="Times New Roman"/>
              </a:rPr>
              <a:t>，</a:t>
            </a:r>
            <a:r>
              <a:rPr lang="en-US" b="1">
                <a:solidFill>
                  <a:schemeClr val="bg1"/>
                </a:solidFill>
                <a:ea typeface="楷体"/>
                <a:cs typeface="Times New Roman"/>
              </a:rPr>
              <a:t>2</a:t>
            </a:r>
            <a:r>
              <a:rPr lang="zh-CN" b="1">
                <a:solidFill>
                  <a:schemeClr val="bg1"/>
                </a:solidFill>
                <a:ea typeface="楷体"/>
                <a:cs typeface="Times New Roman"/>
              </a:rPr>
              <a:t>，</a:t>
            </a:r>
            <a:r>
              <a:rPr lang="en-US" b="1">
                <a:solidFill>
                  <a:schemeClr val="bg1"/>
                </a:solidFill>
                <a:ea typeface="楷体"/>
                <a:cs typeface="Times New Roman"/>
              </a:rPr>
              <a:t>3</a:t>
            </a:r>
            <a:r>
              <a:rPr lang="zh-CN" b="1">
                <a:solidFill>
                  <a:schemeClr val="bg1"/>
                </a:solidFill>
                <a:ea typeface="楷体"/>
                <a:cs typeface="Times New Roman"/>
              </a:rPr>
              <a:t>，</a:t>
            </a:r>
            <a:r>
              <a:rPr lang="en-US" b="1">
                <a:solidFill>
                  <a:schemeClr val="bg1"/>
                </a:solidFill>
                <a:ea typeface="楷体"/>
                <a:cs typeface="Times New Roman"/>
              </a:rPr>
              <a:t>5}</a:t>
            </a:r>
            <a:r>
              <a:rPr lang="zh-CN" b="1">
                <a:solidFill>
                  <a:schemeClr val="bg1"/>
                </a:solidFill>
                <a:ea typeface="楷体"/>
                <a:cs typeface="Times New Roman"/>
              </a:rPr>
              <a:t>，则</a:t>
            </a:r>
            <a:r>
              <a:rPr lang="en-US" b="1" i="1">
                <a:solidFill>
                  <a:schemeClr val="bg1"/>
                </a:solidFill>
                <a:ea typeface="楷体"/>
                <a:cs typeface="Times New Roman"/>
              </a:rPr>
              <a:t>a</a:t>
            </a:r>
            <a:r>
              <a:rPr lang="zh-CN" b="1">
                <a:solidFill>
                  <a:schemeClr val="bg1"/>
                </a:solidFill>
                <a:ea typeface="楷体"/>
                <a:cs typeface="Times New Roman"/>
              </a:rPr>
              <a:t>的众数是</a:t>
            </a:r>
            <a:r>
              <a:rPr lang="en-US" b="1">
                <a:solidFill>
                  <a:schemeClr val="bg1"/>
                </a:solidFill>
                <a:ea typeface="楷体"/>
                <a:cs typeface="Times New Roman"/>
              </a:rPr>
              <a:t>2</a:t>
            </a:r>
            <a:r>
              <a:rPr lang="zh-CN" b="1">
                <a:solidFill>
                  <a:schemeClr val="bg1"/>
                </a:solidFill>
                <a:ea typeface="楷体"/>
                <a:cs typeface="Times New Roman"/>
              </a:rPr>
              <a:t>，其重数为</a:t>
            </a:r>
            <a:r>
              <a:rPr lang="en-US" b="1">
                <a:solidFill>
                  <a:schemeClr val="bg1"/>
                </a:solidFill>
                <a:ea typeface="楷体"/>
                <a:cs typeface="Times New Roman"/>
              </a:rPr>
              <a:t>3</a:t>
            </a:r>
            <a:r>
              <a:rPr lang="zh-CN" b="1">
                <a:solidFill>
                  <a:schemeClr val="bg1"/>
                </a:solidFill>
                <a:ea typeface="楷体"/>
                <a:cs typeface="Times New Roman"/>
              </a:rPr>
              <a:t>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tangle 3" hidden="0"/>
          <p:cNvSpPr/>
          <p:nvPr isPhoto="0" userDrawn="0"/>
        </p:nvSpPr>
        <p:spPr bwMode="auto">
          <a:xfrm>
            <a:off x="250825" y="333375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>
              <a:defRPr/>
            </a:pPr>
            <a:endParaRPr lang="zh-CN" sz="3600" b="1">
              <a:solidFill>
                <a:schemeClr val="accent1"/>
              </a:solidFill>
              <a:latin typeface="Times New Roman"/>
              <a:ea typeface="楷体_GB2312"/>
            </a:endParaRPr>
          </a:p>
        </p:txBody>
      </p:sp>
      <p:sp>
        <p:nvSpPr>
          <p:cNvPr id="5" name="Rectangle 4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381000" y="333375"/>
            <a:ext cx="7772400" cy="809625"/>
          </a:xfrm>
        </p:spPr>
        <p:txBody>
          <a:bodyPr vert="horz" wrap="square" lIns="92075" tIns="46038" rIns="92075" bIns="46038" anchor="b"/>
          <a:lstStyle/>
          <a:p>
            <a:pPr>
              <a:defRPr/>
            </a:pPr>
            <a:r>
              <a:rPr lang="zh-CN" sz="4000">
                <a:solidFill>
                  <a:schemeClr val="bg2"/>
                </a:solidFill>
                <a:latin typeface="楷体_GB2312"/>
                <a:ea typeface="楷体_GB2312"/>
              </a:rPr>
              <a:t>实验</a:t>
            </a:r>
            <a:r>
              <a:rPr lang="en-US" sz="4000">
                <a:solidFill>
                  <a:schemeClr val="bg2"/>
                </a:solidFill>
                <a:latin typeface="楷体_GB2312"/>
                <a:ea typeface="楷体_GB2312"/>
              </a:rPr>
              <a:t>2——</a:t>
            </a:r>
            <a:r>
              <a:rPr lang="zh-CN" sz="4000">
                <a:solidFill>
                  <a:schemeClr val="bg2"/>
                </a:solidFill>
                <a:latin typeface="楷体_GB2312"/>
                <a:ea typeface="楷体_GB2312"/>
              </a:rPr>
              <a:t>题目</a:t>
            </a:r>
            <a:r>
              <a:rPr lang="en-US" sz="4000">
                <a:solidFill>
                  <a:schemeClr val="bg2"/>
                </a:solidFill>
                <a:latin typeface="楷体_GB2312"/>
                <a:ea typeface="楷体_GB2312"/>
              </a:rPr>
              <a:t>3</a:t>
            </a:r>
            <a:endParaRPr lang="zh-CN" sz="4000">
              <a:solidFill>
                <a:schemeClr val="bg2"/>
              </a:solidFill>
              <a:latin typeface="楷体_GB2312"/>
              <a:ea typeface="楷体_GB2312"/>
            </a:endParaRPr>
          </a:p>
        </p:txBody>
      </p:sp>
      <p:sp>
        <p:nvSpPr>
          <p:cNvPr id="6" name="矩形 1" hidden="0"/>
          <p:cNvSpPr/>
          <p:nvPr isPhoto="0" userDrawn="0"/>
        </p:nvSpPr>
        <p:spPr bwMode="auto">
          <a:xfrm>
            <a:off x="439364" y="1653540"/>
            <a:ext cx="8496223" cy="338331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ts val="0"/>
              </a:spcBef>
              <a:buFont typeface="Wingdings"/>
              <a:defRPr/>
            </a:pPr>
            <a:r>
              <a:rPr lang="en-US" b="1">
                <a:solidFill>
                  <a:schemeClr val="bg1"/>
                </a:solidFill>
                <a:ea typeface="楷体"/>
                <a:cs typeface="Times New Roman"/>
              </a:rPr>
              <a:t>【</a:t>
            </a:r>
            <a:r>
              <a:rPr lang="zh-CN" b="1">
                <a:solidFill>
                  <a:schemeClr val="bg1"/>
                </a:solidFill>
                <a:ea typeface="楷体"/>
                <a:cs typeface="Times New Roman"/>
              </a:rPr>
              <a:t>实验题目</a:t>
            </a:r>
            <a:r>
              <a:rPr lang="en-US" b="1">
                <a:solidFill>
                  <a:schemeClr val="bg1"/>
                </a:solidFill>
                <a:ea typeface="楷体"/>
                <a:cs typeface="Times New Roman"/>
              </a:rPr>
              <a:t>3】</a:t>
            </a:r>
            <a:r>
              <a:rPr lang="zh-CN" b="1">
                <a:solidFill>
                  <a:schemeClr val="bg1"/>
                </a:solidFill>
                <a:ea typeface="楷体"/>
                <a:cs typeface="Times New Roman"/>
              </a:rPr>
              <a:t>分治策略</a:t>
            </a:r>
            <a:endParaRPr/>
          </a:p>
          <a:p>
            <a:pPr>
              <a:spcBef>
                <a:spcPts val="0"/>
              </a:spcBef>
              <a:buFont typeface="Wingdings"/>
              <a:defRPr/>
            </a:pPr>
            <a:r>
              <a:rPr lang="zh-CN" b="1">
                <a:solidFill>
                  <a:schemeClr val="bg1"/>
                </a:solidFill>
                <a:ea typeface="楷体"/>
                <a:cs typeface="Times New Roman"/>
              </a:rPr>
              <a:t>给定一个数组</a:t>
            </a:r>
            <a:endParaRPr/>
          </a:p>
          <a:p>
            <a:pPr>
              <a:spcBef>
                <a:spcPts val="0"/>
              </a:spcBef>
              <a:buFont typeface="Wingdings"/>
              <a:defRPr/>
            </a:pPr>
            <a:endParaRPr lang="zh-CN" b="1">
              <a:solidFill>
                <a:schemeClr val="bg1"/>
              </a:solidFill>
              <a:ea typeface="楷体"/>
              <a:cs typeface="Times New Roman"/>
            </a:endParaRPr>
          </a:p>
          <a:p>
            <a:pPr>
              <a:spcBef>
                <a:spcPts val="0"/>
              </a:spcBef>
              <a:buFont typeface="Wingdings"/>
              <a:defRPr/>
            </a:pPr>
            <a:r>
              <a:rPr lang="zh-CN" b="1">
                <a:solidFill>
                  <a:schemeClr val="bg1"/>
                </a:solidFill>
                <a:ea typeface="楷体"/>
                <a:cs typeface="Times New Roman"/>
              </a:rPr>
              <a:t>若 (ai&gt;aj)且(i&lt;j) 就为一个逆序对。</a:t>
            </a:r>
            <a:endParaRPr/>
          </a:p>
          <a:p>
            <a:pPr>
              <a:spcBef>
                <a:spcPts val="0"/>
              </a:spcBef>
              <a:buFont typeface="Wingdings"/>
              <a:defRPr/>
            </a:pPr>
            <a:r>
              <a:rPr lang="zh-CN" b="1">
                <a:solidFill>
                  <a:schemeClr val="bg1"/>
                </a:solidFill>
                <a:ea typeface="楷体"/>
                <a:cs typeface="Times New Roman"/>
              </a:rPr>
              <a:t>例如数（</a:t>
            </a:r>
            <a:r>
              <a:rPr lang="en-US" b="1">
                <a:solidFill>
                  <a:schemeClr val="bg1"/>
                </a:solidFill>
                <a:ea typeface="楷体"/>
                <a:cs typeface="Times New Roman"/>
              </a:rPr>
              <a:t>3,1,4,5,2</a:t>
            </a:r>
            <a:r>
              <a:rPr lang="zh-CN" b="1">
                <a:solidFill>
                  <a:schemeClr val="bg1"/>
                </a:solidFill>
                <a:ea typeface="楷体"/>
                <a:cs typeface="Times New Roman"/>
              </a:rPr>
              <a:t>）的逆序对为</a:t>
            </a:r>
            <a:r>
              <a:rPr lang="en-US" b="1">
                <a:solidFill>
                  <a:schemeClr val="bg1"/>
                </a:solidFill>
                <a:ea typeface="楷体"/>
                <a:cs typeface="Times New Roman"/>
              </a:rPr>
              <a:t>4</a:t>
            </a:r>
            <a:r>
              <a:rPr lang="zh-CN" b="1">
                <a:solidFill>
                  <a:schemeClr val="bg1"/>
                </a:solidFill>
                <a:ea typeface="楷体"/>
                <a:cs typeface="Times New Roman"/>
              </a:rPr>
              <a:t>个，分别是</a:t>
            </a:r>
            <a:r>
              <a:rPr lang="en-US" b="1">
                <a:solidFill>
                  <a:schemeClr val="bg1"/>
                </a:solidFill>
                <a:ea typeface="楷体"/>
                <a:cs typeface="Times New Roman"/>
              </a:rPr>
              <a:t>&lt;3,1&gt;</a:t>
            </a:r>
            <a:r>
              <a:rPr lang="zh-CN" b="1">
                <a:solidFill>
                  <a:schemeClr val="bg1"/>
                </a:solidFill>
                <a:ea typeface="楷体"/>
                <a:cs typeface="Times New Roman"/>
              </a:rPr>
              <a:t>，</a:t>
            </a:r>
            <a:r>
              <a:rPr lang="en-US" b="1">
                <a:solidFill>
                  <a:schemeClr val="bg1"/>
                </a:solidFill>
                <a:ea typeface="楷体"/>
                <a:cs typeface="Times New Roman"/>
              </a:rPr>
              <a:t>&lt;3,2&gt;</a:t>
            </a:r>
            <a:r>
              <a:rPr lang="zh-CN" b="1">
                <a:solidFill>
                  <a:schemeClr val="bg1"/>
                </a:solidFill>
                <a:ea typeface="楷体"/>
                <a:cs typeface="Times New Roman"/>
              </a:rPr>
              <a:t>，</a:t>
            </a:r>
            <a:r>
              <a:rPr lang="en-US" b="1">
                <a:solidFill>
                  <a:schemeClr val="bg1"/>
                </a:solidFill>
                <a:ea typeface="楷体"/>
                <a:cs typeface="Times New Roman"/>
              </a:rPr>
              <a:t>&lt;4,2&gt;</a:t>
            </a:r>
            <a:r>
              <a:rPr lang="zh-CN" b="1">
                <a:solidFill>
                  <a:schemeClr val="bg1"/>
                </a:solidFill>
                <a:ea typeface="楷体"/>
                <a:cs typeface="Times New Roman"/>
              </a:rPr>
              <a:t>、</a:t>
            </a:r>
            <a:r>
              <a:rPr lang="en-US" b="1">
                <a:solidFill>
                  <a:schemeClr val="bg1"/>
                </a:solidFill>
                <a:ea typeface="楷体"/>
                <a:cs typeface="Times New Roman"/>
              </a:rPr>
              <a:t>&lt;5,2&gt;</a:t>
            </a:r>
            <a:r>
              <a:rPr lang="zh-CN" b="1">
                <a:solidFill>
                  <a:schemeClr val="bg1"/>
                </a:solidFill>
                <a:ea typeface="楷体"/>
                <a:cs typeface="Times New Roman"/>
              </a:rPr>
              <a:t>。</a:t>
            </a:r>
            <a:endParaRPr/>
          </a:p>
          <a:p>
            <a:pPr>
              <a:spcBef>
                <a:spcPts val="0"/>
              </a:spcBef>
              <a:buFont typeface="Wingdings"/>
              <a:defRPr/>
            </a:pPr>
            <a:r>
              <a:rPr lang="zh-CN" b="1">
                <a:solidFill>
                  <a:schemeClr val="bg1"/>
                </a:solidFill>
                <a:ea typeface="楷体"/>
                <a:cs typeface="Times New Roman"/>
              </a:rPr>
              <a:t>编写一个实验程序，采用分治法求序列</a:t>
            </a:r>
            <a:r>
              <a:rPr lang="en-US" b="1">
                <a:solidFill>
                  <a:schemeClr val="bg1"/>
                </a:solidFill>
                <a:ea typeface="楷体"/>
                <a:cs typeface="Times New Roman"/>
              </a:rPr>
              <a:t>A</a:t>
            </a:r>
            <a:r>
              <a:rPr lang="zh-CN" b="1">
                <a:solidFill>
                  <a:schemeClr val="bg1"/>
                </a:solidFill>
                <a:ea typeface="楷体"/>
                <a:cs typeface="Times New Roman"/>
              </a:rPr>
              <a:t>中逆序对的个数，即逆序数。</a:t>
            </a:r>
            <a:endParaRPr/>
          </a:p>
          <a:p>
            <a:pPr>
              <a:spcBef>
                <a:spcPts val="0"/>
              </a:spcBef>
              <a:buFont typeface="Wingdings"/>
              <a:defRPr/>
            </a:pPr>
            <a:endParaRPr lang="zh-CN" b="1">
              <a:solidFill>
                <a:schemeClr val="bg1"/>
              </a:solidFill>
              <a:ea typeface="楷体"/>
              <a:cs typeface="Times New Roman"/>
            </a:endParaRPr>
          </a:p>
        </p:txBody>
      </p:sp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2874644" y="2008766"/>
          <a:ext cx="2524760" cy="510540"/>
        </p:xfrm>
        <a:graphic>
          <a:graphicData uri="http://schemas.openxmlformats.org/presentationml/2006/ole">
            <p:oleObj name="oleObj" r:id="rId3" imgW="1130300" imgH="228600" progId="Equation.KSEE3">
              <p:embed/>
              <p:pic>
                <p:nvPicPr>
                  <p:cNvPr id="7" name="" hidden="0"/>
                  <p:cNvPicPr/>
                  <p:nvPr isPhoto="0" userDrawn="0"/>
                </p:nvPicPr>
                <p:blipFill>
                  <a:blip r:embed="rId2"/>
                  <a:stretch/>
                </p:blipFill>
                <p:spPr bwMode="auto">
                  <a:xfrm>
                    <a:off x="2874644" y="2008766"/>
                    <a:ext cx="2524760" cy="51054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1_个人主页 (标准)">
  <a:themeElements>
    <a:clrScheme name="个人主页 (标准) 4">
      <a:dk1>
        <a:srgbClr val="000000"/>
      </a:dk1>
      <a:lt1>
        <a:srgbClr val="FFFFFF"/>
      </a:lt1>
      <a:dk2>
        <a:srgbClr val="1E2E53"/>
      </a:dk2>
      <a:lt2>
        <a:srgbClr val="FFCC00"/>
      </a:lt2>
      <a:accent1>
        <a:srgbClr val="FF9933"/>
      </a:accent1>
      <a:accent2>
        <a:srgbClr val="336699"/>
      </a:accent2>
      <a:accent3>
        <a:srgbClr val="ABADB3"/>
      </a:accent3>
      <a:accent4>
        <a:srgbClr val="DADADA"/>
      </a:accent4>
      <a:accent5>
        <a:srgbClr val="FFCAAD"/>
      </a:accent5>
      <a:accent6>
        <a:srgbClr val="2D5C8A"/>
      </a:accent6>
      <a:hlink>
        <a:srgbClr val="0000FF"/>
      </a:hlink>
      <a:folHlink>
        <a:srgbClr val="A73737"/>
      </a:folHlink>
    </a:clrScheme>
    <a:fontScheme name="个人主页 (标准)">
      <a:majorFont>
        <a:latin typeface="Arial"/>
        <a:ea typeface="宋体"/>
        <a:cs typeface="Arial"/>
      </a:majorFont>
      <a:minorFont>
        <a:latin typeface="Arial"/>
        <a:ea typeface="宋体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xfrm>
          <a:off x="0" y="0"/>
          <a:ext cx="1" cy="1"/>
        </a:xfrm>
        <a:prstGeom prst="rect">
          <a:avLst/>
        </a:prstGeom>
        <a:solidFill>
          <a:schemeClr val="tx1"/>
        </a:solidFill>
        <a:ln>
          <a:noFill/>
        </a:ln>
      </a:spPr>
      <a:bodyPr/>
      <a:lstStyle/>
    </a:spDef>
    <a:lnDef>
      <a:spPr bwMode="auto">
        <a:xfrm>
          <a:off x="0" y="0"/>
          <a:ext cx="1" cy="1"/>
        </a:xfrm>
        <a:prstGeom prst="rect">
          <a:avLst/>
        </a:prstGeom>
        <a:solidFill>
          <a:schemeClr val="tx1"/>
        </a:solidFill>
        <a:ln>
          <a:noFill/>
        </a:ln>
      </a:spPr>
      <a:bodyPr/>
      <a:lstStyle/>
    </a:lnDef>
  </a:objectDefaults>
  <a:extraClrSchemeLst>
    <a:extraClrScheme>
      <a:clrScheme name="个人主页 (标准) 1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个人主页 (标准) 2">
        <a:dk1>
          <a:srgbClr val="663300"/>
        </a:dk1>
        <a:lt1>
          <a:srgbClr val="FFFFFF"/>
        </a:lt1>
        <a:dk2>
          <a:srgbClr val="996633"/>
        </a:dk2>
        <a:lt2>
          <a:srgbClr val="868686"/>
        </a:lt2>
        <a:accent1>
          <a:srgbClr val="FF9900"/>
        </a:accent1>
        <a:accent2>
          <a:srgbClr val="CC6600"/>
        </a:accent2>
        <a:accent3>
          <a:srgbClr val="FFFFFF"/>
        </a:accent3>
        <a:accent4>
          <a:srgbClr val="562A00"/>
        </a:accent4>
        <a:accent5>
          <a:srgbClr val="FFCAAA"/>
        </a:accent5>
        <a:accent6>
          <a:srgbClr val="B95C00"/>
        </a:accent6>
        <a:hlink>
          <a:srgbClr val="FFCC00"/>
        </a:hlink>
        <a:folHlink>
          <a:srgbClr val="CCCCCC"/>
        </a:folHlink>
      </a:clrScheme>
      <a:clrMap accent1="accent1" accent2="accent2" accent3="accent3" accent4="accent4" accent5="accent5" accent6="accent6" bg1="lt1" bg2="lt2" folHlink="folHlink" hlink="hlink" tx1="dk1" tx2="dk2"/>
    </a:extraClrScheme>
    <a:extraClrScheme>
      <a:clrScheme name="个人主页 (标准)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accent1="accent1" accent2="accent2" accent3="accent3" accent4="accent4" accent5="accent5" accent6="accent6" bg1="lt1" bg2="lt2" folHlink="folHlink" hlink="hlink" tx1="dk1" tx2="dk2"/>
    </a:extraClrScheme>
    <a:extraClrScheme>
      <a:clrScheme name="个人主页 (标准) 4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0000FF"/>
        </a:hlink>
        <a:folHlink>
          <a:srgbClr val="A73737"/>
        </a:folHlink>
      </a:clrScheme>
      <a:clrMap accent1="accent1" accent2="accent2" accent3="accent3" accent4="accent4" accent5="accent5" accent6="accent6" bg1="dk2" bg2="dk1" folHlink="folHlink" hlink="hlink" tx1="lt1" tx2="lt2"/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2_个人主页 (标准)">
  <a:themeElements>
    <a:clrScheme name="个人主页 (标准) 4">
      <a:dk1>
        <a:srgbClr val="000000"/>
      </a:dk1>
      <a:lt1>
        <a:srgbClr val="FFFFFF"/>
      </a:lt1>
      <a:dk2>
        <a:srgbClr val="1E2E53"/>
      </a:dk2>
      <a:lt2>
        <a:srgbClr val="FFCC00"/>
      </a:lt2>
      <a:accent1>
        <a:srgbClr val="FF9933"/>
      </a:accent1>
      <a:accent2>
        <a:srgbClr val="336699"/>
      </a:accent2>
      <a:accent3>
        <a:srgbClr val="ABADB3"/>
      </a:accent3>
      <a:accent4>
        <a:srgbClr val="DADADA"/>
      </a:accent4>
      <a:accent5>
        <a:srgbClr val="FFCAAD"/>
      </a:accent5>
      <a:accent6>
        <a:srgbClr val="2D5C8A"/>
      </a:accent6>
      <a:hlink>
        <a:srgbClr val="0000FF"/>
      </a:hlink>
      <a:folHlink>
        <a:srgbClr val="A73737"/>
      </a:folHlink>
    </a:clrScheme>
    <a:fontScheme name="个人主页 (标准)">
      <a:majorFont>
        <a:latin typeface="Arial"/>
        <a:ea typeface="宋体"/>
        <a:cs typeface="Arial"/>
      </a:majorFont>
      <a:minorFont>
        <a:latin typeface="Arial"/>
        <a:ea typeface="宋体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xfrm>
          <a:off x="0" y="0"/>
          <a:ext cx="1" cy="1"/>
        </a:xfrm>
        <a:prstGeom prst="rect">
          <a:avLst/>
        </a:prstGeom>
        <a:solidFill>
          <a:schemeClr val="tx1"/>
        </a:solidFill>
        <a:ln>
          <a:noFill/>
        </a:ln>
      </a:spPr>
      <a:bodyPr/>
      <a:lstStyle/>
    </a:spDef>
    <a:lnDef>
      <a:spPr bwMode="auto">
        <a:xfrm>
          <a:off x="0" y="0"/>
          <a:ext cx="1" cy="1"/>
        </a:xfrm>
        <a:prstGeom prst="rect">
          <a:avLst/>
        </a:prstGeom>
        <a:solidFill>
          <a:schemeClr val="tx1"/>
        </a:solidFill>
        <a:ln>
          <a:noFill/>
        </a:ln>
      </a:spPr>
      <a:bodyPr/>
      <a:lstStyle/>
    </a:lnDef>
  </a:objectDefaults>
  <a:extraClrSchemeLst>
    <a:extraClrScheme>
      <a:clrScheme name="个人主页 (标准) 1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个人主页 (标准) 2">
        <a:dk1>
          <a:srgbClr val="663300"/>
        </a:dk1>
        <a:lt1>
          <a:srgbClr val="FFFFFF"/>
        </a:lt1>
        <a:dk2>
          <a:srgbClr val="996633"/>
        </a:dk2>
        <a:lt2>
          <a:srgbClr val="868686"/>
        </a:lt2>
        <a:accent1>
          <a:srgbClr val="FF9900"/>
        </a:accent1>
        <a:accent2>
          <a:srgbClr val="CC6600"/>
        </a:accent2>
        <a:accent3>
          <a:srgbClr val="FFFFFF"/>
        </a:accent3>
        <a:accent4>
          <a:srgbClr val="562A00"/>
        </a:accent4>
        <a:accent5>
          <a:srgbClr val="FFCAAA"/>
        </a:accent5>
        <a:accent6>
          <a:srgbClr val="B95C00"/>
        </a:accent6>
        <a:hlink>
          <a:srgbClr val="FFCC00"/>
        </a:hlink>
        <a:folHlink>
          <a:srgbClr val="CCCCCC"/>
        </a:folHlink>
      </a:clrScheme>
      <a:clrMap accent1="accent1" accent2="accent2" accent3="accent3" accent4="accent4" accent5="accent5" accent6="accent6" bg1="lt1" bg2="lt2" folHlink="folHlink" hlink="hlink" tx1="dk1" tx2="dk2"/>
    </a:extraClrScheme>
    <a:extraClrScheme>
      <a:clrScheme name="个人主页 (标准)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accent1="accent1" accent2="accent2" accent3="accent3" accent4="accent4" accent5="accent5" accent6="accent6" bg1="lt1" bg2="lt2" folHlink="folHlink" hlink="hlink" tx1="dk1" tx2="dk2"/>
    </a:extraClrScheme>
    <a:extraClrScheme>
      <a:clrScheme name="个人主页 (标准) 4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0000FF"/>
        </a:hlink>
        <a:folHlink>
          <a:srgbClr val="A73737"/>
        </a:folHlink>
      </a:clrScheme>
      <a:clrMap accent1="accent1" accent2="accent2" accent3="accent3" accent4="accent4" accent5="accent5" accent6="accent6" bg1="dk2" bg2="dk1" folHlink="folHlink" hlink="hlink" tx1="lt1" tx2="lt2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Office\Templates\演示文稿\个人主页 (标准).pot</Template>
  <TotalTime>0</TotalTime>
  <Words>0</Words>
  <Application>JisuOffice/1.0</Application>
  <DocSecurity>0</DocSecurity>
  <PresentationFormat>全屏显示(4:3)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Theme 1</vt:lpstr>
      <vt:lpstr>Theme 2</vt:lpstr>
      <vt:lpstr>Slide 1</vt:lpstr>
      <vt:lpstr>Slide 2</vt:lpstr>
      <vt:lpstr>Slide 3</vt:lpstr>
    </vt:vector>
  </TitlesOfParts>
  <Manager/>
  <Company>NEU</Company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数据库系统原理</dc:title>
  <dc:subject/>
  <dc:creator>songby</dc:creator>
  <cp:keywords/>
  <dc:description/>
  <dc:identifier/>
  <dc:language/>
  <cp:lastModifiedBy/>
  <cp:revision>914</cp:revision>
  <dcterms:created xsi:type="dcterms:W3CDTF">2000-10-31T09:27:00Z</dcterms:created>
  <dcterms:modified xsi:type="dcterms:W3CDTF">2022-05-06T05:23:33Z</dcterms:modified>
  <cp:category/>
  <cp:contentStatus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2052-11.3.0.8775</vt:lpwstr>
  </property>
</Properties>
</file>