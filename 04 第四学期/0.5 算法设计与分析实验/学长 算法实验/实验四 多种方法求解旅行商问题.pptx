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6"/>
  </p:handoutMasterIdLst>
  <p:sldIdLst>
    <p:sldId id="257" r:id="rId4"/>
  </p:sldIdLst>
  <p:sldSz cx="9144000" cy="6858000" type="screen4x3"/>
  <p:notesSz cx="6934200" cy="9398000"/>
  <p:custDataLst>
    <p:tags r:id="rId10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C0FF"/>
    <a:srgbClr val="FF0000"/>
    <a:srgbClr val="CCECFF"/>
    <a:srgbClr val="99CCFF"/>
    <a:srgbClr val="CC99FF"/>
    <a:srgbClr val="3399FF"/>
    <a:srgbClr val="FFCC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236" y="-96"/>
      </p:cViewPr>
      <p:guideLst>
        <p:guide orient="horz" pos="2160"/>
        <p:guide pos="2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FFFFFF"/>
                </a:solidFill>
              </a:rPr>
            </a:fld>
            <a:endParaRPr lang="zh-CN" altLang="en-US" sz="12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15888"/>
            <a:ext cx="7772400" cy="590391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4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2055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6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36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36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36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36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求解旅行商问题不同策略比较</a:t>
            </a:r>
            <a:endParaRPr lang="zh-CN" altLang="en-US" sz="3600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3119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使用不同的算法策略求解旅行商问题（任选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种）</a:t>
            </a:r>
            <a:endParaRPr lang="en-US" altLang="zh-CN" b="1" dirty="0" smtClean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）蛮力算法</a:t>
            </a:r>
            <a:endParaRPr lang="en-US" altLang="zh-CN" b="1" dirty="0" smtClean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2"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          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）动态规划</a:t>
            </a:r>
            <a:endParaRPr lang="zh-CN" altLang="en-US" b="1" dirty="0" smtClean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2"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          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）贪心法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）回溯法</a:t>
            </a:r>
            <a:endParaRPr lang="en-US" altLang="zh-CN" b="1" dirty="0" smtClean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）分支限界</a:t>
            </a:r>
            <a:endParaRPr lang="en-US" altLang="zh-CN" b="1" dirty="0" smtClean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8" t="34676" r="28895" b="40976"/>
          <a:stretch>
            <a:fillRect/>
          </a:stretch>
        </p:blipFill>
        <p:spPr bwMode="auto">
          <a:xfrm>
            <a:off x="4509294" y="2493383"/>
            <a:ext cx="3024336" cy="26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99160" y="4796790"/>
            <a:ext cx="31946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方法</a:t>
            </a:r>
            <a:r>
              <a:rPr lang="en-US" altLang="zh-CN">
                <a:solidFill>
                  <a:schemeClr val="bg1"/>
                </a:solidFill>
              </a:rPr>
              <a:t>(4)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(5)</a:t>
            </a:r>
            <a:r>
              <a:rPr lang="zh-CN" altLang="en-US">
                <a:solidFill>
                  <a:schemeClr val="bg1"/>
                </a:solidFill>
              </a:rPr>
              <a:t>等学完相关内容后进行尝试。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124</Words>
  <Application>WPS 演示</Application>
  <PresentationFormat>全屏显示(4:3)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楷体_GB2312</vt:lpstr>
      <vt:lpstr>新宋体</vt:lpstr>
      <vt:lpstr>楷体</vt:lpstr>
      <vt:lpstr>微软雅黑</vt:lpstr>
      <vt:lpstr>Arial Unicode MS</vt:lpstr>
      <vt:lpstr>1_个人主页 (标准)</vt:lpstr>
      <vt:lpstr>个人主页 (标准)</vt:lpstr>
      <vt:lpstr>实验6—求解旅行商问题不同策略比较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923</cp:revision>
  <cp:lastPrinted>1995-12-08T18:33:00Z</cp:lastPrinted>
  <dcterms:created xsi:type="dcterms:W3CDTF">2000-10-31T09:27:00Z</dcterms:created>
  <dcterms:modified xsi:type="dcterms:W3CDTF">2021-11-18T10:46:11Z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80373A568543479BB2921EEB0C2BE9C3</vt:lpwstr>
  </property>
</Properties>
</file>