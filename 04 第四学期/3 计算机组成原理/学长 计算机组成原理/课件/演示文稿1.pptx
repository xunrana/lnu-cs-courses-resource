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29T12:24:1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294 209,'0'4,"0"0,-2 5,1-1,-11 24,3-4,6-11,-2 16,4-19,-1 0,1-2,-3 9,3-15,1-2,-1 0,1-1,0 1,0-1,1 5,0-5,3 11,-3-2,8 44,-7-46,-1-1,0-3,-1-1,0 19,0-6,-1 4,1-13,-1-4,1-1,0-1,0 2,0 2,0-3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4-29T12:24:1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463 181,'0'3,"0"1,0-1,1 5,0-3,2 19,-1-15,-1-2,0 0,-1-2,2 8,1 3,0 13,-3-25,1-1,2 3,1 6,-4-9,0 2,0 5,0 14,0-1,-1 8,1-21,0 24,0-25,0-2,0 20,0-16,0 13,0-15,0 4,0-1,0 6,0-15,0 1,0-1,0 2,0-2,0 1,0-1,0 2,0-2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0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6882" name="Rectangle 3"/>
          <p:cNvSpPr>
            <a:spLocks noGrp="1"/>
          </p:cNvSpPr>
          <p:nvPr>
            <p:ph idx="1"/>
          </p:nvPr>
        </p:nvSpPr>
        <p:spPr>
          <a:xfrm>
            <a:off x="1981200" y="6019800"/>
            <a:ext cx="8229600" cy="838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                      信息流程图</a:t>
            </a:r>
            <a:endParaRPr lang="zh-CN" altLang="zh-CN" dirty="0"/>
          </a:p>
        </p:txBody>
      </p:sp>
      <p:sp>
        <p:nvSpPr>
          <p:cNvPr id="506883" name="Rectangle 4"/>
          <p:cNvSpPr/>
          <p:nvPr/>
        </p:nvSpPr>
        <p:spPr>
          <a:xfrm>
            <a:off x="3467100" y="1357313"/>
            <a:ext cx="9144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06884" name="Picture 5" descr="Image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0"/>
            <a:ext cx="7713663" cy="6078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6885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79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graphicFrame>
        <p:nvGraphicFramePr>
          <p:cNvPr id="50790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514600" y="0"/>
          <a:ext cx="7086600" cy="671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6383000" imgH="15525750" progId="Paint.Picture">
                  <p:embed/>
                </p:oleObj>
              </mc:Choice>
              <mc:Fallback>
                <p:oleObj name="" r:id="rId1" imgW="16383000" imgH="15525750" progId="Paint.Picture">
                  <p:embed/>
                  <p:pic>
                    <p:nvPicPr>
                      <p:cNvPr id="0" name="20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0"/>
                        <a:ext cx="7086600" cy="67167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07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89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508931" name="Rectangle 4"/>
          <p:cNvSpPr/>
          <p:nvPr/>
        </p:nvSpPr>
        <p:spPr>
          <a:xfrm>
            <a:off x="3500438" y="2128838"/>
            <a:ext cx="9144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08932" name="Picture 5" descr="Imag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7713" y="1852613"/>
            <a:ext cx="7853362" cy="393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8933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3773805" y="1866265"/>
              <a:ext cx="375285" cy="396430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3773805" y="1866265"/>
                <a:ext cx="375285" cy="3964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5657850" y="1616075"/>
              <a:ext cx="223520" cy="41167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5657850" y="1616075"/>
                <a:ext cx="223520" cy="41167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99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5099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dirty="0"/>
              <a:t>  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请问机器指令程序的功能是什么？</a:t>
            </a:r>
            <a:endParaRPr lang="zh-CN" altLang="en-US" dirty="0"/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如果程序正确运行，微地址应该是什么序列？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/>
            <a:endParaRPr lang="en-US" altLang="zh-CN" dirty="0"/>
          </a:p>
        </p:txBody>
      </p:sp>
      <p:sp>
        <p:nvSpPr>
          <p:cNvPr id="509955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TE0MmYwNTE0NTQyMWVmZTM2YWE3MzMwYWUyYzEzMz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演示</Application>
  <PresentationFormat>宽屏</PresentationFormat>
  <Paragraphs>15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Office 主题​​</vt:lpstr>
      <vt:lpstr>Paint.Picture</vt:lpstr>
      <vt:lpstr>练习：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fish</cp:lastModifiedBy>
  <cp:revision>172</cp:revision>
  <dcterms:created xsi:type="dcterms:W3CDTF">2019-06-19T02:08:00Z</dcterms:created>
  <dcterms:modified xsi:type="dcterms:W3CDTF">2022-04-29T04:24:12Z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15D62013C0FA4F50BC53BB13B46A174B</vt:lpwstr>
  </property>
</Properties>
</file>