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63" r:id="rId1"/>
  </p:sldMasterIdLst>
  <p:notesMasterIdLst>
    <p:notesMasterId r:id="rId36"/>
  </p:notesMasterIdLst>
  <p:sldIdLst>
    <p:sldId id="349" r:id="rId2"/>
    <p:sldId id="259" r:id="rId3"/>
    <p:sldId id="260" r:id="rId4"/>
    <p:sldId id="285" r:id="rId5"/>
    <p:sldId id="286" r:id="rId6"/>
    <p:sldId id="288" r:id="rId7"/>
    <p:sldId id="289" r:id="rId8"/>
    <p:sldId id="291" r:id="rId9"/>
    <p:sldId id="292" r:id="rId10"/>
    <p:sldId id="294" r:id="rId11"/>
    <p:sldId id="361" r:id="rId12"/>
    <p:sldId id="295" r:id="rId13"/>
    <p:sldId id="296" r:id="rId14"/>
    <p:sldId id="327" r:id="rId15"/>
    <p:sldId id="359" r:id="rId16"/>
    <p:sldId id="360" r:id="rId17"/>
    <p:sldId id="307" r:id="rId18"/>
    <p:sldId id="344" r:id="rId19"/>
    <p:sldId id="350" r:id="rId20"/>
    <p:sldId id="362" r:id="rId21"/>
    <p:sldId id="309" r:id="rId22"/>
    <p:sldId id="332" r:id="rId23"/>
    <p:sldId id="311" r:id="rId24"/>
    <p:sldId id="312" r:id="rId25"/>
    <p:sldId id="313" r:id="rId26"/>
    <p:sldId id="314" r:id="rId27"/>
    <p:sldId id="315" r:id="rId28"/>
    <p:sldId id="342" r:id="rId29"/>
    <p:sldId id="345" r:id="rId30"/>
    <p:sldId id="355" r:id="rId31"/>
    <p:sldId id="363" r:id="rId32"/>
    <p:sldId id="356" r:id="rId33"/>
    <p:sldId id="357" r:id="rId34"/>
    <p:sldId id="358" r:id="rId35"/>
  </p:sldIdLst>
  <p:sldSz cx="9144000" cy="6858000" type="screen4x3"/>
  <p:notesSz cx="6858000" cy="9144000"/>
  <p:embeddedFontLst>
    <p:embeddedFont>
      <p:font typeface="黑体" panose="02010609060101010101" pitchFamily="49" charset="-122"/>
      <p:regular r:id="rId37"/>
    </p:embeddedFont>
    <p:embeddedFont>
      <p:font typeface="华文楷体" panose="02010600040101010101" pitchFamily="2" charset="-122"/>
      <p:regular r:id="rId38"/>
    </p:embeddedFont>
    <p:embeddedFont>
      <p:font typeface="华文中宋" panose="02010600040101010101" pitchFamily="2" charset="-122"/>
      <p:regular r:id="rId39"/>
    </p:embeddedFont>
    <p:embeddedFont>
      <p:font typeface="楷体_GB2312" panose="02010609030101010101" pitchFamily="49" charset="-122"/>
      <p:regular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Kunstler Script" panose="030304020206070D0D06" pitchFamily="66" charset="0"/>
      <p:regular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FFCC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4575" autoAdjust="0"/>
  </p:normalViewPr>
  <p:slideViewPr>
    <p:cSldViewPr showGuides="1">
      <p:cViewPr varScale="1">
        <p:scale>
          <a:sx n="94" d="100"/>
          <a:sy n="94" d="100"/>
        </p:scale>
        <p:origin x="987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e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emf"/><Relationship Id="rId6" Type="http://schemas.openxmlformats.org/officeDocument/2006/relationships/image" Target="../media/image54.wmf"/><Relationship Id="rId5" Type="http://schemas.openxmlformats.org/officeDocument/2006/relationships/image" Target="../media/image53.emf"/><Relationship Id="rId4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e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3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wmf"/><Relationship Id="rId1" Type="http://schemas.openxmlformats.org/officeDocument/2006/relationships/image" Target="../media/image70.emf"/><Relationship Id="rId4" Type="http://schemas.openxmlformats.org/officeDocument/2006/relationships/image" Target="../media/image73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emf"/><Relationship Id="rId1" Type="http://schemas.openxmlformats.org/officeDocument/2006/relationships/image" Target="../media/image74.emf"/><Relationship Id="rId4" Type="http://schemas.openxmlformats.org/officeDocument/2006/relationships/image" Target="../media/image7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4" Type="http://schemas.openxmlformats.org/officeDocument/2006/relationships/image" Target="../media/image7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Relationship Id="rId6" Type="http://schemas.openxmlformats.org/officeDocument/2006/relationships/image" Target="../media/image85.emf"/><Relationship Id="rId5" Type="http://schemas.openxmlformats.org/officeDocument/2006/relationships/image" Target="../media/image84.emf"/><Relationship Id="rId4" Type="http://schemas.openxmlformats.org/officeDocument/2006/relationships/image" Target="../media/image8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emf"/><Relationship Id="rId1" Type="http://schemas.openxmlformats.org/officeDocument/2006/relationships/image" Target="../media/image94.e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4" Type="http://schemas.openxmlformats.org/officeDocument/2006/relationships/image" Target="../media/image129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image" Target="../media/image138.wmf"/><Relationship Id="rId7" Type="http://schemas.openxmlformats.org/officeDocument/2006/relationships/image" Target="../media/image141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0.wmf"/><Relationship Id="rId5" Type="http://schemas.openxmlformats.org/officeDocument/2006/relationships/image" Target="../media/image40.wmf"/><Relationship Id="rId4" Type="http://schemas.openxmlformats.org/officeDocument/2006/relationships/image" Target="../media/image13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37.wmf"/><Relationship Id="rId1" Type="http://schemas.openxmlformats.org/officeDocument/2006/relationships/image" Target="../media/image143.wmf"/><Relationship Id="rId5" Type="http://schemas.openxmlformats.org/officeDocument/2006/relationships/image" Target="../media/image138.wmf"/><Relationship Id="rId4" Type="http://schemas.openxmlformats.org/officeDocument/2006/relationships/image" Target="../media/image1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E607F4A-CEA8-4584-A0D3-729D1459B8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6AEEC8-9CDB-4443-8C0D-6E6E259D49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332BE24-1470-4035-8552-661B89DD94D6}" type="datetimeFigureOut">
              <a:rPr lang="zh-CN" altLang="en-US"/>
              <a:pPr>
                <a:defRPr/>
              </a:pPr>
              <a:t>2020/5/26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987F9C3-7BF5-422D-A7D2-50023B6BB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0235CB9-5F60-49D8-AE6C-87D3F7C6B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835698-79BE-425A-8BF1-BA0786A55D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680B9-E64C-434B-8F49-A207B75AB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3426446-51CE-4E11-8DC8-139D0775FDF7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54762C0C-79D0-4581-92A8-3D5BFB4560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183520CB-54EB-4260-9092-A806014C8C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从</a:t>
            </a:r>
            <a:r>
              <a:rPr lang="en-US" altLang="zh-CN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ea typeface="楷体_GB2312" panose="02010609030101010101" pitchFamily="49" charset="-122"/>
              </a:rPr>
              <a:t>=0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开始有非零数值</a:t>
            </a:r>
            <a:r>
              <a:rPr lang="en-US" altLang="zh-CN" b="1">
                <a:latin typeface="楷体_GB2312" panose="02010609030101010101" pitchFamily="49" charset="-122"/>
                <a:ea typeface="楷体_GB2312" panose="02010609030101010101" pitchFamily="49" charset="-122"/>
              </a:rPr>
              <a:t>.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而</a:t>
            </a:r>
            <a:r>
              <a:rPr lang="zh-CN" altLang="en-US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         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是从</a:t>
            </a:r>
            <a:r>
              <a:rPr lang="zh-CN" altLang="en-US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         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开始才有非零数值</a:t>
            </a:r>
            <a:r>
              <a:rPr lang="en-US" altLang="zh-CN" b="1">
                <a:latin typeface="楷体_GB2312" panose="02010609030101010101" pitchFamily="49" charset="-122"/>
                <a:ea typeface="楷体_GB2312" panose="02010609030101010101" pitchFamily="49" charset="-122"/>
              </a:rPr>
              <a:t>. </a:t>
            </a:r>
            <a:endParaRPr lang="zh-CN" altLang="en-US"/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9E0055E7-6CD0-4E62-A35B-B61368E44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A0C945-C08C-4787-9198-13F198D83104}" type="slidenum">
              <a:rPr lang="zh-CN" altLang="en-US"/>
              <a:pPr eaLnBrk="1" hangingPunct="1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>
  <p:cSld name="标题幻灯片">
    <p:bg bwMode="gray">
      <p:bgPr>
        <a:solidFill>
          <a:srgbClr val="E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4">
            <a:extLst>
              <a:ext uri="{FF2B5EF4-FFF2-40B4-BE49-F238E27FC236}">
                <a16:creationId xmlns:a16="http://schemas.microsoft.com/office/drawing/2014/main" id="{E33E1DAC-FDD6-4A34-85DC-094F114FEDB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429500" y="171450"/>
            <a:ext cx="1447800" cy="461963"/>
          </a:xfrm>
          <a:prstGeom prst="rect">
            <a:avLst/>
          </a:prstGeom>
          <a:noFill/>
          <a:ln w="19050">
            <a:solidFill>
              <a:srgbClr val="0066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积分变换</a:t>
            </a:r>
            <a:endParaRPr lang="en-US" altLang="zh-CN" sz="2400" b="1" dirty="0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D84525F3-7071-4056-A851-37DEE33CC2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775" y="100013"/>
            <a:ext cx="261938" cy="266700"/>
          </a:xfrm>
          <a:prstGeom prst="rect">
            <a:avLst/>
          </a:prstGeom>
          <a:solidFill>
            <a:srgbClr val="5B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8DEBBC3-C93D-402D-8105-5DBB149A0B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813" y="100013"/>
            <a:ext cx="261937" cy="266700"/>
          </a:xfrm>
          <a:prstGeom prst="rect">
            <a:avLst/>
          </a:prstGeom>
          <a:solidFill>
            <a:srgbClr val="93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CD8D65C-EAAA-4105-91DF-371A6697C8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850" y="100013"/>
            <a:ext cx="261938" cy="266700"/>
          </a:xfrm>
          <a:prstGeom prst="rect">
            <a:avLst/>
          </a:prstGeom>
          <a:solidFill>
            <a:srgbClr val="5B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3E2D77A-46FD-4AED-8A44-F83CD566DF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813" y="400050"/>
            <a:ext cx="261937" cy="266700"/>
          </a:xfrm>
          <a:prstGeom prst="rect">
            <a:avLst/>
          </a:prstGeom>
          <a:solidFill>
            <a:srgbClr val="5B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4417263F-352C-4BCB-850B-935ABE1637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775" y="400050"/>
            <a:ext cx="261938" cy="266700"/>
          </a:xfrm>
          <a:prstGeom prst="rect">
            <a:avLst/>
          </a:prstGeom>
          <a:solidFill>
            <a:srgbClr val="93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89030FBB-7935-41F5-9319-7758BED596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775" y="700088"/>
            <a:ext cx="261938" cy="266700"/>
          </a:xfrm>
          <a:prstGeom prst="rect">
            <a:avLst/>
          </a:prstGeom>
          <a:solidFill>
            <a:srgbClr val="5B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6D81290-160B-4992-A320-45E7DF8573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 algn="l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A544F8B-CFCE-42E5-A44E-31ACE9321B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44AA495-BAB1-430F-A0F9-32D3BC76B1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524625"/>
            <a:ext cx="2133600" cy="244475"/>
          </a:xfrm>
        </p:spPr>
        <p:txBody>
          <a:bodyPr/>
          <a:lstStyle>
            <a:lvl1pPr algn="r">
              <a:defRPr/>
            </a:lvl1pPr>
          </a:lstStyle>
          <a:p>
            <a:fld id="{8AD2D80D-AFF8-4C05-8B09-C488A4FE7D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621198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>
  <p:cSld name="1_标题幻灯片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 descr="d">
            <a:extLst>
              <a:ext uri="{FF2B5EF4-FFF2-40B4-BE49-F238E27FC236}">
                <a16:creationId xmlns:a16="http://schemas.microsoft.com/office/drawing/2014/main" id="{CAD03164-1EBE-4BC0-8882-20156379F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0"/>
            <a:ext cx="53340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7" descr="b">
            <a:extLst>
              <a:ext uri="{FF2B5EF4-FFF2-40B4-BE49-F238E27FC236}">
                <a16:creationId xmlns:a16="http://schemas.microsoft.com/office/drawing/2014/main" id="{21CB1536-A70D-4F86-A948-04112E515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6"/>
          <a:stretch>
            <a:fillRect/>
          </a:stretch>
        </p:blipFill>
        <p:spPr bwMode="auto">
          <a:xfrm>
            <a:off x="3886200" y="-219075"/>
            <a:ext cx="2209800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AD1D1036-7D9C-45BF-A58F-A5DBF588F5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 algn="l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B729ED-7FE1-41D9-9403-2E6F19EC56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E38FFC-1A81-4E47-BB32-4F296DCFE9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524625"/>
            <a:ext cx="2133600" cy="244475"/>
          </a:xfrm>
        </p:spPr>
        <p:txBody>
          <a:bodyPr/>
          <a:lstStyle>
            <a:lvl1pPr algn="r">
              <a:defRPr/>
            </a:lvl1pPr>
          </a:lstStyle>
          <a:p>
            <a:fld id="{3D287C8F-937E-4FEF-A8EF-13AB2769EF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496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6">
            <a:extLst>
              <a:ext uri="{FF2B5EF4-FFF2-40B4-BE49-F238E27FC236}">
                <a16:creationId xmlns:a16="http://schemas.microsoft.com/office/drawing/2014/main" id="{9D634283-31A8-4AEE-805A-50197230E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6938" y="979488"/>
            <a:ext cx="5029200" cy="0"/>
          </a:xfrm>
          <a:prstGeom prst="line">
            <a:avLst/>
          </a:prstGeom>
          <a:noFill/>
          <a:ln w="9525">
            <a:solidFill>
              <a:srgbClr val="33CC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" name="Line 57">
            <a:extLst>
              <a:ext uri="{FF2B5EF4-FFF2-40B4-BE49-F238E27FC236}">
                <a16:creationId xmlns:a16="http://schemas.microsoft.com/office/drawing/2014/main" id="{7212AF3D-4C85-4D26-8B85-E70B45A2A5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775" y="979488"/>
            <a:ext cx="4267200" cy="0"/>
          </a:xfrm>
          <a:prstGeom prst="line">
            <a:avLst/>
          </a:prstGeom>
          <a:noFill/>
          <a:ln w="38100">
            <a:solidFill>
              <a:srgbClr val="33CC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E7049F-AA7F-4637-94AF-A5CEDA2D3A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3A2468-1CD7-49E5-92B0-E361090B26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3E24E6-5253-49A8-A7AB-2C9787DBC3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FDF631-B39A-4120-A627-1F51E8FF9A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37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8DB7D15-5214-4923-8647-6B8A05B858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73F6F13-32BB-442B-90C3-C1ACE37C2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AE583C-FA2F-48A5-865F-D4A0526A9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C936C-8163-4CE0-8616-5DF7438C3A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594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0" y="990600"/>
            <a:ext cx="4495800" cy="2857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495800" cy="2857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0" y="4000500"/>
            <a:ext cx="9144000" cy="2857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C28C70-1403-4573-8B48-A0EBA02E13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7924800" y="6553200"/>
            <a:ext cx="1219200" cy="304800"/>
          </a:xfrm>
        </p:spPr>
        <p:txBody>
          <a:bodyPr/>
          <a:lstStyle>
            <a:lvl1pPr>
              <a:defRPr/>
            </a:lvl1pPr>
          </a:lstStyle>
          <a:p>
            <a:fld id="{6C9290A1-9CB0-4278-B36B-5F676084B2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9100391"/>
      </p:ext>
    </p:extLst>
  </p:cSld>
  <p:clrMapOvr>
    <a:masterClrMapping/>
  </p:clrMapOvr>
  <p:transition spd="med">
    <p:cover dir="r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>
  <p:cSld name="2_标题幻灯片">
    <p:bg bwMode="gray">
      <p:bgPr>
        <a:gradFill rotWithShape="0">
          <a:gsLst>
            <a:gs pos="0">
              <a:schemeClr val="bg1"/>
            </a:gs>
            <a:gs pos="50000">
              <a:srgbClr val="FB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2590800"/>
            <a:ext cx="6400800" cy="765175"/>
          </a:xfrm>
        </p:spPr>
        <p:txBody>
          <a:bodyPr/>
          <a:lstStyle>
            <a:lvl1pPr algn="ctr">
              <a:defRPr sz="4800" i="0">
                <a:solidFill>
                  <a:schemeClr val="tx1"/>
                </a:solidFill>
                <a:latin typeface="Arial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5F6AD77-3255-40D7-85A4-A8DDF0D468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 algn="l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A778A4-A002-46F1-91EC-64D97FF976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B595A8-7DB9-4740-AD30-61D21BBB65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 algn="r">
              <a:defRPr sz="1200"/>
            </a:lvl1pPr>
          </a:lstStyle>
          <a:p>
            <a:fld id="{F21C366B-ED94-4A83-A757-745E9931ED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240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30313"/>
            <a:ext cx="4038600" cy="509428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30313"/>
            <a:ext cx="4038600" cy="509428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6D705-4427-4A7F-8B1E-A27D483E2E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44C47-421F-4566-B923-972591848D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17F93E-626E-4CF3-909E-73D99AD89C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E3E32A-4419-4BB5-92AA-A5ABD6E14B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435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381000"/>
            <a:ext cx="8540750" cy="56419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02703475"/>
      </p:ext>
    </p:extLst>
  </p:cSld>
  <p:clrMapOvr>
    <a:masterClrMapping/>
  </p:clrMapOvr>
  <p:transition spd="med">
    <p:cover dir="r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" Target="../slides/slide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7" descr="d">
            <a:extLst>
              <a:ext uri="{FF2B5EF4-FFF2-40B4-BE49-F238E27FC236}">
                <a16:creationId xmlns:a16="http://schemas.microsoft.com/office/drawing/2014/main" id="{E93731CA-FF27-4D36-907E-C5A726674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57"/>
          <a:stretch>
            <a:fillRect/>
          </a:stretch>
        </p:blipFill>
        <p:spPr bwMode="auto">
          <a:xfrm>
            <a:off x="4495800" y="0"/>
            <a:ext cx="46482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17" descr="a_1">
            <a:extLst>
              <a:ext uri="{FF2B5EF4-FFF2-40B4-BE49-F238E27FC236}">
                <a16:creationId xmlns:a16="http://schemas.microsoft.com/office/drawing/2014/main" id="{476B7B3C-ED9C-4CA4-AA78-4D8DA0962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4"/>
          <a:stretch>
            <a:fillRect/>
          </a:stretch>
        </p:blipFill>
        <p:spPr bwMode="auto">
          <a:xfrm>
            <a:off x="3665538" y="0"/>
            <a:ext cx="4800600" cy="278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2">
            <a:extLst>
              <a:ext uri="{FF2B5EF4-FFF2-40B4-BE49-F238E27FC236}">
                <a16:creationId xmlns:a16="http://schemas.microsoft.com/office/drawing/2014/main" id="{FA0BB0B3-7512-429E-BCF9-F6594131C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713" y="290513"/>
            <a:ext cx="7086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BCEE85A-062F-4513-B876-8D12482AA91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19800" y="6499225"/>
            <a:ext cx="2133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1">
                <a:latin typeface="+mn-lt"/>
                <a:ea typeface="宋体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1843FF-4EA1-45AF-8D2E-2906EF1BF0A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675" y="6477000"/>
            <a:ext cx="22098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  <a:ea typeface="宋体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738533-A5EC-4F02-AB95-F986CB5B1F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4188" y="6488113"/>
            <a:ext cx="12192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fld id="{17EA3285-544A-4B24-A386-4B460CFF68D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2" name="Line 43">
            <a:extLst>
              <a:ext uri="{FF2B5EF4-FFF2-40B4-BE49-F238E27FC236}">
                <a16:creationId xmlns:a16="http://schemas.microsoft.com/office/drawing/2014/main" id="{2D2D3317-3480-4F56-9454-1B2ED9913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50" y="6423025"/>
            <a:ext cx="8915400" cy="0"/>
          </a:xfrm>
          <a:prstGeom prst="line">
            <a:avLst/>
          </a:prstGeom>
          <a:noFill/>
          <a:ln w="12700">
            <a:solidFill>
              <a:srgbClr val="33CC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23" name="Rectangle 47">
            <a:extLst>
              <a:ext uri="{FF2B5EF4-FFF2-40B4-BE49-F238E27FC236}">
                <a16:creationId xmlns:a16="http://schemas.microsoft.com/office/drawing/2014/main" id="{CCE93E7D-BFB9-4759-9CBC-E765DF11C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0"/>
            <a:ext cx="1587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zh-CN" altLang="en-US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1034" name="AutoShape 5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7BE352-F199-408C-974A-B8838A65B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3" y="-374650"/>
            <a:ext cx="1587" cy="369887"/>
          </a:xfrm>
          <a:prstGeom prst="actionButtonBlank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endParaRPr lang="zh-CN" altLang="en-US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1035" name="Rectangle 63">
            <a:extLst>
              <a:ext uri="{FF2B5EF4-FFF2-40B4-BE49-F238E27FC236}">
                <a16:creationId xmlns:a16="http://schemas.microsoft.com/office/drawing/2014/main" id="{DD2AF220-EA17-4A4A-8E46-61F98CF68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338" y="5902325"/>
            <a:ext cx="1371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>
              <a:defRPr/>
            </a:pPr>
            <a:endParaRPr lang="zh-CN" altLang="en-US">
              <a:solidFill>
                <a:srgbClr val="000000"/>
              </a:solidFill>
              <a:latin typeface="楷体_GB2312" pitchFamily="49" charset="-122"/>
            </a:endParaRPr>
          </a:p>
        </p:txBody>
      </p:sp>
      <p:sp>
        <p:nvSpPr>
          <p:cNvPr id="47" name="Text Box 24">
            <a:extLst>
              <a:ext uri="{FF2B5EF4-FFF2-40B4-BE49-F238E27FC236}">
                <a16:creationId xmlns:a16="http://schemas.microsoft.com/office/drawing/2014/main" id="{FF87D5DA-2070-4047-AB94-57FFCDDF277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429500" y="171450"/>
            <a:ext cx="1447800" cy="461963"/>
          </a:xfrm>
          <a:prstGeom prst="rect">
            <a:avLst/>
          </a:prstGeom>
          <a:noFill/>
          <a:ln w="19050">
            <a:solidFill>
              <a:srgbClr val="0066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1" dirty="0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积分变换</a:t>
            </a:r>
            <a:endParaRPr lang="en-US" altLang="zh-CN" sz="2400" b="1" dirty="0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" name="动作按钮: 第一张 47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636B7BBC-CA34-4AE1-A501-A3AAD7EED9A4}"/>
              </a:ext>
            </a:extLst>
          </p:cNvPr>
          <p:cNvSpPr/>
          <p:nvPr/>
        </p:nvSpPr>
        <p:spPr>
          <a:xfrm>
            <a:off x="8104188" y="6496050"/>
            <a:ext cx="247650" cy="225425"/>
          </a:xfrm>
          <a:prstGeom prst="actionButtonHom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动作按钮: 后退或前一项 4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4212654-0D1B-4FB7-92AF-D751412703EA}"/>
              </a:ext>
            </a:extLst>
          </p:cNvPr>
          <p:cNvSpPr/>
          <p:nvPr/>
        </p:nvSpPr>
        <p:spPr>
          <a:xfrm>
            <a:off x="7316788" y="6496050"/>
            <a:ext cx="249237" cy="220663"/>
          </a:xfrm>
          <a:prstGeom prst="actionButtonBackPrevious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动作按钮: 前进或下一项 4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2A6C653-EF8B-4146-A873-B4D17BA03110}"/>
              </a:ext>
            </a:extLst>
          </p:cNvPr>
          <p:cNvSpPr/>
          <p:nvPr/>
        </p:nvSpPr>
        <p:spPr>
          <a:xfrm>
            <a:off x="7716838" y="6496050"/>
            <a:ext cx="236537" cy="230188"/>
          </a:xfrm>
          <a:prstGeom prst="actionButtonForwardNext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40" name="Line 39">
            <a:extLst>
              <a:ext uri="{FF2B5EF4-FFF2-40B4-BE49-F238E27FC236}">
                <a16:creationId xmlns:a16="http://schemas.microsoft.com/office/drawing/2014/main" id="{91471C37-0C05-4070-BEE3-8C72593392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3175"/>
            <a:ext cx="8915400" cy="0"/>
          </a:xfrm>
          <a:prstGeom prst="line">
            <a:avLst/>
          </a:prstGeom>
          <a:noFill/>
          <a:ln w="12700">
            <a:solidFill>
              <a:srgbClr val="99CC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76" r:id="rId4"/>
    <p:sldLayoutId id="2147484081" r:id="rId5"/>
    <p:sldLayoutId id="2147484082" r:id="rId6"/>
    <p:sldLayoutId id="2147484077" r:id="rId7"/>
    <p:sldLayoutId id="2147484083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楷体_GB2312" pitchFamily="49" charset="-122"/>
          <a:ea typeface="楷体_GB2312" pitchFamily="49" charset="-122"/>
          <a:cs typeface="楷体_GB2312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楷体_GB2312" pitchFamily="49" charset="-122"/>
          <a:ea typeface="楷体_GB2312" pitchFamily="49" charset="-122"/>
          <a:cs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楷体_GB2312" pitchFamily="49" charset="-122"/>
          <a:ea typeface="楷体_GB2312" pitchFamily="49" charset="-122"/>
          <a:cs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楷体_GB2312" pitchFamily="49" charset="-122"/>
          <a:ea typeface="楷体_GB2312" pitchFamily="49" charset="-122"/>
          <a:cs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楷体_GB2312" pitchFamily="49" charset="-122"/>
          <a:ea typeface="楷体_GB2312" pitchFamily="49" charset="-122"/>
          <a:cs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 pitchFamily="49" charset="-122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sz="2800">
          <a:solidFill>
            <a:schemeClr val="tx1"/>
          </a:solidFill>
          <a:latin typeface="Times New Roman" pitchFamily="18" charset="0"/>
          <a:ea typeface="楷体_GB2312" panose="02010609030101010101" pitchFamily="49" charset="-122"/>
          <a:cs typeface="Times New Roman" pitchFamily="18" charset="0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itchFamily="18" charset="0"/>
          <a:ea typeface="楷体_GB2312" panose="02010609030101010101" pitchFamily="49" charset="-122"/>
          <a:cs typeface="Times New Roman" pitchFamily="18" charset="0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楷体_GB2312" panose="02010609030101010101" pitchFamily="49" charset="-122"/>
          <a:cs typeface="Times New Roman" pitchFamily="18" charset="0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楷体_GB2312" panose="02010609030101010101" pitchFamily="49" charset="-122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slide" Target="slide17.xml"/><Relationship Id="rId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6.w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3.w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0.jpeg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5.wmf"/><Relationship Id="rId3" Type="http://schemas.openxmlformats.org/officeDocument/2006/relationships/image" Target="../media/image30.jpeg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3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8.wmf"/><Relationship Id="rId3" Type="http://schemas.openxmlformats.org/officeDocument/2006/relationships/image" Target="../media/image30.jpeg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3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5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52.w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3.w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6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7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3.emf"/><Relationship Id="rId4" Type="http://schemas.openxmlformats.org/officeDocument/2006/relationships/image" Target="../media/image70.emf"/><Relationship Id="rId9" Type="http://schemas.openxmlformats.org/officeDocument/2006/relationships/oleObject" Target="../embeddings/oleObject7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image" Target="../media/image30.jpeg"/><Relationship Id="rId7" Type="http://schemas.openxmlformats.org/officeDocument/2006/relationships/image" Target="../media/image75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77.wmf"/><Relationship Id="rId5" Type="http://schemas.openxmlformats.org/officeDocument/2006/relationships/image" Target="../media/image74.e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6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77.w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7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13" Type="http://schemas.openxmlformats.org/officeDocument/2006/relationships/oleObject" Target="../embeddings/oleObject85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4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1.e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3.wmf"/><Relationship Id="rId4" Type="http://schemas.openxmlformats.org/officeDocument/2006/relationships/image" Target="../media/image80.e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90.bin"/><Relationship Id="rId18" Type="http://schemas.openxmlformats.org/officeDocument/2006/relationships/oleObject" Target="../embeddings/oleObject93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1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88.wmf"/><Relationship Id="rId19" Type="http://schemas.openxmlformats.org/officeDocument/2006/relationships/image" Target="../media/image92.wmf"/><Relationship Id="rId4" Type="http://schemas.openxmlformats.org/officeDocument/2006/relationships/image" Target="../media/image93.png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98.wmf"/><Relationship Id="rId3" Type="http://schemas.openxmlformats.org/officeDocument/2006/relationships/oleObject" Target="../embeddings/oleObject94.bin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9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7.wmf"/><Relationship Id="rId5" Type="http://schemas.openxmlformats.org/officeDocument/2006/relationships/image" Target="../media/image30.jpeg"/><Relationship Id="rId15" Type="http://schemas.openxmlformats.org/officeDocument/2006/relationships/image" Target="../media/image99.wmf"/><Relationship Id="rId10" Type="http://schemas.openxmlformats.org/officeDocument/2006/relationships/oleObject" Target="../embeddings/oleObject97.bin"/><Relationship Id="rId4" Type="http://schemas.openxmlformats.org/officeDocument/2006/relationships/image" Target="../media/image94.emf"/><Relationship Id="rId9" Type="http://schemas.openxmlformats.org/officeDocument/2006/relationships/image" Target="../media/image96.wmf"/><Relationship Id="rId14" Type="http://schemas.openxmlformats.org/officeDocument/2006/relationships/oleObject" Target="../embeddings/oleObject9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4.wmf"/><Relationship Id="rId3" Type="http://schemas.openxmlformats.org/officeDocument/2006/relationships/image" Target="../media/image30.jpeg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10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9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8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1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image" Target="../media/image117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4.wmf"/><Relationship Id="rId11" Type="http://schemas.openxmlformats.org/officeDocument/2006/relationships/image" Target="../media/image116.wmf"/><Relationship Id="rId5" Type="http://schemas.openxmlformats.org/officeDocument/2006/relationships/oleObject" Target="../embeddings/oleObject114.bin"/><Relationship Id="rId15" Type="http://schemas.openxmlformats.org/officeDocument/2006/relationships/image" Target="../media/image118.wmf"/><Relationship Id="rId10" Type="http://schemas.openxmlformats.org/officeDocument/2006/relationships/oleObject" Target="../embeddings/oleObject116.bin"/><Relationship Id="rId4" Type="http://schemas.openxmlformats.org/officeDocument/2006/relationships/image" Target="../media/image113.wmf"/><Relationship Id="rId9" Type="http://schemas.openxmlformats.org/officeDocument/2006/relationships/image" Target="../media/image30.jpeg"/><Relationship Id="rId14" Type="http://schemas.openxmlformats.org/officeDocument/2006/relationships/oleObject" Target="../embeddings/oleObject11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23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25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2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slide" Target="slide8.xml"/><Relationship Id="rId7" Type="http://schemas.openxmlformats.org/officeDocument/2006/relationships/image" Target="../media/image127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9.emf"/><Relationship Id="rId5" Type="http://schemas.openxmlformats.org/officeDocument/2006/relationships/image" Target="../media/image126.w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3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3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33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3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42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143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1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4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45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4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3">
            <a:extLst>
              <a:ext uri="{FF2B5EF4-FFF2-40B4-BE49-F238E27FC236}">
                <a16:creationId xmlns:a16="http://schemas.microsoft.com/office/drawing/2014/main" id="{3E6B0678-FEE4-4E25-96A4-9F9E9ECCF26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01825"/>
            <a:ext cx="369888" cy="352425"/>
            <a:chOff x="613" y="1961"/>
            <a:chExt cx="271" cy="268"/>
          </a:xfrm>
        </p:grpSpPr>
        <p:sp>
          <p:nvSpPr>
            <p:cNvPr id="36886" name="Oval 4">
              <a:extLst>
                <a:ext uri="{FF2B5EF4-FFF2-40B4-BE49-F238E27FC236}">
                  <a16:creationId xmlns:a16="http://schemas.microsoft.com/office/drawing/2014/main" id="{4C4F36DC-B96B-4AA5-9DC0-914E9AB73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1961"/>
              <a:ext cx="271" cy="268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EC0000"/>
                </a:gs>
              </a:gsLst>
              <a:lin ang="2700000" scaled="1"/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36887" name="Oval 5">
              <a:extLst>
                <a:ext uri="{FF2B5EF4-FFF2-40B4-BE49-F238E27FC236}">
                  <a16:creationId xmlns:a16="http://schemas.microsoft.com/office/drawing/2014/main" id="{5682C3AD-7FBB-42F5-9B62-093DFB2ACC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104273">
              <a:off x="649" y="2007"/>
              <a:ext cx="108" cy="70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</p:grpSp>
      <p:grpSp>
        <p:nvGrpSpPr>
          <p:cNvPr id="36867" name="Group 6">
            <a:extLst>
              <a:ext uri="{FF2B5EF4-FFF2-40B4-BE49-F238E27FC236}">
                <a16:creationId xmlns:a16="http://schemas.microsoft.com/office/drawing/2014/main" id="{3D593481-1E85-4EF7-A4BA-588F81FCA594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663825"/>
            <a:ext cx="369888" cy="352425"/>
            <a:chOff x="613" y="1961"/>
            <a:chExt cx="271" cy="268"/>
          </a:xfrm>
        </p:grpSpPr>
        <p:sp>
          <p:nvSpPr>
            <p:cNvPr id="36884" name="Oval 7">
              <a:extLst>
                <a:ext uri="{FF2B5EF4-FFF2-40B4-BE49-F238E27FC236}">
                  <a16:creationId xmlns:a16="http://schemas.microsoft.com/office/drawing/2014/main" id="{79BB059F-A95C-4840-826F-6DC5C18A5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1961"/>
              <a:ext cx="271" cy="268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EC0000"/>
                </a:gs>
              </a:gsLst>
              <a:lin ang="2700000" scaled="1"/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36885" name="Oval 8">
              <a:extLst>
                <a:ext uri="{FF2B5EF4-FFF2-40B4-BE49-F238E27FC236}">
                  <a16:creationId xmlns:a16="http://schemas.microsoft.com/office/drawing/2014/main" id="{3AAE5354-8D14-466F-B50A-EB34F31BA3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104273">
              <a:off x="649" y="2007"/>
              <a:ext cx="108" cy="70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</p:grpSp>
      <p:grpSp>
        <p:nvGrpSpPr>
          <p:cNvPr id="36868" name="Group 9">
            <a:extLst>
              <a:ext uri="{FF2B5EF4-FFF2-40B4-BE49-F238E27FC236}">
                <a16:creationId xmlns:a16="http://schemas.microsoft.com/office/drawing/2014/main" id="{0FDA15E3-E8AE-4FDB-9935-A577D33028EC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959225"/>
            <a:ext cx="369888" cy="352425"/>
            <a:chOff x="613" y="1961"/>
            <a:chExt cx="271" cy="268"/>
          </a:xfrm>
        </p:grpSpPr>
        <p:sp>
          <p:nvSpPr>
            <p:cNvPr id="36882" name="Oval 10">
              <a:extLst>
                <a:ext uri="{FF2B5EF4-FFF2-40B4-BE49-F238E27FC236}">
                  <a16:creationId xmlns:a16="http://schemas.microsoft.com/office/drawing/2014/main" id="{B1E1E299-5AA2-4506-A11F-DA9F73001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1961"/>
              <a:ext cx="271" cy="268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EC0000"/>
                </a:gs>
              </a:gsLst>
              <a:lin ang="2700000" scaled="1"/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36883" name="Oval 11">
              <a:extLst>
                <a:ext uri="{FF2B5EF4-FFF2-40B4-BE49-F238E27FC236}">
                  <a16:creationId xmlns:a16="http://schemas.microsoft.com/office/drawing/2014/main" id="{192B38D6-EC7E-4813-8330-FA61F42CA1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104273">
              <a:off x="649" y="2007"/>
              <a:ext cx="108" cy="70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</p:grpSp>
      <p:sp>
        <p:nvSpPr>
          <p:cNvPr id="36869" name="Rectangle 16">
            <a:hlinkClick r:id="rId2" action="ppaction://hlinksldjump"/>
            <a:extLst>
              <a:ext uri="{FF2B5EF4-FFF2-40B4-BE49-F238E27FC236}">
                <a16:creationId xmlns:a16="http://schemas.microsoft.com/office/drawing/2014/main" id="{6E62EA44-1D62-44FD-9664-BFB793285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749425"/>
            <a:ext cx="464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一、线性性质</a:t>
            </a:r>
          </a:p>
        </p:txBody>
      </p:sp>
      <p:sp>
        <p:nvSpPr>
          <p:cNvPr id="36870" name="Rectangle 17">
            <a:hlinkClick r:id="rId3" action="ppaction://hlinksldjump"/>
            <a:extLst>
              <a:ext uri="{FF2B5EF4-FFF2-40B4-BE49-F238E27FC236}">
                <a16:creationId xmlns:a16="http://schemas.microsoft.com/office/drawing/2014/main" id="{2E93D3AD-F6E1-4DE4-8172-5B31D943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443163"/>
            <a:ext cx="4800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二、</a:t>
            </a:r>
            <a:r>
              <a:rPr lang="zh-CN" altLang="en-US" sz="3200" b="1">
                <a:solidFill>
                  <a:schemeClr val="tx2"/>
                </a:solidFill>
                <a:ea typeface="楷体_GB2312" panose="02010609030101010101" pitchFamily="49" charset="-122"/>
              </a:rPr>
              <a:t>微分性质</a:t>
            </a:r>
          </a:p>
        </p:txBody>
      </p:sp>
      <p:grpSp>
        <p:nvGrpSpPr>
          <p:cNvPr id="36871" name="Group 19">
            <a:extLst>
              <a:ext uri="{FF2B5EF4-FFF2-40B4-BE49-F238E27FC236}">
                <a16:creationId xmlns:a16="http://schemas.microsoft.com/office/drawing/2014/main" id="{00815034-FD52-4C82-A12E-E6D95016566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349625"/>
            <a:ext cx="369888" cy="352425"/>
            <a:chOff x="613" y="1961"/>
            <a:chExt cx="271" cy="268"/>
          </a:xfrm>
        </p:grpSpPr>
        <p:sp>
          <p:nvSpPr>
            <p:cNvPr id="36880" name="Oval 20">
              <a:extLst>
                <a:ext uri="{FF2B5EF4-FFF2-40B4-BE49-F238E27FC236}">
                  <a16:creationId xmlns:a16="http://schemas.microsoft.com/office/drawing/2014/main" id="{ABE42F22-A225-4674-977E-F53515B99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1961"/>
              <a:ext cx="271" cy="268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EC0000"/>
                </a:gs>
              </a:gsLst>
              <a:lin ang="2700000" scaled="1"/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36881" name="Oval 21">
              <a:extLst>
                <a:ext uri="{FF2B5EF4-FFF2-40B4-BE49-F238E27FC236}">
                  <a16:creationId xmlns:a16="http://schemas.microsoft.com/office/drawing/2014/main" id="{16028B1B-BCA2-4F9B-858F-25D50CF100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104273">
              <a:off x="649" y="2007"/>
              <a:ext cx="108" cy="70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</p:grpSp>
      <p:grpSp>
        <p:nvGrpSpPr>
          <p:cNvPr id="36872" name="Group 25">
            <a:extLst>
              <a:ext uri="{FF2B5EF4-FFF2-40B4-BE49-F238E27FC236}">
                <a16:creationId xmlns:a16="http://schemas.microsoft.com/office/drawing/2014/main" id="{BE79D3BA-6519-4165-8EB9-F01205825F33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568825"/>
            <a:ext cx="369888" cy="352425"/>
            <a:chOff x="613" y="1961"/>
            <a:chExt cx="271" cy="268"/>
          </a:xfrm>
        </p:grpSpPr>
        <p:sp>
          <p:nvSpPr>
            <p:cNvPr id="36878" name="Oval 26">
              <a:extLst>
                <a:ext uri="{FF2B5EF4-FFF2-40B4-BE49-F238E27FC236}">
                  <a16:creationId xmlns:a16="http://schemas.microsoft.com/office/drawing/2014/main" id="{D41AFDBF-B00E-4808-B4F7-D75A49345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1961"/>
              <a:ext cx="271" cy="268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EC0000"/>
                </a:gs>
              </a:gsLst>
              <a:lin ang="2700000" scaled="1"/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  <p:sp>
          <p:nvSpPr>
            <p:cNvPr id="36879" name="Oval 27">
              <a:extLst>
                <a:ext uri="{FF2B5EF4-FFF2-40B4-BE49-F238E27FC236}">
                  <a16:creationId xmlns:a16="http://schemas.microsoft.com/office/drawing/2014/main" id="{07E79570-493A-4772-9264-5387E781F3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104273">
              <a:off x="649" y="2007"/>
              <a:ext cx="108" cy="70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/>
            </a:p>
          </p:txBody>
        </p:sp>
      </p:grpSp>
      <p:sp>
        <p:nvSpPr>
          <p:cNvPr id="36873" name="Rectangle 28">
            <a:hlinkClick r:id="rId4" action="ppaction://hlinksldjump"/>
            <a:extLst>
              <a:ext uri="{FF2B5EF4-FFF2-40B4-BE49-F238E27FC236}">
                <a16:creationId xmlns:a16="http://schemas.microsoft.com/office/drawing/2014/main" id="{5526AAC9-0CC1-4D36-B3BE-A50773442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38488"/>
            <a:ext cx="426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ea typeface="楷体_GB2312" panose="02010609030101010101" pitchFamily="49" charset="-122"/>
              </a:rPr>
              <a:t>三、</a:t>
            </a:r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积分性质</a:t>
            </a:r>
          </a:p>
        </p:txBody>
      </p:sp>
      <p:sp>
        <p:nvSpPr>
          <p:cNvPr id="36874" name="Rectangle 29">
            <a:hlinkClick r:id="rId5" action="ppaction://hlinksldjump"/>
            <a:extLst>
              <a:ext uri="{FF2B5EF4-FFF2-40B4-BE49-F238E27FC236}">
                <a16:creationId xmlns:a16="http://schemas.microsoft.com/office/drawing/2014/main" id="{052FB454-2E98-4BEB-98FA-765260C7B3D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971800" y="3832225"/>
            <a:ext cx="441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四</a:t>
            </a:r>
            <a:r>
              <a:rPr lang="zh-CN" altLang="en-US" sz="320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位移性质</a:t>
            </a:r>
          </a:p>
        </p:txBody>
      </p:sp>
      <p:sp>
        <p:nvSpPr>
          <p:cNvPr id="36875" name="Rectangle 30">
            <a:hlinkClick r:id="rId6" action="ppaction://hlinksldjump"/>
            <a:extLst>
              <a:ext uri="{FF2B5EF4-FFF2-40B4-BE49-F238E27FC236}">
                <a16:creationId xmlns:a16="http://schemas.microsoft.com/office/drawing/2014/main" id="{61CA46B3-18CC-45A0-A76F-BB0A8BA86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75163"/>
            <a:ext cx="4800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ea typeface="楷体_GB2312" panose="02010609030101010101" pitchFamily="49" charset="-122"/>
              </a:rPr>
              <a:t>五、延迟性质</a:t>
            </a:r>
          </a:p>
        </p:txBody>
      </p:sp>
      <p:sp>
        <p:nvSpPr>
          <p:cNvPr id="36876" name="标题 1">
            <a:extLst>
              <a:ext uri="{FF2B5EF4-FFF2-40B4-BE49-F238E27FC236}">
                <a16:creationId xmlns:a16="http://schemas.microsoft.com/office/drawing/2014/main" id="{D9444E6C-A316-4011-ACB1-197218A36158}"/>
              </a:ext>
            </a:extLst>
          </p:cNvPr>
          <p:cNvSpPr>
            <a:spLocks noGrp="1"/>
          </p:cNvSpPr>
          <p:nvPr/>
        </p:nvSpPr>
        <p:spPr bwMode="auto">
          <a:xfrm>
            <a:off x="0" y="758825"/>
            <a:ext cx="91440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 b="1">
                <a:latin typeface="Times New Roman" panose="02020603050405020304" pitchFamily="18" charset="0"/>
                <a:ea typeface="楷体_GB2312" panose="02010609030101010101" pitchFamily="49" charset="-122"/>
              </a:rPr>
              <a:t>第二节    </a:t>
            </a:r>
            <a:r>
              <a:rPr lang="en-US" altLang="zh-CN" sz="4400" b="1">
                <a:latin typeface="Times New Roman" panose="02020603050405020304" pitchFamily="18" charset="0"/>
                <a:ea typeface="楷体_GB2312" panose="02010609030101010101" pitchFamily="49" charset="-122"/>
              </a:rPr>
              <a:t>Laplace</a:t>
            </a:r>
            <a:r>
              <a:rPr lang="zh-CN" altLang="en-US" sz="4400" b="1">
                <a:latin typeface="Times New Roman" panose="02020603050405020304" pitchFamily="18" charset="0"/>
                <a:ea typeface="楷体_GB2312" panose="02010609030101010101" pitchFamily="49" charset="-122"/>
              </a:rPr>
              <a:t>变换的性质</a:t>
            </a:r>
          </a:p>
        </p:txBody>
      </p:sp>
      <p:sp>
        <p:nvSpPr>
          <p:cNvPr id="36877" name="灯片编号占位符 1">
            <a:extLst>
              <a:ext uri="{FF2B5EF4-FFF2-40B4-BE49-F238E27FC236}">
                <a16:creationId xmlns:a16="http://schemas.microsoft.com/office/drawing/2014/main" id="{66D829D7-47DB-40FF-84C0-E48859A1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299E94-5109-4067-ABA1-37E09454E63D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1A61ACB9-B378-479B-B917-11307D64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D682141-14DF-4CDC-B796-C6EFB22562D0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7DCDE205-D50B-44C6-AA76-90D0F3A2FCC3}"/>
              </a:ext>
            </a:extLst>
          </p:cNvPr>
          <p:cNvSpPr>
            <a:spLocks noGrp="1" noRot="1" noChangeArrowheads="1"/>
          </p:cNvSpPr>
          <p:nvPr>
            <p:ph type="ctrTitle" idx="4294967295"/>
          </p:nvPr>
        </p:nvSpPr>
        <p:spPr>
          <a:xfrm>
            <a:off x="457200" y="1120775"/>
            <a:ext cx="8305800" cy="3886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/>
              <a:t>    </a:t>
            </a:r>
            <a:r>
              <a:rPr lang="zh-CN" altLang="en-US" sz="3200"/>
              <a:t>这一节将介绍</a:t>
            </a:r>
            <a:r>
              <a:rPr lang="en-US" altLang="zh-CN" sz="3200"/>
              <a:t>Laplace</a:t>
            </a:r>
            <a:r>
              <a:rPr lang="zh-CN" altLang="en-US" sz="3200"/>
              <a:t>变换的几个重要性质</a:t>
            </a:r>
            <a:r>
              <a:rPr lang="en-US" altLang="zh-CN" sz="3200"/>
              <a:t>. </a:t>
            </a:r>
            <a:r>
              <a:rPr lang="zh-CN" altLang="en-US" sz="3200"/>
              <a:t>为了叙述方便</a:t>
            </a:r>
            <a:r>
              <a:rPr lang="en-US" altLang="zh-CN" sz="3200"/>
              <a:t>, </a:t>
            </a:r>
            <a:r>
              <a:rPr lang="zh-CN" altLang="en-US" sz="3200"/>
              <a:t>假定在这些性质中</a:t>
            </a:r>
            <a:r>
              <a:rPr lang="en-US" altLang="zh-CN" sz="3200"/>
              <a:t>, </a:t>
            </a:r>
            <a:r>
              <a:rPr lang="zh-CN" altLang="en-US" sz="3200"/>
              <a:t>凡是需要求</a:t>
            </a:r>
            <a:r>
              <a:rPr lang="en-US" altLang="zh-CN" sz="3200"/>
              <a:t>Laplace</a:t>
            </a:r>
            <a:r>
              <a:rPr lang="zh-CN" altLang="en-US" sz="3200"/>
              <a:t>变换的函数都满足</a:t>
            </a:r>
            <a:r>
              <a:rPr lang="en-US" altLang="zh-CN" sz="3200">
                <a:solidFill>
                  <a:schemeClr val="accent2"/>
                </a:solidFill>
              </a:rPr>
              <a:t>Laplace</a:t>
            </a:r>
            <a:r>
              <a:rPr lang="zh-CN" altLang="en-US" sz="3200">
                <a:solidFill>
                  <a:schemeClr val="accent2"/>
                </a:solidFill>
              </a:rPr>
              <a:t>变换存在定理</a:t>
            </a:r>
            <a:r>
              <a:rPr lang="zh-CN" altLang="en-US" sz="3200"/>
              <a:t>中的条件</a:t>
            </a:r>
            <a:r>
              <a:rPr lang="en-US" altLang="zh-CN" sz="3200"/>
              <a:t>. </a:t>
            </a:r>
            <a:r>
              <a:rPr lang="zh-CN" altLang="en-US" sz="3200"/>
              <a:t>在证明这些性质时</a:t>
            </a:r>
            <a:r>
              <a:rPr lang="en-US" altLang="zh-CN" sz="3200"/>
              <a:t>, </a:t>
            </a:r>
            <a:r>
              <a:rPr lang="zh-CN" altLang="en-US" sz="3200"/>
              <a:t>不再重述这些条件</a:t>
            </a:r>
            <a:r>
              <a:rPr lang="en-US" altLang="zh-CN" sz="3200"/>
              <a:t>.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E4EF33BC-8AE1-4A36-82B4-FEBB3CA0A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28675"/>
            <a:ext cx="2476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说明：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DAC8CBD-5E3B-47EE-8612-FF478BB3167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219200" y="5024438"/>
            <a:ext cx="6096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注意和</a:t>
            </a:r>
            <a:r>
              <a:rPr lang="en-US" altLang="zh-CN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Fourier</a:t>
            </a:r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变换比较区分</a:t>
            </a:r>
            <a:r>
              <a:rPr lang="en-US" altLang="zh-CN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灯片编号占位符 2">
            <a:extLst>
              <a:ext uri="{FF2B5EF4-FFF2-40B4-BE49-F238E27FC236}">
                <a16:creationId xmlns:a16="http://schemas.microsoft.com/office/drawing/2014/main" id="{1D09DD5F-C3E5-45B1-A277-B98D2A11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48BA69D-9DFF-46F9-8418-E21F11E5C88E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D4A31A06-3650-4421-941D-48F3049A00EE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300163" y="1377950"/>
          <a:ext cx="61420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3" imgW="2730500" imgH="228600" progId="Equation.DSMT4">
                  <p:embed/>
                </p:oleObj>
              </mc:Choice>
              <mc:Fallback>
                <p:oleObj name="Equation" r:id="rId3" imgW="2730500" imgH="22860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377950"/>
                        <a:ext cx="614203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648744BC-A46C-4A94-A103-E95A5FBE2314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09600" y="2667000"/>
          <a:ext cx="8224838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5" imgW="3759200" imgH="546100" progId="Equation.DSMT4">
                  <p:embed/>
                </p:oleObj>
              </mc:Choice>
              <mc:Fallback>
                <p:oleObj name="Equation" r:id="rId5" imgW="3759200" imgH="54610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667000"/>
                        <a:ext cx="8224838" cy="11953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5">
            <a:extLst>
              <a:ext uri="{FF2B5EF4-FFF2-40B4-BE49-F238E27FC236}">
                <a16:creationId xmlns:a16="http://schemas.microsoft.com/office/drawing/2014/main" id="{936BA953-2C8F-4C51-8FC8-02DB8A29F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487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一、线性性质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96A12E1B-0BA3-4795-85A6-D816498CF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131445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设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B6D8A0CD-0811-44DD-8A22-5F09EDBCA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202406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Symbol" panose="05050102010706020507" pitchFamily="18" charset="2"/>
              </a:rPr>
              <a:t>a , b 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是常数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DB6E78-45C8-4482-9A13-D7ED566504D0}"/>
              </a:ext>
            </a:extLst>
          </p:cNvPr>
          <p:cNvSpPr/>
          <p:nvPr/>
        </p:nvSpPr>
        <p:spPr>
          <a:xfrm>
            <a:off x="904875" y="4419600"/>
            <a:ext cx="716280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这个性质表明了函数线性组合的</a:t>
            </a:r>
            <a:r>
              <a:rPr lang="en-US" altLang="zh-CN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Laplace</a:t>
            </a:r>
            <a:r>
              <a:rPr lang="zh-CN" altLang="en-US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变换等于各个函数</a:t>
            </a:r>
            <a:r>
              <a:rPr lang="en-US" altLang="zh-CN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Laplace</a:t>
            </a:r>
            <a:r>
              <a:rPr lang="zh-CN" altLang="en-US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变换的线性组合</a:t>
            </a:r>
            <a:r>
              <a:rPr lang="en-US" altLang="zh-CN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endParaRPr lang="zh-CN" altLang="en-US" dirty="0"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  <p:bldP spid="1434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灯片编号占位符 1">
            <a:extLst>
              <a:ext uri="{FF2B5EF4-FFF2-40B4-BE49-F238E27FC236}">
                <a16:creationId xmlns:a16="http://schemas.microsoft.com/office/drawing/2014/main" id="{29DFE996-28BA-44BE-AF8A-EEE243D8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C8C803-76CB-4D0C-87FE-C6A2218647AA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graphicFrame>
        <p:nvGraphicFramePr>
          <p:cNvPr id="39951" name="Object 15">
            <a:extLst>
              <a:ext uri="{FF2B5EF4-FFF2-40B4-BE49-F238E27FC236}">
                <a16:creationId xmlns:a16="http://schemas.microsoft.com/office/drawing/2014/main" id="{9F466642-BC08-4648-8938-7ECEE0C69D83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19150" y="1295400"/>
          <a:ext cx="40782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Equation" r:id="rId3" imgW="1651000" imgH="215900" progId="Equation.DSMT4">
                  <p:embed/>
                </p:oleObj>
              </mc:Choice>
              <mc:Fallback>
                <p:oleObj name="Equation" r:id="rId3" imgW="1651000" imgH="215900" progId="Equation.DSMT4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1295400"/>
                        <a:ext cx="40782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6">
            <a:extLst>
              <a:ext uri="{FF2B5EF4-FFF2-40B4-BE49-F238E27FC236}">
                <a16:creationId xmlns:a16="http://schemas.microsoft.com/office/drawing/2014/main" id="{A32AF8C1-63E2-48E7-B5D4-E34F60C606AC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339975" y="2000250"/>
          <a:ext cx="441166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5" imgW="1854200" imgH="254000" progId="Equation.DSMT4">
                  <p:embed/>
                </p:oleObj>
              </mc:Choice>
              <mc:Fallback>
                <p:oleObj name="Equation" r:id="rId5" imgW="1854200" imgH="254000" progId="Equation.DSMT4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000250"/>
                        <a:ext cx="4411663" cy="604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>
            <a:extLst>
              <a:ext uri="{FF2B5EF4-FFF2-40B4-BE49-F238E27FC236}">
                <a16:creationId xmlns:a16="http://schemas.microsoft.com/office/drawing/2014/main" id="{E9FB01A1-FE1E-4E31-A1A1-B9797245753D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895600" y="4895850"/>
          <a:ext cx="48133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Equation" r:id="rId7" imgW="1927796" imgH="182942" progId="Equation.DSMT4">
                  <p:embed/>
                </p:oleObj>
              </mc:Choice>
              <mc:Fallback>
                <p:oleObj name="Equation" r:id="rId7" imgW="1927796" imgH="182942" progId="Equation.DSMT4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895850"/>
                        <a:ext cx="48133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19">
            <a:extLst>
              <a:ext uri="{FF2B5EF4-FFF2-40B4-BE49-F238E27FC236}">
                <a16:creationId xmlns:a16="http://schemas.microsoft.com/office/drawing/2014/main" id="{61318D84-971D-4E40-ABAA-672B6E3EE33C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447800" y="3276600"/>
          <a:ext cx="40386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9" imgW="1714500" imgH="330200" progId="Equation.DSMT4">
                  <p:embed/>
                </p:oleObj>
              </mc:Choice>
              <mc:Fallback>
                <p:oleObj name="Equation" r:id="rId9" imgW="1714500" imgH="330200" progId="Equation.DSMT4">
                  <p:embed/>
                  <p:pic>
                    <p:nvPicPr>
                      <p:cNvPr id="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276600"/>
                        <a:ext cx="40386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Rectangle 6">
            <a:extLst>
              <a:ext uri="{FF2B5EF4-FFF2-40B4-BE49-F238E27FC236}">
                <a16:creationId xmlns:a16="http://schemas.microsoft.com/office/drawing/2014/main" id="{B7C8374A-76F9-449F-A433-559FE1DA4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33375"/>
            <a:ext cx="4367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ea typeface="楷体_GB2312" panose="02010609030101010101" pitchFamily="49" charset="-122"/>
              </a:rPr>
              <a:t>二、微分性质</a:t>
            </a:r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3E188EA9-4EDA-4652-B847-5DA3F81AC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2605088"/>
            <a:ext cx="8050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证明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: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由</a:t>
            </a:r>
            <a:r>
              <a:rPr lang="en-US" altLang="zh-CN" sz="2800" b="1">
                <a:latin typeface="楷体_GB2312" panose="02010609030101010101" pitchFamily="49" charset="-122"/>
              </a:rPr>
              <a:t>Laplace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变换的定义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并利用</a:t>
            </a:r>
            <a:r>
              <a:rPr lang="zh-CN" altLang="en-US" sz="2800" b="1" u="sng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分部积分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可得</a:t>
            </a:r>
          </a:p>
        </p:txBody>
      </p:sp>
      <p:graphicFrame>
        <p:nvGraphicFramePr>
          <p:cNvPr id="39958" name="Object 22">
            <a:extLst>
              <a:ext uri="{FF2B5EF4-FFF2-40B4-BE49-F238E27FC236}">
                <a16:creationId xmlns:a16="http://schemas.microsoft.com/office/drawing/2014/main" id="{57EFFEE3-6422-422F-B741-5643E7724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3997325"/>
          <a:ext cx="500221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Equation" r:id="rId11" imgW="1930400" imgH="330200" progId="Equation.DSMT4">
                  <p:embed/>
                </p:oleObj>
              </mc:Choice>
              <mc:Fallback>
                <p:oleObj name="Equation" r:id="rId11" imgW="1930400" imgH="330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997325"/>
                        <a:ext cx="5002213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9" name="Object 23">
            <a:extLst>
              <a:ext uri="{FF2B5EF4-FFF2-40B4-BE49-F238E27FC236}">
                <a16:creationId xmlns:a16="http://schemas.microsoft.com/office/drawing/2014/main" id="{56D1FC4E-D5F7-4F89-B9F4-F23EAE56A8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597525"/>
          <a:ext cx="51816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13" imgW="2019300" imgH="254000" progId="Equation.DSMT4">
                  <p:embed/>
                </p:oleObj>
              </mc:Choice>
              <mc:Fallback>
                <p:oleObj name="Equation" r:id="rId13" imgW="2019300" imgH="254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597525"/>
                        <a:ext cx="51816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0" name="Object 24">
            <a:extLst>
              <a:ext uri="{FF2B5EF4-FFF2-40B4-BE49-F238E27FC236}">
                <a16:creationId xmlns:a16="http://schemas.microsoft.com/office/drawing/2014/main" id="{99831856-E6CE-4857-83CD-E79076C4F9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0900" y="1295400"/>
          <a:ext cx="403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15" imgW="190335" imgH="215713" progId="Equation.DSMT4">
                  <p:embed/>
                </p:oleObj>
              </mc:Choice>
              <mc:Fallback>
                <p:oleObj name="Equation" r:id="rId15" imgW="190335" imgH="21571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1295400"/>
                        <a:ext cx="4032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>
            <a:extLst>
              <a:ext uri="{FF2B5EF4-FFF2-40B4-BE49-F238E27FC236}">
                <a16:creationId xmlns:a16="http://schemas.microsoft.com/office/drawing/2014/main" id="{889B4438-4A57-4E1A-8785-A499CC8E7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219200"/>
          <a:ext cx="789305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3" imgW="3032662" imgH="502982" progId="Equation.DSMT4">
                  <p:embed/>
                </p:oleObj>
              </mc:Choice>
              <mc:Fallback>
                <p:oleObj name="Equation" r:id="rId3" imgW="3032662" imgH="50298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7893050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WordArt 4">
            <a:extLst>
              <a:ext uri="{FF2B5EF4-FFF2-40B4-BE49-F238E27FC236}">
                <a16:creationId xmlns:a16="http://schemas.microsoft.com/office/drawing/2014/main" id="{35DBCF0C-CA5F-41A9-88C5-B77DED92C52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3037490"/>
            <a:ext cx="1143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zh-CN" altLang="en-US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accent5">
                    <a:lumMod val="50000"/>
                  </a:schemeClr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推论</a:t>
            </a:r>
            <a:r>
              <a:rPr lang="en-US" altLang="zh-CN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en-US" sz="3600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17B9D3DE-72D5-4630-8A1F-5D9BE03817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3048000"/>
          <a:ext cx="39798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5" imgW="1303043" imgH="53412" progId="Equation.DSMT4">
                  <p:embed/>
                </p:oleObj>
              </mc:Choice>
              <mc:Fallback>
                <p:oleObj name="Equation" r:id="rId5" imgW="1303043" imgH="534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048000"/>
                        <a:ext cx="39798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391CB675-642C-483B-B520-9F957E9673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810000"/>
          <a:ext cx="5638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7" imgW="2324100" imgH="254000" progId="Equation.DSMT4">
                  <p:embed/>
                </p:oleObj>
              </mc:Choice>
              <mc:Fallback>
                <p:oleObj name="Equation" r:id="rId7" imgW="23241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10000"/>
                        <a:ext cx="5638800" cy="695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950C6A00-2332-4124-BE6F-47E780085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776788"/>
          <a:ext cx="8345488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9" imgW="3797300" imgH="279400" progId="Equation.DSMT4">
                  <p:embed/>
                </p:oleObj>
              </mc:Choice>
              <mc:Fallback>
                <p:oleObj name="Equation" r:id="rId9" imgW="3797300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776788"/>
                        <a:ext cx="8345488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9CB9F458-D2E4-4251-925E-FFDE359F0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486400"/>
          <a:ext cx="58531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Equation" r:id="rId11" imgW="2463800" imgH="431800" progId="Equation.DSMT4">
                  <p:embed/>
                </p:oleObj>
              </mc:Choice>
              <mc:Fallback>
                <p:oleObj name="Equation" r:id="rId11" imgW="24638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486400"/>
                        <a:ext cx="5853113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>
            <a:extLst>
              <a:ext uri="{FF2B5EF4-FFF2-40B4-BE49-F238E27FC236}">
                <a16:creationId xmlns:a16="http://schemas.microsoft.com/office/drawing/2014/main" id="{54837D02-2860-427E-8FE1-8E9F295CF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3048000"/>
          <a:ext cx="4984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13" imgW="177646" imgH="190335" progId="Equation.DSMT4">
                  <p:embed/>
                </p:oleObj>
              </mc:Choice>
              <mc:Fallback>
                <p:oleObj name="Equation" r:id="rId13" imgW="177646" imgH="19033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048000"/>
                        <a:ext cx="4984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对象 1">
            <a:extLst>
              <a:ext uri="{FF2B5EF4-FFF2-40B4-BE49-F238E27FC236}">
                <a16:creationId xmlns:a16="http://schemas.microsoft.com/office/drawing/2014/main" id="{D235705E-061A-4DA5-971B-52E15704F695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005013" y="533400"/>
          <a:ext cx="44116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15" imgW="1828800" imgH="254000" progId="Equation.DSMT4">
                  <p:embed/>
                </p:oleObj>
              </mc:Choice>
              <mc:Fallback>
                <p:oleObj name="Equation" r:id="rId15" imgW="1828800" imgH="254000" progId="Equation.DSMT4">
                  <p:embed/>
                  <p:pic>
                    <p:nvPicPr>
                      <p:cNvPr id="0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533400"/>
                        <a:ext cx="4411662" cy="612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灯片编号占位符 1">
            <a:extLst>
              <a:ext uri="{FF2B5EF4-FFF2-40B4-BE49-F238E27FC236}">
                <a16:creationId xmlns:a16="http://schemas.microsoft.com/office/drawing/2014/main" id="{331AE57B-2105-42F7-B95D-E280C636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93E4FE-E398-4377-85CF-225BAE918478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61" name="Object 5">
            <a:extLst>
              <a:ext uri="{FF2B5EF4-FFF2-40B4-BE49-F238E27FC236}">
                <a16:creationId xmlns:a16="http://schemas.microsoft.com/office/drawing/2014/main" id="{E60182E5-F028-468D-9D63-19722D631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933450"/>
          <a:ext cx="74596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3" imgW="2971785" imgH="106608" progId="Equation.DSMT4">
                  <p:embed/>
                </p:oleObj>
              </mc:Choice>
              <mc:Fallback>
                <p:oleObj name="Equation" r:id="rId3" imgW="2971785" imgH="10660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933450"/>
                        <a:ext cx="745966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>
            <a:extLst>
              <a:ext uri="{FF2B5EF4-FFF2-40B4-BE49-F238E27FC236}">
                <a16:creationId xmlns:a16="http://schemas.microsoft.com/office/drawing/2014/main" id="{60663127-7983-422B-9A9C-E65C8D54B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2017713"/>
          <a:ext cx="28924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5" imgW="1218671" imgH="203112" progId="Equation.DSMT4">
                  <p:embed/>
                </p:oleObj>
              </mc:Choice>
              <mc:Fallback>
                <p:oleObj name="Equation" r:id="rId5" imgW="1218671" imgH="20311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017713"/>
                        <a:ext cx="28924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>
            <a:extLst>
              <a:ext uri="{FF2B5EF4-FFF2-40B4-BE49-F238E27FC236}">
                <a16:creationId xmlns:a16="http://schemas.microsoft.com/office/drawing/2014/main" id="{D467E904-66F1-4C75-829A-011B4DA39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2774950"/>
          <a:ext cx="28336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Equation" r:id="rId7" imgW="1320800" imgH="228600" progId="Equation.DSMT4">
                  <p:embed/>
                </p:oleObj>
              </mc:Choice>
              <mc:Fallback>
                <p:oleObj name="Equation" r:id="rId7" imgW="13208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774950"/>
                        <a:ext cx="2833687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>
            <a:extLst>
              <a:ext uri="{FF2B5EF4-FFF2-40B4-BE49-F238E27FC236}">
                <a16:creationId xmlns:a16="http://schemas.microsoft.com/office/drawing/2014/main" id="{33D668A9-8C5F-4309-B966-A3BD16D49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4035425"/>
          <a:ext cx="3036887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Equation" r:id="rId9" imgW="1447172" imgH="253890" progId="Equation.DSMT4">
                  <p:embed/>
                </p:oleObj>
              </mc:Choice>
              <mc:Fallback>
                <p:oleObj name="Equation" r:id="rId9" imgW="1447172" imgH="2538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4035425"/>
                        <a:ext cx="3036887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1" name="Object 15">
            <a:extLst>
              <a:ext uri="{FF2B5EF4-FFF2-40B4-BE49-F238E27FC236}">
                <a16:creationId xmlns:a16="http://schemas.microsoft.com/office/drawing/2014/main" id="{EC410DCF-8269-4EA6-8619-DA80E43F3E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588" y="1981200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11" imgW="190417" imgH="190417" progId="Equation.DSMT4">
                  <p:embed/>
                </p:oleObj>
              </mc:Choice>
              <mc:Fallback>
                <p:oleObj name="Equation" r:id="rId11" imgW="190417" imgH="190417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1981200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2" name="Object 16">
            <a:extLst>
              <a:ext uri="{FF2B5EF4-FFF2-40B4-BE49-F238E27FC236}">
                <a16:creationId xmlns:a16="http://schemas.microsoft.com/office/drawing/2014/main" id="{80E7DF66-900F-4505-BFF8-1BFB69122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581400"/>
          <a:ext cx="22860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13" imgW="622030" imgH="101556" progId="Equation.DSMT4">
                  <p:embed/>
                </p:oleObj>
              </mc:Choice>
              <mc:Fallback>
                <p:oleObj name="Equation" r:id="rId13" imgW="622030" imgH="101556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581400"/>
                        <a:ext cx="22860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灯片编号占位符 1">
            <a:extLst>
              <a:ext uri="{FF2B5EF4-FFF2-40B4-BE49-F238E27FC236}">
                <a16:creationId xmlns:a16="http://schemas.microsoft.com/office/drawing/2014/main" id="{A279910E-17FF-4ABE-9EE6-3F53A4A9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97A2C2-415A-40CF-9077-5E371889D096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6" name="Group 2">
            <a:extLst>
              <a:ext uri="{FF2B5EF4-FFF2-40B4-BE49-F238E27FC236}">
                <a16:creationId xmlns:a16="http://schemas.microsoft.com/office/drawing/2014/main" id="{63F63781-6209-4DA6-8514-441938C7242E}"/>
              </a:ext>
            </a:extLst>
          </p:cNvPr>
          <p:cNvGrpSpPr>
            <a:grpSpLocks/>
          </p:cNvGrpSpPr>
          <p:nvPr/>
        </p:nvGrpSpPr>
        <p:grpSpPr bwMode="auto">
          <a:xfrm>
            <a:off x="312738" y="673100"/>
            <a:ext cx="982662" cy="584200"/>
            <a:chOff x="396" y="441"/>
            <a:chExt cx="619" cy="368"/>
          </a:xfrm>
        </p:grpSpPr>
        <p:sp>
          <p:nvSpPr>
            <p:cNvPr id="5133" name="Oval 3" descr="软木塞">
              <a:extLst>
                <a:ext uri="{FF2B5EF4-FFF2-40B4-BE49-F238E27FC236}">
                  <a16:creationId xmlns:a16="http://schemas.microsoft.com/office/drawing/2014/main" id="{88B4B07D-5C13-48CE-ABBF-CD9695732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84" name="WordArt 4">
              <a:extLst>
                <a:ext uri="{FF2B5EF4-FFF2-40B4-BE49-F238E27FC236}">
                  <a16:creationId xmlns:a16="http://schemas.microsoft.com/office/drawing/2014/main" id="{8BE30F1C-C300-444C-93FB-80DFE18AB70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1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5127" name="Rectangle 14">
            <a:extLst>
              <a:ext uri="{FF2B5EF4-FFF2-40B4-BE49-F238E27FC236}">
                <a16:creationId xmlns:a16="http://schemas.microsoft.com/office/drawing/2014/main" id="{B99F9CD9-7B4E-4AB8-8C20-94E71A043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666750"/>
            <a:ext cx="7637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利用微分性质求函数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)=cos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kt </a:t>
            </a:r>
            <a:r>
              <a:rPr lang="zh-CN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的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Laplace</a:t>
            </a:r>
            <a:r>
              <a:rPr lang="zh-CN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变换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.</a:t>
            </a:r>
          </a:p>
        </p:txBody>
      </p:sp>
      <p:sp>
        <p:nvSpPr>
          <p:cNvPr id="46099" name="Rectangle 19">
            <a:extLst>
              <a:ext uri="{FF2B5EF4-FFF2-40B4-BE49-F238E27FC236}">
                <a16:creationId xmlns:a16="http://schemas.microsoft.com/office/drawing/2014/main" id="{D3EFB147-1D22-4A17-B671-476BE5151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19600"/>
            <a:ext cx="2209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移项化简得</a:t>
            </a:r>
          </a:p>
        </p:txBody>
      </p:sp>
      <p:graphicFrame>
        <p:nvGraphicFramePr>
          <p:cNvPr id="46100" name="Object 20">
            <a:extLst>
              <a:ext uri="{FF2B5EF4-FFF2-40B4-BE49-F238E27FC236}">
                <a16:creationId xmlns:a16="http://schemas.microsoft.com/office/drawing/2014/main" id="{BD626689-5864-4024-B0AC-F1A539D59C63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085975" y="5149850"/>
          <a:ext cx="4972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4" imgW="2209800" imgH="406400" progId="Equation.DSMT4">
                  <p:embed/>
                </p:oleObj>
              </mc:Choice>
              <mc:Fallback>
                <p:oleObj name="Equation" r:id="rId4" imgW="2209800" imgH="406400" progId="Equation.DSMT4">
                  <p:embed/>
                  <p:pic>
                    <p:nvPicPr>
                      <p:cNvPr id="0" name="Object 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5149850"/>
                        <a:ext cx="49720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4" name="Object 24">
            <a:extLst>
              <a:ext uri="{FF2B5EF4-FFF2-40B4-BE49-F238E27FC236}">
                <a16:creationId xmlns:a16="http://schemas.microsoft.com/office/drawing/2014/main" id="{C0578423-F7F8-4F2C-BCF9-A109CC6BAB6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293938" y="1885950"/>
          <a:ext cx="56340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6" imgW="2400300" imgH="228600" progId="Equation.DSMT4">
                  <p:embed/>
                </p:oleObj>
              </mc:Choice>
              <mc:Fallback>
                <p:oleObj name="Equation" r:id="rId6" imgW="2400300" imgH="228600" progId="Equation.DSMT4">
                  <p:embed/>
                  <p:pic>
                    <p:nvPicPr>
                      <p:cNvPr id="0" name="Object 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1885950"/>
                        <a:ext cx="56340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灯片编号占位符 1">
            <a:extLst>
              <a:ext uri="{FF2B5EF4-FFF2-40B4-BE49-F238E27FC236}">
                <a16:creationId xmlns:a16="http://schemas.microsoft.com/office/drawing/2014/main" id="{7C12C82E-EAAE-456C-848D-74D93EC4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DBA32E-7207-4DDC-8C4B-19C4DFEC0FB4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46103" name="Rectangle 23">
            <a:extLst>
              <a:ext uri="{FF2B5EF4-FFF2-40B4-BE49-F238E27FC236}">
                <a16:creationId xmlns:a16="http://schemas.microsoft.com/office/drawing/2014/main" id="{247845AA-8FEE-4794-B488-9AF50F733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84363"/>
            <a:ext cx="2673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解：由于</a:t>
            </a:r>
          </a:p>
        </p:txBody>
      </p:sp>
      <p:sp>
        <p:nvSpPr>
          <p:cNvPr id="46108" name="Rectangle 28">
            <a:extLst>
              <a:ext uri="{FF2B5EF4-FFF2-40B4-BE49-F238E27FC236}">
                <a16:creationId xmlns:a16="http://schemas.microsoft.com/office/drawing/2014/main" id="{0A9D9FD4-FB4C-4107-B300-B10506671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884363"/>
            <a:ext cx="5397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则</a:t>
            </a:r>
          </a:p>
        </p:txBody>
      </p:sp>
      <p:graphicFrame>
        <p:nvGraphicFramePr>
          <p:cNvPr id="46112" name="Object 32">
            <a:extLst>
              <a:ext uri="{FF2B5EF4-FFF2-40B4-BE49-F238E27FC236}">
                <a16:creationId xmlns:a16="http://schemas.microsoft.com/office/drawing/2014/main" id="{32D53AF5-40D2-4C3F-9044-595ADC1167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075" y="2743200"/>
          <a:ext cx="76231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8" imgW="3606800" imgH="279400" progId="Equation.DSMT4">
                  <p:embed/>
                </p:oleObj>
              </mc:Choice>
              <mc:Fallback>
                <p:oleObj name="Equation" r:id="rId8" imgW="3606800" imgH="2794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2743200"/>
                        <a:ext cx="76231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4" name="Rectangle 34">
            <a:extLst>
              <a:ext uri="{FF2B5EF4-FFF2-40B4-BE49-F238E27FC236}">
                <a16:creationId xmlns:a16="http://schemas.microsoft.com/office/drawing/2014/main" id="{0F89CD21-77EA-43F5-A725-AFFCD73D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6576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即</a:t>
            </a:r>
          </a:p>
        </p:txBody>
      </p:sp>
      <p:graphicFrame>
        <p:nvGraphicFramePr>
          <p:cNvPr id="46118" name="Object 38">
            <a:extLst>
              <a:ext uri="{FF2B5EF4-FFF2-40B4-BE49-F238E27FC236}">
                <a16:creationId xmlns:a16="http://schemas.microsoft.com/office/drawing/2014/main" id="{8D3D1ABE-47A3-4455-B672-EB5F1CCE5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2150" y="3633788"/>
          <a:ext cx="44831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10" imgW="2120900" imgH="254000" progId="Equation.DSMT4">
                  <p:embed/>
                </p:oleObj>
              </mc:Choice>
              <mc:Fallback>
                <p:oleObj name="Equation" r:id="rId10" imgW="2120900" imgH="2540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3633788"/>
                        <a:ext cx="44831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75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75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750"/>
                                        <p:tgtEl>
                                          <p:spTgt spid="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750"/>
                                        <p:tgtEl>
                                          <p:spTgt spid="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75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9" grpId="0"/>
      <p:bldP spid="46103" grpId="0"/>
      <p:bldP spid="46108" grpId="0"/>
      <p:bldP spid="461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3" name="Group 2">
            <a:extLst>
              <a:ext uri="{FF2B5EF4-FFF2-40B4-BE49-F238E27FC236}">
                <a16:creationId xmlns:a16="http://schemas.microsoft.com/office/drawing/2014/main" id="{77B7E525-D55B-4CB9-AE57-FFB8D3D22C0F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568325"/>
            <a:ext cx="982663" cy="584200"/>
            <a:chOff x="396" y="441"/>
            <a:chExt cx="619" cy="368"/>
          </a:xfrm>
        </p:grpSpPr>
        <p:sp>
          <p:nvSpPr>
            <p:cNvPr id="6162" name="Oval 3" descr="软木塞">
              <a:extLst>
                <a:ext uri="{FF2B5EF4-FFF2-40B4-BE49-F238E27FC236}">
                  <a16:creationId xmlns:a16="http://schemas.microsoft.com/office/drawing/2014/main" id="{653A1400-FD28-4D14-BBD7-7B0F84999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56" name="WordArt 4">
              <a:extLst>
                <a:ext uri="{FF2B5EF4-FFF2-40B4-BE49-F238E27FC236}">
                  <a16:creationId xmlns:a16="http://schemas.microsoft.com/office/drawing/2014/main" id="{91DDA40B-E9DD-4660-BCD7-EC9EF09C9B5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2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6154" name="Rectangle 8">
            <a:extLst>
              <a:ext uri="{FF2B5EF4-FFF2-40B4-BE49-F238E27FC236}">
                <a16:creationId xmlns:a16="http://schemas.microsoft.com/office/drawing/2014/main" id="{18AFED63-7B0D-47C5-8542-63F070CD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568325"/>
            <a:ext cx="763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利用微分性质求函数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)= 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m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800" b="1">
                <a:latin typeface="楷体_GB2312" panose="02010609030101010101" pitchFamily="49" charset="-122"/>
              </a:rPr>
              <a:t>Laplace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</a:t>
            </a:r>
          </a:p>
        </p:txBody>
      </p:sp>
      <p:graphicFrame>
        <p:nvGraphicFramePr>
          <p:cNvPr id="49162" name="Object 10">
            <a:extLst>
              <a:ext uri="{FF2B5EF4-FFF2-40B4-BE49-F238E27FC236}">
                <a16:creationId xmlns:a16="http://schemas.microsoft.com/office/drawing/2014/main" id="{7B9888EF-5F93-4453-B1BF-88FECFED8249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355725" y="5518150"/>
          <a:ext cx="491013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Equation" r:id="rId4" imgW="2260600" imgH="406400" progId="Equation.DSMT4">
                  <p:embed/>
                </p:oleObj>
              </mc:Choice>
              <mc:Fallback>
                <p:oleObj name="Equation" r:id="rId4" imgW="2260600" imgH="406400" progId="Equation.DSMT4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5518150"/>
                        <a:ext cx="4910138" cy="882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7" name="Object 15">
            <a:extLst>
              <a:ext uri="{FF2B5EF4-FFF2-40B4-BE49-F238E27FC236}">
                <a16:creationId xmlns:a16="http://schemas.microsoft.com/office/drawing/2014/main" id="{D5D9A596-11C1-43FA-9A32-8711324A87B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530350" y="4618038"/>
          <a:ext cx="3656013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Equation" r:id="rId6" imgW="1536033" imgH="406224" progId="Equation.DSMT4">
                  <p:embed/>
                </p:oleObj>
              </mc:Choice>
              <mc:Fallback>
                <p:oleObj name="Equation" r:id="rId6" imgW="1536033" imgH="406224" progId="Equation.DSMT4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4618038"/>
                        <a:ext cx="3656013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灯片编号占位符 1">
            <a:extLst>
              <a:ext uri="{FF2B5EF4-FFF2-40B4-BE49-F238E27FC236}">
                <a16:creationId xmlns:a16="http://schemas.microsoft.com/office/drawing/2014/main" id="{111EFBE3-3DD6-4592-8319-336E91EB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707980-3792-4589-AF7E-17E9F1E9D4AB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6156" name="Rectangle 11">
            <a:extLst>
              <a:ext uri="{FF2B5EF4-FFF2-40B4-BE49-F238E27FC236}">
                <a16:creationId xmlns:a16="http://schemas.microsoft.com/office/drawing/2014/main" id="{1A8CD3AB-7708-4D6A-85DB-81699469D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1092200"/>
            <a:ext cx="3141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其中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是</a:t>
            </a:r>
            <a:r>
              <a:rPr lang="zh-CN" altLang="en-US" sz="2800" b="1" u="sng">
                <a:latin typeface="楷体_GB2312" panose="02010609030101010101" pitchFamily="49" charset="-122"/>
                <a:ea typeface="楷体_GB2312" panose="02010609030101010101" pitchFamily="49" charset="-122"/>
              </a:rPr>
              <a:t>正整数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).</a:t>
            </a:r>
          </a:p>
        </p:txBody>
      </p:sp>
      <p:sp>
        <p:nvSpPr>
          <p:cNvPr id="49176" name="Rectangle 24">
            <a:extLst>
              <a:ext uri="{FF2B5EF4-FFF2-40B4-BE49-F238E27FC236}">
                <a16:creationId xmlns:a16="http://schemas.microsoft.com/office/drawing/2014/main" id="{E6600F6D-36EC-453C-9102-29DA38C2C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1819275"/>
            <a:ext cx="167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解：由于</a:t>
            </a:r>
          </a:p>
        </p:txBody>
      </p:sp>
      <p:graphicFrame>
        <p:nvGraphicFramePr>
          <p:cNvPr id="49177" name="Object 25">
            <a:extLst>
              <a:ext uri="{FF2B5EF4-FFF2-40B4-BE49-F238E27FC236}">
                <a16:creationId xmlns:a16="http://schemas.microsoft.com/office/drawing/2014/main" id="{7D27B94C-F10C-4ABA-8F76-AEA912572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6725" y="1836738"/>
          <a:ext cx="477361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Equation" r:id="rId8" imgW="2108200" imgH="228600" progId="Equation.DSMT4">
                  <p:embed/>
                </p:oleObj>
              </mc:Choice>
              <mc:Fallback>
                <p:oleObj name="Equation" r:id="rId8" imgW="21082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1836738"/>
                        <a:ext cx="477361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Rectangle 26">
            <a:extLst>
              <a:ext uri="{FF2B5EF4-FFF2-40B4-BE49-F238E27FC236}">
                <a16:creationId xmlns:a16="http://schemas.microsoft.com/office/drawing/2014/main" id="{04389DD5-1076-4DC3-804D-AA11A6FEA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18367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而</a:t>
            </a:r>
          </a:p>
        </p:txBody>
      </p:sp>
      <p:graphicFrame>
        <p:nvGraphicFramePr>
          <p:cNvPr id="49186" name="Object 34">
            <a:extLst>
              <a:ext uri="{FF2B5EF4-FFF2-40B4-BE49-F238E27FC236}">
                <a16:creationId xmlns:a16="http://schemas.microsoft.com/office/drawing/2014/main" id="{DE4D3548-A047-426F-B76A-1EC546928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4513" y="1809750"/>
          <a:ext cx="2070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Equation" r:id="rId10" imgW="876300" imgH="228600" progId="Equation.DSMT4">
                  <p:embed/>
                </p:oleObj>
              </mc:Choice>
              <mc:Fallback>
                <p:oleObj name="Equation" r:id="rId10" imgW="876300" imgH="228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4513" y="1809750"/>
                        <a:ext cx="20701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7" name="Rectangle 35">
            <a:extLst>
              <a:ext uri="{FF2B5EF4-FFF2-40B4-BE49-F238E27FC236}">
                <a16:creationId xmlns:a16="http://schemas.microsoft.com/office/drawing/2014/main" id="{C1EE3C56-E899-4923-89EA-DD7CE1AB1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66700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所以</a:t>
            </a:r>
          </a:p>
        </p:txBody>
      </p:sp>
      <p:graphicFrame>
        <p:nvGraphicFramePr>
          <p:cNvPr id="49191" name="Object 39">
            <a:extLst>
              <a:ext uri="{FF2B5EF4-FFF2-40B4-BE49-F238E27FC236}">
                <a16:creationId xmlns:a16="http://schemas.microsoft.com/office/drawing/2014/main" id="{FA80DCD8-03FC-4035-AB20-026883E1D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8325" y="2620963"/>
          <a:ext cx="35147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Equation" r:id="rId12" imgW="1371600" imgH="228600" progId="Equation.DSMT4">
                  <p:embed/>
                </p:oleObj>
              </mc:Choice>
              <mc:Fallback>
                <p:oleObj name="Equation" r:id="rId12" imgW="1371600" imgH="2286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2620963"/>
                        <a:ext cx="35147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5" name="Object 43">
            <a:extLst>
              <a:ext uri="{FF2B5EF4-FFF2-40B4-BE49-F238E27FC236}">
                <a16:creationId xmlns:a16="http://schemas.microsoft.com/office/drawing/2014/main" id="{F1B0D9FD-BC54-4E72-AE70-97EF2C14D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3429000"/>
          <a:ext cx="72834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Equation" r:id="rId14" imgW="3251200" imgH="228600" progId="Equation.DSMT4">
                  <p:embed/>
                </p:oleObj>
              </mc:Choice>
              <mc:Fallback>
                <p:oleObj name="Equation" r:id="rId14" imgW="3251200" imgH="2286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3429000"/>
                        <a:ext cx="72834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6" name="Rectangle 44">
            <a:extLst>
              <a:ext uri="{FF2B5EF4-FFF2-40B4-BE49-F238E27FC236}">
                <a16:creationId xmlns:a16="http://schemas.microsoft.com/office/drawing/2014/main" id="{03450ABE-0DD4-4973-9BEF-FCD8C36A6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407035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即</a:t>
            </a:r>
          </a:p>
        </p:txBody>
      </p:sp>
      <p:graphicFrame>
        <p:nvGraphicFramePr>
          <p:cNvPr id="49200" name="Object 48">
            <a:extLst>
              <a:ext uri="{FF2B5EF4-FFF2-40B4-BE49-F238E27FC236}">
                <a16:creationId xmlns:a16="http://schemas.microsoft.com/office/drawing/2014/main" id="{86EBF9AA-B0B4-429E-93EC-147CA2F51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5438" y="4051300"/>
          <a:ext cx="287178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name="Equation" r:id="rId16" imgW="1219200" imgH="228600" progId="Equation.DSMT4">
                  <p:embed/>
                </p:oleObj>
              </mc:Choice>
              <mc:Fallback>
                <p:oleObj name="Equation" r:id="rId16" imgW="121920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4051300"/>
                        <a:ext cx="2871787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1" name="Rectangle 49">
            <a:extLst>
              <a:ext uri="{FF2B5EF4-FFF2-40B4-BE49-F238E27FC236}">
                <a16:creationId xmlns:a16="http://schemas.microsoft.com/office/drawing/2014/main" id="{DC91DEA3-D205-4777-A142-E41A0C23A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485775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而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6" grpId="0"/>
      <p:bldP spid="49178" grpId="0"/>
      <p:bldP spid="49187" grpId="0"/>
      <p:bldP spid="49196" grpId="0"/>
      <p:bldP spid="4920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4">
            <a:extLst>
              <a:ext uri="{FF2B5EF4-FFF2-40B4-BE49-F238E27FC236}">
                <a16:creationId xmlns:a16="http://schemas.microsoft.com/office/drawing/2014/main" id="{89207B54-BA42-44C5-B8F8-2A407E6E9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33375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象函数的微分性质</a:t>
            </a:r>
          </a:p>
        </p:txBody>
      </p:sp>
      <p:graphicFrame>
        <p:nvGraphicFramePr>
          <p:cNvPr id="51206" name="Object 6">
            <a:extLst>
              <a:ext uri="{FF2B5EF4-FFF2-40B4-BE49-F238E27FC236}">
                <a16:creationId xmlns:a16="http://schemas.microsoft.com/office/drawing/2014/main" id="{45F695FB-B3F6-4EBD-8D1B-E46E357A4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958850"/>
          <a:ext cx="3200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3" imgW="1155700" imgH="203200" progId="Equation.DSMT4">
                  <p:embed/>
                </p:oleObj>
              </mc:Choice>
              <mc:Fallback>
                <p:oleObj name="Equation" r:id="rId3" imgW="1155700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958850"/>
                        <a:ext cx="32004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>
            <a:extLst>
              <a:ext uri="{FF2B5EF4-FFF2-40B4-BE49-F238E27FC236}">
                <a16:creationId xmlns:a16="http://schemas.microsoft.com/office/drawing/2014/main" id="{06F2D10E-F983-4BD4-B9BD-53CA84D954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2950" y="1676400"/>
          <a:ext cx="5549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5" imgW="2159000" imgH="279400" progId="Equation.DSMT4">
                  <p:embed/>
                </p:oleObj>
              </mc:Choice>
              <mc:Fallback>
                <p:oleObj name="Equation" r:id="rId5" imgW="2159000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1676400"/>
                        <a:ext cx="5549900" cy="749300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8">
            <a:extLst>
              <a:ext uri="{FF2B5EF4-FFF2-40B4-BE49-F238E27FC236}">
                <a16:creationId xmlns:a16="http://schemas.microsoft.com/office/drawing/2014/main" id="{E664646A-AEBE-4761-94C2-FCABCAA98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882650"/>
            <a:ext cx="1376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若</a:t>
            </a:r>
          </a:p>
        </p:txBody>
      </p:sp>
      <p:sp>
        <p:nvSpPr>
          <p:cNvPr id="51209" name="Rectangle 9">
            <a:extLst>
              <a:ext uri="{FF2B5EF4-FFF2-40B4-BE49-F238E27FC236}">
                <a16:creationId xmlns:a16="http://schemas.microsoft.com/office/drawing/2014/main" id="{347CA1FB-5CC1-49E3-9F04-F08B139DA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958850"/>
            <a:ext cx="1071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则</a:t>
            </a:r>
          </a:p>
        </p:txBody>
      </p:sp>
      <p:sp>
        <p:nvSpPr>
          <p:cNvPr id="51210" name="Rectangle 10">
            <a:extLst>
              <a:ext uri="{FF2B5EF4-FFF2-40B4-BE49-F238E27FC236}">
                <a16:creationId xmlns:a16="http://schemas.microsoft.com/office/drawing/2014/main" id="{033A7C2B-E3A4-4EDF-A6EF-C60574809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3200400"/>
            <a:ext cx="973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推论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</a:p>
        </p:txBody>
      </p:sp>
      <p:graphicFrame>
        <p:nvGraphicFramePr>
          <p:cNvPr id="51211" name="Object 11">
            <a:extLst>
              <a:ext uri="{FF2B5EF4-FFF2-40B4-BE49-F238E27FC236}">
                <a16:creationId xmlns:a16="http://schemas.microsoft.com/office/drawing/2014/main" id="{415F0E9E-44E9-4F79-A129-9AE058502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2263" y="3028950"/>
          <a:ext cx="67818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Equation" r:id="rId7" imgW="2641600" imgH="292100" progId="Equation.DSMT4">
                  <p:embed/>
                </p:oleObj>
              </mc:Choice>
              <mc:Fallback>
                <p:oleObj name="Equation" r:id="rId7" imgW="2641600" imgH="292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3028950"/>
                        <a:ext cx="6781800" cy="750888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灯片编号占位符 1">
            <a:extLst>
              <a:ext uri="{FF2B5EF4-FFF2-40B4-BE49-F238E27FC236}">
                <a16:creationId xmlns:a16="http://schemas.microsoft.com/office/drawing/2014/main" id="{91CA1F6D-F76B-4C8F-9078-2FE4838B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140C2B-CA96-446A-BE25-DD317947E8FE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77146DC-2A11-419C-954E-81540A6DC4B0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33400" y="4038600"/>
          <a:ext cx="55721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9" imgW="2565400" imgH="469900" progId="Equation.DSMT4">
                  <p:embed/>
                </p:oleObj>
              </mc:Choice>
              <mc:Fallback>
                <p:oleObj name="Equation" r:id="rId9" imgW="2565400" imgH="469900" progId="Equation.DSMT4">
                  <p:embed/>
                  <p:pic>
                    <p:nvPicPr>
                      <p:cNvPr id="0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038600"/>
                        <a:ext cx="557212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E822371-8108-4834-8C6F-E3F77117E428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8750" y="5141913"/>
          <a:ext cx="402748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11" imgW="1854200" imgH="228600" progId="Equation.DSMT4">
                  <p:embed/>
                </p:oleObj>
              </mc:Choice>
              <mc:Fallback>
                <p:oleObj name="Equation" r:id="rId11" imgW="1854200" imgH="228600" progId="Equation.DSMT4">
                  <p:embed/>
                  <p:pic>
                    <p:nvPicPr>
                      <p:cNvPr id="0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5141913"/>
                        <a:ext cx="4027488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CA29E34-2012-48A6-B533-AFD8E2088E2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57638" y="5715000"/>
          <a:ext cx="9937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Equation" r:id="rId13" imgW="457002" imgH="406224" progId="Equation.DSMT4">
                  <p:embed/>
                </p:oleObj>
              </mc:Choice>
              <mc:Fallback>
                <p:oleObj name="Equation" r:id="rId13" imgW="457002" imgH="406224" progId="Equation.DSMT4">
                  <p:embed/>
                  <p:pic>
                    <p:nvPicPr>
                      <p:cNvPr id="0" name="对象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5715000"/>
                        <a:ext cx="99377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8" grpId="0"/>
      <p:bldP spid="51209" grpId="0"/>
      <p:bldP spid="512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9" name="Group 2">
            <a:extLst>
              <a:ext uri="{FF2B5EF4-FFF2-40B4-BE49-F238E27FC236}">
                <a16:creationId xmlns:a16="http://schemas.microsoft.com/office/drawing/2014/main" id="{E43B91C6-A869-494D-9DAE-125ADE86282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685800"/>
            <a:ext cx="982663" cy="584200"/>
            <a:chOff x="396" y="441"/>
            <a:chExt cx="619" cy="368"/>
          </a:xfrm>
        </p:grpSpPr>
        <p:sp>
          <p:nvSpPr>
            <p:cNvPr id="8204" name="Oval 3" descr="软木塞">
              <a:extLst>
                <a:ext uri="{FF2B5EF4-FFF2-40B4-BE49-F238E27FC236}">
                  <a16:creationId xmlns:a16="http://schemas.microsoft.com/office/drawing/2014/main" id="{351D3773-F9DF-48EF-B5B0-5D127CEB9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52" name="WordArt 4">
              <a:extLst>
                <a:ext uri="{FF2B5EF4-FFF2-40B4-BE49-F238E27FC236}">
                  <a16:creationId xmlns:a16="http://schemas.microsoft.com/office/drawing/2014/main" id="{46BE2F20-4809-460C-BB62-3E6975CB2EE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3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8200" name="Rectangle 8">
            <a:extLst>
              <a:ext uri="{FF2B5EF4-FFF2-40B4-BE49-F238E27FC236}">
                <a16:creationId xmlns:a16="http://schemas.microsoft.com/office/drawing/2014/main" id="{C9D0256E-C785-4094-84F3-623E5004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717550"/>
            <a:ext cx="665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求函数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sin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kt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800" b="1">
                <a:latin typeface="楷体_GB2312" panose="02010609030101010101" pitchFamily="49" charset="-122"/>
              </a:rPr>
              <a:t>Laplace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</a:p>
        </p:txBody>
      </p:sp>
    </p:spTree>
  </p:cSld>
  <p:clrMapOvr>
    <a:masterClrMapping/>
  </p:clrMapOvr>
  <p:transition spd="med">
    <p:cover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9" name="Group 2">
            <a:extLst>
              <a:ext uri="{FF2B5EF4-FFF2-40B4-BE49-F238E27FC236}">
                <a16:creationId xmlns:a16="http://schemas.microsoft.com/office/drawing/2014/main" id="{E43B91C6-A869-494D-9DAE-125ADE86282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685800"/>
            <a:ext cx="982663" cy="584200"/>
            <a:chOff x="396" y="441"/>
            <a:chExt cx="619" cy="368"/>
          </a:xfrm>
        </p:grpSpPr>
        <p:sp>
          <p:nvSpPr>
            <p:cNvPr id="8204" name="Oval 3" descr="软木塞">
              <a:extLst>
                <a:ext uri="{FF2B5EF4-FFF2-40B4-BE49-F238E27FC236}">
                  <a16:creationId xmlns:a16="http://schemas.microsoft.com/office/drawing/2014/main" id="{351D3773-F9DF-48EF-B5B0-5D127CEB9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52" name="WordArt 4">
              <a:extLst>
                <a:ext uri="{FF2B5EF4-FFF2-40B4-BE49-F238E27FC236}">
                  <a16:creationId xmlns:a16="http://schemas.microsoft.com/office/drawing/2014/main" id="{46BE2F20-4809-460C-BB62-3E6975CB2EE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3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8200" name="Rectangle 8">
            <a:extLst>
              <a:ext uri="{FF2B5EF4-FFF2-40B4-BE49-F238E27FC236}">
                <a16:creationId xmlns:a16="http://schemas.microsoft.com/office/drawing/2014/main" id="{C9D0256E-C785-4094-84F3-623E5004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717550"/>
            <a:ext cx="665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求函数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sin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kt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800" b="1">
                <a:latin typeface="楷体_GB2312" panose="02010609030101010101" pitchFamily="49" charset="-122"/>
              </a:rPr>
              <a:t>Laplace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</a:p>
        </p:txBody>
      </p:sp>
      <p:graphicFrame>
        <p:nvGraphicFramePr>
          <p:cNvPr id="53258" name="Object 10">
            <a:extLst>
              <a:ext uri="{FF2B5EF4-FFF2-40B4-BE49-F238E27FC236}">
                <a16:creationId xmlns:a16="http://schemas.microsoft.com/office/drawing/2014/main" id="{486DCB05-BC37-4D7D-A925-705BB4C3EB45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2533650" y="1441450"/>
          <a:ext cx="37306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2" name="Equation" r:id="rId4" imgW="1459866" imgH="406224" progId="Equation.DSMT4">
                  <p:embed/>
                </p:oleObj>
              </mc:Choice>
              <mc:Fallback>
                <p:oleObj name="Equation" r:id="rId4" imgW="1459866" imgH="406224" progId="Equation.DSMT4">
                  <p:embed/>
                  <p:pic>
                    <p:nvPicPr>
                      <p:cNvPr id="53258" name="Object 10">
                        <a:extLst>
                          <a:ext uri="{FF2B5EF4-FFF2-40B4-BE49-F238E27FC236}">
                            <a16:creationId xmlns:a16="http://schemas.microsoft.com/office/drawing/2014/main" id="{486DCB05-BC37-4D7D-A925-705BB4C3EB4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1441450"/>
                        <a:ext cx="373062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9" name="Rectangle 11">
            <a:extLst>
              <a:ext uri="{FF2B5EF4-FFF2-40B4-BE49-F238E27FC236}">
                <a16:creationId xmlns:a16="http://schemas.microsoft.com/office/drawing/2014/main" id="{31BAC19B-5107-4F3B-A678-09E03E787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681163"/>
            <a:ext cx="16224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解：因为</a:t>
            </a:r>
          </a:p>
        </p:txBody>
      </p:sp>
      <p:graphicFrame>
        <p:nvGraphicFramePr>
          <p:cNvPr id="53263" name="Object 15">
            <a:extLst>
              <a:ext uri="{FF2B5EF4-FFF2-40B4-BE49-F238E27FC236}">
                <a16:creationId xmlns:a16="http://schemas.microsoft.com/office/drawing/2014/main" id="{B36C3077-2F69-4668-81D7-B02821D73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" y="3321050"/>
          <a:ext cx="464343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Equation" r:id="rId6" imgW="1905000" imgH="444500" progId="Equation.DSMT4">
                  <p:embed/>
                </p:oleObj>
              </mc:Choice>
              <mc:Fallback>
                <p:oleObj name="Equation" r:id="rId6" imgW="1905000" imgH="444500" progId="Equation.DSMT4">
                  <p:embed/>
                  <p:pic>
                    <p:nvPicPr>
                      <p:cNvPr id="53263" name="Object 15">
                        <a:extLst>
                          <a:ext uri="{FF2B5EF4-FFF2-40B4-BE49-F238E27FC236}">
                            <a16:creationId xmlns:a16="http://schemas.microsoft.com/office/drawing/2014/main" id="{B36C3077-2F69-4668-81D7-B02821D731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3321050"/>
                        <a:ext cx="4643438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4" name="Rectangle 16">
            <a:extLst>
              <a:ext uri="{FF2B5EF4-FFF2-40B4-BE49-F238E27FC236}">
                <a16:creationId xmlns:a16="http://schemas.microsoft.com/office/drawing/2014/main" id="{415F2B3B-C3FB-408F-9308-798E3D5EC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2525713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由象函数的微分性质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有</a:t>
            </a:r>
          </a:p>
        </p:txBody>
      </p:sp>
      <p:graphicFrame>
        <p:nvGraphicFramePr>
          <p:cNvPr id="53272" name="Object 24">
            <a:extLst>
              <a:ext uri="{FF2B5EF4-FFF2-40B4-BE49-F238E27FC236}">
                <a16:creationId xmlns:a16="http://schemas.microsoft.com/office/drawing/2014/main" id="{A9A5D4B1-C98B-4994-B583-66FE74CBAC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276600"/>
          <a:ext cx="3681413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4" name="Equation" r:id="rId8" imgW="1548728" imgH="520474" progId="Equation.DSMT4">
                  <p:embed/>
                </p:oleObj>
              </mc:Choice>
              <mc:Fallback>
                <p:oleObj name="Equation" r:id="rId8" imgW="1548728" imgH="520474" progId="Equation.DSMT4">
                  <p:embed/>
                  <p:pic>
                    <p:nvPicPr>
                      <p:cNvPr id="53272" name="Object 24">
                        <a:extLst>
                          <a:ext uri="{FF2B5EF4-FFF2-40B4-BE49-F238E27FC236}">
                            <a16:creationId xmlns:a16="http://schemas.microsoft.com/office/drawing/2014/main" id="{A9A5D4B1-C98B-4994-B583-66FE74CBAC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276600"/>
                        <a:ext cx="3681413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3" name="Rectangle 25">
            <a:extLst>
              <a:ext uri="{FF2B5EF4-FFF2-40B4-BE49-F238E27FC236}">
                <a16:creationId xmlns:a16="http://schemas.microsoft.com/office/drawing/2014/main" id="{D8086457-FF4E-439B-B228-3479E0EDA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4849813"/>
            <a:ext cx="1893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同理</a:t>
            </a:r>
          </a:p>
        </p:txBody>
      </p:sp>
      <p:graphicFrame>
        <p:nvGraphicFramePr>
          <p:cNvPr id="53274" name="Object 26">
            <a:extLst>
              <a:ext uri="{FF2B5EF4-FFF2-40B4-BE49-F238E27FC236}">
                <a16:creationId xmlns:a16="http://schemas.microsoft.com/office/drawing/2014/main" id="{D553B299-69F0-4F44-B6D1-1E698B3D9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9663" y="4727575"/>
          <a:ext cx="4294187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5" name="Equation" r:id="rId10" imgW="1916868" imgH="444307" progId="Equation.DSMT4">
                  <p:embed/>
                </p:oleObj>
              </mc:Choice>
              <mc:Fallback>
                <p:oleObj name="Equation" r:id="rId10" imgW="1916868" imgH="444307" progId="Equation.DSMT4">
                  <p:embed/>
                  <p:pic>
                    <p:nvPicPr>
                      <p:cNvPr id="53274" name="Object 26">
                        <a:extLst>
                          <a:ext uri="{FF2B5EF4-FFF2-40B4-BE49-F238E27FC236}">
                            <a16:creationId xmlns:a16="http://schemas.microsoft.com/office/drawing/2014/main" id="{D553B299-69F0-4F44-B6D1-1E698B3D9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4727575"/>
                        <a:ext cx="4294187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5" name="Object 27">
            <a:extLst>
              <a:ext uri="{FF2B5EF4-FFF2-40B4-BE49-F238E27FC236}">
                <a16:creationId xmlns:a16="http://schemas.microsoft.com/office/drawing/2014/main" id="{059E3682-9FE7-442B-AC12-93FBAE26AB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572000"/>
          <a:ext cx="378777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6" name="Equation" r:id="rId12" imgW="1548728" imgH="533169" progId="Equation.DSMT4">
                  <p:embed/>
                </p:oleObj>
              </mc:Choice>
              <mc:Fallback>
                <p:oleObj name="Equation" r:id="rId12" imgW="1548728" imgH="533169" progId="Equation.DSMT4">
                  <p:embed/>
                  <p:pic>
                    <p:nvPicPr>
                      <p:cNvPr id="53275" name="Object 27">
                        <a:extLst>
                          <a:ext uri="{FF2B5EF4-FFF2-40B4-BE49-F238E27FC236}">
                            <a16:creationId xmlns:a16="http://schemas.microsoft.com/office/drawing/2014/main" id="{059E3682-9FE7-442B-AC12-93FBAE26AB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572000"/>
                        <a:ext cx="3787775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1278096"/>
      </p:ext>
    </p:extLst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9" grpId="0"/>
      <p:bldP spid="53264" grpId="0"/>
      <p:bldP spid="532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灯片编号占位符 3">
            <a:extLst>
              <a:ext uri="{FF2B5EF4-FFF2-40B4-BE49-F238E27FC236}">
                <a16:creationId xmlns:a16="http://schemas.microsoft.com/office/drawing/2014/main" id="{438B0C6F-1C6C-428C-AAB3-3E858F6E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03B009-1D98-4DB6-AF99-21C6E17AEE3C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graphicFrame>
        <p:nvGraphicFramePr>
          <p:cNvPr id="57347" name="Object 3">
            <a:extLst>
              <a:ext uri="{FF2B5EF4-FFF2-40B4-BE49-F238E27FC236}">
                <a16:creationId xmlns:a16="http://schemas.microsoft.com/office/drawing/2014/main" id="{9B78F42B-E75C-4AB4-8767-B29D2BA6A78C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88963" y="3200400"/>
          <a:ext cx="43259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3" imgW="1760274" imgH="182942" progId="Equation.DSMT4">
                  <p:embed/>
                </p:oleObj>
              </mc:Choice>
              <mc:Fallback>
                <p:oleObj name="Equation" r:id="rId3" imgW="1760274" imgH="182942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3200400"/>
                        <a:ext cx="432593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21301DD2-C2BF-4AEC-9795-6F7ED5CA79E0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006475" y="1219200"/>
          <a:ext cx="41910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quation" r:id="rId5" imgW="1701800" imgH="254000" progId="Equation.DSMT4">
                  <p:embed/>
                </p:oleObj>
              </mc:Choice>
              <mc:Fallback>
                <p:oleObj name="Equation" r:id="rId5" imgW="1701800" imgH="25400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219200"/>
                        <a:ext cx="41910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>
            <a:extLst>
              <a:ext uri="{FF2B5EF4-FFF2-40B4-BE49-F238E27FC236}">
                <a16:creationId xmlns:a16="http://schemas.microsoft.com/office/drawing/2014/main" id="{E525D593-3819-47C4-A6E0-1BDB71990B69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057400" y="2057400"/>
          <a:ext cx="414496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Equation" r:id="rId7" imgW="1713756" imgH="406224" progId="Equation.DSMT4">
                  <p:embed/>
                </p:oleObj>
              </mc:Choice>
              <mc:Fallback>
                <p:oleObj name="Equation" r:id="rId7" imgW="1713756" imgH="406224" progId="Equation.DSMT4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4144963" cy="982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>
            <a:extLst>
              <a:ext uri="{FF2B5EF4-FFF2-40B4-BE49-F238E27FC236}">
                <a16:creationId xmlns:a16="http://schemas.microsoft.com/office/drawing/2014/main" id="{C7DA4D95-37E1-442A-818E-C24BF5CF99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8475" y="4579938"/>
          <a:ext cx="456406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quation" r:id="rId9" imgW="1892300" imgH="254000" progId="Equation.DSMT4">
                  <p:embed/>
                </p:oleObj>
              </mc:Choice>
              <mc:Fallback>
                <p:oleObj name="Equation" r:id="rId9" imgW="18923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4579938"/>
                        <a:ext cx="456406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9">
            <a:extLst>
              <a:ext uri="{FF2B5EF4-FFF2-40B4-BE49-F238E27FC236}">
                <a16:creationId xmlns:a16="http://schemas.microsoft.com/office/drawing/2014/main" id="{B1A87D5A-08D7-469A-99B1-0D1D5A2BE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0238" y="3373438"/>
          <a:ext cx="35274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11" imgW="1287716" imgH="53412" progId="Equation.DSMT4">
                  <p:embed/>
                </p:oleObj>
              </mc:Choice>
              <mc:Fallback>
                <p:oleObj name="Equation" r:id="rId11" imgW="1287716" imgH="534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373438"/>
                        <a:ext cx="35274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12">
            <a:extLst>
              <a:ext uri="{FF2B5EF4-FFF2-40B4-BE49-F238E27FC236}">
                <a16:creationId xmlns:a16="http://schemas.microsoft.com/office/drawing/2014/main" id="{2D54A9B6-EBDB-455D-AD8B-F156816E7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7313" y="4567238"/>
          <a:ext cx="18288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13" imgW="774364" imgH="253890" progId="Equation.DSMT4">
                  <p:embed/>
                </p:oleObj>
              </mc:Choice>
              <mc:Fallback>
                <p:oleObj name="Equation" r:id="rId13" imgW="774364" imgH="25389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313" y="4567238"/>
                        <a:ext cx="18288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7" name="Rectangle 13">
            <a:extLst>
              <a:ext uri="{FF2B5EF4-FFF2-40B4-BE49-F238E27FC236}">
                <a16:creationId xmlns:a16="http://schemas.microsoft.com/office/drawing/2014/main" id="{A49B061C-13D1-4BAF-A56A-B2F72726A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979863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根据微分性质</a:t>
            </a:r>
            <a:r>
              <a:rPr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AB7FEC-E758-4347-9788-58C1FF010056}"/>
              </a:ext>
            </a:extLst>
          </p:cNvPr>
          <p:cNvSpPr/>
          <p:nvPr/>
        </p:nvSpPr>
        <p:spPr>
          <a:xfrm>
            <a:off x="609600" y="381000"/>
            <a:ext cx="49847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kern="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三、积分性质</a:t>
            </a:r>
            <a:endParaRPr lang="zh-CN" altLang="en-US" sz="2000" dirty="0">
              <a:latin typeface="Arial" charset="0"/>
              <a:ea typeface="宋体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97A3E23-173F-4F30-940C-D14F653A0E1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905000" y="5257800"/>
          <a:ext cx="6057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Equation" r:id="rId15" imgW="2692400" imgH="406400" progId="Equation.DSMT4">
                  <p:embed/>
                </p:oleObj>
              </mc:Choice>
              <mc:Fallback>
                <p:oleObj name="Equation" r:id="rId15" imgW="2692400" imgH="406400" progId="Equation.DSMT4">
                  <p:embed/>
                  <p:pic>
                    <p:nvPicPr>
                      <p:cNvPr id="0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257800"/>
                        <a:ext cx="6057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8597363D-9D48-421F-9B62-B28B1EF263AC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876300" y="1752600"/>
          <a:ext cx="77343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3" imgW="2971785" imgH="304903" progId="Equation.DSMT4">
                  <p:embed/>
                </p:oleObj>
              </mc:Choice>
              <mc:Fallback>
                <p:oleObj name="Equation" r:id="rId3" imgW="2971785" imgH="304903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752600"/>
                        <a:ext cx="77343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灯片编号占位符 1">
            <a:extLst>
              <a:ext uri="{FF2B5EF4-FFF2-40B4-BE49-F238E27FC236}">
                <a16:creationId xmlns:a16="http://schemas.microsoft.com/office/drawing/2014/main" id="{895AF4A4-F55B-463B-A78E-8409C3B5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5428C4-2A67-46DF-9123-BF282C08CDB1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58375" name="WordArt 7">
            <a:extLst>
              <a:ext uri="{FF2B5EF4-FFF2-40B4-BE49-F238E27FC236}">
                <a16:creationId xmlns:a16="http://schemas.microsoft.com/office/drawing/2014/main" id="{FC9569C9-E3FB-45EA-818B-B7CA77EAA9E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000" y="3184071"/>
            <a:ext cx="990600" cy="40277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zh-CN" altLang="en-US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华文中宋"/>
                <a:ea typeface="华文中宋"/>
              </a:rPr>
              <a:t>推论</a:t>
            </a:r>
            <a:r>
              <a:rPr lang="en-US" altLang="zh-CN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华文中宋"/>
                <a:ea typeface="华文中宋"/>
              </a:rPr>
              <a:t>:</a:t>
            </a:r>
            <a:endParaRPr lang="zh-CN" altLang="en-US" sz="3600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华文中宋"/>
              <a:ea typeface="华文中宋"/>
            </a:endParaRPr>
          </a:p>
        </p:txBody>
      </p:sp>
      <p:graphicFrame>
        <p:nvGraphicFramePr>
          <p:cNvPr id="58376" name="Object 8">
            <a:extLst>
              <a:ext uri="{FF2B5EF4-FFF2-40B4-BE49-F238E27FC236}">
                <a16:creationId xmlns:a16="http://schemas.microsoft.com/office/drawing/2014/main" id="{DA71CAF5-DB02-472E-BABB-C314DBDC04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814763"/>
          <a:ext cx="6884988" cy="196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quation" r:id="rId5" imgW="2438349" imgH="609590" progId="Equation.DSMT4">
                  <p:embed/>
                </p:oleObj>
              </mc:Choice>
              <mc:Fallback>
                <p:oleObj name="Equation" r:id="rId5" imgW="2438349" imgH="60959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14763"/>
                        <a:ext cx="6884988" cy="1966912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对象 2">
            <a:extLst>
              <a:ext uri="{FF2B5EF4-FFF2-40B4-BE49-F238E27FC236}">
                <a16:creationId xmlns:a16="http://schemas.microsoft.com/office/drawing/2014/main" id="{7C07FF32-4DE0-4572-860C-88DB25DB1683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057400" y="381000"/>
          <a:ext cx="414496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Equation" r:id="rId7" imgW="1713756" imgH="406224" progId="Equation.DSMT4">
                  <p:embed/>
                </p:oleObj>
              </mc:Choice>
              <mc:Fallback>
                <p:oleObj name="Equation" r:id="rId7" imgW="1713756" imgH="406224" progId="Equation.DSMT4">
                  <p:embed/>
                  <p:pic>
                    <p:nvPicPr>
                      <p:cNvPr id="0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1000"/>
                        <a:ext cx="4144963" cy="982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652A7305-EBF0-4C2F-83D0-E2A6585A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368300"/>
            <a:ext cx="8305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由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Laplace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变换存在定理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,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可得</a:t>
            </a:r>
            <a:r>
              <a:rPr lang="zh-CN" altLang="en-US" sz="2800" b="1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象函数积分性质</a:t>
            </a:r>
            <a:r>
              <a:rPr lang="en-US" altLang="zh-CN" sz="2800" b="1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</a:p>
        </p:txBody>
      </p:sp>
      <p:graphicFrame>
        <p:nvGraphicFramePr>
          <p:cNvPr id="97286" name="Object 6">
            <a:extLst>
              <a:ext uri="{FF2B5EF4-FFF2-40B4-BE49-F238E27FC236}">
                <a16:creationId xmlns:a16="http://schemas.microsoft.com/office/drawing/2014/main" id="{730F0FB4-4175-4C31-A864-90FF4697AE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3563" y="1566863"/>
          <a:ext cx="42672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3" imgW="1447898" imgH="297118" progId="Equation.DSMT4">
                  <p:embed/>
                </p:oleObj>
              </mc:Choice>
              <mc:Fallback>
                <p:oleObj name="Equation" r:id="rId3" imgW="1447898" imgH="2971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1566863"/>
                        <a:ext cx="4267200" cy="1085850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8" name="Object 8">
            <a:extLst>
              <a:ext uri="{FF2B5EF4-FFF2-40B4-BE49-F238E27FC236}">
                <a16:creationId xmlns:a16="http://schemas.microsoft.com/office/drawing/2014/main" id="{F74F2DD8-9894-4D1B-AB22-0CCB61EF6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3563" y="3187700"/>
          <a:ext cx="63246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5" imgW="2247944" imgH="388589" progId="Equation.DSMT4">
                  <p:embed/>
                </p:oleObj>
              </mc:Choice>
              <mc:Fallback>
                <p:oleObj name="Equation" r:id="rId5" imgW="2247944" imgH="38858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3187700"/>
                        <a:ext cx="6324600" cy="1333500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灯片编号占位符 1">
            <a:extLst>
              <a:ext uri="{FF2B5EF4-FFF2-40B4-BE49-F238E27FC236}">
                <a16:creationId xmlns:a16="http://schemas.microsoft.com/office/drawing/2014/main" id="{CB6CB5A1-939B-4C7E-AFFB-BEF3642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1958B4-63ED-4460-9D75-555F20BFB01E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4">
            <a:extLst>
              <a:ext uri="{FF2B5EF4-FFF2-40B4-BE49-F238E27FC236}">
                <a16:creationId xmlns:a16="http://schemas.microsoft.com/office/drawing/2014/main" id="{8E355456-E9FB-40A7-9D47-AC1CDCE6F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0"/>
            <a:ext cx="8305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象函数积分性质</a:t>
            </a:r>
            <a:r>
              <a:rPr lang="en-US" altLang="zh-CN" sz="2800" b="1">
                <a:solidFill>
                  <a:srgbClr val="00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</a:p>
        </p:txBody>
      </p:sp>
      <p:graphicFrame>
        <p:nvGraphicFramePr>
          <p:cNvPr id="12290" name="Object 6">
            <a:extLst>
              <a:ext uri="{FF2B5EF4-FFF2-40B4-BE49-F238E27FC236}">
                <a16:creationId xmlns:a16="http://schemas.microsoft.com/office/drawing/2014/main" id="{6BD18ABC-5203-4751-ABFC-6AFB45DC38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225" y="1079500"/>
          <a:ext cx="42672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Equation" r:id="rId3" imgW="1447898" imgH="297118" progId="Equation.DSMT4">
                  <p:embed/>
                </p:oleObj>
              </mc:Choice>
              <mc:Fallback>
                <p:oleObj name="Equation" r:id="rId3" imgW="1447898" imgH="2971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1079500"/>
                        <a:ext cx="4267200" cy="1085850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灯片编号占位符 1">
            <a:extLst>
              <a:ext uri="{FF2B5EF4-FFF2-40B4-BE49-F238E27FC236}">
                <a16:creationId xmlns:a16="http://schemas.microsoft.com/office/drawing/2014/main" id="{621B0204-ED4D-479C-8283-70BC9B18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A17BE30-ABDD-4EA1-B216-1A30832867F6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01592AE-1D9D-4199-92DA-5840A7039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7025" y="2374900"/>
          <a:ext cx="4978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Equation" r:id="rId5" imgW="3911600" imgH="838200" progId="Equation.DSMT4">
                  <p:embed/>
                </p:oleObj>
              </mc:Choice>
              <mc:Fallback>
                <p:oleObj name="Equation" r:id="rId5" imgW="3911600" imgH="838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2374900"/>
                        <a:ext cx="4978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E6D2AE2-9F58-42F2-9555-953D8ABE85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581400"/>
          <a:ext cx="2387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Equation" r:id="rId7" imgW="2387600" imgH="419100" progId="Equation.DSMT4">
                  <p:embed/>
                </p:oleObj>
              </mc:Choice>
              <mc:Fallback>
                <p:oleObj name="Equation" r:id="rId7" imgW="2387600" imgH="4191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581400"/>
                        <a:ext cx="2387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8DFF155-6D35-438D-95D9-002E53459C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191000"/>
          <a:ext cx="43481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Equation" r:id="rId9" imgW="3416300" imgH="838200" progId="Equation.DSMT4">
                  <p:embed/>
                </p:oleObj>
              </mc:Choice>
              <mc:Fallback>
                <p:oleObj name="Equation" r:id="rId9" imgW="3416300" imgH="838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191000"/>
                        <a:ext cx="4348163" cy="1066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A32CD8F-2A20-44F9-8962-C8E791D34B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5638800"/>
          <a:ext cx="444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Equation" r:id="rId11" imgW="4445000" imgH="393700" progId="Equation.DSMT4">
                  <p:embed/>
                </p:oleObj>
              </mc:Choice>
              <mc:Fallback>
                <p:oleObj name="Equation" r:id="rId11" imgW="4445000" imgH="393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638800"/>
                        <a:ext cx="4445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灯片编号占位符 1">
            <a:extLst>
              <a:ext uri="{FF2B5EF4-FFF2-40B4-BE49-F238E27FC236}">
                <a16:creationId xmlns:a16="http://schemas.microsoft.com/office/drawing/2014/main" id="{0DC5BBEE-7616-431E-81AC-3D6E8BD7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42B23A-82D7-461F-AD05-9D32A16F69D6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graphicFrame>
        <p:nvGraphicFramePr>
          <p:cNvPr id="13314" name="对象 2">
            <a:extLst>
              <a:ext uri="{FF2B5EF4-FFF2-40B4-BE49-F238E27FC236}">
                <a16:creationId xmlns:a16="http://schemas.microsoft.com/office/drawing/2014/main" id="{463542C3-C828-400D-8C78-6BF42A8D96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81000"/>
          <a:ext cx="43481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Equation" r:id="rId3" imgW="3416300" imgH="838200" progId="Equation.DSMT4">
                  <p:embed/>
                </p:oleObj>
              </mc:Choice>
              <mc:Fallback>
                <p:oleObj name="Equation" r:id="rId3" imgW="3416300" imgH="838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1000"/>
                        <a:ext cx="4348163" cy="1066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91D489F-CCD9-4215-8761-2E3A05DEE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981200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Equation" r:id="rId5" imgW="863225" imgH="380835" progId="Equation.DSMT4">
                  <p:embed/>
                </p:oleObj>
              </mc:Choice>
              <mc:Fallback>
                <p:oleObj name="Equation" r:id="rId5" imgW="863225" imgH="380835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81200"/>
                        <a:ext cx="863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8937568-862E-4E91-9F24-A27A2AD77B51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28800" y="1752600"/>
          <a:ext cx="35147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Equation" r:id="rId7" imgW="1562100" imgH="406400" progId="Equation.DSMT4">
                  <p:embed/>
                </p:oleObj>
              </mc:Choice>
              <mc:Fallback>
                <p:oleObj name="Equation" r:id="rId7" imgW="1562100" imgH="406400" progId="Equation.DSMT4">
                  <p:embed/>
                  <p:pic>
                    <p:nvPicPr>
                      <p:cNvPr id="0" name="对象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752600"/>
                        <a:ext cx="35147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B576D3B-79DC-4F27-814D-A8475AB49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048000"/>
          <a:ext cx="421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Equation" r:id="rId9" imgW="4216400" imgH="838200" progId="Equation.DSMT4">
                  <p:embed/>
                </p:oleObj>
              </mc:Choice>
              <mc:Fallback>
                <p:oleObj name="Equation" r:id="rId9" imgW="4216400" imgH="838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048000"/>
                        <a:ext cx="4216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75FB558-724F-43FF-97FC-F197BDA2E4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191000"/>
          <a:ext cx="171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Equation" r:id="rId11" imgW="1714500" imgH="571500" progId="Equation.DSMT4">
                  <p:embed/>
                </p:oleObj>
              </mc:Choice>
              <mc:Fallback>
                <p:oleObj name="Equation" r:id="rId11" imgW="1714500" imgH="5715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191000"/>
                        <a:ext cx="1714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2DA90D1-CEAC-4B96-8BC9-07434CAA9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5029200"/>
          <a:ext cx="60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Equation" r:id="rId13" imgW="609600" imgH="838200" progId="Equation.DSMT4">
                  <p:embed/>
                </p:oleObj>
              </mc:Choice>
              <mc:Fallback>
                <p:oleObj name="Equation" r:id="rId13" imgW="609600" imgH="838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029200"/>
                        <a:ext cx="609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9904E3-2E63-43BA-869C-760A1516F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249863"/>
            <a:ext cx="2590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Dirichlet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6">
            <a:extLst>
              <a:ext uri="{FF2B5EF4-FFF2-40B4-BE49-F238E27FC236}">
                <a16:creationId xmlns:a16="http://schemas.microsoft.com/office/drawing/2014/main" id="{64A28E70-82EF-429B-B313-1396F583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33375"/>
            <a:ext cx="533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四、位移性质</a:t>
            </a:r>
          </a:p>
        </p:txBody>
      </p:sp>
      <p:sp>
        <p:nvSpPr>
          <p:cNvPr id="75790" name="Rectangle 14">
            <a:extLst>
              <a:ext uri="{FF2B5EF4-FFF2-40B4-BE49-F238E27FC236}">
                <a16:creationId xmlns:a16="http://schemas.microsoft.com/office/drawing/2014/main" id="{C665D5FB-AA2D-46E2-A55F-88D459522E8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460500" y="1755775"/>
            <a:ext cx="6083300" cy="850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3200" b="1">
                <a:latin typeface="Kunstler Script" panose="030304020206070D0D06" pitchFamily="66" charset="0"/>
              </a:rPr>
              <a:t>L</a:t>
            </a:r>
            <a:r>
              <a:rPr lang="en-US" altLang="zh-CN" sz="3200" b="1">
                <a:latin typeface="楷体_GB2312" panose="02010609030101010101" pitchFamily="49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</a:rPr>
              <a:t>[e</a:t>
            </a:r>
            <a:r>
              <a:rPr lang="en-US" altLang="zh-CN" sz="3200" b="1" i="1" baseline="30000">
                <a:latin typeface="Times New Roman" panose="02020603050405020304" pitchFamily="18" charset="0"/>
              </a:rPr>
              <a:t>at </a:t>
            </a:r>
            <a:r>
              <a:rPr lang="en-US" altLang="zh-CN" sz="3200" b="1" i="1">
                <a:latin typeface="Times New Roman" panose="02020603050405020304" pitchFamily="18" charset="0"/>
              </a:rPr>
              <a:t>f </a:t>
            </a:r>
            <a:r>
              <a:rPr lang="en-US" altLang="zh-CN" sz="3200" b="1">
                <a:latin typeface="Times New Roman" panose="02020603050405020304" pitchFamily="18" charset="0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</a:rPr>
              <a:t>t</a:t>
            </a:r>
            <a:r>
              <a:rPr lang="en-US" altLang="zh-CN" sz="3200" b="1">
                <a:latin typeface="Times New Roman" panose="02020603050405020304" pitchFamily="18" charset="0"/>
              </a:rPr>
              <a:t>)]=</a:t>
            </a:r>
            <a:r>
              <a:rPr lang="en-US" altLang="zh-CN" sz="3200" b="1" i="1">
                <a:latin typeface="Times New Roman" panose="02020603050405020304" pitchFamily="18" charset="0"/>
              </a:rPr>
              <a:t>F </a:t>
            </a:r>
            <a:r>
              <a:rPr lang="en-US" altLang="zh-CN" sz="3200" b="1">
                <a:latin typeface="Times New Roman" panose="02020603050405020304" pitchFamily="18" charset="0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</a:rPr>
              <a:t>s</a:t>
            </a:r>
            <a:r>
              <a:rPr lang="en-US" altLang="zh-CN" sz="3200" b="1">
                <a:latin typeface="Times New Roman" panose="02020603050405020304" pitchFamily="18" charset="0"/>
              </a:rPr>
              <a:t>-</a:t>
            </a:r>
            <a:r>
              <a:rPr lang="en-US" altLang="zh-CN" sz="3200" b="1" i="1"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latin typeface="Times New Roman" panose="02020603050405020304" pitchFamily="18" charset="0"/>
              </a:rPr>
              <a:t>)   (Re (</a:t>
            </a:r>
            <a:r>
              <a:rPr lang="en-US" altLang="zh-CN" sz="3200" b="1" i="1">
                <a:latin typeface="Times New Roman" panose="02020603050405020304" pitchFamily="18" charset="0"/>
              </a:rPr>
              <a:t>s</a:t>
            </a:r>
            <a:r>
              <a:rPr lang="en-US" altLang="zh-CN" sz="3200" b="1">
                <a:latin typeface="Times New Roman" panose="02020603050405020304" pitchFamily="18" charset="0"/>
              </a:rPr>
              <a:t>-</a:t>
            </a:r>
            <a:r>
              <a:rPr lang="en-US" altLang="zh-CN" sz="3200" b="1" i="1"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latin typeface="Times New Roman" panose="02020603050405020304" pitchFamily="18" charset="0"/>
              </a:rPr>
              <a:t>)&gt;</a:t>
            </a:r>
            <a:r>
              <a:rPr lang="en-US" altLang="zh-CN" sz="3200" b="1" i="1">
                <a:latin typeface="Times New Roman" panose="02020603050405020304" pitchFamily="18" charset="0"/>
              </a:rPr>
              <a:t>c</a:t>
            </a:r>
            <a:r>
              <a:rPr lang="en-US" altLang="zh-CN" sz="3200" b="1">
                <a:latin typeface="Times New Roman" panose="02020603050405020304" pitchFamily="18" charset="0"/>
              </a:rPr>
              <a:t>) </a:t>
            </a:r>
            <a:endParaRPr lang="en-US" altLang="zh-CN" sz="3200" b="1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5792" name="Rectangle 16">
            <a:extLst>
              <a:ext uri="{FF2B5EF4-FFF2-40B4-BE49-F238E27FC236}">
                <a16:creationId xmlns:a16="http://schemas.microsoft.com/office/drawing/2014/main" id="{CC040370-1AC0-4966-937B-B16B1FE3EE8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98525" y="917575"/>
            <a:ext cx="44354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若</a:t>
            </a:r>
            <a:r>
              <a:rPr lang="en-US" altLang="zh-CN" sz="2800" b="1">
                <a:latin typeface="Kunstler Script" panose="030304020206070D0D06" pitchFamily="66" charset="0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[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)]=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),</a:t>
            </a:r>
            <a:r>
              <a:rPr lang="en-US" altLang="zh-CN" sz="2800" b="1">
                <a:latin typeface="楷体_GB2312" panose="02010609030101010101" pitchFamily="49" charset="-122"/>
              </a:rPr>
              <a:t>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则有</a:t>
            </a:r>
            <a:endParaRPr lang="zh-CN" altLang="en-US" sz="2800" b="1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345" name="灯片编号占位符 1">
            <a:extLst>
              <a:ext uri="{FF2B5EF4-FFF2-40B4-BE49-F238E27FC236}">
                <a16:creationId xmlns:a16="http://schemas.microsoft.com/office/drawing/2014/main" id="{A2C78092-BE6B-4F2F-96C4-FAEA4569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4AD6CE3-0B01-4B24-A2EB-01B3FA44AE89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E5977A6-CC9C-4454-8816-38B698AC9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05200"/>
            <a:ext cx="5194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证明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  <a:r>
              <a:rPr lang="en-US" altLang="zh-CN" sz="28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根据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Laplace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变换式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,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有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B52CFCFC-BD61-4DE1-812F-EE1925FD9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191000"/>
          <a:ext cx="481965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name="Equation" r:id="rId3" imgW="1836479" imgH="182942" progId="Equation.DSMT4">
                  <p:embed/>
                </p:oleObj>
              </mc:Choice>
              <mc:Fallback>
                <p:oleObj name="Equation" r:id="rId3" imgW="1836479" imgH="18294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91000"/>
                        <a:ext cx="481965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F29C3FF9-2608-4AE3-AF53-F4EA1F136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4150" y="4200525"/>
          <a:ext cx="31242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Equation" r:id="rId5" imgW="1244600" imgH="330200" progId="Equation.DSMT4">
                  <p:embed/>
                </p:oleObj>
              </mc:Choice>
              <mc:Fallback>
                <p:oleObj name="Equation" r:id="rId5" imgW="1244600" imgH="330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0" y="4200525"/>
                        <a:ext cx="31242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099A569A-67FD-4C04-8536-FA07CA1C8C8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225550" y="5114925"/>
            <a:ext cx="71691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上式右边只是在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中将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换为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,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得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>
                <a:latin typeface="Kunstler Script" panose="030304020206070D0D06" pitchFamily="66" charset="0"/>
                <a:ea typeface="楷体_GB2312" panose="02010609030101010101" pitchFamily="49" charset="-122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[e 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at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)]=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	(Re 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)&gt;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52F9DA2-E520-4438-8C04-77BEC12DA8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0100" y="2617788"/>
          <a:ext cx="48641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Equation" r:id="rId7" imgW="1775385" imgH="182942" progId="Equation.DSMT4">
                  <p:embed/>
                </p:oleObj>
              </mc:Choice>
              <mc:Fallback>
                <p:oleObj name="Equation" r:id="rId7" imgW="1775385" imgH="18294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2617788"/>
                        <a:ext cx="48641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B3DEAAB-3146-4592-9E30-6BC7CBF863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1060450"/>
          <a:ext cx="3657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Equation" r:id="rId9" imgW="1813596" imgH="99039" progId="Equation.DSMT4">
                  <p:embed/>
                </p:oleObj>
              </mc:Choice>
              <mc:Fallback>
                <p:oleObj name="Equation" r:id="rId9" imgW="1813596" imgH="99039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060450"/>
                        <a:ext cx="3657600" cy="463550"/>
                      </a:xfrm>
                      <a:prstGeom prst="rect">
                        <a:avLst/>
                      </a:prstGeom>
                      <a:solidFill>
                        <a:srgbClr val="ABDEFB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90" grpId="0" animBg="1"/>
      <p:bldP spid="75792" grpId="0"/>
      <p:bldP spid="7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6" name="Group 4">
            <a:extLst>
              <a:ext uri="{FF2B5EF4-FFF2-40B4-BE49-F238E27FC236}">
                <a16:creationId xmlns:a16="http://schemas.microsoft.com/office/drawing/2014/main" id="{28F2E863-F543-4B61-ABF8-6D8B93D87C4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711200"/>
            <a:ext cx="1069975" cy="584200"/>
            <a:chOff x="396" y="441"/>
            <a:chExt cx="619" cy="368"/>
          </a:xfrm>
        </p:grpSpPr>
        <p:sp>
          <p:nvSpPr>
            <p:cNvPr id="15371" name="Oval 5" descr="软木塞">
              <a:extLst>
                <a:ext uri="{FF2B5EF4-FFF2-40B4-BE49-F238E27FC236}">
                  <a16:creationId xmlns:a16="http://schemas.microsoft.com/office/drawing/2014/main" id="{965A1A86-86A4-4409-BB90-37614395E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6678" name="WordArt 6">
              <a:extLst>
                <a:ext uri="{FF2B5EF4-FFF2-40B4-BE49-F238E27FC236}">
                  <a16:creationId xmlns:a16="http://schemas.microsoft.com/office/drawing/2014/main" id="{ACED7C8E-9FDA-4BC1-ABA3-80AA931005E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6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15367" name="Rectangle 10">
            <a:extLst>
              <a:ext uri="{FF2B5EF4-FFF2-40B4-BE49-F238E27FC236}">
                <a16:creationId xmlns:a16="http://schemas.microsoft.com/office/drawing/2014/main" id="{5624ECBB-3175-4F8D-9889-BD68311F8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776288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求</a:t>
            </a:r>
            <a:r>
              <a:rPr lang="en-US" altLang="zh-CN" sz="2800" b="1">
                <a:latin typeface="Kunstler Script" panose="030304020206070D0D06" pitchFamily="66" charset="0"/>
                <a:ea typeface="楷体_GB2312" panose="02010609030101010101" pitchFamily="49" charset="-122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[e 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–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at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sin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k 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].</a:t>
            </a:r>
          </a:p>
        </p:txBody>
      </p:sp>
      <p:graphicFrame>
        <p:nvGraphicFramePr>
          <p:cNvPr id="16386" name="Object 11">
            <a:extLst>
              <a:ext uri="{FF2B5EF4-FFF2-40B4-BE49-F238E27FC236}">
                <a16:creationId xmlns:a16="http://schemas.microsoft.com/office/drawing/2014/main" id="{069D644F-9D34-4695-AFD4-425742DFA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9350" y="1793875"/>
          <a:ext cx="316071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4" imgW="1158189" imgH="259059" progId="Equation.DSMT4">
                  <p:embed/>
                </p:oleObj>
              </mc:Choice>
              <mc:Fallback>
                <p:oleObj name="Equation" r:id="rId4" imgW="1158189" imgH="25905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1793875"/>
                        <a:ext cx="3160713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2">
            <a:extLst>
              <a:ext uri="{FF2B5EF4-FFF2-40B4-BE49-F238E27FC236}">
                <a16:creationId xmlns:a16="http://schemas.microsoft.com/office/drawing/2014/main" id="{798CE49A-DE40-4E31-8EB1-E00510286D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8413" y="4267200"/>
          <a:ext cx="43878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Equation" r:id="rId6" imgW="1668741" imgH="281981" progId="Equation.DSMT4">
                  <p:embed/>
                </p:oleObj>
              </mc:Choice>
              <mc:Fallback>
                <p:oleObj name="Equation" r:id="rId6" imgW="1668741" imgH="28198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4267200"/>
                        <a:ext cx="43878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14">
            <a:extLst>
              <a:ext uri="{FF2B5EF4-FFF2-40B4-BE49-F238E27FC236}">
                <a16:creationId xmlns:a16="http://schemas.microsoft.com/office/drawing/2014/main" id="{4C261E63-13FF-4CB7-B0B8-55865E74A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4463" y="4495800"/>
          <a:ext cx="9239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8" imgW="393529" imgH="203112" progId="Equation.DSMT4">
                  <p:embed/>
                </p:oleObj>
              </mc:Choice>
              <mc:Fallback>
                <p:oleObj name="Equation" r:id="rId8" imgW="393529" imgH="20311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4495800"/>
                        <a:ext cx="9239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15">
            <a:extLst>
              <a:ext uri="{FF2B5EF4-FFF2-40B4-BE49-F238E27FC236}">
                <a16:creationId xmlns:a16="http://schemas.microsoft.com/office/drawing/2014/main" id="{33884F4A-A5D6-46EF-8E37-D696318FB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13" y="28209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利用位移性质，</a:t>
            </a:r>
          </a:p>
        </p:txBody>
      </p:sp>
      <p:graphicFrame>
        <p:nvGraphicFramePr>
          <p:cNvPr id="16389" name="Object 16">
            <a:extLst>
              <a:ext uri="{FF2B5EF4-FFF2-40B4-BE49-F238E27FC236}">
                <a16:creationId xmlns:a16="http://schemas.microsoft.com/office/drawing/2014/main" id="{8C275FAA-DE18-46BD-BD76-3CD45DBAC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588" y="2027238"/>
          <a:ext cx="1676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10" imgW="660113" imgH="203112" progId="Equation.DSMT4">
                  <p:embed/>
                </p:oleObj>
              </mc:Choice>
              <mc:Fallback>
                <p:oleObj name="Equation" r:id="rId10" imgW="660113" imgH="20311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2027238"/>
                        <a:ext cx="16764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>
            <a:extLst>
              <a:ext uri="{FF2B5EF4-FFF2-40B4-BE49-F238E27FC236}">
                <a16:creationId xmlns:a16="http://schemas.microsoft.com/office/drawing/2014/main" id="{BECE8621-FBC7-4B8E-96D0-A168D27FE43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876425" y="3387725"/>
            <a:ext cx="5730875" cy="850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latin typeface="Kunstler Script" panose="030304020206070D0D06" pitchFamily="66" charset="0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[e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at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)]=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  (Re (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)&gt;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endParaRPr lang="en-US" altLang="zh-CN" sz="2800" b="1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5370" name="灯片编号占位符 1">
            <a:extLst>
              <a:ext uri="{FF2B5EF4-FFF2-40B4-BE49-F238E27FC236}">
                <a16:creationId xmlns:a16="http://schemas.microsoft.com/office/drawing/2014/main" id="{30625B76-F206-41CC-8274-40C995CB9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2663" y="6477000"/>
            <a:ext cx="12192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74B3E90-10AC-46EF-B6F2-11E26D3599B9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3" grpId="0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10">
            <a:extLst>
              <a:ext uri="{FF2B5EF4-FFF2-40B4-BE49-F238E27FC236}">
                <a16:creationId xmlns:a16="http://schemas.microsoft.com/office/drawing/2014/main" id="{AD06B501-C339-4553-9761-70EC917FB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620713"/>
            <a:ext cx="7010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练习：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求</a:t>
            </a:r>
            <a:r>
              <a:rPr lang="en-US" altLang="zh-CN" sz="2800" b="1">
                <a:latin typeface="Kunstler Script" panose="030304020206070D0D06" pitchFamily="66" charset="0"/>
                <a:ea typeface="楷体_GB2312" panose="02010609030101010101" pitchFamily="49" charset="-122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[e 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at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 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].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为正整数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235218-E74C-4503-BE0E-5C672C73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32DE3BD-788D-43C7-901E-010674861260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10">
            <a:extLst>
              <a:ext uri="{FF2B5EF4-FFF2-40B4-BE49-F238E27FC236}">
                <a16:creationId xmlns:a16="http://schemas.microsoft.com/office/drawing/2014/main" id="{AD06B501-C339-4553-9761-70EC917FB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620713"/>
            <a:ext cx="7010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练习：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求</a:t>
            </a:r>
            <a:r>
              <a:rPr lang="en-US" altLang="zh-CN" sz="2800" b="1">
                <a:latin typeface="Kunstler Script" panose="030304020206070D0D06" pitchFamily="66" charset="0"/>
                <a:ea typeface="楷体_GB2312" panose="02010609030101010101" pitchFamily="49" charset="-122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[e 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at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 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].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为正整数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.</a:t>
            </a:r>
          </a:p>
        </p:txBody>
      </p:sp>
      <p:graphicFrame>
        <p:nvGraphicFramePr>
          <p:cNvPr id="16386" name="Object 11">
            <a:extLst>
              <a:ext uri="{FF2B5EF4-FFF2-40B4-BE49-F238E27FC236}">
                <a16:creationId xmlns:a16="http://schemas.microsoft.com/office/drawing/2014/main" id="{5448E524-D227-4826-BF56-695031F411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481138"/>
          <a:ext cx="24225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name="Equation" r:id="rId3" imgW="868695" imgH="297118" progId="Equation.DSMT4">
                  <p:embed/>
                </p:oleObj>
              </mc:Choice>
              <mc:Fallback>
                <p:oleObj name="Equation" r:id="rId3" imgW="868695" imgH="297118" progId="Equation.DSMT4">
                  <p:embed/>
                  <p:pic>
                    <p:nvPicPr>
                      <p:cNvPr id="16386" name="Object 11">
                        <a:extLst>
                          <a:ext uri="{FF2B5EF4-FFF2-40B4-BE49-F238E27FC236}">
                            <a16:creationId xmlns:a16="http://schemas.microsoft.com/office/drawing/2014/main" id="{5448E524-D227-4826-BF56-695031F411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481138"/>
                        <a:ext cx="242252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2">
            <a:extLst>
              <a:ext uri="{FF2B5EF4-FFF2-40B4-BE49-F238E27FC236}">
                <a16:creationId xmlns:a16="http://schemas.microsoft.com/office/drawing/2014/main" id="{26554AC6-B42D-4B5E-8C0B-50299B7CC5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19600"/>
          <a:ext cx="3516313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Equation" r:id="rId5" imgW="1325926" imgH="335177" progId="Equation.DSMT4">
                  <p:embed/>
                </p:oleObj>
              </mc:Choice>
              <mc:Fallback>
                <p:oleObj name="Equation" r:id="rId5" imgW="1325926" imgH="335177" progId="Equation.DSMT4">
                  <p:embed/>
                  <p:pic>
                    <p:nvPicPr>
                      <p:cNvPr id="16387" name="Object 12">
                        <a:extLst>
                          <a:ext uri="{FF2B5EF4-FFF2-40B4-BE49-F238E27FC236}">
                            <a16:creationId xmlns:a16="http://schemas.microsoft.com/office/drawing/2014/main" id="{26554AC6-B42D-4B5E-8C0B-50299B7CC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19600"/>
                        <a:ext cx="3516313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14">
            <a:extLst>
              <a:ext uri="{FF2B5EF4-FFF2-40B4-BE49-F238E27FC236}">
                <a16:creationId xmlns:a16="http://schemas.microsoft.com/office/drawing/2014/main" id="{6B6D5557-363D-4725-92B3-F8439F128D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6675" y="4705350"/>
          <a:ext cx="9239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" name="Equation" r:id="rId7" imgW="393529" imgH="203112" progId="Equation.DSMT4">
                  <p:embed/>
                </p:oleObj>
              </mc:Choice>
              <mc:Fallback>
                <p:oleObj name="Equation" r:id="rId7" imgW="393529" imgH="203112" progId="Equation.DSMT4">
                  <p:embed/>
                  <p:pic>
                    <p:nvPicPr>
                      <p:cNvPr id="16388" name="Object 14">
                        <a:extLst>
                          <a:ext uri="{FF2B5EF4-FFF2-40B4-BE49-F238E27FC236}">
                            <a16:creationId xmlns:a16="http://schemas.microsoft.com/office/drawing/2014/main" id="{6B6D5557-363D-4725-92B3-F8439F128D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4705350"/>
                        <a:ext cx="9239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15">
            <a:extLst>
              <a:ext uri="{FF2B5EF4-FFF2-40B4-BE49-F238E27FC236}">
                <a16:creationId xmlns:a16="http://schemas.microsoft.com/office/drawing/2014/main" id="{003F742E-8C76-4F63-9EDD-F548406B2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687638"/>
            <a:ext cx="2971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利用位移性质，</a:t>
            </a:r>
          </a:p>
        </p:txBody>
      </p:sp>
      <p:graphicFrame>
        <p:nvGraphicFramePr>
          <p:cNvPr id="16389" name="Object 16">
            <a:extLst>
              <a:ext uri="{FF2B5EF4-FFF2-40B4-BE49-F238E27FC236}">
                <a16:creationId xmlns:a16="http://schemas.microsoft.com/office/drawing/2014/main" id="{9146331D-8762-40F8-8853-C7C6BEB35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375" y="1789113"/>
          <a:ext cx="1676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3" name="Equation" r:id="rId9" imgW="660113" imgH="203112" progId="Equation.DSMT4">
                  <p:embed/>
                </p:oleObj>
              </mc:Choice>
              <mc:Fallback>
                <p:oleObj name="Equation" r:id="rId9" imgW="660113" imgH="203112" progId="Equation.DSMT4">
                  <p:embed/>
                  <p:pic>
                    <p:nvPicPr>
                      <p:cNvPr id="16389" name="Object 16">
                        <a:extLst>
                          <a:ext uri="{FF2B5EF4-FFF2-40B4-BE49-F238E27FC236}">
                            <a16:creationId xmlns:a16="http://schemas.microsoft.com/office/drawing/2014/main" id="{9146331D-8762-40F8-8853-C7C6BEB354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1789113"/>
                        <a:ext cx="16764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>
            <a:extLst>
              <a:ext uri="{FF2B5EF4-FFF2-40B4-BE49-F238E27FC236}">
                <a16:creationId xmlns:a16="http://schemas.microsoft.com/office/drawing/2014/main" id="{F7F199EB-ACC8-4B82-84DA-532CF9E0B67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981200" y="3386138"/>
            <a:ext cx="3352800" cy="850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latin typeface="Kunstler Script" panose="030304020206070D0D06" pitchFamily="66" charset="0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[e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at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)]=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endParaRPr lang="en-US" altLang="zh-CN" sz="2800" b="1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235218-E74C-4503-BE0E-5C672C73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32DE3BD-788D-43C7-901E-010674861260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15133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3" grpId="0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标注 1">
            <a:extLst>
              <a:ext uri="{FF2B5EF4-FFF2-40B4-BE49-F238E27FC236}">
                <a16:creationId xmlns:a16="http://schemas.microsoft.com/office/drawing/2014/main" id="{2C6CC177-643F-424F-9C50-281ED9B2D6B7}"/>
              </a:ext>
            </a:extLst>
          </p:cNvPr>
          <p:cNvSpPr/>
          <p:nvPr/>
        </p:nvSpPr>
        <p:spPr>
          <a:xfrm>
            <a:off x="3000375" y="4762500"/>
            <a:ext cx="2667000" cy="838200"/>
          </a:xfrm>
          <a:prstGeom prst="wedgeRectCallout">
            <a:avLst>
              <a:gd name="adj1" fmla="val -89306"/>
              <a:gd name="adj2" fmla="val 91340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0809C7E3-624F-4B29-8A80-4F9F25050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127125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若</a:t>
            </a:r>
            <a:r>
              <a:rPr lang="en-US" altLang="zh-CN" sz="2800" b="1">
                <a:latin typeface="Kunstler Script" panose="030304020206070D0D06" pitchFamily="66" charset="0"/>
              </a:rPr>
              <a:t>L</a:t>
            </a:r>
            <a:r>
              <a:rPr lang="en-US" altLang="zh-CN" sz="2800" b="1">
                <a:latin typeface="楷体_GB2312" panose="02010609030101010101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[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)]=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</a:rPr>
              <a:t>(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),  </a:t>
            </a:r>
            <a:r>
              <a:rPr lang="zh-CN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又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&lt;0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时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)=0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>
                <a:latin typeface="楷体_GB2312" panose="02010609030101010101" pitchFamily="49" charset="-122"/>
              </a:rPr>
              <a:t>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则对于任一非负数</a:t>
            </a:r>
            <a:r>
              <a:rPr lang="el-GR" altLang="zh-CN" sz="2800" b="1" i="1">
                <a:latin typeface="楷体_GB2312" panose="02010609030101010101" pitchFamily="49" charset="-122"/>
                <a:ea typeface="楷体_GB2312" panose="02010609030101010101" pitchFamily="49" charset="-122"/>
              </a:rPr>
              <a:t>τ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0,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有</a:t>
            </a:r>
            <a:endParaRPr lang="zh-CN" altLang="en-US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18" name="灯片编号占位符 4">
            <a:extLst>
              <a:ext uri="{FF2B5EF4-FFF2-40B4-BE49-F238E27FC236}">
                <a16:creationId xmlns:a16="http://schemas.microsoft.com/office/drawing/2014/main" id="{6B19874C-C6AD-406B-85DB-26574B25D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4800" y="6477000"/>
            <a:ext cx="12192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B537630-31F8-4F36-8112-90B38E780ACE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graphicFrame>
        <p:nvGraphicFramePr>
          <p:cNvPr id="77832" name="Object 8">
            <a:extLst>
              <a:ext uri="{FF2B5EF4-FFF2-40B4-BE49-F238E27FC236}">
                <a16:creationId xmlns:a16="http://schemas.microsoft.com/office/drawing/2014/main" id="{B3156AF9-066F-4E20-9B1A-066B3CBD04C3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1828800" y="3849688"/>
          <a:ext cx="51054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3" imgW="1904913" imgH="182942" progId="Equation.DSMT4">
                  <p:embed/>
                </p:oleObj>
              </mc:Choice>
              <mc:Fallback>
                <p:oleObj name="Equation" r:id="rId3" imgW="1904913" imgH="182942" progId="Equation.DSMT4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49688"/>
                        <a:ext cx="51054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Rectangle 5">
            <a:extLst>
              <a:ext uri="{FF2B5EF4-FFF2-40B4-BE49-F238E27FC236}">
                <a16:creationId xmlns:a16="http://schemas.microsoft.com/office/drawing/2014/main" id="{C9F6E131-DC29-4722-A0B8-A7185A77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17500"/>
            <a:ext cx="472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五、延迟性质</a:t>
            </a:r>
          </a:p>
        </p:txBody>
      </p:sp>
      <p:graphicFrame>
        <p:nvGraphicFramePr>
          <p:cNvPr id="77836" name="Object 12">
            <a:extLst>
              <a:ext uri="{FF2B5EF4-FFF2-40B4-BE49-F238E27FC236}">
                <a16:creationId xmlns:a16="http://schemas.microsoft.com/office/drawing/2014/main" id="{013D2387-BA37-4F3E-94BC-28E351FC8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9375" y="4762500"/>
          <a:ext cx="61896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Equation" r:id="rId5" imgW="2285938" imgH="182942" progId="Equation.DSMT4">
                  <p:embed/>
                </p:oleObj>
              </mc:Choice>
              <mc:Fallback>
                <p:oleObj name="Equation" r:id="rId5" imgW="2285938" imgH="18294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75" y="4762500"/>
                        <a:ext cx="61896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9" name="Object 15">
            <a:extLst>
              <a:ext uri="{FF2B5EF4-FFF2-40B4-BE49-F238E27FC236}">
                <a16:creationId xmlns:a16="http://schemas.microsoft.com/office/drawing/2014/main" id="{5980DAB1-749F-4677-A446-686D828D3F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251075"/>
          <a:ext cx="39624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Equation" r:id="rId7" imgW="1508775" imgH="213432" progId="Equation.DSMT4">
                  <p:embed/>
                </p:oleObj>
              </mc:Choice>
              <mc:Fallback>
                <p:oleObj name="Equation" r:id="rId7" imgW="1508775" imgH="21343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51075"/>
                        <a:ext cx="3962400" cy="727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69783A7-5FD2-49CA-9C4C-C261BC86C9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791200"/>
          <a:ext cx="16256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Equation" r:id="rId9" imgW="812447" imgH="253890" progId="Equation.DSMT4">
                  <p:embed/>
                </p:oleObj>
              </mc:Choice>
              <mc:Fallback>
                <p:oleObj name="Equation" r:id="rId9" imgW="812447" imgH="25389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91200"/>
                        <a:ext cx="16256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DF7E2A6-DA54-46A5-8F68-AC8231570724}"/>
              </a:ext>
            </a:extLst>
          </p:cNvPr>
          <p:cNvSpPr/>
          <p:nvPr/>
        </p:nvSpPr>
        <p:spPr>
          <a:xfrm>
            <a:off x="544513" y="3917950"/>
            <a:ext cx="16764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600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证明</a:t>
            </a:r>
            <a:r>
              <a:rPr lang="en-US" altLang="zh-CN" sz="3600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:</a:t>
            </a:r>
            <a:endParaRPr lang="zh-CN" altLang="en-US" dirty="0">
              <a:latin typeface="Arial" charset="0"/>
              <a:ea typeface="宋体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35B0DCC-865F-469A-9478-30ED54635D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3048000"/>
          <a:ext cx="48641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Equation" r:id="rId11" imgW="1775385" imgH="182942" progId="Equation.DSMT4">
                  <p:embed/>
                </p:oleObj>
              </mc:Choice>
              <mc:Fallback>
                <p:oleObj name="Equation" r:id="rId11" imgW="1775385" imgH="18294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0"/>
                        <a:ext cx="48641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E0B1C44-7BFD-4778-81B6-221C2E425241}"/>
              </a:ext>
            </a:extLst>
          </p:cNvPr>
          <p:cNvCxnSpPr/>
          <p:nvPr/>
        </p:nvCxnSpPr>
        <p:spPr>
          <a:xfrm flipH="1">
            <a:off x="4333875" y="1600200"/>
            <a:ext cx="1076325" cy="3352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1FB826F-F27A-47ED-9F11-8718F72004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1711325"/>
          <a:ext cx="3048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Equation" r:id="rId13" imgW="1955520" imgH="266400" progId="Equation.DSMT4">
                  <p:embed/>
                </p:oleObj>
              </mc:Choice>
              <mc:Fallback>
                <p:oleObj name="Equation" r:id="rId13" imgW="1955520" imgH="26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711325"/>
                        <a:ext cx="3048000" cy="498475"/>
                      </a:xfrm>
                      <a:prstGeom prst="rect">
                        <a:avLst/>
                      </a:prstGeom>
                      <a:solidFill>
                        <a:srgbClr val="ABDEFB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7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56" name="Picture 24">
            <a:extLst>
              <a:ext uri="{FF2B5EF4-FFF2-40B4-BE49-F238E27FC236}">
                <a16:creationId xmlns:a16="http://schemas.microsoft.com/office/drawing/2014/main" id="{88BB96EA-C2BE-45EF-A00D-EE2F4AC9A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1352550"/>
            <a:ext cx="4154487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645" name="Object 5">
            <a:extLst>
              <a:ext uri="{FF2B5EF4-FFF2-40B4-BE49-F238E27FC236}">
                <a16:creationId xmlns:a16="http://schemas.microsoft.com/office/drawing/2014/main" id="{1873A030-2549-4723-8E2B-9AFD9E0645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" y="1327150"/>
          <a:ext cx="3581400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5" imgW="1333482" imgH="632511" progId="Equation.DSMT4">
                  <p:embed/>
                </p:oleObj>
              </mc:Choice>
              <mc:Fallback>
                <p:oleObj name="Equation" r:id="rId5" imgW="1333482" imgH="63251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" y="1327150"/>
                        <a:ext cx="3581400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Object 6">
            <a:extLst>
              <a:ext uri="{FF2B5EF4-FFF2-40B4-BE49-F238E27FC236}">
                <a16:creationId xmlns:a16="http://schemas.microsoft.com/office/drawing/2014/main" id="{B1545B38-BF25-4269-86A1-6B5B59D62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2038" y="609600"/>
          <a:ext cx="51450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Equation" r:id="rId7" imgW="1790713" imgH="68549" progId="Equation.DSMT4">
                  <p:embed/>
                </p:oleObj>
              </mc:Choice>
              <mc:Fallback>
                <p:oleObj name="Equation" r:id="rId7" imgW="1790713" imgH="6854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609600"/>
                        <a:ext cx="51450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7" name="Object 7">
            <a:extLst>
              <a:ext uri="{FF2B5EF4-FFF2-40B4-BE49-F238E27FC236}">
                <a16:creationId xmlns:a16="http://schemas.microsoft.com/office/drawing/2014/main" id="{616264F0-8CFC-4648-9740-531CE1E2D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425825"/>
          <a:ext cx="39624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Equation" r:id="rId9" imgW="1473200" imgH="228600" progId="Equation.DSMT4">
                  <p:embed/>
                </p:oleObj>
              </mc:Choice>
              <mc:Fallback>
                <p:oleObj name="Equation" r:id="rId9" imgW="14732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425825"/>
                        <a:ext cx="39624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9" name="Rectangle 9">
            <a:extLst>
              <a:ext uri="{FF2B5EF4-FFF2-40B4-BE49-F238E27FC236}">
                <a16:creationId xmlns:a16="http://schemas.microsoft.com/office/drawing/2014/main" id="{BFF5815D-0FF8-4F71-BFB9-35D75039E21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44513" y="4035425"/>
            <a:ext cx="8077200" cy="220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函数      与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相比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,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延迟了一个时间</a:t>
            </a:r>
            <a:r>
              <a:rPr lang="el-GR" altLang="zh-CN" sz="2800" b="1" i="1">
                <a:latin typeface="楷体_GB2312" panose="02010609030101010101" pitchFamily="49" charset="-122"/>
                <a:ea typeface="楷体_GB2312" panose="02010609030101010101" pitchFamily="49" charset="-122"/>
              </a:rPr>
              <a:t>τ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从它的图像讲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, </a:t>
            </a:r>
            <a:r>
              <a:rPr lang="en-US" altLang="zh-CN" sz="2800" b="1" i="1">
                <a:latin typeface="楷体_GB2312" panose="02010609030101010101" pitchFamily="49" charset="-122"/>
                <a:ea typeface="楷体_GB2312" panose="02010609030101010101" pitchFamily="49" charset="-122"/>
              </a:rPr>
              <a:t>    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是由</a:t>
            </a:r>
            <a:r>
              <a:rPr lang="zh-CN" altLang="en-US" sz="2800" b="1" i="1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800" b="1">
                <a:solidFill>
                  <a:srgbClr val="FF0066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沿</a:t>
            </a:r>
            <a:r>
              <a:rPr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zh-CN" altLang="en-US" sz="2800" b="1">
                <a:solidFill>
                  <a:srgbClr val="FF0066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轴向右平移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而得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,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其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Laplace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变换也多一个因子     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</a:p>
        </p:txBody>
      </p:sp>
      <p:graphicFrame>
        <p:nvGraphicFramePr>
          <p:cNvPr id="112652" name="Object 12">
            <a:extLst>
              <a:ext uri="{FF2B5EF4-FFF2-40B4-BE49-F238E27FC236}">
                <a16:creationId xmlns:a16="http://schemas.microsoft.com/office/drawing/2014/main" id="{6A1385AE-A119-4F00-BC79-6A39B06B9F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0400" y="4891088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4" name="Equation" r:id="rId11" imgW="571252" imgH="253890" progId="Equation.DSMT4">
                  <p:embed/>
                </p:oleObj>
              </mc:Choice>
              <mc:Fallback>
                <p:oleObj name="Equation" r:id="rId11" imgW="571252" imgH="25389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4891088"/>
                        <a:ext cx="1066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3" name="Object 13">
            <a:extLst>
              <a:ext uri="{FF2B5EF4-FFF2-40B4-BE49-F238E27FC236}">
                <a16:creationId xmlns:a16="http://schemas.microsoft.com/office/drawing/2014/main" id="{5343A46D-D871-436B-8EBE-20CE45142C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7613" y="4922838"/>
          <a:ext cx="6873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5" name="Equation" r:id="rId13" imgW="368140" imgH="253890" progId="Equation.DSMT4">
                  <p:embed/>
                </p:oleObj>
              </mc:Choice>
              <mc:Fallback>
                <p:oleObj name="Equation" r:id="rId13" imgW="368140" imgH="25389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13" y="4922838"/>
                        <a:ext cx="6873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4" name="Object 14">
            <a:extLst>
              <a:ext uri="{FF2B5EF4-FFF2-40B4-BE49-F238E27FC236}">
                <a16:creationId xmlns:a16="http://schemas.microsoft.com/office/drawing/2014/main" id="{95980DBE-ED54-4592-8C2D-9C0296E01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9325" y="5340350"/>
          <a:ext cx="762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Equation" r:id="rId15" imgW="253780" imgH="203024" progId="Equation.DSMT4">
                  <p:embed/>
                </p:oleObj>
              </mc:Choice>
              <mc:Fallback>
                <p:oleObj name="Equation" r:id="rId15" imgW="253780" imgH="20302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325" y="5340350"/>
                        <a:ext cx="762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5" name="Object 15">
            <a:extLst>
              <a:ext uri="{FF2B5EF4-FFF2-40B4-BE49-F238E27FC236}">
                <a16:creationId xmlns:a16="http://schemas.microsoft.com/office/drawing/2014/main" id="{183A15D8-1BA4-4A7C-8697-8F321A56E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3188" y="4371975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7" name="Equation" r:id="rId17" imgW="571252" imgH="253890" progId="Equation.DSMT4">
                  <p:embed/>
                </p:oleObj>
              </mc:Choice>
              <mc:Fallback>
                <p:oleObj name="Equation" r:id="rId17" imgW="571252" imgH="25389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4371975"/>
                        <a:ext cx="1066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灯片编号占位符 1">
            <a:extLst>
              <a:ext uri="{FF2B5EF4-FFF2-40B4-BE49-F238E27FC236}">
                <a16:creationId xmlns:a16="http://schemas.microsoft.com/office/drawing/2014/main" id="{BE792A4F-66CD-467C-AC18-B0492E2A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E0872E-C4B6-4C1D-B30E-5B0AFC47344C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graphicFrame>
        <p:nvGraphicFramePr>
          <p:cNvPr id="18441" name="对象 1">
            <a:extLst>
              <a:ext uri="{FF2B5EF4-FFF2-40B4-BE49-F238E27FC236}">
                <a16:creationId xmlns:a16="http://schemas.microsoft.com/office/drawing/2014/main" id="{137B7C49-D372-4254-9B49-7903191D0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457200"/>
          <a:ext cx="2578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8" name="Equation" r:id="rId18" imgW="2578100" imgH="698500" progId="Equation.DSMT4">
                  <p:embed/>
                </p:oleObj>
              </mc:Choice>
              <mc:Fallback>
                <p:oleObj name="Equation" r:id="rId18" imgW="2578100" imgH="698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"/>
                        <a:ext cx="2578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2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1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1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857ECD67-CF86-4B70-96CF-EF4BB39DFFD8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847975" y="506413"/>
          <a:ext cx="312102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" name="Equation" r:id="rId3" imgW="1143077" imgH="320040" progId="Equation.DSMT4">
                  <p:embed/>
                </p:oleObj>
              </mc:Choice>
              <mc:Fallback>
                <p:oleObj name="Equation" r:id="rId3" imgW="1143077" imgH="32004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506413"/>
                        <a:ext cx="3121025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5">
            <a:extLst>
              <a:ext uri="{FF2B5EF4-FFF2-40B4-BE49-F238E27FC236}">
                <a16:creationId xmlns:a16="http://schemas.microsoft.com/office/drawing/2014/main" id="{8E107C30-244F-4435-A59B-F26584172D95}"/>
              </a:ext>
            </a:extLst>
          </p:cNvPr>
          <p:cNvSpPr>
            <a:spLocks noGrp="1" noRot="1" noChangeArrowheads="1"/>
          </p:cNvSpPr>
          <p:nvPr>
            <p:ph type="body" sz="half" idx="3"/>
          </p:nvPr>
        </p:nvSpPr>
        <p:spPr bwMode="auto">
          <a:xfrm>
            <a:off x="6046788" y="636588"/>
            <a:ext cx="3086100" cy="723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FontTx/>
              <a:buNone/>
            </a:pPr>
            <a:r>
              <a:rPr lang="zh-CN" altLang="en-US"/>
              <a:t>的</a:t>
            </a:r>
            <a:r>
              <a:rPr lang="en-US" altLang="zh-CN"/>
              <a:t>Laplace</a:t>
            </a:r>
            <a:r>
              <a:rPr lang="zh-CN" altLang="en-US"/>
              <a:t>变换</a:t>
            </a:r>
            <a:r>
              <a:rPr lang="en-US" altLang="zh-CN"/>
              <a:t>.</a:t>
            </a:r>
          </a:p>
        </p:txBody>
      </p:sp>
      <p:sp>
        <p:nvSpPr>
          <p:cNvPr id="79878" name="Line 6">
            <a:extLst>
              <a:ext uri="{FF2B5EF4-FFF2-40B4-BE49-F238E27FC236}">
                <a16:creationId xmlns:a16="http://schemas.microsoft.com/office/drawing/2014/main" id="{359D954E-DE59-4CA6-B921-CE6EE9DF32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6275" y="5651500"/>
            <a:ext cx="4738688" cy="2381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79879" name="Line 7">
            <a:extLst>
              <a:ext uri="{FF2B5EF4-FFF2-40B4-BE49-F238E27FC236}">
                <a16:creationId xmlns:a16="http://schemas.microsoft.com/office/drawing/2014/main" id="{C3EE5628-31C6-45DB-AA6D-842BD1F184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8275" y="4279900"/>
            <a:ext cx="0" cy="167640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79881" name="Line 9">
            <a:extLst>
              <a:ext uri="{FF2B5EF4-FFF2-40B4-BE49-F238E27FC236}">
                <a16:creationId xmlns:a16="http://schemas.microsoft.com/office/drawing/2014/main" id="{5A113AAC-C0CE-4258-808C-38A436D8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9688" y="4760913"/>
            <a:ext cx="1828800" cy="0"/>
          </a:xfrm>
          <a:prstGeom prst="line">
            <a:avLst/>
          </a:prstGeom>
          <a:ln w="57150">
            <a:solidFill>
              <a:srgbClr val="FF000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lIns="90000" tIns="46800" rIns="90000" bIns="46800"/>
          <a:lstStyle/>
          <a:p>
            <a:pPr>
              <a:defRPr/>
            </a:pPr>
            <a:endParaRPr lang="zh-CN" altLang="en-US"/>
          </a:p>
        </p:txBody>
      </p:sp>
      <p:sp>
        <p:nvSpPr>
          <p:cNvPr id="79884" name="Text Box 12">
            <a:extLst>
              <a:ext uri="{FF2B5EF4-FFF2-40B4-BE49-F238E27FC236}">
                <a16:creationId xmlns:a16="http://schemas.microsoft.com/office/drawing/2014/main" id="{BD949291-038A-4F15-8342-70E70C5C7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0" y="5700713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i="1">
                <a:latin typeface="Symbol" panose="05050102010706020507" pitchFamily="18" charset="2"/>
              </a:rPr>
              <a:t>t</a:t>
            </a:r>
          </a:p>
        </p:txBody>
      </p:sp>
      <p:sp>
        <p:nvSpPr>
          <p:cNvPr id="79886" name="Text Box 14">
            <a:extLst>
              <a:ext uri="{FF2B5EF4-FFF2-40B4-BE49-F238E27FC236}">
                <a16:creationId xmlns:a16="http://schemas.microsoft.com/office/drawing/2014/main" id="{656A0A69-5EDF-4F4E-B267-E99F021E7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1075" y="5575300"/>
            <a:ext cx="43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i="1">
                <a:latin typeface="Times New Roman" panose="02020603050405020304" pitchFamily="18" charset="0"/>
              </a:rPr>
              <a:t>O</a:t>
            </a:r>
          </a:p>
        </p:txBody>
      </p:sp>
      <p:grpSp>
        <p:nvGrpSpPr>
          <p:cNvPr id="19470" name="Group 15">
            <a:extLst>
              <a:ext uri="{FF2B5EF4-FFF2-40B4-BE49-F238E27FC236}">
                <a16:creationId xmlns:a16="http://schemas.microsoft.com/office/drawing/2014/main" id="{4690AFC4-0ACD-4DAC-9E6F-0C6CA3E65138}"/>
              </a:ext>
            </a:extLst>
          </p:cNvPr>
          <p:cNvGrpSpPr>
            <a:grpSpLocks/>
          </p:cNvGrpSpPr>
          <p:nvPr/>
        </p:nvGrpSpPr>
        <p:grpSpPr bwMode="auto">
          <a:xfrm>
            <a:off x="446088" y="706438"/>
            <a:ext cx="1069975" cy="584200"/>
            <a:chOff x="396" y="441"/>
            <a:chExt cx="619" cy="368"/>
          </a:xfrm>
        </p:grpSpPr>
        <p:sp>
          <p:nvSpPr>
            <p:cNvPr id="19474" name="Oval 16" descr="软木塞">
              <a:extLst>
                <a:ext uri="{FF2B5EF4-FFF2-40B4-BE49-F238E27FC236}">
                  <a16:creationId xmlns:a16="http://schemas.microsoft.com/office/drawing/2014/main" id="{EC9932D1-B5B2-410C-AAC7-8CF7B74FF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9889" name="WordArt 17">
              <a:extLst>
                <a:ext uri="{FF2B5EF4-FFF2-40B4-BE49-F238E27FC236}">
                  <a16:creationId xmlns:a16="http://schemas.microsoft.com/office/drawing/2014/main" id="{2D2EF990-FEF3-421C-9DC5-88B739F57E8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7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graphicFrame>
        <p:nvGraphicFramePr>
          <p:cNvPr id="79893" name="Object 21">
            <a:extLst>
              <a:ext uri="{FF2B5EF4-FFF2-40B4-BE49-F238E27FC236}">
                <a16:creationId xmlns:a16="http://schemas.microsoft.com/office/drawing/2014/main" id="{695C4BE8-19A2-419B-A52C-8666A998D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913" y="1930400"/>
          <a:ext cx="3657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Equation" r:id="rId6" imgW="1386804" imgH="297118" progId="Equation.DSMT4">
                  <p:embed/>
                </p:oleObj>
              </mc:Choice>
              <mc:Fallback>
                <p:oleObj name="Equation" r:id="rId6" imgW="1386804" imgH="29711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1930400"/>
                        <a:ext cx="3657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7" name="Object 25">
            <a:extLst>
              <a:ext uri="{FF2B5EF4-FFF2-40B4-BE49-F238E27FC236}">
                <a16:creationId xmlns:a16="http://schemas.microsoft.com/office/drawing/2014/main" id="{A36AE2F7-1208-48FA-8068-F99B08C15E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0513" y="2971800"/>
          <a:ext cx="33940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Equation" r:id="rId8" imgW="1256755" imgH="406224" progId="Equation.DSMT4">
                  <p:embed/>
                </p:oleObj>
              </mc:Choice>
              <mc:Fallback>
                <p:oleObj name="Equation" r:id="rId8" imgW="1256755" imgH="40622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2971800"/>
                        <a:ext cx="339407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8" name="Object 26">
            <a:extLst>
              <a:ext uri="{FF2B5EF4-FFF2-40B4-BE49-F238E27FC236}">
                <a16:creationId xmlns:a16="http://schemas.microsoft.com/office/drawing/2014/main" id="{5B7A56B2-0615-4BF3-B4E9-908BDAA5E3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4875" y="4508500"/>
          <a:ext cx="263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" name="Equation" r:id="rId10" imgW="114151" imgH="164885" progId="Equation.DSMT4">
                  <p:embed/>
                </p:oleObj>
              </mc:Choice>
              <mc:Fallback>
                <p:oleObj name="Equation" r:id="rId10" imgW="114151" imgH="16488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4508500"/>
                        <a:ext cx="2635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9" name="Object 27">
            <a:extLst>
              <a:ext uri="{FF2B5EF4-FFF2-40B4-BE49-F238E27FC236}">
                <a16:creationId xmlns:a16="http://schemas.microsoft.com/office/drawing/2014/main" id="{80D6A070-E29E-4131-A07D-25F1F0E22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4475" y="4203700"/>
          <a:ext cx="114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Equation" r:id="rId12" imgW="507780" imgH="203112" progId="Equation.DSMT4">
                  <p:embed/>
                </p:oleObj>
              </mc:Choice>
              <mc:Fallback>
                <p:oleObj name="Equation" r:id="rId12" imgW="507780" imgH="203112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4203700"/>
                        <a:ext cx="114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0" name="Rectangle 28">
            <a:extLst>
              <a:ext uri="{FF2B5EF4-FFF2-40B4-BE49-F238E27FC236}">
                <a16:creationId xmlns:a16="http://schemas.microsoft.com/office/drawing/2014/main" id="{13647A3B-64CF-4CA1-A0FE-24666EA6A84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408488" y="2208213"/>
            <a:ext cx="3630612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根据延迟性质，则</a:t>
            </a:r>
            <a:endParaRPr lang="zh-CN" altLang="en-US" sz="2800" b="1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F85D0E-BE5A-4839-B7D0-2CB818D6F8FD}"/>
              </a:ext>
            </a:extLst>
          </p:cNvPr>
          <p:cNvSpPr/>
          <p:nvPr/>
        </p:nvSpPr>
        <p:spPr>
          <a:xfrm>
            <a:off x="1703388" y="760413"/>
            <a:ext cx="1624012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求函数</a:t>
            </a:r>
            <a:endParaRPr lang="zh-CN" altLang="en-US" dirty="0">
              <a:latin typeface="Arial" charset="0"/>
              <a:ea typeface="宋体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1B0668E-F2D5-4776-A93A-181B78EA8A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2800" y="1528763"/>
          <a:ext cx="40957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Equation" r:id="rId14" imgW="1574800" imgH="254000" progId="Equation.DSMT4">
                  <p:embed/>
                </p:oleObj>
              </mc:Choice>
              <mc:Fallback>
                <p:oleObj name="Equation" r:id="rId14" imgW="1574800" imgH="254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1528763"/>
                        <a:ext cx="4095750" cy="660400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9">
            <a:extLst>
              <a:ext uri="{FF2B5EF4-FFF2-40B4-BE49-F238E27FC236}">
                <a16:creationId xmlns:a16="http://schemas.microsoft.com/office/drawing/2014/main" id="{ABB1B0EC-31D4-4D98-9FD9-74D34F10B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8500" y="5662613"/>
            <a:ext cx="1828800" cy="0"/>
          </a:xfrm>
          <a:prstGeom prst="line">
            <a:avLst/>
          </a:prstGeom>
          <a:ln w="57150">
            <a:solidFill>
              <a:srgbClr val="FF000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lIns="90000" tIns="46800" rIns="90000" bIns="46800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4" grpId="0"/>
      <p:bldP spid="79886" grpId="0"/>
      <p:bldP spid="7990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灯片编号占位符 1">
            <a:extLst>
              <a:ext uri="{FF2B5EF4-FFF2-40B4-BE49-F238E27FC236}">
                <a16:creationId xmlns:a16="http://schemas.microsoft.com/office/drawing/2014/main" id="{A1181EAE-3412-460F-BAA7-D37E5C82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0CB153-62B9-48CB-B577-9554118E36A2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  <p:sp>
        <p:nvSpPr>
          <p:cNvPr id="20488" name="Rectangle 2">
            <a:extLst>
              <a:ext uri="{FF2B5EF4-FFF2-40B4-BE49-F238E27FC236}">
                <a16:creationId xmlns:a16="http://schemas.microsoft.com/office/drawing/2014/main" id="{DCD3651C-CF49-4544-8311-A0B6181E5D87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639888" y="554038"/>
            <a:ext cx="7086600" cy="7620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</a:rPr>
              <a:t>求如图所示的阶梯函数 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solidFill>
                  <a:schemeClr val="tx1"/>
                </a:solidFill>
              </a:rPr>
              <a:t>的</a:t>
            </a:r>
            <a:r>
              <a:rPr lang="en-US" altLang="zh-CN" sz="2800">
                <a:solidFill>
                  <a:schemeClr val="tx1"/>
                </a:solidFill>
              </a:rPr>
              <a:t>Laplace</a:t>
            </a:r>
            <a:r>
              <a:rPr lang="zh-CN" altLang="en-US" sz="2800">
                <a:solidFill>
                  <a:schemeClr val="tx1"/>
                </a:solidFill>
              </a:rPr>
              <a:t>变换</a:t>
            </a:r>
            <a:r>
              <a:rPr lang="en-US" altLang="zh-CN" sz="280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20489" name="Group 26">
            <a:extLst>
              <a:ext uri="{FF2B5EF4-FFF2-40B4-BE49-F238E27FC236}">
                <a16:creationId xmlns:a16="http://schemas.microsoft.com/office/drawing/2014/main" id="{9DF1C8AD-D89C-43CC-A0AD-DBE791957664}"/>
              </a:ext>
            </a:extLst>
          </p:cNvPr>
          <p:cNvGrpSpPr>
            <a:grpSpLocks/>
          </p:cNvGrpSpPr>
          <p:nvPr/>
        </p:nvGrpSpPr>
        <p:grpSpPr bwMode="auto">
          <a:xfrm>
            <a:off x="320675" y="647700"/>
            <a:ext cx="1069975" cy="584200"/>
            <a:chOff x="396" y="441"/>
            <a:chExt cx="619" cy="368"/>
          </a:xfrm>
        </p:grpSpPr>
        <p:sp>
          <p:nvSpPr>
            <p:cNvPr id="20510" name="Oval 27" descr="软木塞">
              <a:extLst>
                <a:ext uri="{FF2B5EF4-FFF2-40B4-BE49-F238E27FC236}">
                  <a16:creationId xmlns:a16="http://schemas.microsoft.com/office/drawing/2014/main" id="{44DAE2AC-4F4F-405E-B315-1916A7927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0924" name="WordArt 28">
              <a:extLst>
                <a:ext uri="{FF2B5EF4-FFF2-40B4-BE49-F238E27FC236}">
                  <a16:creationId xmlns:a16="http://schemas.microsoft.com/office/drawing/2014/main" id="{FB2E1324-FB47-4D71-8F85-FE8D7922C1D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8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20490" name="Line 40">
            <a:extLst>
              <a:ext uri="{FF2B5EF4-FFF2-40B4-BE49-F238E27FC236}">
                <a16:creationId xmlns:a16="http://schemas.microsoft.com/office/drawing/2014/main" id="{DA3DBF97-FDDE-46A8-A27F-A20DAD7AE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7188" y="3930650"/>
            <a:ext cx="3733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491" name="Line 41">
            <a:extLst>
              <a:ext uri="{FF2B5EF4-FFF2-40B4-BE49-F238E27FC236}">
                <a16:creationId xmlns:a16="http://schemas.microsoft.com/office/drawing/2014/main" id="{A5ECEB4E-55BA-4E90-AD57-490024D30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5788" y="3549650"/>
            <a:ext cx="76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492" name="Line 42">
            <a:extLst>
              <a:ext uri="{FF2B5EF4-FFF2-40B4-BE49-F238E27FC236}">
                <a16:creationId xmlns:a16="http://schemas.microsoft.com/office/drawing/2014/main" id="{FDBBBA19-AF1F-45CC-A2B3-B9C87FF12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7788" y="3092450"/>
            <a:ext cx="0" cy="838200"/>
          </a:xfrm>
          <a:prstGeom prst="line">
            <a:avLst/>
          </a:prstGeom>
          <a:noFill/>
          <a:ln w="38100">
            <a:solidFill>
              <a:srgbClr val="008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493" name="Line 43">
            <a:extLst>
              <a:ext uri="{FF2B5EF4-FFF2-40B4-BE49-F238E27FC236}">
                <a16:creationId xmlns:a16="http://schemas.microsoft.com/office/drawing/2014/main" id="{83233256-8557-4C0A-BFC9-56337322D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4088" y="2538413"/>
            <a:ext cx="0" cy="1371600"/>
          </a:xfrm>
          <a:prstGeom prst="line">
            <a:avLst/>
          </a:prstGeom>
          <a:noFill/>
          <a:ln w="38100">
            <a:solidFill>
              <a:srgbClr val="008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494" name="Line 44">
            <a:extLst>
              <a:ext uri="{FF2B5EF4-FFF2-40B4-BE49-F238E27FC236}">
                <a16:creationId xmlns:a16="http://schemas.microsoft.com/office/drawing/2014/main" id="{474E2101-0EE8-4B97-9CAE-BC84A219B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4188" y="2025650"/>
            <a:ext cx="0" cy="1905000"/>
          </a:xfrm>
          <a:prstGeom prst="line">
            <a:avLst/>
          </a:prstGeom>
          <a:noFill/>
          <a:ln w="38100">
            <a:solidFill>
              <a:srgbClr val="008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495" name="Line 45">
            <a:extLst>
              <a:ext uri="{FF2B5EF4-FFF2-40B4-BE49-F238E27FC236}">
                <a16:creationId xmlns:a16="http://schemas.microsoft.com/office/drawing/2014/main" id="{06B01426-0D81-434C-B49E-ECC11FA291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9588" y="202565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496" name="Text Box 46">
            <a:extLst>
              <a:ext uri="{FF2B5EF4-FFF2-40B4-BE49-F238E27FC236}">
                <a16:creationId xmlns:a16="http://schemas.microsoft.com/office/drawing/2014/main" id="{A4527F3B-07F5-4DCA-AC4B-0076EFD97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2330450"/>
            <a:ext cx="53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0497" name="Text Box 47">
            <a:extLst>
              <a:ext uri="{FF2B5EF4-FFF2-40B4-BE49-F238E27FC236}">
                <a16:creationId xmlns:a16="http://schemas.microsoft.com/office/drawing/2014/main" id="{0F020297-DE23-4C47-92EB-906905EF8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2787650"/>
            <a:ext cx="53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0498" name="Text Box 48">
            <a:extLst>
              <a:ext uri="{FF2B5EF4-FFF2-40B4-BE49-F238E27FC236}">
                <a16:creationId xmlns:a16="http://schemas.microsoft.com/office/drawing/2014/main" id="{077293FA-E561-4106-B5CF-739057433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8" y="3321050"/>
            <a:ext cx="384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0499" name="Text Box 49">
            <a:extLst>
              <a:ext uri="{FF2B5EF4-FFF2-40B4-BE49-F238E27FC236}">
                <a16:creationId xmlns:a16="http://schemas.microsoft.com/office/drawing/2014/main" id="{448B3371-212D-4EF2-93B7-2E6332897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788" y="3930650"/>
            <a:ext cx="40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20500" name="Text Box 50">
            <a:extLst>
              <a:ext uri="{FF2B5EF4-FFF2-40B4-BE49-F238E27FC236}">
                <a16:creationId xmlns:a16="http://schemas.microsoft.com/office/drawing/2014/main" id="{BE8D0249-54AD-4248-99E9-E0C535FD7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388" y="4006850"/>
            <a:ext cx="26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501" name="Line 54">
            <a:extLst>
              <a:ext uri="{FF2B5EF4-FFF2-40B4-BE49-F238E27FC236}">
                <a16:creationId xmlns:a16="http://schemas.microsoft.com/office/drawing/2014/main" id="{FAB9492C-2E9E-468E-81BB-C604B0E5D6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5788" y="1568450"/>
            <a:ext cx="3175" cy="25463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502" name="Text Box 55">
            <a:extLst>
              <a:ext uri="{FF2B5EF4-FFF2-40B4-BE49-F238E27FC236}">
                <a16:creationId xmlns:a16="http://schemas.microsoft.com/office/drawing/2014/main" id="{8CD64808-5125-4230-90F8-D9FBADB5D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1797050"/>
            <a:ext cx="53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0503" name="Line 56">
            <a:extLst>
              <a:ext uri="{FF2B5EF4-FFF2-40B4-BE49-F238E27FC236}">
                <a16:creationId xmlns:a16="http://schemas.microsoft.com/office/drawing/2014/main" id="{9DF7ABE4-A0D7-455E-A425-3D4229C7E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9588" y="255905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504" name="Line 57">
            <a:extLst>
              <a:ext uri="{FF2B5EF4-FFF2-40B4-BE49-F238E27FC236}">
                <a16:creationId xmlns:a16="http://schemas.microsoft.com/office/drawing/2014/main" id="{DF203508-55F4-49BC-8D95-30448171D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9588" y="309245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505" name="Text Box 58">
            <a:extLst>
              <a:ext uri="{FF2B5EF4-FFF2-40B4-BE49-F238E27FC236}">
                <a16:creationId xmlns:a16="http://schemas.microsoft.com/office/drawing/2014/main" id="{DB6FDE7B-DEF2-4540-AC50-19598B594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988" y="1187450"/>
            <a:ext cx="646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latin typeface="Times New Roman" panose="02020603050405020304" pitchFamily="18" charset="0"/>
              </a:rPr>
              <a:t>f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0506" name="Line 59">
            <a:extLst>
              <a:ext uri="{FF2B5EF4-FFF2-40B4-BE49-F238E27FC236}">
                <a16:creationId xmlns:a16="http://schemas.microsoft.com/office/drawing/2014/main" id="{7FDD706D-85C1-46B6-9E27-BCFFB9DE97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7788" y="3092450"/>
            <a:ext cx="8763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507" name="Line 60">
            <a:extLst>
              <a:ext uri="{FF2B5EF4-FFF2-40B4-BE49-F238E27FC236}">
                <a16:creationId xmlns:a16="http://schemas.microsoft.com/office/drawing/2014/main" id="{DC8A62FA-1279-466F-8909-38F7F21037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4088" y="2559050"/>
            <a:ext cx="800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0508" name="Line 61">
            <a:extLst>
              <a:ext uri="{FF2B5EF4-FFF2-40B4-BE49-F238E27FC236}">
                <a16:creationId xmlns:a16="http://schemas.microsoft.com/office/drawing/2014/main" id="{2C071CF7-CBAA-4A3E-91B7-EAA298BB4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4188" y="2025650"/>
            <a:ext cx="76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20482" name="Object 62">
            <a:extLst>
              <a:ext uri="{FF2B5EF4-FFF2-40B4-BE49-F238E27FC236}">
                <a16:creationId xmlns:a16="http://schemas.microsoft.com/office/drawing/2014/main" id="{52A05090-8E56-41EB-9C8D-5A3C00668C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4006850"/>
          <a:ext cx="2286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2" name="Equation" r:id="rId4" imgW="126835" imgH="139518" progId="Equation.DSMT4">
                  <p:embed/>
                </p:oleObj>
              </mc:Choice>
              <mc:Fallback>
                <p:oleObj name="Equation" r:id="rId4" imgW="126835" imgH="139518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4006850"/>
                        <a:ext cx="2286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63">
            <a:extLst>
              <a:ext uri="{FF2B5EF4-FFF2-40B4-BE49-F238E27FC236}">
                <a16:creationId xmlns:a16="http://schemas.microsoft.com/office/drawing/2014/main" id="{A6538711-331F-4223-B44C-72330F3EE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525" y="3973513"/>
          <a:ext cx="3651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3" name="Equation" r:id="rId6" imgW="202936" imgH="177569" progId="Equation.DSMT4">
                  <p:embed/>
                </p:oleObj>
              </mc:Choice>
              <mc:Fallback>
                <p:oleObj name="Equation" r:id="rId6" imgW="202936" imgH="177569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525" y="3973513"/>
                        <a:ext cx="3651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64">
            <a:extLst>
              <a:ext uri="{FF2B5EF4-FFF2-40B4-BE49-F238E27FC236}">
                <a16:creationId xmlns:a16="http://schemas.microsoft.com/office/drawing/2014/main" id="{EF4E5838-81E1-43EA-A35A-A4A1433B3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9725" y="3973513"/>
          <a:ext cx="3651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" name="Equation" r:id="rId8" imgW="202936" imgH="177569" progId="Equation.DSMT4">
                  <p:embed/>
                </p:oleObj>
              </mc:Choice>
              <mc:Fallback>
                <p:oleObj name="Equation" r:id="rId8" imgW="202936" imgH="177569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3973513"/>
                        <a:ext cx="3651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6">
            <a:extLst>
              <a:ext uri="{FF2B5EF4-FFF2-40B4-BE49-F238E27FC236}">
                <a16:creationId xmlns:a16="http://schemas.microsoft.com/office/drawing/2014/main" id="{BC4F46DA-45E9-4ED4-A232-892C9A5682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0963" y="5029200"/>
          <a:ext cx="2647950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Equation" r:id="rId10" imgW="1016000" imgH="431800" progId="Equation.DSMT4">
                  <p:embed/>
                </p:oleObj>
              </mc:Choice>
              <mc:Fallback>
                <p:oleObj name="Equation" r:id="rId10" imgW="1016000" imgH="4318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5029200"/>
                        <a:ext cx="2647950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4">
            <a:extLst>
              <a:ext uri="{FF2B5EF4-FFF2-40B4-BE49-F238E27FC236}">
                <a16:creationId xmlns:a16="http://schemas.microsoft.com/office/drawing/2014/main" id="{A45B78C1-E2E4-4F76-900F-4A7BBCD3D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450" y="5334000"/>
          <a:ext cx="6096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name="Equation" r:id="rId12" imgW="2489200" imgH="203200" progId="Equation.DSMT4">
                  <p:embed/>
                </p:oleObj>
              </mc:Choice>
              <mc:Fallback>
                <p:oleObj name="Equation" r:id="rId12" imgW="2489200" imgH="2032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5334000"/>
                        <a:ext cx="60960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9">
            <a:extLst>
              <a:ext uri="{FF2B5EF4-FFF2-40B4-BE49-F238E27FC236}">
                <a16:creationId xmlns:a16="http://schemas.microsoft.com/office/drawing/2014/main" id="{CFD9202C-4F93-4ED7-B6EB-1FD28B856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64050"/>
            <a:ext cx="676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解：利用单位阶跃函数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u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可将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表示为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7">
            <a:extLst>
              <a:ext uri="{FF2B5EF4-FFF2-40B4-BE49-F238E27FC236}">
                <a16:creationId xmlns:a16="http://schemas.microsoft.com/office/drawing/2014/main" id="{2CFDB5AF-6842-465E-991B-DE5FC0502896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609600" y="1371600"/>
          <a:ext cx="7694613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quation" r:id="rId3" imgW="2857500" imgH="444500" progId="Equation.DSMT4">
                  <p:embed/>
                </p:oleObj>
              </mc:Choice>
              <mc:Fallback>
                <p:oleObj name="Equation" r:id="rId3" imgW="2857500" imgH="444500" progId="Equation.DSMT4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7694613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5">
            <a:extLst>
              <a:ext uri="{FF2B5EF4-FFF2-40B4-BE49-F238E27FC236}">
                <a16:creationId xmlns:a16="http://schemas.microsoft.com/office/drawing/2014/main" id="{F707E11F-94F3-4F3A-ACF1-B5A372E8BF75}"/>
              </a:ext>
            </a:extLst>
          </p:cNvPr>
          <p:cNvSpPr>
            <a:spLocks noGrp="1" noRot="1" noChangeArrowheads="1"/>
          </p:cNvSpPr>
          <p:nvPr>
            <p:ph type="body" sz="half" idx="3"/>
          </p:nvPr>
        </p:nvSpPr>
        <p:spPr bwMode="auto">
          <a:xfrm>
            <a:off x="685800" y="2743200"/>
            <a:ext cx="78486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当                时</a:t>
            </a:r>
            <a:r>
              <a:rPr lang="en-US" altLang="zh-CN"/>
              <a:t>, </a:t>
            </a:r>
            <a:r>
              <a:rPr lang="zh-CN" altLang="en-US"/>
              <a:t>有            </a:t>
            </a:r>
            <a:r>
              <a:rPr lang="en-US" altLang="zh-CN"/>
              <a:t>,  </a:t>
            </a:r>
            <a:r>
              <a:rPr lang="zh-CN" altLang="en-US"/>
              <a:t>所以</a:t>
            </a:r>
            <a:r>
              <a:rPr lang="en-US" altLang="zh-CN"/>
              <a:t>, </a:t>
            </a:r>
            <a:r>
              <a:rPr lang="zh-CN" altLang="en-US"/>
              <a:t>上式右端括号中为一公比的模小于</a:t>
            </a:r>
            <a:r>
              <a:rPr lang="en-US" altLang="zh-CN"/>
              <a:t>1</a:t>
            </a:r>
            <a:r>
              <a:rPr lang="zh-CN" altLang="en-US"/>
              <a:t>的等比级数</a:t>
            </a:r>
            <a:r>
              <a:rPr lang="en-US" altLang="zh-CN"/>
              <a:t>, </a:t>
            </a:r>
            <a:r>
              <a:rPr lang="zh-CN" altLang="en-US"/>
              <a:t>从而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035C069F-15A2-44F3-B66D-5847BD5A510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667000"/>
            <a:ext cx="3330575" cy="520700"/>
            <a:chOff x="720" y="2592"/>
            <a:chExt cx="2098" cy="328"/>
          </a:xfrm>
        </p:grpSpPr>
        <p:graphicFrame>
          <p:nvGraphicFramePr>
            <p:cNvPr id="21509" name="Object 15">
              <a:extLst>
                <a:ext uri="{FF2B5EF4-FFF2-40B4-BE49-F238E27FC236}">
                  <a16:creationId xmlns:a16="http://schemas.microsoft.com/office/drawing/2014/main" id="{856AE392-AC64-4820-92E4-BEDC33E662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640"/>
            <a:ext cx="86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5" name="Equation" r:id="rId5" imgW="634725" imgH="203112" progId="Equation.DSMT4">
                    <p:embed/>
                  </p:oleObj>
                </mc:Choice>
                <mc:Fallback>
                  <p:oleObj name="Equation" r:id="rId5" imgW="634725" imgH="203112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640"/>
                          <a:ext cx="86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8">
              <a:extLst>
                <a:ext uri="{FF2B5EF4-FFF2-40B4-BE49-F238E27FC236}">
                  <a16:creationId xmlns:a16="http://schemas.microsoft.com/office/drawing/2014/main" id="{79EA5654-2ED9-417F-8240-46F80B2322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2592"/>
            <a:ext cx="61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6" name="Equation" r:id="rId7" imgW="520474" imgH="279279" progId="Equation.DSMT4">
                    <p:embed/>
                  </p:oleObj>
                </mc:Choice>
                <mc:Fallback>
                  <p:oleObj name="Equation" r:id="rId7" imgW="520474" imgH="279279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592"/>
                          <a:ext cx="61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8C3034C-1B9F-4280-A4A1-2365C8C85D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038600"/>
          <a:ext cx="324326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Equation" r:id="rId9" imgW="1383699" imgH="406224" progId="Equation.DSMT4">
                  <p:embed/>
                </p:oleObj>
              </mc:Choice>
              <mc:Fallback>
                <p:oleObj name="Equation" r:id="rId9" imgW="1383699" imgH="406224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038600"/>
                        <a:ext cx="324326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737ED50-11A8-4B3A-A5FF-11F35A796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4343400"/>
          <a:ext cx="18859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name="Equation" r:id="rId11" imgW="761669" imgH="203112" progId="Equation.DSMT4">
                  <p:embed/>
                </p:oleObj>
              </mc:Choice>
              <mc:Fallback>
                <p:oleObj name="Equation" r:id="rId11" imgW="761669" imgH="20311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343400"/>
                        <a:ext cx="18859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B37B114-4F8D-4DC5-B5C6-25733830AA99}"/>
              </a:ext>
            </a:extLst>
          </p:cNvPr>
          <p:cNvSpPr/>
          <p:nvPr/>
        </p:nvSpPr>
        <p:spPr>
          <a:xfrm>
            <a:off x="609600" y="719138"/>
            <a:ext cx="8001000" cy="522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利用</a:t>
            </a:r>
            <a:r>
              <a:rPr lang="en-US" altLang="zh-CN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Laplace</a:t>
            </a:r>
            <a:r>
              <a:rPr lang="zh-CN" altLang="en-US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变换的线性性质及延迟性质</a:t>
            </a:r>
            <a:r>
              <a:rPr lang="en-US" altLang="zh-CN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 kern="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可得</a:t>
            </a:r>
            <a:endParaRPr lang="zh-CN" altLang="en-US" dirty="0"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69B1704-2E0A-4555-B542-ED5CCCDCC78D}"/>
              </a:ext>
            </a:extLst>
          </p:cNvPr>
          <p:cNvSpPr/>
          <p:nvPr/>
        </p:nvSpPr>
        <p:spPr>
          <a:xfrm>
            <a:off x="4038600" y="4498975"/>
            <a:ext cx="4800600" cy="9144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534" name="灯片编号占位符 1">
            <a:extLst>
              <a:ext uri="{FF2B5EF4-FFF2-40B4-BE49-F238E27FC236}">
                <a16:creationId xmlns:a16="http://schemas.microsoft.com/office/drawing/2014/main" id="{8B233B73-ECBC-483E-8AF6-FBF0873AA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6BD5E1-49EB-4CD0-A9FB-5B4E4C80727A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FB437ADC-95FC-4E73-A204-46160692524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682625" y="1295400"/>
            <a:ext cx="7924800" cy="6858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</a:rPr>
              <a:t>一般地</a:t>
            </a:r>
            <a:r>
              <a:rPr lang="en-US" altLang="zh-CN" sz="2800">
                <a:solidFill>
                  <a:schemeClr val="tx1"/>
                </a:solidFill>
              </a:rPr>
              <a:t>, </a:t>
            </a:r>
            <a:r>
              <a:rPr lang="zh-CN" altLang="en-US" sz="2800">
                <a:solidFill>
                  <a:schemeClr val="tx1"/>
                </a:solidFill>
              </a:rPr>
              <a:t>若</a:t>
            </a:r>
            <a:r>
              <a:rPr lang="en-US" altLang="zh-CN" sz="2800">
                <a:solidFill>
                  <a:schemeClr val="tx1"/>
                </a:solidFill>
                <a:latin typeface="Kunstler Script" panose="030304020206070D0D06" pitchFamily="66" charset="0"/>
              </a:rPr>
              <a:t>L</a:t>
            </a:r>
            <a:r>
              <a:rPr lang="en-US" altLang="zh-CN" sz="2800">
                <a:solidFill>
                  <a:schemeClr val="tx1"/>
                </a:solidFill>
              </a:rPr>
              <a:t> 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)]=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</a:rPr>
              <a:t>),</a:t>
            </a:r>
            <a:r>
              <a:rPr lang="en-US" altLang="zh-CN" sz="2800">
                <a:solidFill>
                  <a:schemeClr val="tx1"/>
                </a:solidFill>
              </a:rPr>
              <a:t> </a:t>
            </a:r>
            <a:r>
              <a:rPr lang="zh-CN" altLang="en-US" sz="2800">
                <a:solidFill>
                  <a:schemeClr val="tx1"/>
                </a:solidFill>
              </a:rPr>
              <a:t>则对于任何 </a:t>
            </a:r>
            <a:r>
              <a:rPr lang="zh-CN" altLang="en-US" sz="2800" i="1">
                <a:solidFill>
                  <a:schemeClr val="tx1"/>
                </a:solidFill>
                <a:latin typeface="Symbol" panose="05050102010706020507" pitchFamily="18" charset="2"/>
              </a:rPr>
              <a:t>       </a:t>
            </a:r>
            <a:r>
              <a:rPr lang="en-US" altLang="zh-CN" sz="2800">
                <a:solidFill>
                  <a:schemeClr val="tx1"/>
                </a:solidFill>
              </a:rPr>
              <a:t>, </a:t>
            </a:r>
            <a:r>
              <a:rPr lang="zh-CN" altLang="en-US" sz="2800">
                <a:solidFill>
                  <a:schemeClr val="tx1"/>
                </a:solidFill>
              </a:rPr>
              <a:t>有</a:t>
            </a:r>
          </a:p>
        </p:txBody>
      </p:sp>
      <p:graphicFrame>
        <p:nvGraphicFramePr>
          <p:cNvPr id="82952" name="Object 8">
            <a:extLst>
              <a:ext uri="{FF2B5EF4-FFF2-40B4-BE49-F238E27FC236}">
                <a16:creationId xmlns:a16="http://schemas.microsoft.com/office/drawing/2014/main" id="{0C0F4567-25D4-4679-A463-D431926D0617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4056063" y="3203575"/>
          <a:ext cx="4551362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Equation" r:id="rId3" imgW="1752600" imgH="850900" progId="Equation.DSMT4">
                  <p:embed/>
                </p:oleObj>
              </mc:Choice>
              <mc:Fallback>
                <p:oleObj name="Equation" r:id="rId3" imgW="1752600" imgH="850900" progId="Equation.DSMT4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063" y="3203575"/>
                        <a:ext cx="4551362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>
            <a:extLst>
              <a:ext uri="{FF2B5EF4-FFF2-40B4-BE49-F238E27FC236}">
                <a16:creationId xmlns:a16="http://schemas.microsoft.com/office/drawing/2014/main" id="{DBDBD7C1-347B-4BD9-9402-505E9C220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5275" y="2133600"/>
          <a:ext cx="51816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Equation" r:id="rId5" imgW="2336800" imgH="457200" progId="Equation.DSMT4">
                  <p:embed/>
                </p:oleObj>
              </mc:Choice>
              <mc:Fallback>
                <p:oleObj name="Equation" r:id="rId5" imgW="23368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2133600"/>
                        <a:ext cx="51816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17">
            <a:extLst>
              <a:ext uri="{FF2B5EF4-FFF2-40B4-BE49-F238E27FC236}">
                <a16:creationId xmlns:a16="http://schemas.microsoft.com/office/drawing/2014/main" id="{86F16167-D3F2-41AA-B8F9-C2F4A0ACA0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1371600"/>
          <a:ext cx="8143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Equation" r:id="rId7" imgW="355138" imgH="177569" progId="Equation.DSMT4">
                  <p:embed/>
                </p:oleObj>
              </mc:Choice>
              <mc:Fallback>
                <p:oleObj name="Equation" r:id="rId7" imgW="355138" imgH="17756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371600"/>
                        <a:ext cx="8143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81A530D-5080-440E-A0BC-0D3D18151E40}"/>
              </a:ext>
            </a:extLst>
          </p:cNvPr>
          <p:cNvSpPr txBox="1"/>
          <p:nvPr/>
        </p:nvSpPr>
        <p:spPr>
          <a:xfrm>
            <a:off x="609600" y="609600"/>
            <a:ext cx="1447800" cy="5842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结论：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29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DC5033C-88A7-4CAD-A892-F7798B709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1428750"/>
          <a:ext cx="3538538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Picture" r:id="rId3" imgW="2658618" imgH="4064508" progId="Word.Picture.8">
                  <p:embed/>
                </p:oleObj>
              </mc:Choice>
              <mc:Fallback>
                <p:oleObj name="Picture" r:id="rId3" imgW="2658618" imgH="4064508" progId="Word.Picture.8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428750"/>
                        <a:ext cx="3538538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2">
            <a:extLst>
              <a:ext uri="{FF2B5EF4-FFF2-40B4-BE49-F238E27FC236}">
                <a16:creationId xmlns:a16="http://schemas.microsoft.com/office/drawing/2014/main" id="{4AEE8D66-E52A-41C3-B5E4-171D042C7E5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366838" y="465138"/>
            <a:ext cx="7696200" cy="5334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</a:rPr>
              <a:t>求如图所示的单个半正弦波</a:t>
            </a:r>
            <a:r>
              <a:rPr lang="zh-CN" altLang="en-US" sz="2800" i="1">
                <a:solidFill>
                  <a:schemeClr val="tx1"/>
                </a:solidFill>
              </a:rPr>
              <a:t>    </a:t>
            </a:r>
            <a:r>
              <a:rPr lang="zh-CN" altLang="en-US" sz="2800">
                <a:solidFill>
                  <a:schemeClr val="tx1"/>
                </a:solidFill>
              </a:rPr>
              <a:t>的</a:t>
            </a:r>
            <a:r>
              <a:rPr lang="en-US" altLang="zh-CN" sz="2800">
                <a:solidFill>
                  <a:schemeClr val="tx1"/>
                </a:solidFill>
              </a:rPr>
              <a:t>Laplace</a:t>
            </a:r>
            <a:r>
              <a:rPr lang="zh-CN" altLang="en-US" sz="2800">
                <a:solidFill>
                  <a:schemeClr val="tx1"/>
                </a:solidFill>
              </a:rPr>
              <a:t>变换</a:t>
            </a:r>
            <a:r>
              <a:rPr lang="en-US" altLang="zh-CN" sz="2800">
                <a:solidFill>
                  <a:schemeClr val="tx1"/>
                </a:solidFill>
              </a:rPr>
              <a:t>.</a:t>
            </a:r>
            <a:endParaRPr lang="en-US" altLang="zh-CN" sz="2800"/>
          </a:p>
        </p:txBody>
      </p:sp>
      <p:graphicFrame>
        <p:nvGraphicFramePr>
          <p:cNvPr id="23555" name="Object 66">
            <a:extLst>
              <a:ext uri="{FF2B5EF4-FFF2-40B4-BE49-F238E27FC236}">
                <a16:creationId xmlns:a16="http://schemas.microsoft.com/office/drawing/2014/main" id="{2C53DCCB-3FC1-4B53-B4A4-633ECD858BC1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536575" y="1676400"/>
          <a:ext cx="3763963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Picture" r:id="rId5" imgW="3765714" imgH="2716552" progId="Word.Picture.8">
                  <p:embed/>
                </p:oleObj>
              </mc:Choice>
              <mc:Fallback>
                <p:oleObj name="Picture" r:id="rId5" imgW="3765714" imgH="2716552" progId="Word.Picture.8">
                  <p:embed/>
                  <p:pic>
                    <p:nvPicPr>
                      <p:cNvPr id="0" name="Object 6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1676400"/>
                        <a:ext cx="3763963" cy="271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71">
            <a:extLst>
              <a:ext uri="{FF2B5EF4-FFF2-40B4-BE49-F238E27FC236}">
                <a16:creationId xmlns:a16="http://schemas.microsoft.com/office/drawing/2014/main" id="{4B5A91AA-BCBE-42D8-962F-BF98D86520ED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715000" y="512763"/>
          <a:ext cx="7620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Equation" r:id="rId7" imgW="368140" imgH="253890" progId="Equation.DSMT4">
                  <p:embed/>
                </p:oleObj>
              </mc:Choice>
              <mc:Fallback>
                <p:oleObj name="Equation" r:id="rId7" imgW="368140" imgH="253890" progId="Equation.DSMT4">
                  <p:embed/>
                  <p:pic>
                    <p:nvPicPr>
                      <p:cNvPr id="0" name="Object 7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12763"/>
                        <a:ext cx="7620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灯片编号占位符 5">
            <a:extLst>
              <a:ext uri="{FF2B5EF4-FFF2-40B4-BE49-F238E27FC236}">
                <a16:creationId xmlns:a16="http://schemas.microsoft.com/office/drawing/2014/main" id="{BE23D2E7-41FA-4DED-8589-8BDB00F1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ABF476-875C-426B-9D25-37E413D724E8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grpSp>
        <p:nvGrpSpPr>
          <p:cNvPr id="23562" name="Group 46">
            <a:extLst>
              <a:ext uri="{FF2B5EF4-FFF2-40B4-BE49-F238E27FC236}">
                <a16:creationId xmlns:a16="http://schemas.microsoft.com/office/drawing/2014/main" id="{4517422A-9114-4337-99A5-091BD248DCAE}"/>
              </a:ext>
            </a:extLst>
          </p:cNvPr>
          <p:cNvGrpSpPr>
            <a:grpSpLocks/>
          </p:cNvGrpSpPr>
          <p:nvPr/>
        </p:nvGrpSpPr>
        <p:grpSpPr bwMode="auto">
          <a:xfrm>
            <a:off x="269875" y="407988"/>
            <a:ext cx="1069975" cy="584200"/>
            <a:chOff x="396" y="441"/>
            <a:chExt cx="619" cy="368"/>
          </a:xfrm>
        </p:grpSpPr>
        <p:sp>
          <p:nvSpPr>
            <p:cNvPr id="23563" name="Oval 47" descr="软木塞">
              <a:extLst>
                <a:ext uri="{FF2B5EF4-FFF2-40B4-BE49-F238E27FC236}">
                  <a16:creationId xmlns:a16="http://schemas.microsoft.com/office/drawing/2014/main" id="{9055DFDA-2616-40EA-9A5C-B5FC559D6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441"/>
              <a:ext cx="619" cy="368"/>
            </a:xfrm>
            <a:prstGeom prst="ellipse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4016" name="WordArt 48">
              <a:extLst>
                <a:ext uri="{FF2B5EF4-FFF2-40B4-BE49-F238E27FC236}">
                  <a16:creationId xmlns:a16="http://schemas.microsoft.com/office/drawing/2014/main" id="{8C9667DE-E107-4E8E-9172-F7C779A1B10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6" y="516"/>
              <a:ext cx="468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87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例</a:t>
              </a:r>
              <a:r>
                <a:rPr lang="en-US" altLang="zh-CN" sz="3600" b="1" kern="10"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effectLst>
                    <a:outerShdw dist="35921" dir="2700000" algn="ctr" rotWithShape="0">
                      <a:schemeClr val="tx1"/>
                    </a:outerShdw>
                  </a:effectLst>
                  <a:latin typeface="黑体"/>
                  <a:ea typeface="黑体"/>
                </a:rPr>
                <a:t>9</a:t>
              </a:r>
              <a:endParaRPr lang="zh-CN" altLang="en-US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黑体"/>
                <a:ea typeface="黑体"/>
              </a:endParaRPr>
            </a:p>
          </p:txBody>
        </p:sp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F0BD320-6C31-4DC3-B673-940A1A8E80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75" y="4862513"/>
          <a:ext cx="451008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0" name="Equation" r:id="rId10" imgW="1943100" imgH="406400" progId="Equation.DSMT4">
                  <p:embed/>
                </p:oleObj>
              </mc:Choice>
              <mc:Fallback>
                <p:oleObj name="Equation" r:id="rId10" imgW="1943100" imgH="406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4862513"/>
                        <a:ext cx="4510088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08EACD-BD83-4676-B7A0-1D3CE12329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0" y="1206500"/>
          <a:ext cx="24082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1" name="Equation" r:id="rId12" imgW="1193282" imgH="406224" progId="Equation.DSMT4">
                  <p:embed/>
                </p:oleObj>
              </mc:Choice>
              <mc:Fallback>
                <p:oleObj name="Equation" r:id="rId12" imgW="1193282" imgH="406224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1206500"/>
                        <a:ext cx="24082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982B9D0-EB54-4FF1-94DD-BCD8984CE5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1300" y="5626100"/>
          <a:ext cx="32289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2" name="Equation" r:id="rId14" imgW="1600200" imgH="406400" progId="Equation.DSMT4">
                  <p:embed/>
                </p:oleObj>
              </mc:Choice>
              <mc:Fallback>
                <p:oleObj name="Equation" r:id="rId14" imgW="1600200" imgH="40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5626100"/>
                        <a:ext cx="32289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1" name="Rectangle 5">
            <a:extLst>
              <a:ext uri="{FF2B5EF4-FFF2-40B4-BE49-F238E27FC236}">
                <a16:creationId xmlns:a16="http://schemas.microsoft.com/office/drawing/2014/main" id="{8396C261-B813-4D73-A239-6AA590CA956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09588" y="485775"/>
            <a:ext cx="2438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由前图可知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en-US" altLang="zh-CN" sz="2800" b="1">
                <a:latin typeface="楷体_GB2312" panose="02010609030101010101" pitchFamily="49" charset="-122"/>
              </a:rPr>
              <a:t> </a:t>
            </a:r>
            <a:endParaRPr lang="en-US" altLang="zh-CN" sz="2800" b="1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7466" name="Rectangle 10">
            <a:extLst>
              <a:ext uri="{FF2B5EF4-FFF2-40B4-BE49-F238E27FC236}">
                <a16:creationId xmlns:a16="http://schemas.microsoft.com/office/drawing/2014/main" id="{147E46C4-F0DE-4602-947E-590BD9B65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1373188"/>
            <a:ext cx="1087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所以</a:t>
            </a:r>
          </a:p>
        </p:txBody>
      </p:sp>
      <p:graphicFrame>
        <p:nvGraphicFramePr>
          <p:cNvPr id="147472" name="Object 16">
            <a:extLst>
              <a:ext uri="{FF2B5EF4-FFF2-40B4-BE49-F238E27FC236}">
                <a16:creationId xmlns:a16="http://schemas.microsoft.com/office/drawing/2014/main" id="{2CB92572-0247-46F8-96E7-518B55D824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593725"/>
          <a:ext cx="31337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Equation" r:id="rId3" imgW="1345616" imgH="253890" progId="Equation.DSMT4">
                  <p:embed/>
                </p:oleObj>
              </mc:Choice>
              <mc:Fallback>
                <p:oleObj name="Equation" r:id="rId3" imgW="1345616" imgH="25389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93725"/>
                        <a:ext cx="31337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74" name="Object 18">
            <a:extLst>
              <a:ext uri="{FF2B5EF4-FFF2-40B4-BE49-F238E27FC236}">
                <a16:creationId xmlns:a16="http://schemas.microsoft.com/office/drawing/2014/main" id="{BE17A239-1EC7-4B64-847B-B53543A0EB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6563" y="1382713"/>
          <a:ext cx="54673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Equation" r:id="rId5" imgW="2044700" imgH="228600" progId="Equation.DSMT4">
                  <p:embed/>
                </p:oleObj>
              </mc:Choice>
              <mc:Fallback>
                <p:oleObj name="Equation" r:id="rId5" imgW="20447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1382713"/>
                        <a:ext cx="54673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02357CB-E9F7-4141-B6D3-3E47126ED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588" y="3200400"/>
          <a:ext cx="3932237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Equation" r:id="rId7" imgW="1587500" imgH="838200" progId="Equation.DSMT4">
                  <p:embed/>
                </p:oleObj>
              </mc:Choice>
              <mc:Fallback>
                <p:oleObj name="Equation" r:id="rId7" imgW="1587500" imgH="838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200400"/>
                        <a:ext cx="3932237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0D5EDAB-D17D-4076-BFEC-DA8D148F9D03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838200" y="2286000"/>
          <a:ext cx="794861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Equation" r:id="rId9" imgW="3568700" imgH="457200" progId="Equation.DSMT4">
                  <p:embed/>
                </p:oleObj>
              </mc:Choice>
              <mc:Fallback>
                <p:oleObj name="Equation" r:id="rId9" imgW="3568700" imgH="457200" progId="Equation.DSMT4">
                  <p:embed/>
                  <p:pic>
                    <p:nvPicPr>
                      <p:cNvPr id="0" name="对象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0"/>
                        <a:ext cx="7948613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DA89709-4847-4520-83FC-064BF7A84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3581400"/>
          <a:ext cx="3138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Equation" r:id="rId11" imgW="1409088" imgH="444307" progId="Equation.DSMT4">
                  <p:embed/>
                </p:oleObj>
              </mc:Choice>
              <mc:Fallback>
                <p:oleObj name="Equation" r:id="rId11" imgW="1409088" imgH="444307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581400"/>
                        <a:ext cx="3138488" cy="989013"/>
                      </a:xfrm>
                      <a:prstGeom prst="rect">
                        <a:avLst/>
                      </a:prstGeom>
                      <a:solidFill>
                        <a:srgbClr val="96D7FA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7F118D2-9D7E-418A-9E9B-54AF2D526101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109913" y="5410200"/>
          <a:ext cx="377666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Equation" r:id="rId13" imgW="1600200" imgH="419100" progId="Equation.DSMT4">
                  <p:embed/>
                </p:oleObj>
              </mc:Choice>
              <mc:Fallback>
                <p:oleObj name="Equation" r:id="rId13" imgW="1600200" imgH="419100" progId="Equation.DSMT4">
                  <p:embed/>
                  <p:pic>
                    <p:nvPicPr>
                      <p:cNvPr id="0" name="对象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913" y="5410200"/>
                        <a:ext cx="377666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E46B3CA-F864-4B7F-ADEB-C76FC4D3A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538" y="5438775"/>
          <a:ext cx="233997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Equation" r:id="rId15" imgW="964781" imgH="406224" progId="Equation.DSMT4">
                  <p:embed/>
                </p:oleObj>
              </mc:Choice>
              <mc:Fallback>
                <p:oleObj name="Equation" r:id="rId15" imgW="964781" imgH="406224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8" y="5438775"/>
                        <a:ext cx="2339975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灯片编号占位符 1">
            <a:extLst>
              <a:ext uri="{FF2B5EF4-FFF2-40B4-BE49-F238E27FC236}">
                <a16:creationId xmlns:a16="http://schemas.microsoft.com/office/drawing/2014/main" id="{4EDD9514-94EE-4AEF-99E3-4AA9D307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A17107-9BD3-465F-8E4B-66BCABF5BF04}" type="slidenum">
              <a:rPr lang="en-US" altLang="zh-CN"/>
              <a:pPr eaLnBrk="1" hangingPunct="1"/>
              <a:t>28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/>
      <p:bldP spid="1474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299B2709-6FBB-4015-9766-F706B00F3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47650"/>
            <a:ext cx="4865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Laplace</a:t>
            </a:r>
            <a:r>
              <a:rPr kumimoji="1" lang="zh-CN" altLang="en-US" sz="32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变换性质小结</a:t>
            </a:r>
          </a:p>
        </p:txBody>
      </p:sp>
      <p:graphicFrame>
        <p:nvGraphicFramePr>
          <p:cNvPr id="157699" name="Object 3">
            <a:extLst>
              <a:ext uri="{FF2B5EF4-FFF2-40B4-BE49-F238E27FC236}">
                <a16:creationId xmlns:a16="http://schemas.microsoft.com/office/drawing/2014/main" id="{D1E2E56F-87AD-4F78-8F66-2B5D54F3D9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108075"/>
          <a:ext cx="53419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Equation" r:id="rId4" imgW="2451100" imgH="254000" progId="Equation.DSMT4">
                  <p:embed/>
                </p:oleObj>
              </mc:Choice>
              <mc:Fallback>
                <p:oleObj name="Equation" r:id="rId4" imgW="24511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108075"/>
                        <a:ext cx="534193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0" name="Rectangle 4">
            <a:extLst>
              <a:ext uri="{FF2B5EF4-FFF2-40B4-BE49-F238E27FC236}">
                <a16:creationId xmlns:a16="http://schemas.microsoft.com/office/drawing/2014/main" id="{CA4AE66A-AEAB-4780-A4C3-93018CCBD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108075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线性性质：</a:t>
            </a:r>
          </a:p>
        </p:txBody>
      </p:sp>
      <p:graphicFrame>
        <p:nvGraphicFramePr>
          <p:cNvPr id="157702" name="Object 6">
            <a:extLst>
              <a:ext uri="{FF2B5EF4-FFF2-40B4-BE49-F238E27FC236}">
                <a16:creationId xmlns:a16="http://schemas.microsoft.com/office/drawing/2014/main" id="{9CCDFFF0-D349-47DA-BFEF-ADB0A9F90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5675" y="1827213"/>
          <a:ext cx="39798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6" imgW="1866090" imgH="253890" progId="Equation.DSMT4">
                  <p:embed/>
                </p:oleObj>
              </mc:Choice>
              <mc:Fallback>
                <p:oleObj name="Equation" r:id="rId6" imgW="1866090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1827213"/>
                        <a:ext cx="39798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3" name="Rectangle 7">
            <a:extLst>
              <a:ext uri="{FF2B5EF4-FFF2-40B4-BE49-F238E27FC236}">
                <a16:creationId xmlns:a16="http://schemas.microsoft.com/office/drawing/2014/main" id="{FC7BDF2E-161C-4303-ABCE-3B185F647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838325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anose="02010609030101010101" pitchFamily="49" charset="-122"/>
              </a:rPr>
              <a:t>微分性质：</a:t>
            </a:r>
          </a:p>
        </p:txBody>
      </p:sp>
      <p:sp>
        <p:nvSpPr>
          <p:cNvPr id="25609" name="灯片编号占位符 1">
            <a:extLst>
              <a:ext uri="{FF2B5EF4-FFF2-40B4-BE49-F238E27FC236}">
                <a16:creationId xmlns:a16="http://schemas.microsoft.com/office/drawing/2014/main" id="{433BCA58-1F20-48CC-999A-97E58BC5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33800" y="6477000"/>
            <a:ext cx="12192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1EC8E7-4684-4D89-9E59-53A1D378F211}" type="slidenum">
              <a:rPr lang="en-US" altLang="zh-CN"/>
              <a:pPr eaLnBrk="1" hangingPunct="1"/>
              <a:t>29</a:t>
            </a:fld>
            <a:endParaRPr lang="en-US" altLang="zh-CN"/>
          </a:p>
        </p:txBody>
      </p:sp>
      <p:sp>
        <p:nvSpPr>
          <p:cNvPr id="157704" name="Rectangle 8">
            <a:extLst>
              <a:ext uri="{FF2B5EF4-FFF2-40B4-BE49-F238E27FC236}">
                <a16:creationId xmlns:a16="http://schemas.microsoft.com/office/drawing/2014/main" id="{BA164228-7135-4F59-9FEC-4104FCACC3FF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76238" y="2895600"/>
            <a:ext cx="2209800" cy="533400"/>
          </a:xfrm>
          <a:noFill/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积分性质：</a:t>
            </a:r>
          </a:p>
        </p:txBody>
      </p:sp>
      <p:graphicFrame>
        <p:nvGraphicFramePr>
          <p:cNvPr id="157706" name="Object 10">
            <a:extLst>
              <a:ext uri="{FF2B5EF4-FFF2-40B4-BE49-F238E27FC236}">
                <a16:creationId xmlns:a16="http://schemas.microsoft.com/office/drawing/2014/main" id="{69829279-7D89-4EF1-B83C-E3255E261B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9638" y="2667000"/>
          <a:ext cx="38703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8" imgW="1600200" imgH="406400" progId="Equation.DSMT4">
                  <p:embed/>
                </p:oleObj>
              </mc:Choice>
              <mc:Fallback>
                <p:oleObj name="Equation" r:id="rId8" imgW="1600200" imgH="40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2667000"/>
                        <a:ext cx="387032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>
            <a:extLst>
              <a:ext uri="{FF2B5EF4-FFF2-40B4-BE49-F238E27FC236}">
                <a16:creationId xmlns:a16="http://schemas.microsoft.com/office/drawing/2014/main" id="{62CA6D16-8551-4DA5-A6DA-C864C913A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3962400"/>
            <a:ext cx="9829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位移性质：</a:t>
            </a:r>
            <a:r>
              <a:rPr lang="en-US" altLang="zh-CN" sz="3200" b="1">
                <a:latin typeface="Kunstler Script" panose="030304020206070D0D06" pitchFamily="66" charset="0"/>
              </a:rPr>
              <a:t>L</a:t>
            </a:r>
            <a:r>
              <a:rPr lang="en-US" altLang="zh-CN" sz="3200" b="1">
                <a:latin typeface="楷体_GB2312" panose="02010609030101010101" pitchFamily="49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</a:rPr>
              <a:t>[e</a:t>
            </a:r>
            <a:r>
              <a:rPr lang="en-US" altLang="zh-CN" sz="3200" b="1" i="1" baseline="30000">
                <a:latin typeface="Times New Roman" panose="02020603050405020304" pitchFamily="18" charset="0"/>
              </a:rPr>
              <a:t>at </a:t>
            </a:r>
            <a:r>
              <a:rPr lang="en-US" altLang="zh-CN" sz="3200" b="1" i="1">
                <a:latin typeface="Times New Roman" panose="02020603050405020304" pitchFamily="18" charset="0"/>
              </a:rPr>
              <a:t>f </a:t>
            </a:r>
            <a:r>
              <a:rPr lang="en-US" altLang="zh-CN" sz="3200" b="1">
                <a:latin typeface="Times New Roman" panose="02020603050405020304" pitchFamily="18" charset="0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</a:rPr>
              <a:t>t</a:t>
            </a:r>
            <a:r>
              <a:rPr lang="en-US" altLang="zh-CN" sz="3200" b="1">
                <a:latin typeface="Times New Roman" panose="02020603050405020304" pitchFamily="18" charset="0"/>
              </a:rPr>
              <a:t>)]=</a:t>
            </a:r>
            <a:r>
              <a:rPr lang="en-US" altLang="zh-CN" sz="3200" b="1" i="1">
                <a:latin typeface="Times New Roman" panose="02020603050405020304" pitchFamily="18" charset="0"/>
              </a:rPr>
              <a:t>F </a:t>
            </a:r>
            <a:r>
              <a:rPr lang="en-US" altLang="zh-CN" sz="3200" b="1">
                <a:latin typeface="Times New Roman" panose="02020603050405020304" pitchFamily="18" charset="0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</a:rPr>
              <a:t>s</a:t>
            </a:r>
            <a:r>
              <a:rPr lang="en-US" altLang="zh-CN" sz="3200" b="1">
                <a:latin typeface="Times New Roman" panose="02020603050405020304" pitchFamily="18" charset="0"/>
              </a:rPr>
              <a:t>-</a:t>
            </a:r>
            <a:r>
              <a:rPr lang="en-US" altLang="zh-CN" sz="3200" b="1" i="1"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	</a:t>
            </a:r>
            <a:endParaRPr lang="en-US" altLang="zh-CN" sz="2800" b="1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0A77AD48-2301-45F4-BFE3-85D6F2204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48006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延迟性质：</a:t>
            </a:r>
          </a:p>
        </p:txBody>
      </p:sp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9DDE8757-E3EC-4BDA-AB07-9B8267D11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800600"/>
          <a:ext cx="38512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10" imgW="1516331" imgH="236138" progId="Equation.DSMT4">
                  <p:embed/>
                </p:oleObj>
              </mc:Choice>
              <mc:Fallback>
                <p:oleObj name="Equation" r:id="rId10" imgW="1516331" imgH="23613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00600"/>
                        <a:ext cx="38512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/>
      <p:bldP spid="157703" grpId="0"/>
      <p:bldP spid="157704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灯片编号占位符 1">
            <a:extLst>
              <a:ext uri="{FF2B5EF4-FFF2-40B4-BE49-F238E27FC236}">
                <a16:creationId xmlns:a16="http://schemas.microsoft.com/office/drawing/2014/main" id="{D6C5739E-0FD6-499E-832A-71CFA4CC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258545-820F-4602-B411-D22E9B690E22}" type="slidenum">
              <a:rPr lang="en-US" altLang="zh-CN"/>
              <a:pPr eaLnBrk="1" hangingPunct="1"/>
              <a:t>30</a:t>
            </a:fld>
            <a:endParaRPr lang="en-US" altLang="zh-CN"/>
          </a:p>
        </p:txBody>
      </p:sp>
      <p:graphicFrame>
        <p:nvGraphicFramePr>
          <p:cNvPr id="26626" name="对象 2">
            <a:extLst>
              <a:ext uri="{FF2B5EF4-FFF2-40B4-BE49-F238E27FC236}">
                <a16:creationId xmlns:a16="http://schemas.microsoft.com/office/drawing/2014/main" id="{ED9B3D6F-7773-4211-9276-31CA03D6C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762000"/>
          <a:ext cx="8178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Equation" r:id="rId3" imgW="8178800" imgH="508000" progId="Equation.DSMT4">
                  <p:embed/>
                </p:oleObj>
              </mc:Choice>
              <mc:Fallback>
                <p:oleObj name="Equation" r:id="rId3" imgW="8178800" imgH="50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0"/>
                        <a:ext cx="8178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灯片编号占位符 1">
            <a:extLst>
              <a:ext uri="{FF2B5EF4-FFF2-40B4-BE49-F238E27FC236}">
                <a16:creationId xmlns:a16="http://schemas.microsoft.com/office/drawing/2014/main" id="{D6C5739E-0FD6-499E-832A-71CFA4CC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258545-820F-4602-B411-D22E9B690E22}" type="slidenum">
              <a:rPr lang="en-US" altLang="zh-CN"/>
              <a:pPr eaLnBrk="1" hangingPunct="1"/>
              <a:t>31</a:t>
            </a:fld>
            <a:endParaRPr lang="en-US" altLang="zh-CN"/>
          </a:p>
        </p:txBody>
      </p:sp>
      <p:graphicFrame>
        <p:nvGraphicFramePr>
          <p:cNvPr id="26626" name="对象 2">
            <a:extLst>
              <a:ext uri="{FF2B5EF4-FFF2-40B4-BE49-F238E27FC236}">
                <a16:creationId xmlns:a16="http://schemas.microsoft.com/office/drawing/2014/main" id="{ED9B3D6F-7773-4211-9276-31CA03D6C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762000"/>
          <a:ext cx="8178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Equation" r:id="rId3" imgW="8178800" imgH="508000" progId="Equation.DSMT4">
                  <p:embed/>
                </p:oleObj>
              </mc:Choice>
              <mc:Fallback>
                <p:oleObj name="Equation" r:id="rId3" imgW="8178800" imgH="508000" progId="Equation.DSMT4">
                  <p:embed/>
                  <p:pic>
                    <p:nvPicPr>
                      <p:cNvPr id="26626" name="对象 2">
                        <a:extLst>
                          <a:ext uri="{FF2B5EF4-FFF2-40B4-BE49-F238E27FC236}">
                            <a16:creationId xmlns:a16="http://schemas.microsoft.com/office/drawing/2014/main" id="{ED9B3D6F-7773-4211-9276-31CA03D6C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0"/>
                        <a:ext cx="8178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AC9BCA6-C61B-45B2-948E-7AFFE18385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676400"/>
          <a:ext cx="556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1" name="Equation" r:id="rId5" imgW="5562600" imgH="571500" progId="Equation.DSMT4">
                  <p:embed/>
                </p:oleObj>
              </mc:Choice>
              <mc:Fallback>
                <p:oleObj name="Equation" r:id="rId5" imgW="5562600" imgH="5715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AC9BCA6-C61B-45B2-948E-7AFFE18385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556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28B22CF-6910-4044-910C-CB0CA3AE9D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2514600"/>
          <a:ext cx="4038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Equation" r:id="rId7" imgW="4038600" imgH="571500" progId="Equation.DSMT4">
                  <p:embed/>
                </p:oleObj>
              </mc:Choice>
              <mc:Fallback>
                <p:oleObj name="Equation" r:id="rId7" imgW="4038600" imgH="5715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28B22CF-6910-4044-910C-CB0CA3AE9D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514600"/>
                        <a:ext cx="4038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E16131F-AFD7-486C-B934-CFCF9CDD7BD1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28600" y="3124200"/>
          <a:ext cx="2405063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3" name="Equation" r:id="rId9" imgW="1066337" imgH="634725" progId="Equation.DSMT4">
                  <p:embed/>
                </p:oleObj>
              </mc:Choice>
              <mc:Fallback>
                <p:oleObj name="Equation" r:id="rId9" imgW="1066337" imgH="634725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E16131F-AFD7-486C-B934-CFCF9CDD7BD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124200"/>
                        <a:ext cx="2405063" cy="14319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375976E-E991-4DF0-8B95-FD0A4B291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429000"/>
          <a:ext cx="233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4" name="Equation" r:id="rId11" imgW="2336800" imgH="838200" progId="Equation.DSMT4">
                  <p:embed/>
                </p:oleObj>
              </mc:Choice>
              <mc:Fallback>
                <p:oleObj name="Equation" r:id="rId11" imgW="2336800" imgH="838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375976E-E991-4DF0-8B95-FD0A4B291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429000"/>
                        <a:ext cx="2336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8D1CFCE-4885-4969-BC4B-F6D3016698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4495800"/>
          <a:ext cx="269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5" name="Equation" r:id="rId13" imgW="2692400" imgH="838200" progId="Equation.DSMT4">
                  <p:embed/>
                </p:oleObj>
              </mc:Choice>
              <mc:Fallback>
                <p:oleObj name="Equation" r:id="rId13" imgW="2692400" imgH="838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8D1CFCE-4885-4969-BC4B-F6D3016698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95800"/>
                        <a:ext cx="269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75583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8" name="灯片编号占位符 1">
            <a:extLst>
              <a:ext uri="{FF2B5EF4-FFF2-40B4-BE49-F238E27FC236}">
                <a16:creationId xmlns:a16="http://schemas.microsoft.com/office/drawing/2014/main" id="{B23F061B-E228-43C3-B060-5CC7A32D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64CEFDE-7B5E-4FFB-A12E-3085226FC705}" type="slidenum">
              <a:rPr lang="en-US" altLang="zh-CN"/>
              <a:pPr eaLnBrk="1" hangingPunct="1"/>
              <a:t>32</a:t>
            </a:fld>
            <a:endParaRPr lang="en-US" altLang="zh-CN"/>
          </a:p>
        </p:txBody>
      </p:sp>
      <p:graphicFrame>
        <p:nvGraphicFramePr>
          <p:cNvPr id="27650" name="对象 3">
            <a:extLst>
              <a:ext uri="{FF2B5EF4-FFF2-40B4-BE49-F238E27FC236}">
                <a16:creationId xmlns:a16="http://schemas.microsoft.com/office/drawing/2014/main" id="{8C12F0BA-928C-438C-882B-4C9D678F8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" y="457200"/>
          <a:ext cx="5791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Equation" r:id="rId3" imgW="5791200" imgH="571500" progId="Equation.DSMT4">
                  <p:embed/>
                </p:oleObj>
              </mc:Choice>
              <mc:Fallback>
                <p:oleObj name="Equation" r:id="rId3" imgW="5791200" imgH="5715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457200"/>
                        <a:ext cx="5791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BA5979C-0932-44C2-9D5A-3AAB1E368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1143000"/>
          <a:ext cx="4673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6" name="Equation" r:id="rId5" imgW="4673600" imgH="571500" progId="Equation.DSMT4">
                  <p:embed/>
                </p:oleObj>
              </mc:Choice>
              <mc:Fallback>
                <p:oleObj name="Equation" r:id="rId5" imgW="4673600" imgH="5715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143000"/>
                        <a:ext cx="4673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837832F-3504-43C0-B3CE-1DFA43555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5638800"/>
          <a:ext cx="18415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Equation" r:id="rId7" imgW="1841500" imgH="1066800" progId="Equation.DSMT4">
                  <p:embed/>
                </p:oleObj>
              </mc:Choice>
              <mc:Fallback>
                <p:oleObj name="Equation" r:id="rId7" imgW="1841500" imgH="106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638800"/>
                        <a:ext cx="18415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857F6B1-9A12-4B6C-AE95-2093C4E19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8100" y="2571750"/>
          <a:ext cx="6299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name="Equation" r:id="rId9" imgW="6299200" imgH="952500" progId="Equation.DSMT4">
                  <p:embed/>
                </p:oleObj>
              </mc:Choice>
              <mc:Fallback>
                <p:oleObj name="Equation" r:id="rId9" imgW="6299200" imgH="9525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2571750"/>
                        <a:ext cx="6299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65E328A-8C5B-4228-8693-6D0F2F4AA0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828800"/>
          <a:ext cx="61944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Equation" r:id="rId11" imgW="2641600" imgH="292100" progId="Equation.DSMT4">
                  <p:embed/>
                </p:oleObj>
              </mc:Choice>
              <mc:Fallback>
                <p:oleObj name="Equation" r:id="rId11" imgW="2641600" imgH="2921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6194425" cy="685800"/>
                      </a:xfrm>
                      <a:prstGeom prst="rect">
                        <a:avLst/>
                      </a:prstGeom>
                      <a:solidFill>
                        <a:srgbClr val="8BFFFF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39AC2B1-E41B-40DF-90AA-F42A8321FF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200400"/>
          <a:ext cx="2108200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Equation" r:id="rId13" imgW="1091726" imgH="634725" progId="Equation.DSMT4">
                  <p:embed/>
                </p:oleObj>
              </mc:Choice>
              <mc:Fallback>
                <p:oleObj name="Equation" r:id="rId13" imgW="1091726" imgH="634725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200400"/>
                        <a:ext cx="2108200" cy="138906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A8531F5-6CAD-42B0-9AE4-E0BFBF2ED9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505200"/>
          <a:ext cx="4368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Equation" r:id="rId15" imgW="4368800" imgH="952500" progId="Equation.DSMT4">
                  <p:embed/>
                </p:oleObj>
              </mc:Choice>
              <mc:Fallback>
                <p:oleObj name="Equation" r:id="rId15" imgW="4368800" imgH="9525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05200"/>
                        <a:ext cx="4368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9C48F99-567D-49FF-B045-3FD7CF9DF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0350" y="4540250"/>
          <a:ext cx="3949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2" name="Equation" r:id="rId17" imgW="3949700" imgH="1016000" progId="Equation.DSMT4">
                  <p:embed/>
                </p:oleObj>
              </mc:Choice>
              <mc:Fallback>
                <p:oleObj name="Equation" r:id="rId17" imgW="3949700" imgH="10160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4540250"/>
                        <a:ext cx="3949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对象 3">
            <a:extLst>
              <a:ext uri="{FF2B5EF4-FFF2-40B4-BE49-F238E27FC236}">
                <a16:creationId xmlns:a16="http://schemas.microsoft.com/office/drawing/2014/main" id="{2661888D-527F-40B8-8963-AFF17E2D34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" y="457200"/>
          <a:ext cx="5791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" imgW="5791200" imgH="571500" progId="Equation.DSMT4">
                  <p:embed/>
                </p:oleObj>
              </mc:Choice>
              <mc:Fallback>
                <p:oleObj name="Equation" r:id="rId3" imgW="5791200" imgH="5715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457200"/>
                        <a:ext cx="5791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B280DD1-C3C1-432F-B4CC-FE77A00612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1295400"/>
          <a:ext cx="4673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Equation" r:id="rId5" imgW="4673600" imgH="571500" progId="Equation.DSMT4">
                  <p:embed/>
                </p:oleObj>
              </mc:Choice>
              <mc:Fallback>
                <p:oleObj name="Equation" r:id="rId5" imgW="4673600" imgH="5715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295400"/>
                        <a:ext cx="4673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D8AF3FF-456D-4B26-9CCE-220FAC622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048000"/>
            <a:ext cx="510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根据位移性质，可得：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DA36927-0BF0-4D68-8400-C859B954C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057400"/>
          <a:ext cx="546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Equation" r:id="rId7" imgW="5461000" imgH="838200" progId="Equation.DSMT4">
                  <p:embed/>
                </p:oleObj>
              </mc:Choice>
              <mc:Fallback>
                <p:oleObj name="Equation" r:id="rId7" imgW="5461000" imgH="838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057400"/>
                        <a:ext cx="5461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0C1E9E8-6FE3-4705-B457-B447613F3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3463" y="3873500"/>
          <a:ext cx="4279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Equation" r:id="rId9" imgW="4279900" imgH="1016000" progId="Equation.DSMT4">
                  <p:embed/>
                </p:oleObj>
              </mc:Choice>
              <mc:Fallback>
                <p:oleObj name="Equation" r:id="rId9" imgW="4279900" imgH="1016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873500"/>
                        <a:ext cx="4279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24AA557-CD4E-489F-AEEE-2D7B419627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2513" y="5257800"/>
          <a:ext cx="18415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11" imgW="1841500" imgH="1066800" progId="Equation.DSMT4">
                  <p:embed/>
                </p:oleObj>
              </mc:Choice>
              <mc:Fallback>
                <p:oleObj name="Equation" r:id="rId11" imgW="1841500" imgH="106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5257800"/>
                        <a:ext cx="18415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1">
            <a:extLst>
              <a:ext uri="{FF2B5EF4-FFF2-40B4-BE49-F238E27FC236}">
                <a16:creationId xmlns:a16="http://schemas.microsoft.com/office/drawing/2014/main" id="{A33B18F2-EAB5-40B8-8433-8222F877A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90538"/>
            <a:ext cx="67452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buClr>
                <a:srgbClr val="FF66CC"/>
              </a:buClr>
              <a:buFont typeface="Wingdings" panose="05000000000000000000" pitchFamily="2" charset="2"/>
              <a:buChar char="n"/>
            </a:pPr>
            <a:r>
              <a:rPr kumimoji="1" lang="zh-CN" altLang="en-US" sz="4000" b="1">
                <a:solidFill>
                  <a:srgbClr val="FF0066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本节作业（</a:t>
            </a:r>
            <a:r>
              <a:rPr kumimoji="1" lang="en-US" altLang="zh-CN" sz="4000" b="1">
                <a:solidFill>
                  <a:srgbClr val="FF0066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116</a:t>
            </a:r>
            <a:r>
              <a:rPr kumimoji="1" lang="zh-CN" altLang="en-US" sz="4000" b="1">
                <a:solidFill>
                  <a:srgbClr val="FF0066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页习题二）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794BF-B1C7-42F1-B17F-608058D0D7DB}"/>
              </a:ext>
            </a:extLst>
          </p:cNvPr>
          <p:cNvSpPr txBox="1"/>
          <p:nvPr/>
        </p:nvSpPr>
        <p:spPr bwMode="auto">
          <a:xfrm>
            <a:off x="1951038" y="1600200"/>
            <a:ext cx="3963987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defRPr/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1. </a:t>
            </a:r>
            <a:r>
              <a:rPr lang="en-US" altLang="zh-CN" sz="3600" b="1">
                <a:latin typeface="Times New Roman" pitchFamily="18" charset="0"/>
                <a:ea typeface="+mn-ea"/>
                <a:cs typeface="Times New Roman" pitchFamily="18" charset="0"/>
              </a:rPr>
              <a:t>(1~4) </a:t>
            </a:r>
            <a:endParaRPr lang="en-US" altLang="zh-CN" sz="3600" b="1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defRPr/>
            </a:pPr>
            <a:r>
              <a:rPr lang="en-US" altLang="zh-CN" sz="3600" b="1" dirty="0">
                <a:latin typeface="Times New Roman" pitchFamily="18" charset="0"/>
                <a:ea typeface="+mn-ea"/>
                <a:cs typeface="Times New Roman" pitchFamily="18" charset="0"/>
              </a:rPr>
              <a:t>3. (1)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复变函数模板（白） - 副本">
  <a:themeElements>
    <a:clrScheme name="自定义 222222">
      <a:dk1>
        <a:srgbClr val="000000"/>
      </a:dk1>
      <a:lt1>
        <a:srgbClr val="B7FFFF"/>
      </a:lt1>
      <a:dk2>
        <a:srgbClr val="000066"/>
      </a:dk2>
      <a:lt2>
        <a:srgbClr val="808080"/>
      </a:lt2>
      <a:accent1>
        <a:srgbClr val="336699"/>
      </a:accent1>
      <a:accent2>
        <a:srgbClr val="0000FF"/>
      </a:accent2>
      <a:accent3>
        <a:srgbClr val="4C6600"/>
      </a:accent3>
      <a:accent4>
        <a:srgbClr val="0000FF"/>
      </a:accent4>
      <a:accent5>
        <a:srgbClr val="AAC9EF"/>
      </a:accent5>
      <a:accent6>
        <a:srgbClr val="0000FF"/>
      </a:accent6>
      <a:hlink>
        <a:srgbClr val="99CC00"/>
      </a:hlink>
      <a:folHlink>
        <a:srgbClr val="8D8DFF"/>
      </a:folHlink>
    </a:clrScheme>
    <a:fontScheme name="434TGp_education_light_ani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34TGp_education_light_ani 1">
        <a:dk1>
          <a:srgbClr val="000000"/>
        </a:dk1>
        <a:lt1>
          <a:srgbClr val="F2D360"/>
        </a:lt1>
        <a:dk2>
          <a:srgbClr val="000066"/>
        </a:dk2>
        <a:lt2>
          <a:srgbClr val="808080"/>
        </a:lt2>
        <a:accent1>
          <a:srgbClr val="66B1CC"/>
        </a:accent1>
        <a:accent2>
          <a:srgbClr val="C85414"/>
        </a:accent2>
        <a:accent3>
          <a:srgbClr val="F7E6B6"/>
        </a:accent3>
        <a:accent4>
          <a:srgbClr val="000000"/>
        </a:accent4>
        <a:accent5>
          <a:srgbClr val="B8D5E2"/>
        </a:accent5>
        <a:accent6>
          <a:srgbClr val="B54B11"/>
        </a:accent6>
        <a:hlink>
          <a:srgbClr val="A6C701"/>
        </a:hlink>
        <a:folHlink>
          <a:srgbClr val="7D94F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34TGp_education_light_ani 2">
        <a:dk1>
          <a:srgbClr val="000000"/>
        </a:dk1>
        <a:lt1>
          <a:srgbClr val="C0B6CE"/>
        </a:lt1>
        <a:dk2>
          <a:srgbClr val="4C004C"/>
        </a:dk2>
        <a:lt2>
          <a:srgbClr val="969696"/>
        </a:lt2>
        <a:accent1>
          <a:srgbClr val="89C41E"/>
        </a:accent1>
        <a:accent2>
          <a:srgbClr val="9A75E5"/>
        </a:accent2>
        <a:accent3>
          <a:srgbClr val="DCD7E3"/>
        </a:accent3>
        <a:accent4>
          <a:srgbClr val="000000"/>
        </a:accent4>
        <a:accent5>
          <a:srgbClr val="C4DEAB"/>
        </a:accent5>
        <a:accent6>
          <a:srgbClr val="8B69CF"/>
        </a:accent6>
        <a:hlink>
          <a:srgbClr val="77B0D3"/>
        </a:hlink>
        <a:folHlink>
          <a:srgbClr val="C5A59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34TGp_education_light_ani 3">
        <a:dk1>
          <a:srgbClr val="000000"/>
        </a:dk1>
        <a:lt1>
          <a:srgbClr val="8FD5CE"/>
        </a:lt1>
        <a:dk2>
          <a:srgbClr val="000066"/>
        </a:dk2>
        <a:lt2>
          <a:srgbClr val="808080"/>
        </a:lt2>
        <a:accent1>
          <a:srgbClr val="0A96E3"/>
        </a:accent1>
        <a:accent2>
          <a:srgbClr val="4695A8"/>
        </a:accent2>
        <a:accent3>
          <a:srgbClr val="C6E7E3"/>
        </a:accent3>
        <a:accent4>
          <a:srgbClr val="000000"/>
        </a:accent4>
        <a:accent5>
          <a:srgbClr val="AAC9EF"/>
        </a:accent5>
        <a:accent6>
          <a:srgbClr val="3F8798"/>
        </a:accent6>
        <a:hlink>
          <a:srgbClr val="99CC00"/>
        </a:hlink>
        <a:folHlink>
          <a:srgbClr val="8D8D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积分变换(白）</Template>
  <TotalTime>2823</TotalTime>
  <Words>745</Words>
  <Application>Microsoft Office PowerPoint</Application>
  <PresentationFormat>全屏显示(4:3)</PresentationFormat>
  <Paragraphs>129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楷体_GB2312</vt:lpstr>
      <vt:lpstr>Verdana</vt:lpstr>
      <vt:lpstr>Wingdings</vt:lpstr>
      <vt:lpstr>Times New Roman</vt:lpstr>
      <vt:lpstr>Kunstler Script</vt:lpstr>
      <vt:lpstr>Symbol</vt:lpstr>
      <vt:lpstr>Calibri</vt:lpstr>
      <vt:lpstr>Arial</vt:lpstr>
      <vt:lpstr>华文中宋</vt:lpstr>
      <vt:lpstr>黑体</vt:lpstr>
      <vt:lpstr>华文楷体</vt:lpstr>
      <vt:lpstr>宋体</vt:lpstr>
      <vt:lpstr>复变函数模板（白） - 副本</vt:lpstr>
      <vt:lpstr>MathType 6.0 Equation</vt:lpstr>
      <vt:lpstr>MathType 5.0 Equation</vt:lpstr>
      <vt:lpstr>Microsoft Word Picture</vt:lpstr>
      <vt:lpstr>PowerPoint 演示文稿</vt:lpstr>
      <vt:lpstr>    这一节将介绍Laplace变换的几个重要性质. 为了叙述方便, 假定在这些性质中, 凡是需要求Laplace变换的函数都满足Laplace变换存在定理中的条件. 在证明这些性质时, 不再重述这些条件.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求如图所示的阶梯函数 f (t) 的Laplace变换.</vt:lpstr>
      <vt:lpstr>PowerPoint 演示文稿</vt:lpstr>
      <vt:lpstr>一般地, 若L [f (t)]=F (s), 则对于任何        , 有</vt:lpstr>
      <vt:lpstr>求如图所示的单个半正弦波    的Laplace变换.</vt:lpstr>
      <vt:lpstr>PowerPoint 演示文稿</vt:lpstr>
      <vt:lpstr>积分性质：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hustwb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3-2</dc:title>
  <dc:creator>dkk</dc:creator>
  <cp:lastModifiedBy>luo hao</cp:lastModifiedBy>
  <cp:revision>167</cp:revision>
  <cp:lastPrinted>1601-01-01T00:00:00Z</cp:lastPrinted>
  <dcterms:created xsi:type="dcterms:W3CDTF">1601-01-01T00:00:00Z</dcterms:created>
  <dcterms:modified xsi:type="dcterms:W3CDTF">2020-05-26T15:50:47Z</dcterms:modified>
</cp:coreProperties>
</file>