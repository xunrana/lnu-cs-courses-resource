
<file path=[Content_Types].xml><?xml version="1.0" encoding="utf-8"?>
<Types xmlns="http://schemas.openxmlformats.org/package/2006/content-types">
  <Override PartName="/ppt/slides/slide47.xml" ContentType="application/vnd.openxmlformats-officedocument.presentationml.slide+xml"/>
  <Override PartName="/ppt/slides/slide58.xml" ContentType="application/vnd.openxmlformats-officedocument.presentationml.slide+xml"/>
  <Override PartName="/ppt/slides/slide94.xml" ContentType="application/vnd.openxmlformats-officedocument.presentationml.slide+xml"/>
  <Override PartName="/ppt/slides/slide14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6.xml" ContentType="application/vnd.openxmlformats-officedocument.presentationml.slide+xml"/>
  <Override PartName="/ppt/slides/slide83.xml" ContentType="application/vnd.openxmlformats-officedocument.presentationml.slide+xml"/>
  <Override PartName="/ppt/slides/slide120.xml" ContentType="application/vnd.openxmlformats-officedocument.presentationml.slide+xml"/>
  <Override PartName="/ppt/slides/slide131.xml" ContentType="application/vnd.openxmlformats-officedocument.presentationml.slide+xml"/>
  <Override PartName="/ppt/slides/slide25.xml" ContentType="application/vnd.openxmlformats-officedocument.presentationml.slide+xml"/>
  <Override PartName="/ppt/slides/slide72.xml" ContentType="application/vnd.openxmlformats-officedocument.presentationml.slide+xml"/>
  <Override PartName="/ppt/slideLayouts/slideLayout2.xml" ContentType="application/vnd.openxmlformats-officedocument.presentationml.slideLayout+xml"/>
  <Default Extension="xml" ContentType="application/xml"/>
  <Override PartName="/ppt/slides/slide14.xml" ContentType="application/vnd.openxmlformats-officedocument.presentationml.slide+xml"/>
  <Override PartName="/ppt/slides/slide32.xml" ContentType="application/vnd.openxmlformats-officedocument.presentationml.slide+xml"/>
  <Override PartName="/ppt/slides/slide50.xml" ContentType="application/vnd.openxmlformats-officedocument.presentationml.slide+xml"/>
  <Override PartName="/ppt/slides/slide61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0.xml" ContentType="application/vnd.openxmlformats-officedocument.presentationml.slide+xml"/>
  <Override PartName="/ppt/slides/slide21.xml" ContentType="application/vnd.openxmlformats-officedocument.presentationml.slide+xml"/>
  <Override PartName="/ppt/slides/slide169.xml" ContentType="application/vnd.openxmlformats-officedocument.presentationml.slide+xml"/>
  <Override PartName="/ppt/tableStyles.xml" ContentType="application/vnd.openxmlformats-officedocument.presentationml.tableStyles+xml"/>
  <Override PartName="/docProps/custom.xml" ContentType="application/vnd.openxmlformats-officedocument.custom-properties+xml"/>
  <Override PartName="/ppt/slides/slide129.xml" ContentType="application/vnd.openxmlformats-officedocument.presentationml.slide+xml"/>
  <Override PartName="/ppt/slides/slide147.xml" ContentType="application/vnd.openxmlformats-officedocument.presentationml.slide+xml"/>
  <Override PartName="/ppt/slides/slide158.xml" ContentType="application/vnd.openxmlformats-officedocument.presentationml.slide+xml"/>
  <Override PartName="/ppt/slides/slide99.xml" ContentType="application/vnd.openxmlformats-officedocument.presentationml.slide+xml"/>
  <Override PartName="/ppt/slides/slide118.xml" ContentType="application/vnd.openxmlformats-officedocument.presentationml.slide+xml"/>
  <Override PartName="/ppt/slides/slide136.xml" ContentType="application/vnd.openxmlformats-officedocument.presentationml.slide+xml"/>
  <Override PartName="/ppt/slides/slide165.xml" ContentType="application/vnd.openxmlformats-officedocument.presentationml.slide+xml"/>
  <Override PartName="/ppt/slides/slide9.xml" ContentType="application/vnd.openxmlformats-officedocument.presentationml.slide+xml"/>
  <Override PartName="/ppt/slides/slide59.xml" ContentType="application/vnd.openxmlformats-officedocument.presentationml.slide+xml"/>
  <Override PartName="/ppt/slides/slide77.xml" ContentType="application/vnd.openxmlformats-officedocument.presentationml.slide+xml"/>
  <Override PartName="/ppt/slides/slide88.xml" ContentType="application/vnd.openxmlformats-officedocument.presentationml.slide+xml"/>
  <Override PartName="/ppt/slides/slide107.xml" ContentType="application/vnd.openxmlformats-officedocument.presentationml.slide+xml"/>
  <Override PartName="/ppt/slides/slide125.xml" ContentType="application/vnd.openxmlformats-officedocument.presentationml.slide+xml"/>
  <Override PartName="/ppt/slides/slide143.xml" ContentType="application/vnd.openxmlformats-officedocument.presentationml.slide+xml"/>
  <Override PartName="/ppt/slides/slide154.xml" ContentType="application/vnd.openxmlformats-officedocument.presentationml.slide+xml"/>
  <Override PartName="/ppt/viewProps.xml" ContentType="application/vnd.openxmlformats-officedocument.presentationml.viewProp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48.xml" ContentType="application/vnd.openxmlformats-officedocument.presentationml.slide+xml"/>
  <Override PartName="/ppt/slides/slide66.xml" ContentType="application/vnd.openxmlformats-officedocument.presentationml.slide+xml"/>
  <Override PartName="/ppt/slides/slide95.xml" ContentType="application/vnd.openxmlformats-officedocument.presentationml.slide+xml"/>
  <Override PartName="/ppt/slides/slide103.xml" ContentType="application/vnd.openxmlformats-officedocument.presentationml.slide+xml"/>
  <Override PartName="/ppt/slides/slide114.xml" ContentType="application/vnd.openxmlformats-officedocument.presentationml.slide+xml"/>
  <Override PartName="/ppt/slides/slide132.xml" ContentType="application/vnd.openxmlformats-officedocument.presentationml.slide+xml"/>
  <Override PartName="/ppt/slides/slide150.xml" ContentType="application/vnd.openxmlformats-officedocument.presentationml.slide+xml"/>
  <Override PartName="/ppt/slides/slide161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Default Extension="bin" ContentType="application/vnd.openxmlformats-officedocument.oleObject"/>
  <Override PartName="/ppt/notesSlides/notesSlide3.xml" ContentType="application/vnd.openxmlformats-officedocument.presentationml.notes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slides/slide55.xml" ContentType="application/vnd.openxmlformats-officedocument.presentationml.slide+xml"/>
  <Override PartName="/ppt/slides/slide73.xml" ContentType="application/vnd.openxmlformats-officedocument.presentationml.slide+xml"/>
  <Override PartName="/ppt/slides/slide84.xml" ContentType="application/vnd.openxmlformats-officedocument.presentationml.slide+xml"/>
  <Override PartName="/ppt/slides/slide121.xml" ContentType="application/vnd.openxmlformats-officedocument.presentationml.slide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33.xml" ContentType="application/vnd.openxmlformats-officedocument.presentationml.slide+xml"/>
  <Override PartName="/ppt/slides/slide44.xml" ContentType="application/vnd.openxmlformats-officedocument.presentationml.slide+xml"/>
  <Override PartName="/ppt/slides/slide62.xml" ContentType="application/vnd.openxmlformats-officedocument.presentationml.slide+xml"/>
  <Override PartName="/ppt/slides/slide80.xml" ContentType="application/vnd.openxmlformats-officedocument.presentationml.slide+xml"/>
  <Override PartName="/ppt/slides/slide91.xml" ContentType="application/vnd.openxmlformats-officedocument.presentationml.slide+xml"/>
  <Override PartName="/ppt/slides/slide110.xml" ContentType="application/vnd.openxmlformats-officedocument.presentationml.slide+xml"/>
  <Override PartName="/ppt/slideLayouts/slideLayout3.xml" ContentType="application/vnd.openxmlformats-officedocument.presentationml.slideLayout+xml"/>
  <Default Extension="emf" ContentType="image/x-emf"/>
  <Override PartName="/ppt/presentation.xml" ContentType="application/vnd.openxmlformats-officedocument.presentationml.presentation.main+xml"/>
  <Override PartName="/ppt/slides/slide22.xml" ContentType="application/vnd.openxmlformats-officedocument.presentationml.slide+xml"/>
  <Override PartName="/ppt/slides/slide51.xml" ContentType="application/vnd.openxmlformats-officedocument.presentationml.slide+xml"/>
  <Override PartName="/ppt/tags/tag1.xml" ContentType="application/vnd.openxmlformats-officedocument.presentationml.tags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40.xml" ContentType="application/vnd.openxmlformats-officedocument.presentationml.slide+xml"/>
  <Override PartName="/ppt/slides/slide159.xml" ContentType="application/vnd.openxmlformats-officedocument.presentationml.slide+xml"/>
  <Override PartName="/ppt/slides/slide119.xml" ContentType="application/vnd.openxmlformats-officedocument.presentationml.slide+xml"/>
  <Override PartName="/ppt/slides/slide148.xml" ContentType="application/vnd.openxmlformats-officedocument.presentationml.slide+xml"/>
  <Override PartName="/ppt/slides/slide166.xml" ContentType="application/vnd.openxmlformats-officedocument.presentationml.slide+xml"/>
  <Override PartName="/ppt/slideLayouts/slideLayout10.xml" ContentType="application/vnd.openxmlformats-officedocument.presentationml.slideLayout+xml"/>
  <Default Extension="vml" ContentType="application/vnd.openxmlformats-officedocument.vmlDrawing"/>
  <Override PartName="/ppt/slides/slide89.xml" ContentType="application/vnd.openxmlformats-officedocument.presentationml.slide+xml"/>
  <Override PartName="/ppt/slides/slide108.xml" ContentType="application/vnd.openxmlformats-officedocument.presentationml.slide+xml"/>
  <Override PartName="/ppt/slides/slide126.xml" ContentType="application/vnd.openxmlformats-officedocument.presentationml.slide+xml"/>
  <Override PartName="/ppt/slides/slide137.xml" ContentType="application/vnd.openxmlformats-officedocument.presentationml.slide+xml"/>
  <Override PartName="/ppt/slides/slide155.xml" ContentType="application/vnd.openxmlformats-officedocument.presentationml.slide+xml"/>
  <Override PartName="/ppt/slides/slide49.xml" ContentType="application/vnd.openxmlformats-officedocument.presentationml.slide+xml"/>
  <Override PartName="/ppt/slides/slide78.xml" ContentType="application/vnd.openxmlformats-officedocument.presentationml.slide+xml"/>
  <Override PartName="/ppt/slides/slide96.xml" ContentType="application/vnd.openxmlformats-officedocument.presentationml.slide+xml"/>
  <Override PartName="/ppt/slides/slide115.xml" ContentType="application/vnd.openxmlformats-officedocument.presentationml.slide+xml"/>
  <Override PartName="/ppt/slides/slide144.xml" ContentType="application/vnd.openxmlformats-officedocument.presentationml.slide+xml"/>
  <Override PartName="/ppt/slides/slide162.xml" ContentType="application/vnd.openxmlformats-officedocument.presentationml.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ppt/slides/slide6.xml" ContentType="application/vnd.openxmlformats-officedocument.presentationml.slide+xml"/>
  <Override PartName="/ppt/slides/slide38.xml" ContentType="application/vnd.openxmlformats-officedocument.presentationml.slide+xml"/>
  <Override PartName="/ppt/slides/slide56.xml" ContentType="application/vnd.openxmlformats-officedocument.presentationml.slide+xml"/>
  <Override PartName="/ppt/slides/slide67.xml" ContentType="application/vnd.openxmlformats-officedocument.presentationml.slide+xml"/>
  <Override PartName="/ppt/slides/slide85.xml" ContentType="application/vnd.openxmlformats-officedocument.presentationml.slide+xml"/>
  <Override PartName="/ppt/slides/slide104.xml" ContentType="application/vnd.openxmlformats-officedocument.presentationml.slide+xml"/>
  <Override PartName="/ppt/slides/slide122.xml" ContentType="application/vnd.openxmlformats-officedocument.presentationml.slide+xml"/>
  <Override PartName="/ppt/slides/slide133.xml" ContentType="application/vnd.openxmlformats-officedocument.presentationml.slide+xml"/>
  <Override PartName="/ppt/slides/slide151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7.xml" ContentType="application/vnd.openxmlformats-officedocument.presentationml.slide+xml"/>
  <Override PartName="/ppt/slides/slide45.xml" ContentType="application/vnd.openxmlformats-officedocument.presentationml.slide+xml"/>
  <Override PartName="/ppt/slides/slide74.xml" ContentType="application/vnd.openxmlformats-officedocument.presentationml.slide+xml"/>
  <Override PartName="/ppt/slides/slide92.xml" ContentType="application/vnd.openxmlformats-officedocument.presentationml.slide+xml"/>
  <Override PartName="/ppt/slides/slide111.xml" ContentType="application/vnd.openxmlformats-officedocument.presentationml.slide+xml"/>
  <Override PartName="/ppt/slides/slide140.xml" ContentType="application/vnd.openxmlformats-officedocument.presentationml.slide+xml"/>
  <Override PartName="/ppt/slideLayouts/slideLayout4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34.xml" ContentType="application/vnd.openxmlformats-officedocument.presentationml.slide+xml"/>
  <Override PartName="/ppt/slides/slide52.xml" ContentType="application/vnd.openxmlformats-officedocument.presentationml.slide+xml"/>
  <Override PartName="/ppt/slides/slide63.xml" ContentType="application/vnd.openxmlformats-officedocument.presentationml.slide+xml"/>
  <Override PartName="/ppt/slides/slide81.xml" ContentType="application/vnd.openxmlformats-officedocument.presentationml.slide+xml"/>
  <Override PartName="/ppt/slides/slide100.xml" ContentType="application/vnd.openxmlformats-officedocument.presentationml.slide+xml"/>
  <Default Extension="wmf" ContentType="image/x-wmf"/>
  <Default Extension="rels" ContentType="application/vnd.openxmlformats-package.relationships+xml"/>
  <Override PartName="/ppt/slides/slide23.xml" ContentType="application/vnd.openxmlformats-officedocument.presentationml.slide+xml"/>
  <Override PartName="/ppt/slides/slide41.xml" ContentType="application/vnd.openxmlformats-officedocument.presentationml.slide+xml"/>
  <Override PartName="/ppt/slides/slide70.xml" ContentType="application/vnd.openxmlformats-officedocument.presentationml.slide+xml"/>
  <Override PartName="/ppt/slides/slide12.xml" ContentType="application/vnd.openxmlformats-officedocument.presentationml.slide+xml"/>
  <Override PartName="/ppt/slides/slide30.xml" ContentType="application/vnd.openxmlformats-officedocument.presentationml.slide+xml"/>
  <Override PartName="/ppt/slides/slide149.xml" ContentType="application/vnd.openxmlformats-officedocument.presentationml.slide+xml"/>
  <Override PartName="/ppt/slideLayouts/slideLayout11.xml" ContentType="application/vnd.openxmlformats-officedocument.presentationml.slideLayout+xml"/>
  <Override PartName="/ppt/slides/slide138.xml" ContentType="application/vnd.openxmlformats-officedocument.presentationml.slide+xml"/>
  <Override PartName="/ppt/slides/slide167.xml" ContentType="application/vnd.openxmlformats-officedocument.presentationml.slide+xml"/>
  <Override PartName="/ppt/slides/slide79.xml" ContentType="application/vnd.openxmlformats-officedocument.presentationml.slide+xml"/>
  <Override PartName="/ppt/slides/slide109.xml" ContentType="application/vnd.openxmlformats-officedocument.presentationml.slide+xml"/>
  <Override PartName="/ppt/slides/slide127.xml" ContentType="application/vnd.openxmlformats-officedocument.presentationml.slide+xml"/>
  <Override PartName="/ppt/slides/slide145.xml" ContentType="application/vnd.openxmlformats-officedocument.presentationml.slide+xml"/>
  <Override PartName="/ppt/slides/slide156.xml" ContentType="application/vnd.openxmlformats-officedocument.presentationml.slide+xml"/>
  <Override PartName="/ppt/slides/slide7.xml" ContentType="application/vnd.openxmlformats-officedocument.presentationml.slide+xml"/>
  <Override PartName="/ppt/slides/slide68.xml" ContentType="application/vnd.openxmlformats-officedocument.presentationml.slide+xml"/>
  <Override PartName="/ppt/slides/slide97.xml" ContentType="application/vnd.openxmlformats-officedocument.presentationml.slide+xml"/>
  <Override PartName="/ppt/slides/slide116.xml" ContentType="application/vnd.openxmlformats-officedocument.presentationml.slide+xml"/>
  <Override PartName="/ppt/slides/slide134.xml" ContentType="application/vnd.openxmlformats-officedocument.presentationml.slide+xml"/>
  <Override PartName="/ppt/slides/slide163.xml" ContentType="application/vnd.openxmlformats-officedocument.presentationml.slide+xml"/>
  <Override PartName="/ppt/slideLayouts/slideLayout9.xml" ContentType="application/vnd.openxmlformats-officedocument.presentationml.slideLayout+xml"/>
  <Override PartName="/ppt/notesSlides/notesSlide5.xml" ContentType="application/vnd.openxmlformats-officedocument.presentationml.notes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s/slide57.xml" ContentType="application/vnd.openxmlformats-officedocument.presentationml.slide+xml"/>
  <Override PartName="/ppt/slides/slide75.xml" ContentType="application/vnd.openxmlformats-officedocument.presentationml.slide+xml"/>
  <Override PartName="/ppt/slides/slide86.xml" ContentType="application/vnd.openxmlformats-officedocument.presentationml.slide+xml"/>
  <Override PartName="/ppt/slides/slide105.xml" ContentType="application/vnd.openxmlformats-officedocument.presentationml.slide+xml"/>
  <Override PartName="/ppt/slides/slide123.xml" ContentType="application/vnd.openxmlformats-officedocument.presentationml.slide+xml"/>
  <Override PartName="/ppt/slides/slide141.xml" ContentType="application/vnd.openxmlformats-officedocument.presentationml.slide+xml"/>
  <Override PartName="/ppt/slides/slide152.xml" ContentType="application/vnd.openxmlformats-officedocument.presentationml.slide+xml"/>
  <Override PartName="/ppt/slides/slide170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46.xml" ContentType="application/vnd.openxmlformats-officedocument.presentationml.slide+xml"/>
  <Override PartName="/ppt/slides/slide64.xml" ContentType="application/vnd.openxmlformats-officedocument.presentationml.slide+xml"/>
  <Override PartName="/ppt/slides/slide93.xml" ContentType="application/vnd.openxmlformats-officedocument.presentationml.slide+xml"/>
  <Override PartName="/ppt/slides/slide101.xml" ContentType="application/vnd.openxmlformats-officedocument.presentationml.slide+xml"/>
  <Override PartName="/ppt/slides/slide112.xml" ContentType="application/vnd.openxmlformats-officedocument.presentationml.slide+xml"/>
  <Override PartName="/ppt/slides/slide130.xml" ContentType="application/vnd.openxmlformats-officedocument.presentationml.slide+xml"/>
  <Override PartName="/ppt/slideLayouts/slideLayout5.xml" ContentType="application/vnd.openxmlformats-officedocument.presentationml.slideLayout+xml"/>
  <Override PartName="/ppt/slides/slide24.xml" ContentType="application/vnd.openxmlformats-officedocument.presentationml.slide+xml"/>
  <Override PartName="/ppt/slides/slide35.xml" ContentType="application/vnd.openxmlformats-officedocument.presentationml.slide+xml"/>
  <Override PartName="/ppt/slides/slide53.xml" ContentType="application/vnd.openxmlformats-officedocument.presentationml.slide+xml"/>
  <Override PartName="/ppt/slides/slide71.xml" ContentType="application/vnd.openxmlformats-officedocument.presentationml.slide+xml"/>
  <Override PartName="/ppt/slides/slide82.xml" ContentType="application/vnd.openxmlformats-officedocument.presentationml.slide+xml"/>
  <Default Extension="jpeg" ContentType="image/jpeg"/>
  <Override PartName="/ppt/slides/slide13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s/slide60.xml" ContentType="application/vnd.openxmlformats-officedocument.presentationml.slide+xml"/>
  <Override PartName="/ppt/slideLayouts/slideLayout1.xml" ContentType="application/vnd.openxmlformats-officedocument.presentationml.slideLayout+xml"/>
  <Override PartName="/ppt/slides/slide20.xml" ContentType="application/vnd.openxmlformats-officedocument.presentationml.slide+xml"/>
  <Override PartName="/ppt/slides/slide168.xml" ContentType="application/vnd.openxmlformats-officedocument.presentationml.slide+xml"/>
  <Override PartName="/ppt/slideLayouts/slideLayout12.xml" ContentType="application/vnd.openxmlformats-officedocument.presentationml.slideLayout+xml"/>
  <Override PartName="/ppt/slides/slide139.xml" ContentType="application/vnd.openxmlformats-officedocument.presentationml.slide+xml"/>
  <Override PartName="/ppt/slides/slide157.xml" ContentType="application/vnd.openxmlformats-officedocument.presentationml.slide+xml"/>
  <Override PartName="/ppt/slides/slide98.xml" ContentType="application/vnd.openxmlformats-officedocument.presentationml.slide+xml"/>
  <Override PartName="/ppt/slides/slide117.xml" ContentType="application/vnd.openxmlformats-officedocument.presentationml.slide+xml"/>
  <Override PartName="/ppt/slides/slide128.xml" ContentType="application/vnd.openxmlformats-officedocument.presentationml.slide+xml"/>
  <Override PartName="/ppt/slides/slide146.xml" ContentType="application/vnd.openxmlformats-officedocument.presentationml.slide+xml"/>
  <Override PartName="/ppt/slides/slide164.xml" ContentType="application/vnd.openxmlformats-officedocument.presentationml.slide+xml"/>
  <Override PartName="/ppt/slides/slide8.xml" ContentType="application/vnd.openxmlformats-officedocument.presentationml.slide+xml"/>
  <Override PartName="/ppt/slides/slide69.xml" ContentType="application/vnd.openxmlformats-officedocument.presentationml.slide+xml"/>
  <Override PartName="/ppt/slides/slide87.xml" ContentType="application/vnd.openxmlformats-officedocument.presentationml.slide+xml"/>
  <Override PartName="/ppt/slides/slide106.xml" ContentType="application/vnd.openxmlformats-officedocument.presentationml.slide+xml"/>
  <Override PartName="/ppt/slides/slide124.xml" ContentType="application/vnd.openxmlformats-officedocument.presentationml.slide+xml"/>
  <Override PartName="/ppt/slides/slide135.xml" ContentType="application/vnd.openxmlformats-officedocument.presentationml.slide+xml"/>
  <Override PartName="/ppt/slides/slide153.xml" ContentType="application/vnd.openxmlformats-officedocument.presentationml.slide+xml"/>
  <Override PartName="/ppt/slides/slide29.xml" ContentType="application/vnd.openxmlformats-officedocument.presentationml.slide+xml"/>
  <Override PartName="/ppt/slides/slide76.xml" ContentType="application/vnd.openxmlformats-officedocument.presentationml.slide+xml"/>
  <Override PartName="/ppt/slides/slide113.xml" ContentType="application/vnd.openxmlformats-officedocument.presentationml.slide+xml"/>
  <Override PartName="/ppt/slides/slide160.xml" ContentType="application/vnd.openxmlformats-officedocument.presentationml.slide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54.xml" ContentType="application/vnd.openxmlformats-officedocument.presentationml.slide+xml"/>
  <Override PartName="/ppt/slides/slide65.xml" ContentType="application/vnd.openxmlformats-officedocument.presentationml.slide+xml"/>
  <Override PartName="/ppt/slides/slide102.xml" ContentType="application/vnd.openxmlformats-officedocument.presentationml.slide+xml"/>
  <Override PartName="/ppt/slideLayouts/slideLayout6.xml" ContentType="application/vnd.openxmlformats-officedocument.presentationml.slideLayout+xml"/>
  <Override PartName="/ppt/slides/slide43.xml" ContentType="application/vnd.openxmlformats-officedocument.presentationml.slide+xml"/>
  <Override PartName="/ppt/slides/slide90.xml" ContentType="application/vnd.openxmlformats-officedocument.presentationml.slide+xml"/>
  <Override PartName="/ppt/theme/theme1.xml" ContentType="application/vnd.openxmlformats-officedocument.them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2"/>
  </p:notesMasterIdLst>
  <p:sldIdLst>
    <p:sldId id="373" r:id="rId2"/>
    <p:sldId id="518" r:id="rId3"/>
    <p:sldId id="257" r:id="rId4"/>
    <p:sldId id="353" r:id="rId5"/>
    <p:sldId id="258" r:id="rId6"/>
    <p:sldId id="371" r:id="rId7"/>
    <p:sldId id="372" r:id="rId8"/>
    <p:sldId id="260" r:id="rId9"/>
    <p:sldId id="348" r:id="rId10"/>
    <p:sldId id="261" r:id="rId11"/>
    <p:sldId id="417" r:id="rId12"/>
    <p:sldId id="349" r:id="rId13"/>
    <p:sldId id="263" r:id="rId14"/>
    <p:sldId id="346" r:id="rId15"/>
    <p:sldId id="262" r:id="rId16"/>
    <p:sldId id="347" r:id="rId17"/>
    <p:sldId id="264" r:id="rId18"/>
    <p:sldId id="265" r:id="rId19"/>
    <p:sldId id="266" r:id="rId20"/>
    <p:sldId id="354" r:id="rId21"/>
    <p:sldId id="267" r:id="rId22"/>
    <p:sldId id="355" r:id="rId23"/>
    <p:sldId id="268" r:id="rId24"/>
    <p:sldId id="269" r:id="rId25"/>
    <p:sldId id="270" r:id="rId26"/>
    <p:sldId id="271" r:id="rId27"/>
    <p:sldId id="272" r:id="rId28"/>
    <p:sldId id="273" r:id="rId29"/>
    <p:sldId id="274" r:id="rId30"/>
    <p:sldId id="275" r:id="rId31"/>
    <p:sldId id="356" r:id="rId32"/>
    <p:sldId id="276" r:id="rId33"/>
    <p:sldId id="277" r:id="rId34"/>
    <p:sldId id="278" r:id="rId35"/>
    <p:sldId id="357" r:id="rId36"/>
    <p:sldId id="279" r:id="rId37"/>
    <p:sldId id="280" r:id="rId38"/>
    <p:sldId id="358" r:id="rId39"/>
    <p:sldId id="282" r:id="rId40"/>
    <p:sldId id="376" r:id="rId41"/>
    <p:sldId id="375" r:id="rId42"/>
    <p:sldId id="377" r:id="rId43"/>
    <p:sldId id="281" r:id="rId44"/>
    <p:sldId id="360" r:id="rId45"/>
    <p:sldId id="283" r:id="rId46"/>
    <p:sldId id="285" r:id="rId47"/>
    <p:sldId id="286" r:id="rId48"/>
    <p:sldId id="287" r:id="rId49"/>
    <p:sldId id="361" r:id="rId50"/>
    <p:sldId id="288" r:id="rId51"/>
    <p:sldId id="362" r:id="rId52"/>
    <p:sldId id="289" r:id="rId53"/>
    <p:sldId id="363" r:id="rId54"/>
    <p:sldId id="290" r:id="rId55"/>
    <p:sldId id="291" r:id="rId56"/>
    <p:sldId id="292" r:id="rId57"/>
    <p:sldId id="293" r:id="rId58"/>
    <p:sldId id="374" r:id="rId59"/>
    <p:sldId id="294" r:id="rId60"/>
    <p:sldId id="295" r:id="rId61"/>
    <p:sldId id="296" r:id="rId62"/>
    <p:sldId id="297" r:id="rId63"/>
    <p:sldId id="364" r:id="rId64"/>
    <p:sldId id="298" r:id="rId65"/>
    <p:sldId id="299" r:id="rId66"/>
    <p:sldId id="300" r:id="rId67"/>
    <p:sldId id="301" r:id="rId68"/>
    <p:sldId id="365" r:id="rId69"/>
    <p:sldId id="303" r:id="rId70"/>
    <p:sldId id="304" r:id="rId71"/>
    <p:sldId id="366" r:id="rId72"/>
    <p:sldId id="305" r:id="rId73"/>
    <p:sldId id="306" r:id="rId74"/>
    <p:sldId id="352" r:id="rId75"/>
    <p:sldId id="367" r:id="rId76"/>
    <p:sldId id="307" r:id="rId77"/>
    <p:sldId id="345" r:id="rId78"/>
    <p:sldId id="368" r:id="rId79"/>
    <p:sldId id="308" r:id="rId80"/>
    <p:sldId id="309" r:id="rId81"/>
    <p:sldId id="379" r:id="rId82"/>
    <p:sldId id="380" r:id="rId83"/>
    <p:sldId id="381" r:id="rId84"/>
    <p:sldId id="382" r:id="rId85"/>
    <p:sldId id="383" r:id="rId86"/>
    <p:sldId id="384" r:id="rId87"/>
    <p:sldId id="385" r:id="rId88"/>
    <p:sldId id="386" r:id="rId89"/>
    <p:sldId id="387" r:id="rId90"/>
    <p:sldId id="388" r:id="rId91"/>
    <p:sldId id="389" r:id="rId92"/>
    <p:sldId id="390" r:id="rId93"/>
    <p:sldId id="391" r:id="rId94"/>
    <p:sldId id="392" r:id="rId95"/>
    <p:sldId id="393" r:id="rId96"/>
    <p:sldId id="394" r:id="rId97"/>
    <p:sldId id="395" r:id="rId98"/>
    <p:sldId id="396" r:id="rId99"/>
    <p:sldId id="397" r:id="rId100"/>
    <p:sldId id="398" r:id="rId101"/>
    <p:sldId id="402" r:id="rId102"/>
    <p:sldId id="403" r:id="rId103"/>
    <p:sldId id="404" r:id="rId104"/>
    <p:sldId id="405" r:id="rId105"/>
    <p:sldId id="406" r:id="rId106"/>
    <p:sldId id="407" r:id="rId107"/>
    <p:sldId id="408" r:id="rId108"/>
    <p:sldId id="409" r:id="rId109"/>
    <p:sldId id="410" r:id="rId110"/>
    <p:sldId id="411" r:id="rId111"/>
    <p:sldId id="412" r:id="rId112"/>
    <p:sldId id="418" r:id="rId113"/>
    <p:sldId id="419" r:id="rId114"/>
    <p:sldId id="420" r:id="rId115"/>
    <p:sldId id="421" r:id="rId116"/>
    <p:sldId id="422" r:id="rId117"/>
    <p:sldId id="423" r:id="rId118"/>
    <p:sldId id="424" r:id="rId119"/>
    <p:sldId id="425" r:id="rId120"/>
    <p:sldId id="426" r:id="rId121"/>
    <p:sldId id="427" r:id="rId122"/>
    <p:sldId id="428" r:id="rId123"/>
    <p:sldId id="429" r:id="rId124"/>
    <p:sldId id="430" r:id="rId125"/>
    <p:sldId id="432" r:id="rId126"/>
    <p:sldId id="456" r:id="rId127"/>
    <p:sldId id="457" r:id="rId128"/>
    <p:sldId id="458" r:id="rId129"/>
    <p:sldId id="433" r:id="rId130"/>
    <p:sldId id="434" r:id="rId131"/>
    <p:sldId id="435" r:id="rId132"/>
    <p:sldId id="436" r:id="rId133"/>
    <p:sldId id="459" r:id="rId134"/>
    <p:sldId id="437" r:id="rId135"/>
    <p:sldId id="438" r:id="rId136"/>
    <p:sldId id="460" r:id="rId137"/>
    <p:sldId id="439" r:id="rId138"/>
    <p:sldId id="440" r:id="rId139"/>
    <p:sldId id="461" r:id="rId140"/>
    <p:sldId id="442" r:id="rId141"/>
    <p:sldId id="443" r:id="rId142"/>
    <p:sldId id="462" r:id="rId143"/>
    <p:sldId id="413" r:id="rId144"/>
    <p:sldId id="415" r:id="rId145"/>
    <p:sldId id="463" r:id="rId146"/>
    <p:sldId id="474" r:id="rId147"/>
    <p:sldId id="464" r:id="rId148"/>
    <p:sldId id="475" r:id="rId149"/>
    <p:sldId id="465" r:id="rId150"/>
    <p:sldId id="467" r:id="rId151"/>
    <p:sldId id="469" r:id="rId152"/>
    <p:sldId id="470" r:id="rId153"/>
    <p:sldId id="476" r:id="rId154"/>
    <p:sldId id="472" r:id="rId155"/>
    <p:sldId id="479" r:id="rId156"/>
    <p:sldId id="509" r:id="rId157"/>
    <p:sldId id="482" r:id="rId158"/>
    <p:sldId id="483" r:id="rId159"/>
    <p:sldId id="484" r:id="rId160"/>
    <p:sldId id="485" r:id="rId161"/>
    <p:sldId id="486" r:id="rId162"/>
    <p:sldId id="487" r:id="rId163"/>
    <p:sldId id="511" r:id="rId164"/>
    <p:sldId id="510" r:id="rId165"/>
    <p:sldId id="512" r:id="rId166"/>
    <p:sldId id="513" r:id="rId167"/>
    <p:sldId id="480" r:id="rId168"/>
    <p:sldId id="481" r:id="rId169"/>
    <p:sldId id="514" r:id="rId170"/>
    <p:sldId id="515" r:id="rId171"/>
  </p:sldIdLst>
  <p:sldSz cx="9144000" cy="6858000" type="screen4x3"/>
  <p:notesSz cx="6858000" cy="9144000"/>
  <p:custDataLst>
    <p:tags r:id="rId173"/>
  </p:custDataLst>
  <p:defaultTextStyle>
    <a:defPPr>
      <a:defRPr lang="zh-CN"/>
    </a:defPPr>
    <a:lvl1pPr algn="l" rtl="0" fontAlgn="base">
      <a:spcBef>
        <a:spcPct val="0"/>
      </a:spcBef>
      <a:spcAft>
        <a:spcPct val="0"/>
      </a:spcAft>
      <a:defRPr sz="2800" b="1" kern="1200">
        <a:solidFill>
          <a:srgbClr val="FFFF00"/>
        </a:solidFill>
        <a:latin typeface="Arial" pitchFamily="34" charset="0"/>
        <a:ea typeface="楷体_GB2312" pitchFamily="49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800" b="1" kern="1200">
        <a:solidFill>
          <a:srgbClr val="FFFF00"/>
        </a:solidFill>
        <a:latin typeface="Arial" pitchFamily="34" charset="0"/>
        <a:ea typeface="楷体_GB2312" pitchFamily="49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800" b="1" kern="1200">
        <a:solidFill>
          <a:srgbClr val="FFFF00"/>
        </a:solidFill>
        <a:latin typeface="Arial" pitchFamily="34" charset="0"/>
        <a:ea typeface="楷体_GB2312" pitchFamily="49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800" b="1" kern="1200">
        <a:solidFill>
          <a:srgbClr val="FFFF00"/>
        </a:solidFill>
        <a:latin typeface="Arial" pitchFamily="34" charset="0"/>
        <a:ea typeface="楷体_GB2312" pitchFamily="49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800" b="1" kern="1200">
        <a:solidFill>
          <a:srgbClr val="FFFF00"/>
        </a:solidFill>
        <a:latin typeface="Arial" pitchFamily="34" charset="0"/>
        <a:ea typeface="楷体_GB2312" pitchFamily="49" charset="-122"/>
        <a:cs typeface="+mn-cs"/>
      </a:defRPr>
    </a:lvl5pPr>
    <a:lvl6pPr marL="2286000" algn="l" defTabSz="914400" rtl="0" eaLnBrk="1" latinLnBrk="0" hangingPunct="1">
      <a:defRPr sz="2800" b="1" kern="1200">
        <a:solidFill>
          <a:srgbClr val="FFFF00"/>
        </a:solidFill>
        <a:latin typeface="Arial" pitchFamily="34" charset="0"/>
        <a:ea typeface="楷体_GB2312" pitchFamily="49" charset="-122"/>
        <a:cs typeface="+mn-cs"/>
      </a:defRPr>
    </a:lvl6pPr>
    <a:lvl7pPr marL="2743200" algn="l" defTabSz="914400" rtl="0" eaLnBrk="1" latinLnBrk="0" hangingPunct="1">
      <a:defRPr sz="2800" b="1" kern="1200">
        <a:solidFill>
          <a:srgbClr val="FFFF00"/>
        </a:solidFill>
        <a:latin typeface="Arial" pitchFamily="34" charset="0"/>
        <a:ea typeface="楷体_GB2312" pitchFamily="49" charset="-122"/>
        <a:cs typeface="+mn-cs"/>
      </a:defRPr>
    </a:lvl7pPr>
    <a:lvl8pPr marL="3200400" algn="l" defTabSz="914400" rtl="0" eaLnBrk="1" latinLnBrk="0" hangingPunct="1">
      <a:defRPr sz="2800" b="1" kern="1200">
        <a:solidFill>
          <a:srgbClr val="FFFF00"/>
        </a:solidFill>
        <a:latin typeface="Arial" pitchFamily="34" charset="0"/>
        <a:ea typeface="楷体_GB2312" pitchFamily="49" charset="-122"/>
        <a:cs typeface="+mn-cs"/>
      </a:defRPr>
    </a:lvl8pPr>
    <a:lvl9pPr marL="3657600" algn="l" defTabSz="914400" rtl="0" eaLnBrk="1" latinLnBrk="0" hangingPunct="1">
      <a:defRPr sz="2800" b="1" kern="1200">
        <a:solidFill>
          <a:srgbClr val="FFFF00"/>
        </a:solidFill>
        <a:latin typeface="Arial" pitchFamily="34" charset="0"/>
        <a:ea typeface="楷体_GB2312" pitchFamily="49" charset="-122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CCFF"/>
    <a:srgbClr val="FF3300"/>
    <a:srgbClr val="FFCC00"/>
    <a:srgbClr val="FFFF00"/>
    <a:srgbClr val="FF9900"/>
    <a:srgbClr val="FF00FF"/>
    <a:srgbClr val="00FF00"/>
    <a:srgbClr val="9900FF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 autoAdjust="0"/>
    <p:restoredTop sz="87294" autoAdjust="0"/>
  </p:normalViewPr>
  <p:slideViewPr>
    <p:cSldViewPr>
      <p:cViewPr varScale="1">
        <p:scale>
          <a:sx n="98" d="100"/>
          <a:sy n="98" d="100"/>
        </p:scale>
        <p:origin x="-1980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10872"/>
    </p:cViewPr>
  </p:sorter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slide" Target="slides/slide132.xml"/><Relationship Id="rId138" Type="http://schemas.openxmlformats.org/officeDocument/2006/relationships/slide" Target="slides/slide137.xml"/><Relationship Id="rId154" Type="http://schemas.openxmlformats.org/officeDocument/2006/relationships/slide" Target="slides/slide153.xml"/><Relationship Id="rId159" Type="http://schemas.openxmlformats.org/officeDocument/2006/relationships/slide" Target="slides/slide158.xml"/><Relationship Id="rId175" Type="http://schemas.openxmlformats.org/officeDocument/2006/relationships/viewProps" Target="viewProps.xml"/><Relationship Id="rId170" Type="http://schemas.openxmlformats.org/officeDocument/2006/relationships/slide" Target="slides/slide169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28" Type="http://schemas.openxmlformats.org/officeDocument/2006/relationships/slide" Target="slides/slide127.xml"/><Relationship Id="rId144" Type="http://schemas.openxmlformats.org/officeDocument/2006/relationships/slide" Target="slides/slide143.xml"/><Relationship Id="rId149" Type="http://schemas.openxmlformats.org/officeDocument/2006/relationships/slide" Target="slides/slide148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160" Type="http://schemas.openxmlformats.org/officeDocument/2006/relationships/slide" Target="slides/slide159.xml"/><Relationship Id="rId165" Type="http://schemas.openxmlformats.org/officeDocument/2006/relationships/slide" Target="slides/slide16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18" Type="http://schemas.openxmlformats.org/officeDocument/2006/relationships/slide" Target="slides/slide117.xml"/><Relationship Id="rId134" Type="http://schemas.openxmlformats.org/officeDocument/2006/relationships/slide" Target="slides/slide133.xml"/><Relationship Id="rId139" Type="http://schemas.openxmlformats.org/officeDocument/2006/relationships/slide" Target="slides/slide13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50" Type="http://schemas.openxmlformats.org/officeDocument/2006/relationships/slide" Target="slides/slide149.xml"/><Relationship Id="rId155" Type="http://schemas.openxmlformats.org/officeDocument/2006/relationships/slide" Target="slides/slide154.xml"/><Relationship Id="rId171" Type="http://schemas.openxmlformats.org/officeDocument/2006/relationships/slide" Target="slides/slide170.xml"/><Relationship Id="rId176" Type="http://schemas.openxmlformats.org/officeDocument/2006/relationships/theme" Target="theme/theme1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24" Type="http://schemas.openxmlformats.org/officeDocument/2006/relationships/slide" Target="slides/slide123.xml"/><Relationship Id="rId129" Type="http://schemas.openxmlformats.org/officeDocument/2006/relationships/slide" Target="slides/slide128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40" Type="http://schemas.openxmlformats.org/officeDocument/2006/relationships/slide" Target="slides/slide139.xml"/><Relationship Id="rId145" Type="http://schemas.openxmlformats.org/officeDocument/2006/relationships/slide" Target="slides/slide144.xml"/><Relationship Id="rId161" Type="http://schemas.openxmlformats.org/officeDocument/2006/relationships/slide" Target="slides/slide160.xml"/><Relationship Id="rId166" Type="http://schemas.openxmlformats.org/officeDocument/2006/relationships/slide" Target="slides/slide16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130" Type="http://schemas.openxmlformats.org/officeDocument/2006/relationships/slide" Target="slides/slide129.xml"/><Relationship Id="rId135" Type="http://schemas.openxmlformats.org/officeDocument/2006/relationships/slide" Target="slides/slide134.xml"/><Relationship Id="rId143" Type="http://schemas.openxmlformats.org/officeDocument/2006/relationships/slide" Target="slides/slide142.xml"/><Relationship Id="rId148" Type="http://schemas.openxmlformats.org/officeDocument/2006/relationships/slide" Target="slides/slide147.xml"/><Relationship Id="rId151" Type="http://schemas.openxmlformats.org/officeDocument/2006/relationships/slide" Target="slides/slide150.xml"/><Relationship Id="rId156" Type="http://schemas.openxmlformats.org/officeDocument/2006/relationships/slide" Target="slides/slide155.xml"/><Relationship Id="rId164" Type="http://schemas.openxmlformats.org/officeDocument/2006/relationships/slide" Target="slides/slide163.xml"/><Relationship Id="rId169" Type="http://schemas.openxmlformats.org/officeDocument/2006/relationships/slide" Target="slides/slide168.xml"/><Relationship Id="rId177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72" Type="http://schemas.openxmlformats.org/officeDocument/2006/relationships/notesMaster" Target="notesMasters/notesMaster1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slide" Target="slides/slide124.xml"/><Relationship Id="rId141" Type="http://schemas.openxmlformats.org/officeDocument/2006/relationships/slide" Target="slides/slide140.xml"/><Relationship Id="rId146" Type="http://schemas.openxmlformats.org/officeDocument/2006/relationships/slide" Target="slides/slide145.xml"/><Relationship Id="rId167" Type="http://schemas.openxmlformats.org/officeDocument/2006/relationships/slide" Target="slides/slide166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162" Type="http://schemas.openxmlformats.org/officeDocument/2006/relationships/slide" Target="slides/slide16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131" Type="http://schemas.openxmlformats.org/officeDocument/2006/relationships/slide" Target="slides/slide130.xml"/><Relationship Id="rId136" Type="http://schemas.openxmlformats.org/officeDocument/2006/relationships/slide" Target="slides/slide135.xml"/><Relationship Id="rId157" Type="http://schemas.openxmlformats.org/officeDocument/2006/relationships/slide" Target="slides/slide15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52" Type="http://schemas.openxmlformats.org/officeDocument/2006/relationships/slide" Target="slides/slide151.xml"/><Relationship Id="rId173" Type="http://schemas.openxmlformats.org/officeDocument/2006/relationships/tags" Target="tags/tag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147" Type="http://schemas.openxmlformats.org/officeDocument/2006/relationships/slide" Target="slides/slide146.xml"/><Relationship Id="rId168" Type="http://schemas.openxmlformats.org/officeDocument/2006/relationships/slide" Target="slides/slide167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142" Type="http://schemas.openxmlformats.org/officeDocument/2006/relationships/slide" Target="slides/slide141.xml"/><Relationship Id="rId163" Type="http://schemas.openxmlformats.org/officeDocument/2006/relationships/slide" Target="slides/slide162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137" Type="http://schemas.openxmlformats.org/officeDocument/2006/relationships/slide" Target="slides/slide136.xml"/><Relationship Id="rId158" Type="http://schemas.openxmlformats.org/officeDocument/2006/relationships/slide" Target="slides/slide157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slide" Target="slides/slide131.xml"/><Relationship Id="rId153" Type="http://schemas.openxmlformats.org/officeDocument/2006/relationships/slide" Target="slides/slide152.xml"/><Relationship Id="rId174" Type="http://schemas.openxmlformats.org/officeDocument/2006/relationships/presProps" Target="presProps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slide" Target="slides/slide126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image" Target="../media/image10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.e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17.emf"/><Relationship Id="rId2" Type="http://schemas.openxmlformats.org/officeDocument/2006/relationships/image" Target="../media/image16.emf"/><Relationship Id="rId1" Type="http://schemas.openxmlformats.org/officeDocument/2006/relationships/image" Target="../media/image15.e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20.emf"/><Relationship Id="rId2" Type="http://schemas.openxmlformats.org/officeDocument/2006/relationships/image" Target="../media/image19.emf"/><Relationship Id="rId1" Type="http://schemas.openxmlformats.org/officeDocument/2006/relationships/image" Target="../media/image18.emf"/><Relationship Id="rId5" Type="http://schemas.openxmlformats.org/officeDocument/2006/relationships/image" Target="../media/image22.emf"/><Relationship Id="rId4" Type="http://schemas.openxmlformats.org/officeDocument/2006/relationships/image" Target="../media/image21.emf"/></Relationships>
</file>

<file path=ppt/drawings/_rels/vmlDrawing6.vml.rels><?xml version="1.0" encoding="UTF-8" standalone="yes"?>
<Relationships xmlns="http://schemas.openxmlformats.org/package/2006/relationships"><Relationship Id="rId3" Type="http://schemas.openxmlformats.org/officeDocument/2006/relationships/image" Target="../media/image25.emf"/><Relationship Id="rId2" Type="http://schemas.openxmlformats.org/officeDocument/2006/relationships/image" Target="../media/image24.emf"/><Relationship Id="rId1" Type="http://schemas.openxmlformats.org/officeDocument/2006/relationships/image" Target="../media/image23.emf"/><Relationship Id="rId5" Type="http://schemas.openxmlformats.org/officeDocument/2006/relationships/image" Target="../media/image27.emf"/><Relationship Id="rId4" Type="http://schemas.openxmlformats.org/officeDocument/2006/relationships/image" Target="../media/image26.emf"/></Relationships>
</file>

<file path=ppt/drawings/_rels/vmlDrawing7.vml.rels><?xml version="1.0" encoding="UTF-8" standalone="yes"?>
<Relationships xmlns="http://schemas.openxmlformats.org/package/2006/relationships"><Relationship Id="rId3" Type="http://schemas.openxmlformats.org/officeDocument/2006/relationships/image" Target="../media/image31.emf"/><Relationship Id="rId2" Type="http://schemas.openxmlformats.org/officeDocument/2006/relationships/image" Target="../media/image30.emf"/><Relationship Id="rId1" Type="http://schemas.openxmlformats.org/officeDocument/2006/relationships/image" Target="../media/image29.emf"/><Relationship Id="rId4" Type="http://schemas.openxmlformats.org/officeDocument/2006/relationships/image" Target="../media/image32.emf"/></Relationships>
</file>

<file path=ppt/drawings/_rels/vmlDrawing8.vml.rels><?xml version="1.0" encoding="UTF-8" standalone="yes"?>
<Relationships xmlns="http://schemas.openxmlformats.org/package/2006/relationships"><Relationship Id="rId2" Type="http://schemas.openxmlformats.org/officeDocument/2006/relationships/image" Target="../media/image34.emf"/><Relationship Id="rId1" Type="http://schemas.openxmlformats.org/officeDocument/2006/relationships/image" Target="../media/image33.e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36.emf"/></Relationships>
</file>

<file path=ppt/drawings/_rels/vmlDrawing10.vml.rels><?xml version="1.0" encoding="UTF-8" standalone="yes"?>
<Relationships xmlns="http://schemas.openxmlformats.org/package/2006/relationships"><Relationship Id="rId3" Type="http://schemas.openxmlformats.org/officeDocument/2006/relationships/image" Target="../media/image39.emf"/><Relationship Id="rId2" Type="http://schemas.openxmlformats.org/officeDocument/2006/relationships/image" Target="../media/image38.emf"/><Relationship Id="rId1" Type="http://schemas.openxmlformats.org/officeDocument/2006/relationships/image" Target="../media/image37.emf"/><Relationship Id="rId4" Type="http://schemas.openxmlformats.org/officeDocument/2006/relationships/image" Target="../media/image40.emf"/></Relationships>
</file>

<file path=ppt/drawings/_rels/vmlDrawing11.vml.rels><?xml version="1.0" encoding="UTF-8" standalone="yes"?>
<Relationships xmlns="http://schemas.openxmlformats.org/package/2006/relationships"><Relationship Id="rId3" Type="http://schemas.openxmlformats.org/officeDocument/2006/relationships/image" Target="../media/image43.emf"/><Relationship Id="rId2" Type="http://schemas.openxmlformats.org/officeDocument/2006/relationships/image" Target="../media/image42.emf"/><Relationship Id="rId1" Type="http://schemas.openxmlformats.org/officeDocument/2006/relationships/image" Target="../media/image41.emf"/><Relationship Id="rId4" Type="http://schemas.openxmlformats.org/officeDocument/2006/relationships/image" Target="../media/image44.emf"/></Relationships>
</file>

<file path=ppt/drawings/_rels/vmlDrawing12.vml.rels><?xml version="1.0" encoding="UTF-8" standalone="yes"?>
<Relationships xmlns="http://schemas.openxmlformats.org/package/2006/relationships"><Relationship Id="rId3" Type="http://schemas.openxmlformats.org/officeDocument/2006/relationships/image" Target="../media/image47.emf"/><Relationship Id="rId7" Type="http://schemas.openxmlformats.org/officeDocument/2006/relationships/image" Target="../media/image51.emf"/><Relationship Id="rId2" Type="http://schemas.openxmlformats.org/officeDocument/2006/relationships/image" Target="../media/image46.emf"/><Relationship Id="rId1" Type="http://schemas.openxmlformats.org/officeDocument/2006/relationships/image" Target="../media/image45.emf"/><Relationship Id="rId6" Type="http://schemas.openxmlformats.org/officeDocument/2006/relationships/image" Target="../media/image50.emf"/><Relationship Id="rId5" Type="http://schemas.openxmlformats.org/officeDocument/2006/relationships/image" Target="../media/image49.emf"/><Relationship Id="rId4" Type="http://schemas.openxmlformats.org/officeDocument/2006/relationships/image" Target="../media/image48.emf"/></Relationships>
</file>

<file path=ppt/drawings/_rels/vmlDrawing13.vml.rels><?xml version="1.0" encoding="UTF-8" standalone="yes"?>
<Relationships xmlns="http://schemas.openxmlformats.org/package/2006/relationships"><Relationship Id="rId3" Type="http://schemas.openxmlformats.org/officeDocument/2006/relationships/image" Target="../media/image54.emf"/><Relationship Id="rId2" Type="http://schemas.openxmlformats.org/officeDocument/2006/relationships/image" Target="../media/image53.emf"/><Relationship Id="rId1" Type="http://schemas.openxmlformats.org/officeDocument/2006/relationships/image" Target="../media/image52.emf"/><Relationship Id="rId4" Type="http://schemas.openxmlformats.org/officeDocument/2006/relationships/image" Target="../media/image55.emf"/></Relationships>
</file>

<file path=ppt/drawings/_rels/vmlDrawing14.vml.rels><?xml version="1.0" encoding="UTF-8" standalone="yes"?>
<Relationships xmlns="http://schemas.openxmlformats.org/package/2006/relationships"><Relationship Id="rId3" Type="http://schemas.openxmlformats.org/officeDocument/2006/relationships/image" Target="../media/image58.emf"/><Relationship Id="rId2" Type="http://schemas.openxmlformats.org/officeDocument/2006/relationships/image" Target="../media/image57.emf"/><Relationship Id="rId1" Type="http://schemas.openxmlformats.org/officeDocument/2006/relationships/image" Target="../media/image56.emf"/><Relationship Id="rId4" Type="http://schemas.openxmlformats.org/officeDocument/2006/relationships/image" Target="../media/image59.emf"/></Relationships>
</file>

<file path=ppt/drawings/_rels/vmlDrawing15.vml.rels><?xml version="1.0" encoding="UTF-8" standalone="yes"?>
<Relationships xmlns="http://schemas.openxmlformats.org/package/2006/relationships"><Relationship Id="rId1" Type="http://schemas.openxmlformats.org/officeDocument/2006/relationships/image" Target="../media/image60.emf"/></Relationships>
</file>

<file path=ppt/drawings/_rels/vmlDrawing16.vml.rels><?xml version="1.0" encoding="UTF-8" standalone="yes"?>
<Relationships xmlns="http://schemas.openxmlformats.org/package/2006/relationships"><Relationship Id="rId1" Type="http://schemas.openxmlformats.org/officeDocument/2006/relationships/image" Target="../media/image61.emf"/></Relationships>
</file>

<file path=ppt/drawings/_rels/vmlDrawing17.vml.rels><?xml version="1.0" encoding="UTF-8" standalone="yes"?>
<Relationships xmlns="http://schemas.openxmlformats.org/package/2006/relationships"><Relationship Id="rId3" Type="http://schemas.openxmlformats.org/officeDocument/2006/relationships/image" Target="../media/image64.emf"/><Relationship Id="rId2" Type="http://schemas.openxmlformats.org/officeDocument/2006/relationships/image" Target="../media/image63.emf"/><Relationship Id="rId1" Type="http://schemas.openxmlformats.org/officeDocument/2006/relationships/image" Target="../media/image62.emf"/><Relationship Id="rId4" Type="http://schemas.openxmlformats.org/officeDocument/2006/relationships/image" Target="../media/image65.emf"/></Relationships>
</file>

<file path=ppt/drawings/_rels/vmlDrawing18.vml.rels><?xml version="1.0" encoding="UTF-8" standalone="yes"?>
<Relationships xmlns="http://schemas.openxmlformats.org/package/2006/relationships"><Relationship Id="rId1" Type="http://schemas.openxmlformats.org/officeDocument/2006/relationships/image" Target="../media/image66.emf"/></Relationships>
</file>

<file path=ppt/drawings/_rels/vmlDrawing19.vml.rels><?xml version="1.0" encoding="UTF-8" standalone="yes"?>
<Relationships xmlns="http://schemas.openxmlformats.org/package/2006/relationships"><Relationship Id="rId3" Type="http://schemas.openxmlformats.org/officeDocument/2006/relationships/image" Target="../media/image69.emf"/><Relationship Id="rId2" Type="http://schemas.openxmlformats.org/officeDocument/2006/relationships/image" Target="../media/image68.emf"/><Relationship Id="rId1" Type="http://schemas.openxmlformats.org/officeDocument/2006/relationships/image" Target="../media/image67.emf"/><Relationship Id="rId5" Type="http://schemas.openxmlformats.org/officeDocument/2006/relationships/image" Target="../media/image71.emf"/><Relationship Id="rId4" Type="http://schemas.openxmlformats.org/officeDocument/2006/relationships/image" Target="../media/image70.emf"/></Relationships>
</file>

<file path=ppt/drawings/_rels/vmlDrawing20.vml.rels><?xml version="1.0" encoding="UTF-8" standalone="yes"?>
<Relationships xmlns="http://schemas.openxmlformats.org/package/2006/relationships"><Relationship Id="rId3" Type="http://schemas.openxmlformats.org/officeDocument/2006/relationships/image" Target="../media/image74.emf"/><Relationship Id="rId2" Type="http://schemas.openxmlformats.org/officeDocument/2006/relationships/image" Target="../media/image73.emf"/><Relationship Id="rId1" Type="http://schemas.openxmlformats.org/officeDocument/2006/relationships/image" Target="../media/image72.emf"/><Relationship Id="rId6" Type="http://schemas.openxmlformats.org/officeDocument/2006/relationships/image" Target="../media/image77.emf"/><Relationship Id="rId5" Type="http://schemas.openxmlformats.org/officeDocument/2006/relationships/image" Target="../media/image76.emf"/><Relationship Id="rId4" Type="http://schemas.openxmlformats.org/officeDocument/2006/relationships/image" Target="../media/image75.emf"/></Relationships>
</file>

<file path=ppt/drawings/_rels/vmlDrawing21.vml.rels><?xml version="1.0" encoding="UTF-8" standalone="yes"?>
<Relationships xmlns="http://schemas.openxmlformats.org/package/2006/relationships"><Relationship Id="rId2" Type="http://schemas.openxmlformats.org/officeDocument/2006/relationships/image" Target="../media/image79.emf"/><Relationship Id="rId1" Type="http://schemas.openxmlformats.org/officeDocument/2006/relationships/image" Target="../media/image78.emf"/></Relationships>
</file>

<file path=ppt/drawings/_rels/vmlDrawing22.vml.rels><?xml version="1.0" encoding="UTF-8" standalone="yes"?>
<Relationships xmlns="http://schemas.openxmlformats.org/package/2006/relationships"><Relationship Id="rId3" Type="http://schemas.openxmlformats.org/officeDocument/2006/relationships/image" Target="../media/image82.emf"/><Relationship Id="rId2" Type="http://schemas.openxmlformats.org/officeDocument/2006/relationships/image" Target="../media/image81.emf"/><Relationship Id="rId1" Type="http://schemas.openxmlformats.org/officeDocument/2006/relationships/image" Target="../media/image80.emf"/><Relationship Id="rId4" Type="http://schemas.openxmlformats.org/officeDocument/2006/relationships/image" Target="../media/image83.emf"/></Relationships>
</file>

<file path=ppt/drawings/_rels/vmlDrawing23.vml.rels><?xml version="1.0" encoding="UTF-8" standalone="yes"?>
<Relationships xmlns="http://schemas.openxmlformats.org/package/2006/relationships"><Relationship Id="rId3" Type="http://schemas.openxmlformats.org/officeDocument/2006/relationships/image" Target="../media/image86.emf"/><Relationship Id="rId2" Type="http://schemas.openxmlformats.org/officeDocument/2006/relationships/image" Target="../media/image85.emf"/><Relationship Id="rId1" Type="http://schemas.openxmlformats.org/officeDocument/2006/relationships/image" Target="../media/image84.emf"/></Relationships>
</file>

<file path=ppt/drawings/_rels/vmlDrawing24.vml.rels><?xml version="1.0" encoding="UTF-8" standalone="yes"?>
<Relationships xmlns="http://schemas.openxmlformats.org/package/2006/relationships"><Relationship Id="rId1" Type="http://schemas.openxmlformats.org/officeDocument/2006/relationships/image" Target="../media/image87.emf"/></Relationships>
</file>

<file path=ppt/drawings/_rels/vmlDrawing25.vml.rels><?xml version="1.0" encoding="UTF-8" standalone="yes"?>
<Relationships xmlns="http://schemas.openxmlformats.org/package/2006/relationships"><Relationship Id="rId1" Type="http://schemas.openxmlformats.org/officeDocument/2006/relationships/image" Target="../media/image88.emf"/></Relationships>
</file>

<file path=ppt/drawings/_rels/vmlDrawing26.vml.rels><?xml version="1.0" encoding="UTF-8" standalone="yes"?>
<Relationships xmlns="http://schemas.openxmlformats.org/package/2006/relationships"><Relationship Id="rId1" Type="http://schemas.openxmlformats.org/officeDocument/2006/relationships/image" Target="../media/image89.emf"/></Relationships>
</file>

<file path=ppt/drawings/_rels/vmlDrawing27.vml.rels><?xml version="1.0" encoding="UTF-8" standalone="yes"?>
<Relationships xmlns="http://schemas.openxmlformats.org/package/2006/relationships"><Relationship Id="rId3" Type="http://schemas.openxmlformats.org/officeDocument/2006/relationships/image" Target="../media/image92.emf"/><Relationship Id="rId2" Type="http://schemas.openxmlformats.org/officeDocument/2006/relationships/image" Target="../media/image91.emf"/><Relationship Id="rId1" Type="http://schemas.openxmlformats.org/officeDocument/2006/relationships/image" Target="../media/image90.emf"/></Relationships>
</file>

<file path=ppt/drawings/_rels/vmlDrawing28.vml.rels><?xml version="1.0" encoding="UTF-8" standalone="yes"?>
<Relationships xmlns="http://schemas.openxmlformats.org/package/2006/relationships"><Relationship Id="rId3" Type="http://schemas.openxmlformats.org/officeDocument/2006/relationships/image" Target="../media/image95.emf"/><Relationship Id="rId2" Type="http://schemas.openxmlformats.org/officeDocument/2006/relationships/image" Target="../media/image94.emf"/><Relationship Id="rId1" Type="http://schemas.openxmlformats.org/officeDocument/2006/relationships/image" Target="../media/image93.emf"/><Relationship Id="rId6" Type="http://schemas.openxmlformats.org/officeDocument/2006/relationships/image" Target="../media/image98.emf"/><Relationship Id="rId5" Type="http://schemas.openxmlformats.org/officeDocument/2006/relationships/image" Target="../media/image97.emf"/><Relationship Id="rId4" Type="http://schemas.openxmlformats.org/officeDocument/2006/relationships/image" Target="../media/image96.emf"/></Relationships>
</file>

<file path=ppt/drawings/_rels/vmlDrawing29.vml.rels><?xml version="1.0" encoding="UTF-8" standalone="yes"?>
<Relationships xmlns="http://schemas.openxmlformats.org/package/2006/relationships"><Relationship Id="rId2" Type="http://schemas.openxmlformats.org/officeDocument/2006/relationships/image" Target="../media/image100.emf"/><Relationship Id="rId1" Type="http://schemas.openxmlformats.org/officeDocument/2006/relationships/image" Target="../media/image99.emf"/></Relationships>
</file>

<file path=ppt/drawings/_rels/vmlDrawing30.vml.rels><?xml version="1.0" encoding="UTF-8" standalone="yes"?>
<Relationships xmlns="http://schemas.openxmlformats.org/package/2006/relationships"><Relationship Id="rId3" Type="http://schemas.openxmlformats.org/officeDocument/2006/relationships/image" Target="../media/image103.emf"/><Relationship Id="rId2" Type="http://schemas.openxmlformats.org/officeDocument/2006/relationships/image" Target="../media/image102.emf"/><Relationship Id="rId1" Type="http://schemas.openxmlformats.org/officeDocument/2006/relationships/image" Target="../media/image101.emf"/><Relationship Id="rId4" Type="http://schemas.openxmlformats.org/officeDocument/2006/relationships/image" Target="../media/image104.emf"/></Relationships>
</file>

<file path=ppt/drawings/_rels/vmlDrawing3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5.emf"/></Relationships>
</file>

<file path=ppt/drawings/_rels/vmlDrawing32.vml.rels><?xml version="1.0" encoding="UTF-8" standalone="yes"?>
<Relationships xmlns="http://schemas.openxmlformats.org/package/2006/relationships"><Relationship Id="rId3" Type="http://schemas.openxmlformats.org/officeDocument/2006/relationships/image" Target="../media/image109.emf"/><Relationship Id="rId2" Type="http://schemas.openxmlformats.org/officeDocument/2006/relationships/image" Target="../media/image108.emf"/><Relationship Id="rId1" Type="http://schemas.openxmlformats.org/officeDocument/2006/relationships/image" Target="../media/image107.emf"/><Relationship Id="rId5" Type="http://schemas.openxmlformats.org/officeDocument/2006/relationships/image" Target="../media/image111.emf"/><Relationship Id="rId4" Type="http://schemas.openxmlformats.org/officeDocument/2006/relationships/image" Target="../media/image110.emf"/></Relationships>
</file>

<file path=ppt/drawings/_rels/vmlDrawing3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14.emf"/><Relationship Id="rId2" Type="http://schemas.openxmlformats.org/officeDocument/2006/relationships/image" Target="../media/image113.emf"/><Relationship Id="rId1" Type="http://schemas.openxmlformats.org/officeDocument/2006/relationships/image" Target="../media/image112.emf"/><Relationship Id="rId5" Type="http://schemas.openxmlformats.org/officeDocument/2006/relationships/image" Target="../media/image116.emf"/><Relationship Id="rId4" Type="http://schemas.openxmlformats.org/officeDocument/2006/relationships/image" Target="../media/image115.wmf"/></Relationships>
</file>

<file path=ppt/drawings/_rels/vmlDrawing34.vml.rels><?xml version="1.0" encoding="UTF-8" standalone="yes"?>
<Relationships xmlns="http://schemas.openxmlformats.org/package/2006/relationships"><Relationship Id="rId3" Type="http://schemas.openxmlformats.org/officeDocument/2006/relationships/image" Target="../media/image119.emf"/><Relationship Id="rId2" Type="http://schemas.openxmlformats.org/officeDocument/2006/relationships/image" Target="../media/image118.emf"/><Relationship Id="rId1" Type="http://schemas.openxmlformats.org/officeDocument/2006/relationships/image" Target="../media/image117.emf"/><Relationship Id="rId5" Type="http://schemas.openxmlformats.org/officeDocument/2006/relationships/image" Target="../media/image121.emf"/><Relationship Id="rId4" Type="http://schemas.openxmlformats.org/officeDocument/2006/relationships/image" Target="../media/image120.emf"/></Relationships>
</file>

<file path=ppt/drawings/_rels/vmlDrawing35.vml.rels><?xml version="1.0" encoding="UTF-8" standalone="yes"?>
<Relationships xmlns="http://schemas.openxmlformats.org/package/2006/relationships"><Relationship Id="rId2" Type="http://schemas.openxmlformats.org/officeDocument/2006/relationships/image" Target="../media/image123.emf"/><Relationship Id="rId1" Type="http://schemas.openxmlformats.org/officeDocument/2006/relationships/image" Target="../media/image122.emf"/></Relationships>
</file>

<file path=ppt/drawings/_rels/vmlDrawing3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4.emf"/></Relationships>
</file>

<file path=ppt/drawings/_rels/vmlDrawing37.vml.rels><?xml version="1.0" encoding="UTF-8" standalone="yes"?>
<Relationships xmlns="http://schemas.openxmlformats.org/package/2006/relationships"><Relationship Id="rId3" Type="http://schemas.openxmlformats.org/officeDocument/2006/relationships/image" Target="../media/image127.emf"/><Relationship Id="rId2" Type="http://schemas.openxmlformats.org/officeDocument/2006/relationships/image" Target="../media/image126.emf"/><Relationship Id="rId1" Type="http://schemas.openxmlformats.org/officeDocument/2006/relationships/image" Target="../media/image125.emf"/><Relationship Id="rId6" Type="http://schemas.openxmlformats.org/officeDocument/2006/relationships/image" Target="../media/image130.emf"/><Relationship Id="rId5" Type="http://schemas.openxmlformats.org/officeDocument/2006/relationships/image" Target="../media/image129.emf"/><Relationship Id="rId4" Type="http://schemas.openxmlformats.org/officeDocument/2006/relationships/image" Target="../media/image128.emf"/></Relationships>
</file>

<file path=ppt/drawings/_rels/vmlDrawing38.vml.rels><?xml version="1.0" encoding="UTF-8" standalone="yes"?>
<Relationships xmlns="http://schemas.openxmlformats.org/package/2006/relationships"><Relationship Id="rId3" Type="http://schemas.openxmlformats.org/officeDocument/2006/relationships/image" Target="../media/image133.emf"/><Relationship Id="rId2" Type="http://schemas.openxmlformats.org/officeDocument/2006/relationships/image" Target="../media/image132.emf"/><Relationship Id="rId1" Type="http://schemas.openxmlformats.org/officeDocument/2006/relationships/image" Target="../media/image131.emf"/></Relationships>
</file>

<file path=ppt/drawings/_rels/vmlDrawing39.vml.rels><?xml version="1.0" encoding="UTF-8" standalone="yes"?>
<Relationships xmlns="http://schemas.openxmlformats.org/package/2006/relationships"><Relationship Id="rId3" Type="http://schemas.openxmlformats.org/officeDocument/2006/relationships/image" Target="../media/image137.emf"/><Relationship Id="rId2" Type="http://schemas.openxmlformats.org/officeDocument/2006/relationships/image" Target="../media/image136.emf"/><Relationship Id="rId1" Type="http://schemas.openxmlformats.org/officeDocument/2006/relationships/image" Target="../media/image135.emf"/></Relationships>
</file>

<file path=ppt/drawings/_rels/vmlDrawing40.vml.rels><?xml version="1.0" encoding="UTF-8" standalone="yes"?>
<Relationships xmlns="http://schemas.openxmlformats.org/package/2006/relationships"><Relationship Id="rId2" Type="http://schemas.openxmlformats.org/officeDocument/2006/relationships/image" Target="../media/image139.emf"/><Relationship Id="rId1" Type="http://schemas.openxmlformats.org/officeDocument/2006/relationships/image" Target="../media/image138.emf"/></Relationships>
</file>

<file path=ppt/drawings/_rels/vmlDrawing4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0.emf"/></Relationships>
</file>

<file path=ppt/drawings/_rels/vmlDrawing42.vml.rels><?xml version="1.0" encoding="UTF-8" standalone="yes"?>
<Relationships xmlns="http://schemas.openxmlformats.org/package/2006/relationships"><Relationship Id="rId2" Type="http://schemas.openxmlformats.org/officeDocument/2006/relationships/image" Target="../media/image142.emf"/><Relationship Id="rId1" Type="http://schemas.openxmlformats.org/officeDocument/2006/relationships/image" Target="../media/image141.emf"/></Relationships>
</file>

<file path=ppt/drawings/_rels/vmlDrawing4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45.emf"/><Relationship Id="rId2" Type="http://schemas.openxmlformats.org/officeDocument/2006/relationships/image" Target="../media/image144.emf"/><Relationship Id="rId1" Type="http://schemas.openxmlformats.org/officeDocument/2006/relationships/image" Target="../media/image143.emf"/><Relationship Id="rId6" Type="http://schemas.openxmlformats.org/officeDocument/2006/relationships/image" Target="../media/image148.emf"/><Relationship Id="rId5" Type="http://schemas.openxmlformats.org/officeDocument/2006/relationships/image" Target="../media/image147.emf"/><Relationship Id="rId4" Type="http://schemas.openxmlformats.org/officeDocument/2006/relationships/image" Target="../media/image146.emf"/></Relationships>
</file>

<file path=ppt/drawings/_rels/vmlDrawing44.vml.rels><?xml version="1.0" encoding="UTF-8" standalone="yes"?>
<Relationships xmlns="http://schemas.openxmlformats.org/package/2006/relationships"><Relationship Id="rId3" Type="http://schemas.openxmlformats.org/officeDocument/2006/relationships/image" Target="../media/image151.emf"/><Relationship Id="rId2" Type="http://schemas.openxmlformats.org/officeDocument/2006/relationships/image" Target="../media/image150.emf"/><Relationship Id="rId1" Type="http://schemas.openxmlformats.org/officeDocument/2006/relationships/image" Target="../media/image149.emf"/></Relationships>
</file>

<file path=ppt/drawings/_rels/vmlDrawing4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52.emf"/></Relationships>
</file>

<file path=ppt/drawings/_rels/vmlDrawing46.vml.rels><?xml version="1.0" encoding="UTF-8" standalone="yes"?>
<Relationships xmlns="http://schemas.openxmlformats.org/package/2006/relationships"><Relationship Id="rId3" Type="http://schemas.openxmlformats.org/officeDocument/2006/relationships/image" Target="../media/image155.emf"/><Relationship Id="rId2" Type="http://schemas.openxmlformats.org/officeDocument/2006/relationships/image" Target="../media/image154.emf"/><Relationship Id="rId1" Type="http://schemas.openxmlformats.org/officeDocument/2006/relationships/image" Target="../media/image153.emf"/><Relationship Id="rId4" Type="http://schemas.openxmlformats.org/officeDocument/2006/relationships/image" Target="../media/image156.emf"/></Relationships>
</file>

<file path=ppt/drawings/_rels/vmlDrawing47.vml.rels><?xml version="1.0" encoding="UTF-8" standalone="yes"?>
<Relationships xmlns="http://schemas.openxmlformats.org/package/2006/relationships"><Relationship Id="rId3" Type="http://schemas.openxmlformats.org/officeDocument/2006/relationships/image" Target="../media/image159.emf"/><Relationship Id="rId2" Type="http://schemas.openxmlformats.org/officeDocument/2006/relationships/image" Target="../media/image158.emf"/><Relationship Id="rId1" Type="http://schemas.openxmlformats.org/officeDocument/2006/relationships/image" Target="../media/image157.emf"/><Relationship Id="rId4" Type="http://schemas.openxmlformats.org/officeDocument/2006/relationships/image" Target="../media/image160.emf"/></Relationships>
</file>

<file path=ppt/drawings/_rels/vmlDrawing48.vml.rels><?xml version="1.0" encoding="UTF-8" standalone="yes"?>
<Relationships xmlns="http://schemas.openxmlformats.org/package/2006/relationships"><Relationship Id="rId3" Type="http://schemas.openxmlformats.org/officeDocument/2006/relationships/image" Target="../media/image163.emf"/><Relationship Id="rId2" Type="http://schemas.openxmlformats.org/officeDocument/2006/relationships/image" Target="../media/image162.emf"/><Relationship Id="rId1" Type="http://schemas.openxmlformats.org/officeDocument/2006/relationships/image" Target="../media/image161.emf"/><Relationship Id="rId6" Type="http://schemas.openxmlformats.org/officeDocument/2006/relationships/image" Target="../media/image166.emf"/><Relationship Id="rId5" Type="http://schemas.openxmlformats.org/officeDocument/2006/relationships/image" Target="../media/image165.emf"/><Relationship Id="rId4" Type="http://schemas.openxmlformats.org/officeDocument/2006/relationships/image" Target="../media/image164.emf"/></Relationships>
</file>

<file path=ppt/drawings/_rels/vmlDrawing49.vml.rels><?xml version="1.0" encoding="UTF-8" standalone="yes"?>
<Relationships xmlns="http://schemas.openxmlformats.org/package/2006/relationships"><Relationship Id="rId2" Type="http://schemas.openxmlformats.org/officeDocument/2006/relationships/image" Target="../media/image168.emf"/><Relationship Id="rId1" Type="http://schemas.openxmlformats.org/officeDocument/2006/relationships/image" Target="../media/image167.emf"/></Relationships>
</file>

<file path=ppt/drawings/_rels/vmlDrawing50.vml.rels><?xml version="1.0" encoding="UTF-8" standalone="yes"?>
<Relationships xmlns="http://schemas.openxmlformats.org/package/2006/relationships"><Relationship Id="rId3" Type="http://schemas.openxmlformats.org/officeDocument/2006/relationships/image" Target="../media/image171.emf"/><Relationship Id="rId2" Type="http://schemas.openxmlformats.org/officeDocument/2006/relationships/image" Target="../media/image170.emf"/><Relationship Id="rId1" Type="http://schemas.openxmlformats.org/officeDocument/2006/relationships/image" Target="../media/image169.emf"/><Relationship Id="rId5" Type="http://schemas.openxmlformats.org/officeDocument/2006/relationships/image" Target="../media/image173.emf"/><Relationship Id="rId4" Type="http://schemas.openxmlformats.org/officeDocument/2006/relationships/image" Target="../media/image172.emf"/></Relationships>
</file>

<file path=ppt/drawings/_rels/vmlDrawing51.vml.rels><?xml version="1.0" encoding="UTF-8" standalone="yes"?>
<Relationships xmlns="http://schemas.openxmlformats.org/package/2006/relationships"><Relationship Id="rId3" Type="http://schemas.openxmlformats.org/officeDocument/2006/relationships/image" Target="../media/image176.emf"/><Relationship Id="rId7" Type="http://schemas.openxmlformats.org/officeDocument/2006/relationships/image" Target="../media/image180.emf"/><Relationship Id="rId2" Type="http://schemas.openxmlformats.org/officeDocument/2006/relationships/image" Target="../media/image175.emf"/><Relationship Id="rId1" Type="http://schemas.openxmlformats.org/officeDocument/2006/relationships/image" Target="../media/image174.emf"/><Relationship Id="rId6" Type="http://schemas.openxmlformats.org/officeDocument/2006/relationships/image" Target="../media/image179.emf"/><Relationship Id="rId5" Type="http://schemas.openxmlformats.org/officeDocument/2006/relationships/image" Target="../media/image178.emf"/><Relationship Id="rId4" Type="http://schemas.openxmlformats.org/officeDocument/2006/relationships/image" Target="../media/image177.emf"/></Relationships>
</file>

<file path=ppt/drawings/_rels/vmlDrawing52.vml.rels><?xml version="1.0" encoding="UTF-8" standalone="yes"?>
<Relationships xmlns="http://schemas.openxmlformats.org/package/2006/relationships"><Relationship Id="rId2" Type="http://schemas.openxmlformats.org/officeDocument/2006/relationships/image" Target="../media/image182.emf"/><Relationship Id="rId1" Type="http://schemas.openxmlformats.org/officeDocument/2006/relationships/image" Target="../media/image181.emf"/></Relationships>
</file>

<file path=ppt/drawings/_rels/vmlDrawing5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83.emf"/></Relationships>
</file>

<file path=ppt/drawings/_rels/vmlDrawing5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85.emf"/></Relationships>
</file>

<file path=ppt/drawings/_rels/vmlDrawing5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86.wmf"/></Relationships>
</file>

<file path=ppt/drawings/_rels/vmlDrawing56.vml.rels><?xml version="1.0" encoding="UTF-8" standalone="yes"?>
<Relationships xmlns="http://schemas.openxmlformats.org/package/2006/relationships"><Relationship Id="rId3" Type="http://schemas.openxmlformats.org/officeDocument/2006/relationships/image" Target="../media/image189.emf"/><Relationship Id="rId2" Type="http://schemas.openxmlformats.org/officeDocument/2006/relationships/image" Target="../media/image188.emf"/><Relationship Id="rId1" Type="http://schemas.openxmlformats.org/officeDocument/2006/relationships/image" Target="../media/image187.emf"/><Relationship Id="rId5" Type="http://schemas.openxmlformats.org/officeDocument/2006/relationships/image" Target="../media/image191.emf"/><Relationship Id="rId4" Type="http://schemas.openxmlformats.org/officeDocument/2006/relationships/image" Target="../media/image190.emf"/></Relationships>
</file>

<file path=ppt/drawings/_rels/vmlDrawing57.vml.rels><?xml version="1.0" encoding="UTF-8" standalone="yes"?>
<Relationships xmlns="http://schemas.openxmlformats.org/package/2006/relationships"><Relationship Id="rId3" Type="http://schemas.openxmlformats.org/officeDocument/2006/relationships/image" Target="../media/image194.emf"/><Relationship Id="rId2" Type="http://schemas.openxmlformats.org/officeDocument/2006/relationships/image" Target="../media/image193.emf"/><Relationship Id="rId1" Type="http://schemas.openxmlformats.org/officeDocument/2006/relationships/image" Target="../media/image192.emf"/><Relationship Id="rId4" Type="http://schemas.openxmlformats.org/officeDocument/2006/relationships/image" Target="../media/image195.emf"/></Relationships>
</file>

<file path=ppt/drawings/_rels/vmlDrawing58.vml.rels><?xml version="1.0" encoding="UTF-8" standalone="yes"?>
<Relationships xmlns="http://schemas.openxmlformats.org/package/2006/relationships"><Relationship Id="rId3" Type="http://schemas.openxmlformats.org/officeDocument/2006/relationships/image" Target="../media/image198.emf"/><Relationship Id="rId2" Type="http://schemas.openxmlformats.org/officeDocument/2006/relationships/image" Target="../media/image197.emf"/><Relationship Id="rId1" Type="http://schemas.openxmlformats.org/officeDocument/2006/relationships/image" Target="../media/image196.emf"/><Relationship Id="rId5" Type="http://schemas.openxmlformats.org/officeDocument/2006/relationships/image" Target="../media/image200.emf"/><Relationship Id="rId4" Type="http://schemas.openxmlformats.org/officeDocument/2006/relationships/image" Target="../media/image199.emf"/></Relationships>
</file>

<file path=ppt/drawings/_rels/vmlDrawing59.vml.rels><?xml version="1.0" encoding="UTF-8" standalone="yes"?>
<Relationships xmlns="http://schemas.openxmlformats.org/package/2006/relationships"><Relationship Id="rId3" Type="http://schemas.openxmlformats.org/officeDocument/2006/relationships/image" Target="../media/image203.emf"/><Relationship Id="rId2" Type="http://schemas.openxmlformats.org/officeDocument/2006/relationships/image" Target="../media/image202.emf"/><Relationship Id="rId1" Type="http://schemas.openxmlformats.org/officeDocument/2006/relationships/image" Target="../media/image201.emf"/><Relationship Id="rId4" Type="http://schemas.openxmlformats.org/officeDocument/2006/relationships/image" Target="../media/image204.emf"/></Relationships>
</file>

<file path=ppt/drawings/_rels/vmlDrawing60.vml.rels><?xml version="1.0" encoding="UTF-8" standalone="yes"?>
<Relationships xmlns="http://schemas.openxmlformats.org/package/2006/relationships"><Relationship Id="rId3" Type="http://schemas.openxmlformats.org/officeDocument/2006/relationships/image" Target="../media/image207.emf"/><Relationship Id="rId2" Type="http://schemas.openxmlformats.org/officeDocument/2006/relationships/image" Target="../media/image206.emf"/><Relationship Id="rId1" Type="http://schemas.openxmlformats.org/officeDocument/2006/relationships/image" Target="../media/image205.wmf"/><Relationship Id="rId4" Type="http://schemas.openxmlformats.org/officeDocument/2006/relationships/image" Target="../media/image208.emf"/></Relationships>
</file>

<file path=ppt/drawings/_rels/vmlDrawing61.vml.rels><?xml version="1.0" encoding="UTF-8" standalone="yes"?>
<Relationships xmlns="http://schemas.openxmlformats.org/package/2006/relationships"><Relationship Id="rId3" Type="http://schemas.openxmlformats.org/officeDocument/2006/relationships/image" Target="../media/image211.emf"/><Relationship Id="rId2" Type="http://schemas.openxmlformats.org/officeDocument/2006/relationships/image" Target="../media/image210.emf"/><Relationship Id="rId1" Type="http://schemas.openxmlformats.org/officeDocument/2006/relationships/image" Target="../media/image209.emf"/><Relationship Id="rId5" Type="http://schemas.openxmlformats.org/officeDocument/2006/relationships/image" Target="../media/image213.emf"/><Relationship Id="rId4" Type="http://schemas.openxmlformats.org/officeDocument/2006/relationships/image" Target="../media/image212.emf"/></Relationships>
</file>

<file path=ppt/drawings/_rels/vmlDrawing62.vml.rels><?xml version="1.0" encoding="UTF-8" standalone="yes"?>
<Relationships xmlns="http://schemas.openxmlformats.org/package/2006/relationships"><Relationship Id="rId8" Type="http://schemas.openxmlformats.org/officeDocument/2006/relationships/image" Target="../media/image221.emf"/><Relationship Id="rId3" Type="http://schemas.openxmlformats.org/officeDocument/2006/relationships/image" Target="../media/image216.emf"/><Relationship Id="rId7" Type="http://schemas.openxmlformats.org/officeDocument/2006/relationships/image" Target="../media/image220.emf"/><Relationship Id="rId2" Type="http://schemas.openxmlformats.org/officeDocument/2006/relationships/image" Target="../media/image215.emf"/><Relationship Id="rId1" Type="http://schemas.openxmlformats.org/officeDocument/2006/relationships/image" Target="../media/image214.emf"/><Relationship Id="rId6" Type="http://schemas.openxmlformats.org/officeDocument/2006/relationships/image" Target="../media/image219.emf"/><Relationship Id="rId5" Type="http://schemas.openxmlformats.org/officeDocument/2006/relationships/image" Target="../media/image218.emf"/><Relationship Id="rId4" Type="http://schemas.openxmlformats.org/officeDocument/2006/relationships/image" Target="../media/image217.emf"/></Relationships>
</file>

<file path=ppt/drawings/_rels/vmlDrawing63.vml.rels><?xml version="1.0" encoding="UTF-8" standalone="yes"?>
<Relationships xmlns="http://schemas.openxmlformats.org/package/2006/relationships"><Relationship Id="rId8" Type="http://schemas.openxmlformats.org/officeDocument/2006/relationships/image" Target="../media/image229.emf"/><Relationship Id="rId3" Type="http://schemas.openxmlformats.org/officeDocument/2006/relationships/image" Target="../media/image224.emf"/><Relationship Id="rId7" Type="http://schemas.openxmlformats.org/officeDocument/2006/relationships/image" Target="../media/image228.emf"/><Relationship Id="rId2" Type="http://schemas.openxmlformats.org/officeDocument/2006/relationships/image" Target="../media/image223.emf"/><Relationship Id="rId1" Type="http://schemas.openxmlformats.org/officeDocument/2006/relationships/image" Target="../media/image222.emf"/><Relationship Id="rId6" Type="http://schemas.openxmlformats.org/officeDocument/2006/relationships/image" Target="../media/image227.emf"/><Relationship Id="rId5" Type="http://schemas.openxmlformats.org/officeDocument/2006/relationships/image" Target="../media/image226.emf"/><Relationship Id="rId10" Type="http://schemas.openxmlformats.org/officeDocument/2006/relationships/image" Target="../media/image231.emf"/><Relationship Id="rId4" Type="http://schemas.openxmlformats.org/officeDocument/2006/relationships/image" Target="../media/image225.emf"/><Relationship Id="rId9" Type="http://schemas.openxmlformats.org/officeDocument/2006/relationships/image" Target="../media/image230.emf"/></Relationships>
</file>

<file path=ppt/drawings/_rels/vmlDrawing64.vml.rels><?xml version="1.0" encoding="UTF-8" standalone="yes"?>
<Relationships xmlns="http://schemas.openxmlformats.org/package/2006/relationships"><Relationship Id="rId3" Type="http://schemas.openxmlformats.org/officeDocument/2006/relationships/image" Target="../media/image234.emf"/><Relationship Id="rId2" Type="http://schemas.openxmlformats.org/officeDocument/2006/relationships/image" Target="../media/image233.emf"/><Relationship Id="rId1" Type="http://schemas.openxmlformats.org/officeDocument/2006/relationships/image" Target="../media/image232.emf"/></Relationships>
</file>

<file path=ppt/drawings/_rels/vmlDrawing65.vml.rels><?xml version="1.0" encoding="UTF-8" standalone="yes"?>
<Relationships xmlns="http://schemas.openxmlformats.org/package/2006/relationships"><Relationship Id="rId3" Type="http://schemas.openxmlformats.org/officeDocument/2006/relationships/image" Target="../media/image237.emf"/><Relationship Id="rId2" Type="http://schemas.openxmlformats.org/officeDocument/2006/relationships/image" Target="../media/image236.emf"/><Relationship Id="rId1" Type="http://schemas.openxmlformats.org/officeDocument/2006/relationships/image" Target="../media/image235.emf"/><Relationship Id="rId6" Type="http://schemas.openxmlformats.org/officeDocument/2006/relationships/image" Target="../media/image240.emf"/><Relationship Id="rId5" Type="http://schemas.openxmlformats.org/officeDocument/2006/relationships/image" Target="../media/image239.emf"/><Relationship Id="rId4" Type="http://schemas.openxmlformats.org/officeDocument/2006/relationships/image" Target="../media/image238.emf"/></Relationships>
</file>

<file path=ppt/drawings/_rels/vmlDrawing66.vml.rels><?xml version="1.0" encoding="UTF-8" standalone="yes"?>
<Relationships xmlns="http://schemas.openxmlformats.org/package/2006/relationships"><Relationship Id="rId3" Type="http://schemas.openxmlformats.org/officeDocument/2006/relationships/image" Target="../media/image243.emf"/><Relationship Id="rId2" Type="http://schemas.openxmlformats.org/officeDocument/2006/relationships/image" Target="../media/image242.emf"/><Relationship Id="rId1" Type="http://schemas.openxmlformats.org/officeDocument/2006/relationships/image" Target="../media/image241.emf"/><Relationship Id="rId6" Type="http://schemas.openxmlformats.org/officeDocument/2006/relationships/image" Target="../media/image246.emf"/><Relationship Id="rId5" Type="http://schemas.openxmlformats.org/officeDocument/2006/relationships/image" Target="../media/image245.emf"/><Relationship Id="rId4" Type="http://schemas.openxmlformats.org/officeDocument/2006/relationships/image" Target="../media/image244.emf"/></Relationships>
</file>

<file path=ppt/drawings/_rels/vmlDrawing67.vml.rels><?xml version="1.0" encoding="UTF-8" standalone="yes"?>
<Relationships xmlns="http://schemas.openxmlformats.org/package/2006/relationships"><Relationship Id="rId2" Type="http://schemas.openxmlformats.org/officeDocument/2006/relationships/image" Target="../media/image248.emf"/><Relationship Id="rId1" Type="http://schemas.openxmlformats.org/officeDocument/2006/relationships/image" Target="../media/image247.emf"/></Relationships>
</file>

<file path=ppt/drawings/_rels/vmlDrawing68.vml.rels><?xml version="1.0" encoding="UTF-8" standalone="yes"?>
<Relationships xmlns="http://schemas.openxmlformats.org/package/2006/relationships"><Relationship Id="rId3" Type="http://schemas.openxmlformats.org/officeDocument/2006/relationships/image" Target="../media/image251.emf"/><Relationship Id="rId2" Type="http://schemas.openxmlformats.org/officeDocument/2006/relationships/image" Target="../media/image250.emf"/><Relationship Id="rId1" Type="http://schemas.openxmlformats.org/officeDocument/2006/relationships/image" Target="../media/image249.emf"/></Relationships>
</file>

<file path=ppt/drawings/_rels/vmlDrawing69.vml.rels><?xml version="1.0" encoding="UTF-8" standalone="yes"?>
<Relationships xmlns="http://schemas.openxmlformats.org/package/2006/relationships"><Relationship Id="rId2" Type="http://schemas.openxmlformats.org/officeDocument/2006/relationships/image" Target="../media/image253.emf"/><Relationship Id="rId1" Type="http://schemas.openxmlformats.org/officeDocument/2006/relationships/image" Target="../media/image252.emf"/></Relationships>
</file>

<file path=ppt/drawings/_rels/vmlDrawing70.vml.rels><?xml version="1.0" encoding="UTF-8" standalone="yes"?>
<Relationships xmlns="http://schemas.openxmlformats.org/package/2006/relationships"><Relationship Id="rId3" Type="http://schemas.openxmlformats.org/officeDocument/2006/relationships/image" Target="../media/image256.emf"/><Relationship Id="rId2" Type="http://schemas.openxmlformats.org/officeDocument/2006/relationships/image" Target="../media/image255.emf"/><Relationship Id="rId1" Type="http://schemas.openxmlformats.org/officeDocument/2006/relationships/image" Target="../media/image254.emf"/><Relationship Id="rId4" Type="http://schemas.openxmlformats.org/officeDocument/2006/relationships/image" Target="../media/image257.emf"/></Relationships>
</file>

<file path=ppt/drawings/_rels/vmlDrawing71.vml.rels><?xml version="1.0" encoding="UTF-8" standalone="yes"?>
<Relationships xmlns="http://schemas.openxmlformats.org/package/2006/relationships"><Relationship Id="rId3" Type="http://schemas.openxmlformats.org/officeDocument/2006/relationships/image" Target="../media/image260.emf"/><Relationship Id="rId2" Type="http://schemas.openxmlformats.org/officeDocument/2006/relationships/image" Target="../media/image259.emf"/><Relationship Id="rId1" Type="http://schemas.openxmlformats.org/officeDocument/2006/relationships/image" Target="../media/image258.emf"/><Relationship Id="rId5" Type="http://schemas.openxmlformats.org/officeDocument/2006/relationships/image" Target="../media/image262.emf"/><Relationship Id="rId4" Type="http://schemas.openxmlformats.org/officeDocument/2006/relationships/image" Target="../media/image261.emf"/></Relationships>
</file>

<file path=ppt/drawings/_rels/vmlDrawing72.vml.rels><?xml version="1.0" encoding="UTF-8" standalone="yes"?>
<Relationships xmlns="http://schemas.openxmlformats.org/package/2006/relationships"><Relationship Id="rId3" Type="http://schemas.openxmlformats.org/officeDocument/2006/relationships/image" Target="../media/image265.emf"/><Relationship Id="rId2" Type="http://schemas.openxmlformats.org/officeDocument/2006/relationships/image" Target="../media/image264.emf"/><Relationship Id="rId1" Type="http://schemas.openxmlformats.org/officeDocument/2006/relationships/image" Target="../media/image263.emf"/><Relationship Id="rId5" Type="http://schemas.openxmlformats.org/officeDocument/2006/relationships/image" Target="../media/image267.emf"/><Relationship Id="rId4" Type="http://schemas.openxmlformats.org/officeDocument/2006/relationships/image" Target="../media/image266.emf"/></Relationships>
</file>

<file path=ppt/drawings/_rels/vmlDrawing73.vml.rels><?xml version="1.0" encoding="UTF-8" standalone="yes"?>
<Relationships xmlns="http://schemas.openxmlformats.org/package/2006/relationships"><Relationship Id="rId3" Type="http://schemas.openxmlformats.org/officeDocument/2006/relationships/image" Target="../media/image270.emf"/><Relationship Id="rId2" Type="http://schemas.openxmlformats.org/officeDocument/2006/relationships/image" Target="../media/image269.emf"/><Relationship Id="rId1" Type="http://schemas.openxmlformats.org/officeDocument/2006/relationships/image" Target="../media/image268.emf"/><Relationship Id="rId6" Type="http://schemas.openxmlformats.org/officeDocument/2006/relationships/image" Target="../media/image273.emf"/><Relationship Id="rId5" Type="http://schemas.openxmlformats.org/officeDocument/2006/relationships/image" Target="../media/image272.emf"/><Relationship Id="rId4" Type="http://schemas.openxmlformats.org/officeDocument/2006/relationships/image" Target="../media/image271.emf"/></Relationships>
</file>

<file path=ppt/drawings/_rels/vmlDrawing74.vml.rels><?xml version="1.0" encoding="UTF-8" standalone="yes"?>
<Relationships xmlns="http://schemas.openxmlformats.org/package/2006/relationships"><Relationship Id="rId3" Type="http://schemas.openxmlformats.org/officeDocument/2006/relationships/image" Target="../media/image276.emf"/><Relationship Id="rId2" Type="http://schemas.openxmlformats.org/officeDocument/2006/relationships/image" Target="../media/image275.emf"/><Relationship Id="rId1" Type="http://schemas.openxmlformats.org/officeDocument/2006/relationships/image" Target="../media/image274.emf"/></Relationships>
</file>

<file path=ppt/drawings/_rels/vmlDrawing75.vml.rels><?xml version="1.0" encoding="UTF-8" standalone="yes"?>
<Relationships xmlns="http://schemas.openxmlformats.org/package/2006/relationships"><Relationship Id="rId2" Type="http://schemas.openxmlformats.org/officeDocument/2006/relationships/image" Target="../media/image278.emf"/><Relationship Id="rId1" Type="http://schemas.openxmlformats.org/officeDocument/2006/relationships/image" Target="../media/image277.emf"/></Relationships>
</file>

<file path=ppt/drawings/_rels/vmlDrawing76.vml.rels><?xml version="1.0" encoding="UTF-8" standalone="yes"?>
<Relationships xmlns="http://schemas.openxmlformats.org/package/2006/relationships"><Relationship Id="rId3" Type="http://schemas.openxmlformats.org/officeDocument/2006/relationships/image" Target="../media/image281.emf"/><Relationship Id="rId2" Type="http://schemas.openxmlformats.org/officeDocument/2006/relationships/image" Target="../media/image280.emf"/><Relationship Id="rId1" Type="http://schemas.openxmlformats.org/officeDocument/2006/relationships/image" Target="../media/image279.emf"/></Relationships>
</file>

<file path=ppt/drawings/_rels/vmlDrawing77.vml.rels><?xml version="1.0" encoding="UTF-8" standalone="yes"?>
<Relationships xmlns="http://schemas.openxmlformats.org/package/2006/relationships"><Relationship Id="rId3" Type="http://schemas.openxmlformats.org/officeDocument/2006/relationships/image" Target="../media/image284.emf"/><Relationship Id="rId7" Type="http://schemas.openxmlformats.org/officeDocument/2006/relationships/image" Target="../media/image288.emf"/><Relationship Id="rId2" Type="http://schemas.openxmlformats.org/officeDocument/2006/relationships/image" Target="../media/image283.emf"/><Relationship Id="rId1" Type="http://schemas.openxmlformats.org/officeDocument/2006/relationships/image" Target="../media/image282.emf"/><Relationship Id="rId6" Type="http://schemas.openxmlformats.org/officeDocument/2006/relationships/image" Target="../media/image287.emf"/><Relationship Id="rId5" Type="http://schemas.openxmlformats.org/officeDocument/2006/relationships/image" Target="../media/image286.emf"/><Relationship Id="rId4" Type="http://schemas.openxmlformats.org/officeDocument/2006/relationships/image" Target="../media/image285.emf"/></Relationships>
</file>

<file path=ppt/drawings/_rels/vmlDrawing78.vml.rels><?xml version="1.0" encoding="UTF-8" standalone="yes"?>
<Relationships xmlns="http://schemas.openxmlformats.org/package/2006/relationships"><Relationship Id="rId3" Type="http://schemas.openxmlformats.org/officeDocument/2006/relationships/image" Target="../media/image291.emf"/><Relationship Id="rId7" Type="http://schemas.openxmlformats.org/officeDocument/2006/relationships/image" Target="../media/image295.wmf"/><Relationship Id="rId2" Type="http://schemas.openxmlformats.org/officeDocument/2006/relationships/image" Target="../media/image290.emf"/><Relationship Id="rId1" Type="http://schemas.openxmlformats.org/officeDocument/2006/relationships/image" Target="../media/image289.emf"/><Relationship Id="rId6" Type="http://schemas.openxmlformats.org/officeDocument/2006/relationships/image" Target="../media/image294.emf"/><Relationship Id="rId5" Type="http://schemas.openxmlformats.org/officeDocument/2006/relationships/image" Target="../media/image293.emf"/><Relationship Id="rId4" Type="http://schemas.openxmlformats.org/officeDocument/2006/relationships/image" Target="../media/image292.emf"/></Relationships>
</file>

<file path=ppt/drawings/_rels/vmlDrawing79.vml.rels><?xml version="1.0" encoding="UTF-8" standalone="yes"?>
<Relationships xmlns="http://schemas.openxmlformats.org/package/2006/relationships"><Relationship Id="rId3" Type="http://schemas.openxmlformats.org/officeDocument/2006/relationships/image" Target="../media/image298.wmf"/><Relationship Id="rId2" Type="http://schemas.openxmlformats.org/officeDocument/2006/relationships/image" Target="../media/image297.emf"/><Relationship Id="rId1" Type="http://schemas.openxmlformats.org/officeDocument/2006/relationships/image" Target="../media/image296.emf"/><Relationship Id="rId6" Type="http://schemas.openxmlformats.org/officeDocument/2006/relationships/image" Target="../media/image301.emf"/><Relationship Id="rId5" Type="http://schemas.openxmlformats.org/officeDocument/2006/relationships/image" Target="../media/image300.emf"/><Relationship Id="rId4" Type="http://schemas.openxmlformats.org/officeDocument/2006/relationships/image" Target="../media/image299.emf"/></Relationships>
</file>

<file path=ppt/drawings/_rels/vmlDrawing80.vml.rels><?xml version="1.0" encoding="UTF-8" standalone="yes"?>
<Relationships xmlns="http://schemas.openxmlformats.org/package/2006/relationships"><Relationship Id="rId3" Type="http://schemas.openxmlformats.org/officeDocument/2006/relationships/image" Target="../media/image304.emf"/><Relationship Id="rId2" Type="http://schemas.openxmlformats.org/officeDocument/2006/relationships/image" Target="../media/image303.emf"/><Relationship Id="rId1" Type="http://schemas.openxmlformats.org/officeDocument/2006/relationships/image" Target="../media/image302.emf"/><Relationship Id="rId4" Type="http://schemas.openxmlformats.org/officeDocument/2006/relationships/image" Target="../media/image305.emf"/></Relationships>
</file>

<file path=ppt/drawings/_rels/vmlDrawing81.vml.rels><?xml version="1.0" encoding="UTF-8" standalone="yes"?>
<Relationships xmlns="http://schemas.openxmlformats.org/package/2006/relationships"><Relationship Id="rId2" Type="http://schemas.openxmlformats.org/officeDocument/2006/relationships/image" Target="../media/image307.emf"/><Relationship Id="rId1" Type="http://schemas.openxmlformats.org/officeDocument/2006/relationships/image" Target="../media/image306.emf"/></Relationships>
</file>

<file path=ppt/drawings/_rels/vmlDrawing82.vml.rels><?xml version="1.0" encoding="UTF-8" standalone="yes"?>
<Relationships xmlns="http://schemas.openxmlformats.org/package/2006/relationships"><Relationship Id="rId2" Type="http://schemas.openxmlformats.org/officeDocument/2006/relationships/image" Target="../media/image309.emf"/><Relationship Id="rId1" Type="http://schemas.openxmlformats.org/officeDocument/2006/relationships/image" Target="../media/image308.emf"/></Relationships>
</file>

<file path=ppt/drawings/_rels/vmlDrawing83.vml.rels><?xml version="1.0" encoding="UTF-8" standalone="yes"?>
<Relationships xmlns="http://schemas.openxmlformats.org/package/2006/relationships"><Relationship Id="rId3" Type="http://schemas.openxmlformats.org/officeDocument/2006/relationships/image" Target="../media/image312.emf"/><Relationship Id="rId2" Type="http://schemas.openxmlformats.org/officeDocument/2006/relationships/image" Target="../media/image311.emf"/><Relationship Id="rId1" Type="http://schemas.openxmlformats.org/officeDocument/2006/relationships/image" Target="../media/image310.emf"/><Relationship Id="rId5" Type="http://schemas.openxmlformats.org/officeDocument/2006/relationships/image" Target="../media/image314.emf"/><Relationship Id="rId4" Type="http://schemas.openxmlformats.org/officeDocument/2006/relationships/image" Target="../media/image313.emf"/></Relationships>
</file>

<file path=ppt/drawings/_rels/vmlDrawing84.vml.rels><?xml version="1.0" encoding="UTF-8" standalone="yes"?>
<Relationships xmlns="http://schemas.openxmlformats.org/package/2006/relationships"><Relationship Id="rId3" Type="http://schemas.openxmlformats.org/officeDocument/2006/relationships/image" Target="../media/image317.emf"/><Relationship Id="rId2" Type="http://schemas.openxmlformats.org/officeDocument/2006/relationships/image" Target="../media/image316.emf"/><Relationship Id="rId1" Type="http://schemas.openxmlformats.org/officeDocument/2006/relationships/image" Target="../media/image315.emf"/></Relationships>
</file>

<file path=ppt/drawings/_rels/vmlDrawing85.vml.rels><?xml version="1.0" encoding="UTF-8" standalone="yes"?>
<Relationships xmlns="http://schemas.openxmlformats.org/package/2006/relationships"><Relationship Id="rId3" Type="http://schemas.openxmlformats.org/officeDocument/2006/relationships/image" Target="../media/image320.emf"/><Relationship Id="rId7" Type="http://schemas.openxmlformats.org/officeDocument/2006/relationships/image" Target="../media/image324.emf"/><Relationship Id="rId2" Type="http://schemas.openxmlformats.org/officeDocument/2006/relationships/image" Target="../media/image319.emf"/><Relationship Id="rId1" Type="http://schemas.openxmlformats.org/officeDocument/2006/relationships/image" Target="../media/image318.emf"/><Relationship Id="rId6" Type="http://schemas.openxmlformats.org/officeDocument/2006/relationships/image" Target="../media/image323.emf"/><Relationship Id="rId5" Type="http://schemas.openxmlformats.org/officeDocument/2006/relationships/image" Target="../media/image322.emf"/><Relationship Id="rId4" Type="http://schemas.openxmlformats.org/officeDocument/2006/relationships/image" Target="../media/image321.emf"/></Relationships>
</file>

<file path=ppt/drawings/_rels/vmlDrawing86.vml.rels><?xml version="1.0" encoding="UTF-8" standalone="yes"?>
<Relationships xmlns="http://schemas.openxmlformats.org/package/2006/relationships"><Relationship Id="rId3" Type="http://schemas.openxmlformats.org/officeDocument/2006/relationships/image" Target="../media/image327.emf"/><Relationship Id="rId2" Type="http://schemas.openxmlformats.org/officeDocument/2006/relationships/image" Target="../media/image326.emf"/><Relationship Id="rId1" Type="http://schemas.openxmlformats.org/officeDocument/2006/relationships/image" Target="../media/image325.emf"/></Relationships>
</file>

<file path=ppt/drawings/_rels/vmlDrawing87.vml.rels><?xml version="1.0" encoding="UTF-8" standalone="yes"?>
<Relationships xmlns="http://schemas.openxmlformats.org/package/2006/relationships"><Relationship Id="rId3" Type="http://schemas.openxmlformats.org/officeDocument/2006/relationships/image" Target="../media/image330.emf"/><Relationship Id="rId2" Type="http://schemas.openxmlformats.org/officeDocument/2006/relationships/image" Target="../media/image329.emf"/><Relationship Id="rId1" Type="http://schemas.openxmlformats.org/officeDocument/2006/relationships/image" Target="../media/image328.emf"/><Relationship Id="rId5" Type="http://schemas.openxmlformats.org/officeDocument/2006/relationships/image" Target="../media/image332.emf"/><Relationship Id="rId4" Type="http://schemas.openxmlformats.org/officeDocument/2006/relationships/image" Target="../media/image331.emf"/></Relationships>
</file>

<file path=ppt/drawings/_rels/vmlDrawing88.vml.rels><?xml version="1.0" encoding="UTF-8" standalone="yes"?>
<Relationships xmlns="http://schemas.openxmlformats.org/package/2006/relationships"><Relationship Id="rId3" Type="http://schemas.openxmlformats.org/officeDocument/2006/relationships/image" Target="../media/image335.emf"/><Relationship Id="rId2" Type="http://schemas.openxmlformats.org/officeDocument/2006/relationships/image" Target="../media/image334.emf"/><Relationship Id="rId1" Type="http://schemas.openxmlformats.org/officeDocument/2006/relationships/image" Target="../media/image333.emf"/><Relationship Id="rId4" Type="http://schemas.openxmlformats.org/officeDocument/2006/relationships/image" Target="../media/image336.emf"/></Relationships>
</file>

<file path=ppt/drawings/_rels/vmlDrawing89.vml.rels><?xml version="1.0" encoding="UTF-8" standalone="yes"?>
<Relationships xmlns="http://schemas.openxmlformats.org/package/2006/relationships"><Relationship Id="rId3" Type="http://schemas.openxmlformats.org/officeDocument/2006/relationships/image" Target="../media/image339.emf"/><Relationship Id="rId2" Type="http://schemas.openxmlformats.org/officeDocument/2006/relationships/image" Target="../media/image338.emf"/><Relationship Id="rId1" Type="http://schemas.openxmlformats.org/officeDocument/2006/relationships/image" Target="../media/image337.emf"/><Relationship Id="rId4" Type="http://schemas.openxmlformats.org/officeDocument/2006/relationships/image" Target="../media/image340.emf"/></Relationships>
</file>

<file path=ppt/drawings/_rels/vmlDrawing90.vml.rels><?xml version="1.0" encoding="UTF-8" standalone="yes"?>
<Relationships xmlns="http://schemas.openxmlformats.org/package/2006/relationships"><Relationship Id="rId2" Type="http://schemas.openxmlformats.org/officeDocument/2006/relationships/image" Target="../media/image342.emf"/><Relationship Id="rId1" Type="http://schemas.openxmlformats.org/officeDocument/2006/relationships/image" Target="../media/image341.emf"/></Relationships>
</file>

<file path=ppt/drawings/_rels/vmlDrawing91.vml.rels><?xml version="1.0" encoding="UTF-8" standalone="yes"?>
<Relationships xmlns="http://schemas.openxmlformats.org/package/2006/relationships"><Relationship Id="rId3" Type="http://schemas.openxmlformats.org/officeDocument/2006/relationships/image" Target="../media/image345.emf"/><Relationship Id="rId2" Type="http://schemas.openxmlformats.org/officeDocument/2006/relationships/image" Target="../media/image344.emf"/><Relationship Id="rId1" Type="http://schemas.openxmlformats.org/officeDocument/2006/relationships/image" Target="../media/image343.emf"/><Relationship Id="rId4" Type="http://schemas.openxmlformats.org/officeDocument/2006/relationships/image" Target="../media/image346.emf"/></Relationships>
</file>

<file path=ppt/drawings/_rels/vmlDrawing92.vml.rels><?xml version="1.0" encoding="UTF-8" standalone="yes"?>
<Relationships xmlns="http://schemas.openxmlformats.org/package/2006/relationships"><Relationship Id="rId3" Type="http://schemas.openxmlformats.org/officeDocument/2006/relationships/image" Target="../media/image349.emf"/><Relationship Id="rId2" Type="http://schemas.openxmlformats.org/officeDocument/2006/relationships/image" Target="../media/image348.emf"/><Relationship Id="rId1" Type="http://schemas.openxmlformats.org/officeDocument/2006/relationships/image" Target="../media/image347.emf"/><Relationship Id="rId6" Type="http://schemas.openxmlformats.org/officeDocument/2006/relationships/image" Target="../media/image352.emf"/><Relationship Id="rId5" Type="http://schemas.openxmlformats.org/officeDocument/2006/relationships/image" Target="../media/image351.emf"/><Relationship Id="rId4" Type="http://schemas.openxmlformats.org/officeDocument/2006/relationships/image" Target="../media/image350.emf"/></Relationships>
</file>

<file path=ppt/drawings/_rels/vmlDrawing93.vml.rels><?xml version="1.0" encoding="UTF-8" standalone="yes"?>
<Relationships xmlns="http://schemas.openxmlformats.org/package/2006/relationships"><Relationship Id="rId3" Type="http://schemas.openxmlformats.org/officeDocument/2006/relationships/image" Target="../media/image355.emf"/><Relationship Id="rId2" Type="http://schemas.openxmlformats.org/officeDocument/2006/relationships/image" Target="../media/image354.emf"/><Relationship Id="rId1" Type="http://schemas.openxmlformats.org/officeDocument/2006/relationships/image" Target="../media/image353.emf"/></Relationships>
</file>

<file path=ppt/drawings/_rels/vmlDrawing94.vml.rels><?xml version="1.0" encoding="UTF-8" standalone="yes"?>
<Relationships xmlns="http://schemas.openxmlformats.org/package/2006/relationships"><Relationship Id="rId3" Type="http://schemas.openxmlformats.org/officeDocument/2006/relationships/image" Target="../media/image358.emf"/><Relationship Id="rId2" Type="http://schemas.openxmlformats.org/officeDocument/2006/relationships/image" Target="../media/image357.emf"/><Relationship Id="rId1" Type="http://schemas.openxmlformats.org/officeDocument/2006/relationships/image" Target="../media/image356.emf"/><Relationship Id="rId6" Type="http://schemas.openxmlformats.org/officeDocument/2006/relationships/image" Target="../media/image361.emf"/><Relationship Id="rId5" Type="http://schemas.openxmlformats.org/officeDocument/2006/relationships/image" Target="../media/image360.emf"/><Relationship Id="rId4" Type="http://schemas.openxmlformats.org/officeDocument/2006/relationships/image" Target="../media/image359.emf"/></Relationships>
</file>

<file path=ppt/drawings/_rels/vmlDrawing95.vml.rels><?xml version="1.0" encoding="UTF-8" standalone="yes"?>
<Relationships xmlns="http://schemas.openxmlformats.org/package/2006/relationships"><Relationship Id="rId3" Type="http://schemas.openxmlformats.org/officeDocument/2006/relationships/image" Target="../media/image364.emf"/><Relationship Id="rId2" Type="http://schemas.openxmlformats.org/officeDocument/2006/relationships/image" Target="../media/image363.emf"/><Relationship Id="rId1" Type="http://schemas.openxmlformats.org/officeDocument/2006/relationships/image" Target="../media/image362.emf"/><Relationship Id="rId6" Type="http://schemas.openxmlformats.org/officeDocument/2006/relationships/image" Target="../media/image367.emf"/><Relationship Id="rId5" Type="http://schemas.openxmlformats.org/officeDocument/2006/relationships/image" Target="../media/image366.emf"/><Relationship Id="rId4" Type="http://schemas.openxmlformats.org/officeDocument/2006/relationships/image" Target="../media/image365.emf"/></Relationships>
</file>

<file path=ppt/drawings/_rels/vmlDrawing96.vml.rels><?xml version="1.0" encoding="UTF-8" standalone="yes"?>
<Relationships xmlns="http://schemas.openxmlformats.org/package/2006/relationships"><Relationship Id="rId3" Type="http://schemas.openxmlformats.org/officeDocument/2006/relationships/image" Target="../media/image370.emf"/><Relationship Id="rId2" Type="http://schemas.openxmlformats.org/officeDocument/2006/relationships/image" Target="../media/image369.emf"/><Relationship Id="rId1" Type="http://schemas.openxmlformats.org/officeDocument/2006/relationships/image" Target="../media/image368.emf"/></Relationships>
</file>

<file path=ppt/drawings/_rels/vmlDrawing97.vml.rels><?xml version="1.0" encoding="UTF-8" standalone="yes"?>
<Relationships xmlns="http://schemas.openxmlformats.org/package/2006/relationships"><Relationship Id="rId8" Type="http://schemas.openxmlformats.org/officeDocument/2006/relationships/image" Target="../media/image378.emf"/><Relationship Id="rId3" Type="http://schemas.openxmlformats.org/officeDocument/2006/relationships/image" Target="../media/image373.wmf"/><Relationship Id="rId7" Type="http://schemas.openxmlformats.org/officeDocument/2006/relationships/image" Target="../media/image377.wmf"/><Relationship Id="rId2" Type="http://schemas.openxmlformats.org/officeDocument/2006/relationships/image" Target="../media/image372.jpeg"/><Relationship Id="rId1" Type="http://schemas.openxmlformats.org/officeDocument/2006/relationships/image" Target="../media/image371.emf"/><Relationship Id="rId6" Type="http://schemas.openxmlformats.org/officeDocument/2006/relationships/image" Target="../media/image376.jpeg"/><Relationship Id="rId5" Type="http://schemas.openxmlformats.org/officeDocument/2006/relationships/image" Target="../media/image375.emf"/><Relationship Id="rId10" Type="http://schemas.openxmlformats.org/officeDocument/2006/relationships/image" Target="../media/image380.wmf"/><Relationship Id="rId4" Type="http://schemas.openxmlformats.org/officeDocument/2006/relationships/image" Target="../media/image374.emf"/><Relationship Id="rId9" Type="http://schemas.openxmlformats.org/officeDocument/2006/relationships/image" Target="../media/image379.jpeg"/></Relationships>
</file>

<file path=ppt/drawings/_rels/vmlDrawing98.vml.rels><?xml version="1.0" encoding="UTF-8" standalone="yes"?>
<Relationships xmlns="http://schemas.openxmlformats.org/package/2006/relationships"><Relationship Id="rId1" Type="http://schemas.openxmlformats.org/officeDocument/2006/relationships/image" Target="../media/image381.emf"/></Relationships>
</file>

<file path=ppt/drawings/_rels/vmlDrawing99.vml.rels><?xml version="1.0" encoding="UTF-8" standalone="yes"?>
<Relationships xmlns="http://schemas.openxmlformats.org/package/2006/relationships"><Relationship Id="rId2" Type="http://schemas.openxmlformats.org/officeDocument/2006/relationships/image" Target="../media/image383.emf"/><Relationship Id="rId1" Type="http://schemas.openxmlformats.org/officeDocument/2006/relationships/image" Target="../media/image382.emf"/></Relationships>
</file>

<file path=ppt/drawings/_rels/vmlDrawing100.vml.rels><?xml version="1.0" encoding="UTF-8" standalone="yes"?>
<Relationships xmlns="http://schemas.openxmlformats.org/package/2006/relationships"><Relationship Id="rId3" Type="http://schemas.openxmlformats.org/officeDocument/2006/relationships/image" Target="../media/image386.emf"/><Relationship Id="rId2" Type="http://schemas.openxmlformats.org/officeDocument/2006/relationships/image" Target="../media/image385.emf"/><Relationship Id="rId1" Type="http://schemas.openxmlformats.org/officeDocument/2006/relationships/image" Target="../media/image384.emf"/><Relationship Id="rId5" Type="http://schemas.openxmlformats.org/officeDocument/2006/relationships/image" Target="../media/image388.emf"/><Relationship Id="rId4" Type="http://schemas.openxmlformats.org/officeDocument/2006/relationships/image" Target="../media/image387.emf"/></Relationships>
</file>

<file path=ppt/drawings/_rels/vmlDrawing101.vml.rels><?xml version="1.0" encoding="UTF-8" standalone="yes"?>
<Relationships xmlns="http://schemas.openxmlformats.org/package/2006/relationships"><Relationship Id="rId3" Type="http://schemas.openxmlformats.org/officeDocument/2006/relationships/image" Target="../media/image391.emf"/><Relationship Id="rId2" Type="http://schemas.openxmlformats.org/officeDocument/2006/relationships/image" Target="../media/image390.emf"/><Relationship Id="rId1" Type="http://schemas.openxmlformats.org/officeDocument/2006/relationships/image" Target="../media/image389.emf"/></Relationships>
</file>

<file path=ppt/drawings/_rels/vmlDrawing102.vml.rels><?xml version="1.0" encoding="UTF-8" standalone="yes"?>
<Relationships xmlns="http://schemas.openxmlformats.org/package/2006/relationships"><Relationship Id="rId2" Type="http://schemas.openxmlformats.org/officeDocument/2006/relationships/image" Target="../media/image393.emf"/><Relationship Id="rId1" Type="http://schemas.openxmlformats.org/officeDocument/2006/relationships/image" Target="../media/image392.emf"/></Relationships>
</file>

<file path=ppt/drawings/_rels/vmlDrawing103.vml.rels><?xml version="1.0" encoding="UTF-8" standalone="yes"?>
<Relationships xmlns="http://schemas.openxmlformats.org/package/2006/relationships"><Relationship Id="rId3" Type="http://schemas.openxmlformats.org/officeDocument/2006/relationships/image" Target="../media/image396.emf"/><Relationship Id="rId2" Type="http://schemas.openxmlformats.org/officeDocument/2006/relationships/image" Target="../media/image395.emf"/><Relationship Id="rId1" Type="http://schemas.openxmlformats.org/officeDocument/2006/relationships/image" Target="../media/image394.emf"/><Relationship Id="rId5" Type="http://schemas.openxmlformats.org/officeDocument/2006/relationships/image" Target="../media/image398.emf"/><Relationship Id="rId4" Type="http://schemas.openxmlformats.org/officeDocument/2006/relationships/image" Target="../media/image397.emf"/></Relationships>
</file>

<file path=ppt/drawings/_rels/vmlDrawing104.vml.rels><?xml version="1.0" encoding="UTF-8" standalone="yes"?>
<Relationships xmlns="http://schemas.openxmlformats.org/package/2006/relationships"><Relationship Id="rId3" Type="http://schemas.openxmlformats.org/officeDocument/2006/relationships/image" Target="../media/image401.emf"/><Relationship Id="rId2" Type="http://schemas.openxmlformats.org/officeDocument/2006/relationships/image" Target="../media/image400.emf"/><Relationship Id="rId1" Type="http://schemas.openxmlformats.org/officeDocument/2006/relationships/image" Target="../media/image399.emf"/><Relationship Id="rId4" Type="http://schemas.openxmlformats.org/officeDocument/2006/relationships/image" Target="../media/image402.emf"/></Relationships>
</file>

<file path=ppt/drawings/_rels/vmlDrawing105.vml.rels><?xml version="1.0" encoding="UTF-8" standalone="yes"?>
<Relationships xmlns="http://schemas.openxmlformats.org/package/2006/relationships"><Relationship Id="rId3" Type="http://schemas.openxmlformats.org/officeDocument/2006/relationships/image" Target="../media/image405.emf"/><Relationship Id="rId2" Type="http://schemas.openxmlformats.org/officeDocument/2006/relationships/image" Target="../media/image404.emf"/><Relationship Id="rId1" Type="http://schemas.openxmlformats.org/officeDocument/2006/relationships/image" Target="../media/image403.emf"/><Relationship Id="rId5" Type="http://schemas.openxmlformats.org/officeDocument/2006/relationships/image" Target="../media/image407.emf"/><Relationship Id="rId4" Type="http://schemas.openxmlformats.org/officeDocument/2006/relationships/image" Target="../media/image406.emf"/></Relationships>
</file>

<file path=ppt/drawings/_rels/vmlDrawing106.vml.rels><?xml version="1.0" encoding="UTF-8" standalone="yes"?>
<Relationships xmlns="http://schemas.openxmlformats.org/package/2006/relationships"><Relationship Id="rId3" Type="http://schemas.openxmlformats.org/officeDocument/2006/relationships/image" Target="../media/image410.emf"/><Relationship Id="rId2" Type="http://schemas.openxmlformats.org/officeDocument/2006/relationships/image" Target="../media/image409.emf"/><Relationship Id="rId1" Type="http://schemas.openxmlformats.org/officeDocument/2006/relationships/image" Target="../media/image408.emf"/></Relationships>
</file>

<file path=ppt/drawings/_rels/vmlDrawing107.vml.rels><?xml version="1.0" encoding="UTF-8" standalone="yes"?>
<Relationships xmlns="http://schemas.openxmlformats.org/package/2006/relationships"><Relationship Id="rId3" Type="http://schemas.openxmlformats.org/officeDocument/2006/relationships/image" Target="../media/image413.emf"/><Relationship Id="rId2" Type="http://schemas.openxmlformats.org/officeDocument/2006/relationships/image" Target="../media/image412.emf"/><Relationship Id="rId1" Type="http://schemas.openxmlformats.org/officeDocument/2006/relationships/image" Target="../media/image411.emf"/></Relationships>
</file>

<file path=ppt/drawings/_rels/vmlDrawing108.vml.rels><?xml version="1.0" encoding="UTF-8" standalone="yes"?>
<Relationships xmlns="http://schemas.openxmlformats.org/package/2006/relationships"><Relationship Id="rId1" Type="http://schemas.openxmlformats.org/officeDocument/2006/relationships/image" Target="../media/image414.emf"/></Relationships>
</file>

<file path=ppt/drawings/_rels/vmlDrawing109.vml.rels><?xml version="1.0" encoding="UTF-8" standalone="yes"?>
<Relationships xmlns="http://schemas.openxmlformats.org/package/2006/relationships"><Relationship Id="rId3" Type="http://schemas.openxmlformats.org/officeDocument/2006/relationships/image" Target="../media/image417.emf"/><Relationship Id="rId7" Type="http://schemas.openxmlformats.org/officeDocument/2006/relationships/image" Target="../media/image421.emf"/><Relationship Id="rId2" Type="http://schemas.openxmlformats.org/officeDocument/2006/relationships/image" Target="../media/image416.emf"/><Relationship Id="rId1" Type="http://schemas.openxmlformats.org/officeDocument/2006/relationships/image" Target="../media/image415.emf"/><Relationship Id="rId6" Type="http://schemas.openxmlformats.org/officeDocument/2006/relationships/image" Target="../media/image420.emf"/><Relationship Id="rId5" Type="http://schemas.openxmlformats.org/officeDocument/2006/relationships/image" Target="../media/image419.emf"/><Relationship Id="rId4" Type="http://schemas.openxmlformats.org/officeDocument/2006/relationships/image" Target="../media/image418.emf"/></Relationships>
</file>

<file path=ppt/drawings/_rels/vmlDrawing110.vml.rels><?xml version="1.0" encoding="UTF-8" standalone="yes"?>
<Relationships xmlns="http://schemas.openxmlformats.org/package/2006/relationships"><Relationship Id="rId3" Type="http://schemas.openxmlformats.org/officeDocument/2006/relationships/image" Target="../media/image424.emf"/><Relationship Id="rId2" Type="http://schemas.openxmlformats.org/officeDocument/2006/relationships/image" Target="../media/image423.emf"/><Relationship Id="rId1" Type="http://schemas.openxmlformats.org/officeDocument/2006/relationships/image" Target="../media/image422.emf"/><Relationship Id="rId4" Type="http://schemas.openxmlformats.org/officeDocument/2006/relationships/image" Target="../media/image425.emf"/></Relationships>
</file>

<file path=ppt/drawings/_rels/vmlDrawing111.vml.rels><?xml version="1.0" encoding="UTF-8" standalone="yes"?>
<Relationships xmlns="http://schemas.openxmlformats.org/package/2006/relationships"><Relationship Id="rId3" Type="http://schemas.openxmlformats.org/officeDocument/2006/relationships/image" Target="../media/image428.emf"/><Relationship Id="rId2" Type="http://schemas.openxmlformats.org/officeDocument/2006/relationships/image" Target="../media/image427.emf"/><Relationship Id="rId1" Type="http://schemas.openxmlformats.org/officeDocument/2006/relationships/image" Target="../media/image426.emf"/><Relationship Id="rId5" Type="http://schemas.openxmlformats.org/officeDocument/2006/relationships/image" Target="../media/image430.emf"/><Relationship Id="rId4" Type="http://schemas.openxmlformats.org/officeDocument/2006/relationships/image" Target="../media/image429.emf"/></Relationships>
</file>

<file path=ppt/drawings/_rels/vmlDrawing112.vml.rels><?xml version="1.0" encoding="UTF-8" standalone="yes"?>
<Relationships xmlns="http://schemas.openxmlformats.org/package/2006/relationships"><Relationship Id="rId2" Type="http://schemas.openxmlformats.org/officeDocument/2006/relationships/image" Target="../media/image432.emf"/><Relationship Id="rId1" Type="http://schemas.openxmlformats.org/officeDocument/2006/relationships/image" Target="../media/image431.emf"/></Relationships>
</file>

<file path=ppt/drawings/_rels/vmlDrawing113.vml.rels><?xml version="1.0" encoding="UTF-8" standalone="yes"?>
<Relationships xmlns="http://schemas.openxmlformats.org/package/2006/relationships"><Relationship Id="rId3" Type="http://schemas.openxmlformats.org/officeDocument/2006/relationships/image" Target="../media/image435.emf"/><Relationship Id="rId2" Type="http://schemas.openxmlformats.org/officeDocument/2006/relationships/image" Target="../media/image434.emf"/><Relationship Id="rId1" Type="http://schemas.openxmlformats.org/officeDocument/2006/relationships/image" Target="../media/image433.emf"/></Relationships>
</file>

<file path=ppt/drawings/_rels/vmlDrawing114.vml.rels><?xml version="1.0" encoding="UTF-8" standalone="yes"?>
<Relationships xmlns="http://schemas.openxmlformats.org/package/2006/relationships"><Relationship Id="rId8" Type="http://schemas.openxmlformats.org/officeDocument/2006/relationships/image" Target="../media/image443.emf"/><Relationship Id="rId3" Type="http://schemas.openxmlformats.org/officeDocument/2006/relationships/image" Target="../media/image438.emf"/><Relationship Id="rId7" Type="http://schemas.openxmlformats.org/officeDocument/2006/relationships/image" Target="../media/image442.emf"/><Relationship Id="rId2" Type="http://schemas.openxmlformats.org/officeDocument/2006/relationships/image" Target="../media/image437.emf"/><Relationship Id="rId1" Type="http://schemas.openxmlformats.org/officeDocument/2006/relationships/image" Target="../media/image436.emf"/><Relationship Id="rId6" Type="http://schemas.openxmlformats.org/officeDocument/2006/relationships/image" Target="../media/image441.emf"/><Relationship Id="rId5" Type="http://schemas.openxmlformats.org/officeDocument/2006/relationships/image" Target="../media/image440.emf"/><Relationship Id="rId4" Type="http://schemas.openxmlformats.org/officeDocument/2006/relationships/image" Target="../media/image439.emf"/><Relationship Id="rId9" Type="http://schemas.openxmlformats.org/officeDocument/2006/relationships/image" Target="../media/image444.emf"/></Relationships>
</file>

<file path=ppt/drawings/_rels/vmlDrawing115.vml.rels><?xml version="1.0" encoding="UTF-8" standalone="yes"?>
<Relationships xmlns="http://schemas.openxmlformats.org/package/2006/relationships"><Relationship Id="rId3" Type="http://schemas.openxmlformats.org/officeDocument/2006/relationships/image" Target="../media/image447.emf"/><Relationship Id="rId7" Type="http://schemas.openxmlformats.org/officeDocument/2006/relationships/image" Target="../media/image451.emf"/><Relationship Id="rId2" Type="http://schemas.openxmlformats.org/officeDocument/2006/relationships/image" Target="../media/image446.emf"/><Relationship Id="rId1" Type="http://schemas.openxmlformats.org/officeDocument/2006/relationships/image" Target="../media/image445.emf"/><Relationship Id="rId6" Type="http://schemas.openxmlformats.org/officeDocument/2006/relationships/image" Target="../media/image450.emf"/><Relationship Id="rId5" Type="http://schemas.openxmlformats.org/officeDocument/2006/relationships/image" Target="../media/image449.emf"/><Relationship Id="rId4" Type="http://schemas.openxmlformats.org/officeDocument/2006/relationships/image" Target="../media/image448.emf"/></Relationships>
</file>

<file path=ppt/drawings/_rels/vmlDrawing116.vml.rels><?xml version="1.0" encoding="UTF-8" standalone="yes"?>
<Relationships xmlns="http://schemas.openxmlformats.org/package/2006/relationships"><Relationship Id="rId3" Type="http://schemas.openxmlformats.org/officeDocument/2006/relationships/image" Target="../media/image454.emf"/><Relationship Id="rId2" Type="http://schemas.openxmlformats.org/officeDocument/2006/relationships/image" Target="../media/image453.emf"/><Relationship Id="rId1" Type="http://schemas.openxmlformats.org/officeDocument/2006/relationships/image" Target="../media/image452.emf"/><Relationship Id="rId5" Type="http://schemas.openxmlformats.org/officeDocument/2006/relationships/image" Target="../media/image456.emf"/><Relationship Id="rId4" Type="http://schemas.openxmlformats.org/officeDocument/2006/relationships/image" Target="../media/image455.emf"/></Relationships>
</file>

<file path=ppt/drawings/_rels/vmlDrawing117.vml.rels><?xml version="1.0" encoding="UTF-8" standalone="yes"?>
<Relationships xmlns="http://schemas.openxmlformats.org/package/2006/relationships"><Relationship Id="rId3" Type="http://schemas.openxmlformats.org/officeDocument/2006/relationships/image" Target="../media/image459.emf"/><Relationship Id="rId2" Type="http://schemas.openxmlformats.org/officeDocument/2006/relationships/image" Target="../media/image458.emf"/><Relationship Id="rId1" Type="http://schemas.openxmlformats.org/officeDocument/2006/relationships/image" Target="../media/image457.emf"/></Relationships>
</file>

<file path=ppt/drawings/_rels/vmlDrawing118.vml.rels><?xml version="1.0" encoding="UTF-8" standalone="yes"?>
<Relationships xmlns="http://schemas.openxmlformats.org/package/2006/relationships"><Relationship Id="rId3" Type="http://schemas.openxmlformats.org/officeDocument/2006/relationships/image" Target="../media/image462.emf"/><Relationship Id="rId2" Type="http://schemas.openxmlformats.org/officeDocument/2006/relationships/image" Target="../media/image461.emf"/><Relationship Id="rId1" Type="http://schemas.openxmlformats.org/officeDocument/2006/relationships/image" Target="../media/image460.emf"/><Relationship Id="rId4" Type="http://schemas.openxmlformats.org/officeDocument/2006/relationships/image" Target="../media/image463.emf"/></Relationships>
</file>

<file path=ppt/drawings/_rels/vmlDrawing119.vml.rels><?xml version="1.0" encoding="UTF-8" standalone="yes"?>
<Relationships xmlns="http://schemas.openxmlformats.org/package/2006/relationships"><Relationship Id="rId1" Type="http://schemas.openxmlformats.org/officeDocument/2006/relationships/image" Target="../media/image464.emf"/></Relationships>
</file>

<file path=ppt/drawings/_rels/vmlDrawing120.vml.rels><?xml version="1.0" encoding="UTF-8" standalone="yes"?>
<Relationships xmlns="http://schemas.openxmlformats.org/package/2006/relationships"><Relationship Id="rId3" Type="http://schemas.openxmlformats.org/officeDocument/2006/relationships/image" Target="../media/image467.emf"/><Relationship Id="rId2" Type="http://schemas.openxmlformats.org/officeDocument/2006/relationships/image" Target="../media/image466.emf"/><Relationship Id="rId1" Type="http://schemas.openxmlformats.org/officeDocument/2006/relationships/image" Target="../media/image465.emf"/><Relationship Id="rId6" Type="http://schemas.openxmlformats.org/officeDocument/2006/relationships/image" Target="../media/image470.emf"/><Relationship Id="rId5" Type="http://schemas.openxmlformats.org/officeDocument/2006/relationships/image" Target="../media/image469.emf"/><Relationship Id="rId4" Type="http://schemas.openxmlformats.org/officeDocument/2006/relationships/image" Target="../media/image468.emf"/></Relationships>
</file>

<file path=ppt/drawings/_rels/vmlDrawing121.vml.rels><?xml version="1.0" encoding="UTF-8" standalone="yes"?>
<Relationships xmlns="http://schemas.openxmlformats.org/package/2006/relationships"><Relationship Id="rId3" Type="http://schemas.openxmlformats.org/officeDocument/2006/relationships/image" Target="../media/image473.emf"/><Relationship Id="rId2" Type="http://schemas.openxmlformats.org/officeDocument/2006/relationships/image" Target="../media/image472.emf"/><Relationship Id="rId1" Type="http://schemas.openxmlformats.org/officeDocument/2006/relationships/image" Target="../media/image471.emf"/></Relationships>
</file>

<file path=ppt/drawings/_rels/vmlDrawing122.vml.rels><?xml version="1.0" encoding="UTF-8" standalone="yes"?>
<Relationships xmlns="http://schemas.openxmlformats.org/package/2006/relationships"><Relationship Id="rId3" Type="http://schemas.openxmlformats.org/officeDocument/2006/relationships/image" Target="../media/image476.emf"/><Relationship Id="rId2" Type="http://schemas.openxmlformats.org/officeDocument/2006/relationships/image" Target="../media/image475.emf"/><Relationship Id="rId1" Type="http://schemas.openxmlformats.org/officeDocument/2006/relationships/image" Target="../media/image474.emf"/><Relationship Id="rId6" Type="http://schemas.openxmlformats.org/officeDocument/2006/relationships/image" Target="../media/image479.emf"/><Relationship Id="rId5" Type="http://schemas.openxmlformats.org/officeDocument/2006/relationships/image" Target="../media/image478.emf"/><Relationship Id="rId4" Type="http://schemas.openxmlformats.org/officeDocument/2006/relationships/image" Target="../media/image477.emf"/></Relationships>
</file>

<file path=ppt/drawings/_rels/vmlDrawing123.vml.rels><?xml version="1.0" encoding="UTF-8" standalone="yes"?>
<Relationships xmlns="http://schemas.openxmlformats.org/package/2006/relationships"><Relationship Id="rId3" Type="http://schemas.openxmlformats.org/officeDocument/2006/relationships/image" Target="../media/image482.emf"/><Relationship Id="rId2" Type="http://schemas.openxmlformats.org/officeDocument/2006/relationships/image" Target="../media/image481.emf"/><Relationship Id="rId1" Type="http://schemas.openxmlformats.org/officeDocument/2006/relationships/image" Target="../media/image480.emf"/><Relationship Id="rId5" Type="http://schemas.openxmlformats.org/officeDocument/2006/relationships/image" Target="../media/image484.emf"/><Relationship Id="rId4" Type="http://schemas.openxmlformats.org/officeDocument/2006/relationships/image" Target="../media/image483.emf"/></Relationships>
</file>

<file path=ppt/drawings/_rels/vmlDrawing124.vml.rels><?xml version="1.0" encoding="UTF-8" standalone="yes"?>
<Relationships xmlns="http://schemas.openxmlformats.org/package/2006/relationships"><Relationship Id="rId3" Type="http://schemas.openxmlformats.org/officeDocument/2006/relationships/image" Target="../media/image487.emf"/><Relationship Id="rId2" Type="http://schemas.openxmlformats.org/officeDocument/2006/relationships/image" Target="../media/image486.emf"/><Relationship Id="rId1" Type="http://schemas.openxmlformats.org/officeDocument/2006/relationships/image" Target="../media/image485.emf"/><Relationship Id="rId4" Type="http://schemas.openxmlformats.org/officeDocument/2006/relationships/image" Target="../media/image488.emf"/></Relationships>
</file>

<file path=ppt/drawings/_rels/vmlDrawing125.vml.rels><?xml version="1.0" encoding="UTF-8" standalone="yes"?>
<Relationships xmlns="http://schemas.openxmlformats.org/package/2006/relationships"><Relationship Id="rId3" Type="http://schemas.openxmlformats.org/officeDocument/2006/relationships/image" Target="../media/image491.emf"/><Relationship Id="rId2" Type="http://schemas.openxmlformats.org/officeDocument/2006/relationships/image" Target="../media/image490.emf"/><Relationship Id="rId1" Type="http://schemas.openxmlformats.org/officeDocument/2006/relationships/image" Target="../media/image489.emf"/></Relationships>
</file>

<file path=ppt/drawings/_rels/vmlDrawing126.vml.rels><?xml version="1.0" encoding="UTF-8" standalone="yes"?>
<Relationships xmlns="http://schemas.openxmlformats.org/package/2006/relationships"><Relationship Id="rId3" Type="http://schemas.openxmlformats.org/officeDocument/2006/relationships/image" Target="../media/image494.emf"/><Relationship Id="rId2" Type="http://schemas.openxmlformats.org/officeDocument/2006/relationships/image" Target="../media/image493.emf"/><Relationship Id="rId1" Type="http://schemas.openxmlformats.org/officeDocument/2006/relationships/image" Target="../media/image492.emf"/><Relationship Id="rId4" Type="http://schemas.openxmlformats.org/officeDocument/2006/relationships/image" Target="../media/image495.emf"/></Relationships>
</file>

<file path=ppt/drawings/_rels/vmlDrawing127.vml.rels><?xml version="1.0" encoding="UTF-8" standalone="yes"?>
<Relationships xmlns="http://schemas.openxmlformats.org/package/2006/relationships"><Relationship Id="rId8" Type="http://schemas.openxmlformats.org/officeDocument/2006/relationships/image" Target="../media/image503.emf"/><Relationship Id="rId3" Type="http://schemas.openxmlformats.org/officeDocument/2006/relationships/image" Target="../media/image498.emf"/><Relationship Id="rId7" Type="http://schemas.openxmlformats.org/officeDocument/2006/relationships/image" Target="../media/image502.emf"/><Relationship Id="rId2" Type="http://schemas.openxmlformats.org/officeDocument/2006/relationships/image" Target="../media/image497.emf"/><Relationship Id="rId1" Type="http://schemas.openxmlformats.org/officeDocument/2006/relationships/image" Target="../media/image496.emf"/><Relationship Id="rId6" Type="http://schemas.openxmlformats.org/officeDocument/2006/relationships/image" Target="../media/image501.emf"/><Relationship Id="rId5" Type="http://schemas.openxmlformats.org/officeDocument/2006/relationships/image" Target="../media/image500.wmf"/><Relationship Id="rId4" Type="http://schemas.openxmlformats.org/officeDocument/2006/relationships/image" Target="../media/image499.emf"/></Relationships>
</file>

<file path=ppt/drawings/_rels/vmlDrawing128.vml.rels><?xml version="1.0" encoding="UTF-8" standalone="yes"?>
<Relationships xmlns="http://schemas.openxmlformats.org/package/2006/relationships"><Relationship Id="rId2" Type="http://schemas.openxmlformats.org/officeDocument/2006/relationships/image" Target="../media/image505.emf"/><Relationship Id="rId1" Type="http://schemas.openxmlformats.org/officeDocument/2006/relationships/image" Target="../media/image504.emf"/></Relationships>
</file>

<file path=ppt/drawings/_rels/vmlDrawing129.vml.rels><?xml version="1.0" encoding="UTF-8" standalone="yes"?>
<Relationships xmlns="http://schemas.openxmlformats.org/package/2006/relationships"><Relationship Id="rId3" Type="http://schemas.openxmlformats.org/officeDocument/2006/relationships/image" Target="../media/image508.emf"/><Relationship Id="rId2" Type="http://schemas.openxmlformats.org/officeDocument/2006/relationships/image" Target="../media/image507.emf"/><Relationship Id="rId1" Type="http://schemas.openxmlformats.org/officeDocument/2006/relationships/image" Target="../media/image506.emf"/></Relationships>
</file>

<file path=ppt/drawings/_rels/vmlDrawing130.vml.rels><?xml version="1.0" encoding="UTF-8" standalone="yes"?>
<Relationships xmlns="http://schemas.openxmlformats.org/package/2006/relationships"><Relationship Id="rId8" Type="http://schemas.openxmlformats.org/officeDocument/2006/relationships/image" Target="../media/image516.emf"/><Relationship Id="rId3" Type="http://schemas.openxmlformats.org/officeDocument/2006/relationships/image" Target="../media/image511.emf"/><Relationship Id="rId7" Type="http://schemas.openxmlformats.org/officeDocument/2006/relationships/image" Target="../media/image515.emf"/><Relationship Id="rId2" Type="http://schemas.openxmlformats.org/officeDocument/2006/relationships/image" Target="../media/image510.emf"/><Relationship Id="rId1" Type="http://schemas.openxmlformats.org/officeDocument/2006/relationships/image" Target="../media/image509.emf"/><Relationship Id="rId6" Type="http://schemas.openxmlformats.org/officeDocument/2006/relationships/image" Target="../media/image514.emf"/><Relationship Id="rId5" Type="http://schemas.openxmlformats.org/officeDocument/2006/relationships/image" Target="../media/image513.emf"/><Relationship Id="rId4" Type="http://schemas.openxmlformats.org/officeDocument/2006/relationships/image" Target="../media/image512.emf"/><Relationship Id="rId9" Type="http://schemas.openxmlformats.org/officeDocument/2006/relationships/image" Target="../media/image517.emf"/></Relationships>
</file>

<file path=ppt/drawings/_rels/vmlDrawing131.vml.rels><?xml version="1.0" encoding="UTF-8" standalone="yes"?>
<Relationships xmlns="http://schemas.openxmlformats.org/package/2006/relationships"><Relationship Id="rId3" Type="http://schemas.openxmlformats.org/officeDocument/2006/relationships/image" Target="../media/image520.emf"/><Relationship Id="rId2" Type="http://schemas.openxmlformats.org/officeDocument/2006/relationships/image" Target="../media/image519.emf"/><Relationship Id="rId1" Type="http://schemas.openxmlformats.org/officeDocument/2006/relationships/image" Target="../media/image518.emf"/><Relationship Id="rId5" Type="http://schemas.openxmlformats.org/officeDocument/2006/relationships/image" Target="../media/image522.emf"/><Relationship Id="rId4" Type="http://schemas.openxmlformats.org/officeDocument/2006/relationships/image" Target="../media/image521.emf"/></Relationships>
</file>

<file path=ppt/drawings/_rels/vmlDrawing132.vml.rels><?xml version="1.0" encoding="UTF-8" standalone="yes"?>
<Relationships xmlns="http://schemas.openxmlformats.org/package/2006/relationships"><Relationship Id="rId2" Type="http://schemas.openxmlformats.org/officeDocument/2006/relationships/image" Target="../media/image524.emf"/><Relationship Id="rId1" Type="http://schemas.openxmlformats.org/officeDocument/2006/relationships/image" Target="../media/image523.emf"/></Relationships>
</file>

<file path=ppt/drawings/_rels/vmlDrawing133.vml.rels><?xml version="1.0" encoding="UTF-8" standalone="yes"?>
<Relationships xmlns="http://schemas.openxmlformats.org/package/2006/relationships"><Relationship Id="rId3" Type="http://schemas.openxmlformats.org/officeDocument/2006/relationships/image" Target="../media/image527.emf"/><Relationship Id="rId2" Type="http://schemas.openxmlformats.org/officeDocument/2006/relationships/image" Target="../media/image526.emf"/><Relationship Id="rId1" Type="http://schemas.openxmlformats.org/officeDocument/2006/relationships/image" Target="../media/image525.emf"/><Relationship Id="rId4" Type="http://schemas.openxmlformats.org/officeDocument/2006/relationships/image" Target="../media/image528.emf"/></Relationships>
</file>

<file path=ppt/drawings/_rels/vmlDrawing134.vml.rels><?xml version="1.0" encoding="UTF-8" standalone="yes"?>
<Relationships xmlns="http://schemas.openxmlformats.org/package/2006/relationships"><Relationship Id="rId3" Type="http://schemas.openxmlformats.org/officeDocument/2006/relationships/image" Target="../media/image531.emf"/><Relationship Id="rId2" Type="http://schemas.openxmlformats.org/officeDocument/2006/relationships/image" Target="../media/image530.wmf"/><Relationship Id="rId1" Type="http://schemas.openxmlformats.org/officeDocument/2006/relationships/image" Target="../media/image529.emf"/><Relationship Id="rId5" Type="http://schemas.openxmlformats.org/officeDocument/2006/relationships/image" Target="../media/image533.emf"/><Relationship Id="rId4" Type="http://schemas.openxmlformats.org/officeDocument/2006/relationships/image" Target="../media/image532.emf"/></Relationships>
</file>

<file path=ppt/drawings/_rels/vmlDrawing135.vml.rels><?xml version="1.0" encoding="UTF-8" standalone="yes"?>
<Relationships xmlns="http://schemas.openxmlformats.org/package/2006/relationships"><Relationship Id="rId3" Type="http://schemas.openxmlformats.org/officeDocument/2006/relationships/image" Target="../media/image536.emf"/><Relationship Id="rId2" Type="http://schemas.openxmlformats.org/officeDocument/2006/relationships/image" Target="../media/image535.emf"/><Relationship Id="rId1" Type="http://schemas.openxmlformats.org/officeDocument/2006/relationships/image" Target="../media/image534.wmf"/><Relationship Id="rId4" Type="http://schemas.openxmlformats.org/officeDocument/2006/relationships/image" Target="../media/image537.emf"/></Relationships>
</file>

<file path=ppt/drawings/_rels/vmlDrawing136.vml.rels><?xml version="1.0" encoding="UTF-8" standalone="yes"?>
<Relationships xmlns="http://schemas.openxmlformats.org/package/2006/relationships"><Relationship Id="rId3" Type="http://schemas.openxmlformats.org/officeDocument/2006/relationships/image" Target="../media/image540.emf"/><Relationship Id="rId2" Type="http://schemas.openxmlformats.org/officeDocument/2006/relationships/image" Target="../media/image539.wmf"/><Relationship Id="rId1" Type="http://schemas.openxmlformats.org/officeDocument/2006/relationships/image" Target="../media/image538.emf"/><Relationship Id="rId6" Type="http://schemas.openxmlformats.org/officeDocument/2006/relationships/image" Target="../media/image543.emf"/><Relationship Id="rId5" Type="http://schemas.openxmlformats.org/officeDocument/2006/relationships/image" Target="../media/image542.emf"/><Relationship Id="rId4" Type="http://schemas.openxmlformats.org/officeDocument/2006/relationships/image" Target="../media/image541.emf"/></Relationships>
</file>

<file path=ppt/drawings/_rels/vmlDrawing137.vml.rels><?xml version="1.0" encoding="UTF-8" standalone="yes"?>
<Relationships xmlns="http://schemas.openxmlformats.org/package/2006/relationships"><Relationship Id="rId3" Type="http://schemas.openxmlformats.org/officeDocument/2006/relationships/image" Target="../media/image546.emf"/><Relationship Id="rId2" Type="http://schemas.openxmlformats.org/officeDocument/2006/relationships/image" Target="../media/image545.emf"/><Relationship Id="rId1" Type="http://schemas.openxmlformats.org/officeDocument/2006/relationships/image" Target="../media/image544.emf"/><Relationship Id="rId6" Type="http://schemas.openxmlformats.org/officeDocument/2006/relationships/image" Target="../media/image549.emf"/><Relationship Id="rId5" Type="http://schemas.openxmlformats.org/officeDocument/2006/relationships/image" Target="../media/image548.emf"/><Relationship Id="rId4" Type="http://schemas.openxmlformats.org/officeDocument/2006/relationships/image" Target="../media/image547.emf"/></Relationships>
</file>

<file path=ppt/drawings/_rels/vmlDrawing138.vml.rels><?xml version="1.0" encoding="UTF-8" standalone="yes"?>
<Relationships xmlns="http://schemas.openxmlformats.org/package/2006/relationships"><Relationship Id="rId3" Type="http://schemas.openxmlformats.org/officeDocument/2006/relationships/image" Target="../media/image552.emf"/><Relationship Id="rId7" Type="http://schemas.openxmlformats.org/officeDocument/2006/relationships/image" Target="../media/image556.emf"/><Relationship Id="rId2" Type="http://schemas.openxmlformats.org/officeDocument/2006/relationships/image" Target="../media/image551.emf"/><Relationship Id="rId1" Type="http://schemas.openxmlformats.org/officeDocument/2006/relationships/image" Target="../media/image550.emf"/><Relationship Id="rId6" Type="http://schemas.openxmlformats.org/officeDocument/2006/relationships/image" Target="../media/image555.emf"/><Relationship Id="rId5" Type="http://schemas.openxmlformats.org/officeDocument/2006/relationships/image" Target="../media/image554.emf"/><Relationship Id="rId4" Type="http://schemas.openxmlformats.org/officeDocument/2006/relationships/image" Target="../media/image553.emf"/></Relationships>
</file>

<file path=ppt/drawings/_rels/vmlDrawing139.vml.rels><?xml version="1.0" encoding="UTF-8" standalone="yes"?>
<Relationships xmlns="http://schemas.openxmlformats.org/package/2006/relationships"><Relationship Id="rId8" Type="http://schemas.openxmlformats.org/officeDocument/2006/relationships/image" Target="../media/image564.emf"/><Relationship Id="rId3" Type="http://schemas.openxmlformats.org/officeDocument/2006/relationships/image" Target="../media/image559.emf"/><Relationship Id="rId7" Type="http://schemas.openxmlformats.org/officeDocument/2006/relationships/image" Target="../media/image563.emf"/><Relationship Id="rId2" Type="http://schemas.openxmlformats.org/officeDocument/2006/relationships/image" Target="../media/image558.emf"/><Relationship Id="rId1" Type="http://schemas.openxmlformats.org/officeDocument/2006/relationships/image" Target="../media/image557.emf"/><Relationship Id="rId6" Type="http://schemas.openxmlformats.org/officeDocument/2006/relationships/image" Target="../media/image562.emf"/><Relationship Id="rId5" Type="http://schemas.openxmlformats.org/officeDocument/2006/relationships/image" Target="../media/image561.emf"/><Relationship Id="rId4" Type="http://schemas.openxmlformats.org/officeDocument/2006/relationships/image" Target="../media/image560.emf"/></Relationships>
</file>

<file path=ppt/drawings/_rels/vmlDrawing140.vml.rels><?xml version="1.0" encoding="UTF-8" standalone="yes"?>
<Relationships xmlns="http://schemas.openxmlformats.org/package/2006/relationships"><Relationship Id="rId2" Type="http://schemas.openxmlformats.org/officeDocument/2006/relationships/image" Target="../media/image566.emf"/><Relationship Id="rId1" Type="http://schemas.openxmlformats.org/officeDocument/2006/relationships/image" Target="../media/image565.emf"/></Relationships>
</file>

<file path=ppt/drawings/_rels/vmlDrawing141.vml.rels><?xml version="1.0" encoding="UTF-8" standalone="yes"?>
<Relationships xmlns="http://schemas.openxmlformats.org/package/2006/relationships"><Relationship Id="rId3" Type="http://schemas.openxmlformats.org/officeDocument/2006/relationships/image" Target="../media/image569.emf"/><Relationship Id="rId2" Type="http://schemas.openxmlformats.org/officeDocument/2006/relationships/image" Target="../media/image568.emf"/><Relationship Id="rId1" Type="http://schemas.openxmlformats.org/officeDocument/2006/relationships/image" Target="../media/image567.emf"/></Relationships>
</file>

<file path=ppt/drawings/_rels/vmlDrawing142.vml.rels><?xml version="1.0" encoding="UTF-8" standalone="yes"?>
<Relationships xmlns="http://schemas.openxmlformats.org/package/2006/relationships"><Relationship Id="rId3" Type="http://schemas.openxmlformats.org/officeDocument/2006/relationships/image" Target="../media/image571.emf"/><Relationship Id="rId7" Type="http://schemas.openxmlformats.org/officeDocument/2006/relationships/image" Target="../media/image575.emf"/><Relationship Id="rId2" Type="http://schemas.openxmlformats.org/officeDocument/2006/relationships/image" Target="../media/image539.wmf"/><Relationship Id="rId1" Type="http://schemas.openxmlformats.org/officeDocument/2006/relationships/image" Target="../media/image570.emf"/><Relationship Id="rId6" Type="http://schemas.openxmlformats.org/officeDocument/2006/relationships/image" Target="../media/image574.emf"/><Relationship Id="rId5" Type="http://schemas.openxmlformats.org/officeDocument/2006/relationships/image" Target="../media/image573.emf"/><Relationship Id="rId4" Type="http://schemas.openxmlformats.org/officeDocument/2006/relationships/image" Target="../media/image572.emf"/></Relationships>
</file>

<file path=ppt/drawings/_rels/vmlDrawing143.vml.rels><?xml version="1.0" encoding="UTF-8" standalone="yes"?>
<Relationships xmlns="http://schemas.openxmlformats.org/package/2006/relationships"><Relationship Id="rId2" Type="http://schemas.openxmlformats.org/officeDocument/2006/relationships/image" Target="../media/image577.emf"/><Relationship Id="rId1" Type="http://schemas.openxmlformats.org/officeDocument/2006/relationships/image" Target="../media/image576.emf"/></Relationships>
</file>

<file path=ppt/drawings/_rels/vmlDrawing144.vml.rels><?xml version="1.0" encoding="UTF-8" standalone="yes"?>
<Relationships xmlns="http://schemas.openxmlformats.org/package/2006/relationships"><Relationship Id="rId3" Type="http://schemas.openxmlformats.org/officeDocument/2006/relationships/image" Target="../media/image580.emf"/><Relationship Id="rId2" Type="http://schemas.openxmlformats.org/officeDocument/2006/relationships/image" Target="../media/image579.emf"/><Relationship Id="rId1" Type="http://schemas.openxmlformats.org/officeDocument/2006/relationships/image" Target="../media/image578.emf"/><Relationship Id="rId4" Type="http://schemas.openxmlformats.org/officeDocument/2006/relationships/image" Target="../media/image581.emf"/></Relationships>
</file>

<file path=ppt/drawings/_rels/vmlDrawing145.vml.rels><?xml version="1.0" encoding="UTF-8" standalone="yes"?>
<Relationships xmlns="http://schemas.openxmlformats.org/package/2006/relationships"><Relationship Id="rId2" Type="http://schemas.openxmlformats.org/officeDocument/2006/relationships/image" Target="../media/image583.emf"/><Relationship Id="rId1" Type="http://schemas.openxmlformats.org/officeDocument/2006/relationships/image" Target="../media/image582.emf"/></Relationships>
</file>

<file path=ppt/drawings/_rels/vmlDrawing146.vml.rels><?xml version="1.0" encoding="UTF-8" standalone="yes"?>
<Relationships xmlns="http://schemas.openxmlformats.org/package/2006/relationships"><Relationship Id="rId3" Type="http://schemas.openxmlformats.org/officeDocument/2006/relationships/image" Target="../media/image586.wmf"/><Relationship Id="rId2" Type="http://schemas.openxmlformats.org/officeDocument/2006/relationships/image" Target="../media/image585.wmf"/><Relationship Id="rId1" Type="http://schemas.openxmlformats.org/officeDocument/2006/relationships/image" Target="../media/image584.emf"/></Relationships>
</file>

<file path=ppt/drawings/_rels/vmlDrawing147.vml.rels><?xml version="1.0" encoding="UTF-8" standalone="yes"?>
<Relationships xmlns="http://schemas.openxmlformats.org/package/2006/relationships"><Relationship Id="rId1" Type="http://schemas.openxmlformats.org/officeDocument/2006/relationships/image" Target="../media/image587.emf"/></Relationships>
</file>

<file path=ppt/drawings/_rels/vmlDrawing148.vml.rels><?xml version="1.0" encoding="UTF-8" standalone="yes"?>
<Relationships xmlns="http://schemas.openxmlformats.org/package/2006/relationships"><Relationship Id="rId1" Type="http://schemas.openxmlformats.org/officeDocument/2006/relationships/image" Target="../media/image588.emf"/></Relationships>
</file>

<file path=ppt/drawings/_rels/vmlDrawing149.vml.rels><?xml version="1.0" encoding="UTF-8" standalone="yes"?>
<Relationships xmlns="http://schemas.openxmlformats.org/package/2006/relationships"><Relationship Id="rId2" Type="http://schemas.openxmlformats.org/officeDocument/2006/relationships/image" Target="../media/image590.emf"/><Relationship Id="rId1" Type="http://schemas.openxmlformats.org/officeDocument/2006/relationships/image" Target="../media/image589.emf"/></Relationships>
</file>

<file path=ppt/drawings/_rels/vmlDrawing150.vml.rels><?xml version="1.0" encoding="UTF-8" standalone="yes"?>
<Relationships xmlns="http://schemas.openxmlformats.org/package/2006/relationships"><Relationship Id="rId3" Type="http://schemas.openxmlformats.org/officeDocument/2006/relationships/image" Target="../media/image593.emf"/><Relationship Id="rId2" Type="http://schemas.openxmlformats.org/officeDocument/2006/relationships/image" Target="../media/image592.emf"/><Relationship Id="rId1" Type="http://schemas.openxmlformats.org/officeDocument/2006/relationships/image" Target="../media/image591.emf"/></Relationships>
</file>

<file path=ppt/drawings/_rels/vmlDrawing151.vml.rels><?xml version="1.0" encoding="UTF-8" standalone="yes"?>
<Relationships xmlns="http://schemas.openxmlformats.org/package/2006/relationships"><Relationship Id="rId3" Type="http://schemas.openxmlformats.org/officeDocument/2006/relationships/image" Target="../media/image596.emf"/><Relationship Id="rId2" Type="http://schemas.openxmlformats.org/officeDocument/2006/relationships/image" Target="../media/image595.emf"/><Relationship Id="rId1" Type="http://schemas.openxmlformats.org/officeDocument/2006/relationships/image" Target="../media/image594.emf"/><Relationship Id="rId4" Type="http://schemas.openxmlformats.org/officeDocument/2006/relationships/image" Target="../media/image597.emf"/></Relationships>
</file>

<file path=ppt/drawings/_rels/vmlDrawing152.vml.rels><?xml version="1.0" encoding="UTF-8" standalone="yes"?>
<Relationships xmlns="http://schemas.openxmlformats.org/package/2006/relationships"><Relationship Id="rId3" Type="http://schemas.openxmlformats.org/officeDocument/2006/relationships/image" Target="../media/image600.emf"/><Relationship Id="rId2" Type="http://schemas.openxmlformats.org/officeDocument/2006/relationships/image" Target="../media/image599.emf"/><Relationship Id="rId1" Type="http://schemas.openxmlformats.org/officeDocument/2006/relationships/image" Target="../media/image598.emf"/><Relationship Id="rId4" Type="http://schemas.openxmlformats.org/officeDocument/2006/relationships/image" Target="../media/image601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noProof="1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noProof="1" smtClean="0"/>
            </a:lvl1pPr>
          </a:lstStyle>
          <a:p>
            <a:fld id="{D2A48B96-639E-45A3-A0BA-2464DFDB1FAA}" type="datetimeFigureOut">
              <a:rPr lang="zh-CN" altLang="en-US"/>
              <a:pPr/>
              <a:t>2023/5/8</a:t>
            </a:fld>
            <a:endParaRPr lang="zh-CN" altLang="en-US"/>
          </a:p>
        </p:txBody>
      </p:sp>
      <p:sp>
        <p:nvSpPr>
          <p:cNvPr id="5124" name="幻灯片图像占位符 3"/>
          <p:cNvSpPr>
            <a:spLocks noGrp="1" noRot="1" noChangeAspect="1" noChangeArrowheads="1"/>
          </p:cNvSpPr>
          <p:nvPr>
            <p:ph type="sldImg" idx="4294967295"/>
          </p:nvPr>
        </p:nvSpPr>
        <p:spPr bwMode="auto"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</p:spPr>
      </p:sp>
      <p:sp>
        <p:nvSpPr>
          <p:cNvPr id="5125" name="备注占位符 4"/>
          <p:cNvSpPr>
            <a:spLocks noGrp="1" noChangeArrowheads="1"/>
          </p:cNvSpPr>
          <p:nvPr>
            <p:ph type="body" sz="quarter" idx="4294967295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noProof="1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F7B3B9AA-C9B1-4613-81C0-BF60E361147F}" type="slidenum">
              <a:rPr lang="zh-CN" altLang="en-US"/>
              <a:pPr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1" name="幻灯片图像占位符 1"/>
          <p:cNvSpPr>
            <a:spLocks noGrp="1" noRot="1" noChangeArrowheads="1"/>
          </p:cNvSpPr>
          <p:nvPr>
            <p:ph type="sldImg" idx="4294967295"/>
          </p:nvPr>
        </p:nvSpPr>
        <p:spPr>
          <a:ln>
            <a:miter lim="800000"/>
          </a:ln>
        </p:spPr>
      </p:sp>
      <p:sp>
        <p:nvSpPr>
          <p:cNvPr id="61442" name="文本占位符 2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endParaRPr lang="zh-CN" altLang="en-US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89" name="幻灯片图像占位符 1"/>
          <p:cNvSpPr>
            <a:spLocks noGrp="1" noRot="1" noChangeArrowheads="1"/>
          </p:cNvSpPr>
          <p:nvPr>
            <p:ph type="sldImg" idx="4294967295"/>
          </p:nvPr>
        </p:nvSpPr>
        <p:spPr>
          <a:ln>
            <a:miter lim="800000"/>
          </a:ln>
        </p:spPr>
      </p:sp>
      <p:sp>
        <p:nvSpPr>
          <p:cNvPr id="63490" name="文本占位符 2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r>
              <a:rPr lang="en-US" altLang="zh-CN" smtClean="0"/>
              <a:t> 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49" name="幻灯片图像占位符 1"/>
          <p:cNvSpPr>
            <a:spLocks noGrp="1" noRot="1" noChangeArrowheads="1"/>
          </p:cNvSpPr>
          <p:nvPr>
            <p:ph type="sldImg" idx="4294967295"/>
          </p:nvPr>
        </p:nvSpPr>
        <p:spPr>
          <a:ln>
            <a:miter lim="800000"/>
          </a:ln>
        </p:spPr>
      </p:sp>
      <p:sp>
        <p:nvSpPr>
          <p:cNvPr id="78850" name="文本占位符 2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endParaRPr lang="zh-CN" altLang="en-US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7" name="幻灯片图像占位符 1"/>
          <p:cNvSpPr>
            <a:spLocks noGrp="1" noRot="1" noChangeArrowheads="1"/>
          </p:cNvSpPr>
          <p:nvPr>
            <p:ph type="sldImg" idx="4294967295"/>
          </p:nvPr>
        </p:nvSpPr>
        <p:spPr>
          <a:ln>
            <a:miter lim="800000"/>
          </a:ln>
        </p:spPr>
      </p:sp>
      <p:sp>
        <p:nvSpPr>
          <p:cNvPr id="80898" name="文本占位符 2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endParaRPr lang="zh-CN" altLang="en-US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1" name="幻灯片图像占位符 1"/>
          <p:cNvSpPr>
            <a:spLocks noGrp="1" noRot="1" noChangeArrowheads="1"/>
          </p:cNvSpPr>
          <p:nvPr>
            <p:ph type="sldImg" idx="4294967295"/>
          </p:nvPr>
        </p:nvSpPr>
        <p:spPr>
          <a:ln>
            <a:miter lim="800000"/>
          </a:ln>
        </p:spPr>
      </p:sp>
      <p:sp>
        <p:nvSpPr>
          <p:cNvPr id="87042" name="文本占位符 2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endParaRPr lang="zh-CN" altLang="en-US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333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-36513" y="0"/>
            <a:ext cx="9180513" cy="68849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noProof="1" smtClean="0"/>
              <a:t>单击此处编辑母版文本样式</a:t>
            </a:r>
          </a:p>
          <a:p>
            <a:pPr lvl="1"/>
            <a:r>
              <a:rPr lang="zh-CN" altLang="en-US" noProof="1" smtClean="0"/>
              <a:t>第二级</a:t>
            </a:r>
          </a:p>
          <a:p>
            <a:pPr lvl="2"/>
            <a:r>
              <a:rPr lang="zh-CN" altLang="en-US" noProof="1" smtClean="0"/>
              <a:t>第三级</a:t>
            </a:r>
          </a:p>
          <a:p>
            <a:pPr lvl="3"/>
            <a:r>
              <a:rPr lang="zh-CN" altLang="en-US" noProof="1" smtClean="0"/>
              <a:t>第四级</a:t>
            </a:r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6715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noProof="1" smtClean="0"/>
              <a:t>单击此处编辑母版文本样式</a:t>
            </a:r>
          </a:p>
          <a:p>
            <a:pPr lvl="1"/>
            <a:r>
              <a:rPr lang="zh-CN" altLang="en-US" noProof="1" smtClean="0"/>
              <a:t>第二级</a:t>
            </a:r>
          </a:p>
          <a:p>
            <a:pPr lvl="2"/>
            <a:r>
              <a:rPr lang="zh-CN" altLang="en-US" noProof="1" smtClean="0"/>
              <a:t>第三级</a:t>
            </a:r>
          </a:p>
          <a:p>
            <a:pPr lvl="3"/>
            <a:r>
              <a:rPr lang="zh-CN" altLang="en-US" noProof="1" smtClean="0"/>
              <a:t>第四级</a:t>
            </a:r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825625"/>
            <a:ext cx="386715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noProof="1" smtClean="0"/>
              <a:t>单击此处编辑母版文本样式</a:t>
            </a:r>
          </a:p>
          <a:p>
            <a:pPr lvl="1"/>
            <a:r>
              <a:rPr lang="zh-CN" altLang="en-US" noProof="1" smtClean="0"/>
              <a:t>第二级</a:t>
            </a:r>
          </a:p>
          <a:p>
            <a:pPr lvl="2"/>
            <a:r>
              <a:rPr lang="zh-CN" altLang="en-US" noProof="1" smtClean="0"/>
              <a:t>第三级</a:t>
            </a:r>
          </a:p>
          <a:p>
            <a:pPr lvl="3"/>
            <a:r>
              <a:rPr lang="zh-CN" altLang="en-US" noProof="1" smtClean="0"/>
              <a:t>第四级</a:t>
            </a:r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noProof="1" smtClean="0"/>
              <a:t>单击此处编辑母版文本样式</a:t>
            </a:r>
          </a:p>
          <a:p>
            <a:pPr lvl="1"/>
            <a:r>
              <a:rPr lang="zh-CN" altLang="en-US" noProof="1" smtClean="0"/>
              <a:t>第二级</a:t>
            </a:r>
          </a:p>
          <a:p>
            <a:pPr lvl="2"/>
            <a:r>
              <a:rPr lang="zh-CN" altLang="en-US" noProof="1" smtClean="0"/>
              <a:t>第三级</a:t>
            </a:r>
          </a:p>
          <a:p>
            <a:pPr lvl="3"/>
            <a:r>
              <a:rPr lang="zh-CN" altLang="en-US" noProof="1" smtClean="0"/>
              <a:t>第四级</a:t>
            </a:r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noProof="1" smtClean="0"/>
              <a:t>单击此处编辑母版文本样式</a:t>
            </a:r>
          </a:p>
          <a:p>
            <a:pPr lvl="1"/>
            <a:r>
              <a:rPr lang="zh-CN" altLang="en-US" noProof="1" smtClean="0"/>
              <a:t>第二级</a:t>
            </a:r>
          </a:p>
          <a:p>
            <a:pPr lvl="2"/>
            <a:r>
              <a:rPr lang="zh-CN" altLang="en-US" noProof="1" smtClean="0"/>
              <a:t>第三级</a:t>
            </a:r>
          </a:p>
          <a:p>
            <a:pPr lvl="3"/>
            <a:r>
              <a:rPr lang="zh-CN" altLang="en-US" noProof="1" smtClean="0"/>
              <a:t>第四级</a:t>
            </a:r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</a:p>
          <a:p>
            <a:pPr lvl="1"/>
            <a:r>
              <a:rPr lang="zh-CN" altLang="en-US" noProof="1" smtClean="0"/>
              <a:t>第二级</a:t>
            </a:r>
          </a:p>
          <a:p>
            <a:pPr lvl="2"/>
            <a:r>
              <a:rPr lang="zh-CN" altLang="en-US" noProof="1" smtClean="0"/>
              <a:t>第三级</a:t>
            </a:r>
          </a:p>
          <a:p>
            <a:pPr lvl="3"/>
            <a:r>
              <a:rPr lang="zh-CN" altLang="en-US" noProof="1" smtClean="0"/>
              <a:t>第四级</a:t>
            </a:r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20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20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noProof="1" smtClean="0"/>
              <a:t>单击此处编辑母版文本样式</a:t>
            </a:r>
          </a:p>
          <a:p>
            <a:pPr lvl="1"/>
            <a:r>
              <a:rPr lang="zh-CN" altLang="en-US" noProof="1" smtClean="0"/>
              <a:t>第二级</a:t>
            </a:r>
          </a:p>
          <a:p>
            <a:pPr lvl="2"/>
            <a:r>
              <a:rPr lang="zh-CN" altLang="en-US" noProof="1" smtClean="0"/>
              <a:t>第三级</a:t>
            </a:r>
          </a:p>
          <a:p>
            <a:pPr lvl="3"/>
            <a:r>
              <a:rPr lang="zh-CN" altLang="en-US" noProof="1" smtClean="0"/>
              <a:t>第四级</a:t>
            </a:r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762625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noProof="1" smtClean="0"/>
              <a:t>单击此处编辑母版文本样式</a:t>
            </a:r>
          </a:p>
          <a:p>
            <a:pPr lvl="1"/>
            <a:r>
              <a:rPr lang="zh-CN" altLang="en-US" noProof="1" smtClean="0"/>
              <a:t>第二级</a:t>
            </a:r>
          </a:p>
          <a:p>
            <a:pPr lvl="2"/>
            <a:r>
              <a:rPr lang="zh-CN" altLang="en-US" noProof="1" smtClean="0"/>
              <a:t>第三级</a:t>
            </a:r>
          </a:p>
          <a:p>
            <a:pPr lvl="3"/>
            <a:r>
              <a:rPr lang="zh-CN" altLang="en-US" noProof="1" smtClean="0"/>
              <a:t>第四级</a:t>
            </a:r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标题，一项大型内容和两项小型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6715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noProof="1" smtClean="0"/>
              <a:t>单击此处编辑母版文本样式</a:t>
            </a:r>
          </a:p>
          <a:p>
            <a:pPr lvl="1"/>
            <a:r>
              <a:rPr lang="zh-CN" altLang="en-US" noProof="1" smtClean="0"/>
              <a:t>第二级</a:t>
            </a:r>
          </a:p>
          <a:p>
            <a:pPr lvl="2"/>
            <a:r>
              <a:rPr lang="zh-CN" altLang="en-US" noProof="1" smtClean="0"/>
              <a:t>第三级</a:t>
            </a:r>
          </a:p>
          <a:p>
            <a:pPr lvl="3"/>
            <a:r>
              <a:rPr lang="zh-CN" altLang="en-US" noProof="1" smtClean="0"/>
              <a:t>第四级</a:t>
            </a:r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648200" y="1825625"/>
            <a:ext cx="3867150" cy="20986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noProof="1" smtClean="0"/>
              <a:t>单击此处编辑母版文本样式</a:t>
            </a:r>
          </a:p>
          <a:p>
            <a:pPr lvl="1"/>
            <a:r>
              <a:rPr lang="zh-CN" altLang="en-US" noProof="1" smtClean="0"/>
              <a:t>第二级</a:t>
            </a:r>
          </a:p>
          <a:p>
            <a:pPr lvl="2"/>
            <a:r>
              <a:rPr lang="zh-CN" altLang="en-US" noProof="1" smtClean="0"/>
              <a:t>第三级</a:t>
            </a:r>
          </a:p>
          <a:p>
            <a:pPr lvl="3"/>
            <a:r>
              <a:rPr lang="zh-CN" altLang="en-US" noProof="1" smtClean="0"/>
              <a:t>第四级</a:t>
            </a:r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648200" y="4076700"/>
            <a:ext cx="3867150" cy="21002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noProof="1" smtClean="0"/>
              <a:t>单击此处编辑母版文本样式</a:t>
            </a:r>
          </a:p>
          <a:p>
            <a:pPr lvl="1"/>
            <a:r>
              <a:rPr lang="zh-CN" altLang="en-US" noProof="1" smtClean="0"/>
              <a:t>第二级</a:t>
            </a:r>
          </a:p>
          <a:p>
            <a:pPr lvl="2"/>
            <a:r>
              <a:rPr lang="zh-CN" altLang="en-US" noProof="1" smtClean="0"/>
              <a:t>第三级</a:t>
            </a:r>
          </a:p>
          <a:p>
            <a:pPr lvl="3"/>
            <a:r>
              <a:rPr lang="zh-CN" altLang="en-US" noProof="1" smtClean="0"/>
              <a:t>第四级</a:t>
            </a:r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7" descr="333"/>
          <p:cNvPicPr>
            <a:picLocks noChangeAspect="1" noChangeArrowheads="1"/>
          </p:cNvPicPr>
          <p:nvPr userDrawn="1"/>
        </p:nvPicPr>
        <p:blipFill>
          <a:blip r:embed="rId14"/>
          <a:srcRect/>
          <a:stretch>
            <a:fillRect/>
          </a:stretch>
        </p:blipFill>
        <p:spPr bwMode="auto">
          <a:xfrm>
            <a:off x="-36513" y="0"/>
            <a:ext cx="9180513" cy="68849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27" name="WordArt 8"/>
          <p:cNvSpPr>
            <a:spLocks noChangeArrowheads="1" noChangeShapeType="1" noTextEdit="1"/>
          </p:cNvSpPr>
          <p:nvPr userDrawn="1"/>
        </p:nvSpPr>
        <p:spPr bwMode="auto">
          <a:xfrm>
            <a:off x="3924300" y="90488"/>
            <a:ext cx="3887788" cy="314325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zh-CN" altLang="en-US" sz="2400">
                <a:ln w="9525">
                  <a:noFill/>
                  <a:round/>
                  <a:headEnd/>
                  <a:tailEnd/>
                </a:ln>
                <a:gradFill rotWithShape="1">
                  <a:gsLst>
                    <a:gs pos="0">
                      <a:srgbClr val="AAAAAA"/>
                    </a:gs>
                    <a:gs pos="100000">
                      <a:srgbClr val="FFFFFF"/>
                    </a:gs>
                  </a:gsLst>
                  <a:lin ang="5400000" scaled="1"/>
                </a:gradFill>
                <a:effectLst>
                  <a:outerShdw dist="45791" dir="3378596" algn="ctr" rotWithShape="0">
                    <a:srgbClr val="4D4D4D">
                      <a:alpha val="79999"/>
                    </a:srgbClr>
                  </a:outerShdw>
                </a:effectLst>
                <a:latin typeface="华文行楷"/>
                <a:ea typeface="华文行楷"/>
              </a:rPr>
              <a:t>一阶电路和二阶电路的时域分析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73" r:id="rId2"/>
    <p:sldLayoutId id="2147483672" r:id="rId3"/>
    <p:sldLayoutId id="2147483671" r:id="rId4"/>
    <p:sldLayoutId id="2147483670" r:id="rId5"/>
    <p:sldLayoutId id="2147483669" r:id="rId6"/>
    <p:sldLayoutId id="2147483668" r:id="rId7"/>
    <p:sldLayoutId id="2147483667" r:id="rId8"/>
    <p:sldLayoutId id="2147483666" r:id="rId9"/>
    <p:sldLayoutId id="2147483665" r:id="rId10"/>
    <p:sldLayoutId id="2147483664" r:id="rId11"/>
    <p:sldLayoutId id="2147483663" r:id="rId1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slide" Target="slide129.xml"/><Relationship Id="rId13" Type="http://schemas.openxmlformats.org/officeDocument/2006/relationships/slide" Target="slide81.xml"/><Relationship Id="rId18" Type="http://schemas.openxmlformats.org/officeDocument/2006/relationships/slide" Target="slide2.xml"/><Relationship Id="rId3" Type="http://schemas.openxmlformats.org/officeDocument/2006/relationships/image" Target="../media/image2.png"/><Relationship Id="rId7" Type="http://schemas.openxmlformats.org/officeDocument/2006/relationships/slide" Target="slide30.xml"/><Relationship Id="rId12" Type="http://schemas.openxmlformats.org/officeDocument/2006/relationships/slide" Target="slide155.xml"/><Relationship Id="rId17" Type="http://schemas.openxmlformats.org/officeDocument/2006/relationships/image" Target="../media/image6.png"/><Relationship Id="rId2" Type="http://schemas.openxmlformats.org/officeDocument/2006/relationships/slide" Target="slide3.xml"/><Relationship Id="rId16" Type="http://schemas.openxmlformats.org/officeDocument/2006/relationships/slide" Target="slide166.xml"/><Relationship Id="rId1" Type="http://schemas.openxmlformats.org/officeDocument/2006/relationships/slideLayout" Target="../slideLayouts/slideLayout1.xml"/><Relationship Id="rId6" Type="http://schemas.openxmlformats.org/officeDocument/2006/relationships/slide" Target="slide112.xml"/><Relationship Id="rId11" Type="http://schemas.openxmlformats.org/officeDocument/2006/relationships/slide" Target="slide62.xml"/><Relationship Id="rId5" Type="http://schemas.openxmlformats.org/officeDocument/2006/relationships/image" Target="../media/image4.png"/><Relationship Id="rId15" Type="http://schemas.openxmlformats.org/officeDocument/2006/relationships/image" Target="../media/image5.png"/><Relationship Id="rId10" Type="http://schemas.openxmlformats.org/officeDocument/2006/relationships/slide" Target="slide145.xml"/><Relationship Id="rId19" Type="http://schemas.openxmlformats.org/officeDocument/2006/relationships/image" Target="../media/image7.png"/><Relationship Id="rId4" Type="http://schemas.openxmlformats.org/officeDocument/2006/relationships/image" Target="../media/image3.png"/><Relationship Id="rId9" Type="http://schemas.openxmlformats.org/officeDocument/2006/relationships/slide" Target="slide52.xml"/><Relationship Id="rId14" Type="http://schemas.openxmlformats.org/officeDocument/2006/relationships/slide" Target="slide10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Relationship Id="rId4" Type="http://schemas.openxmlformats.org/officeDocument/2006/relationships/slide" Target="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7" Type="http://schemas.openxmlformats.org/officeDocument/2006/relationships/slide" Target="slide1.xml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8.png"/><Relationship Id="rId5" Type="http://schemas.openxmlformats.org/officeDocument/2006/relationships/image" Target="../media/image12.jpeg"/><Relationship Id="rId4" Type="http://schemas.openxmlformats.org/officeDocument/2006/relationships/oleObject" Target="../embeddings/oleObject2.bin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.vml"/><Relationship Id="rId6" Type="http://schemas.openxmlformats.org/officeDocument/2006/relationships/slide" Target="slide1.xml"/><Relationship Id="rId5" Type="http://schemas.openxmlformats.org/officeDocument/2006/relationships/image" Target="../media/image12.jpeg"/><Relationship Id="rId4" Type="http://schemas.openxmlformats.org/officeDocument/2006/relationships/oleObject" Target="../embeddings/oleObject3.bin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.vml"/><Relationship Id="rId6" Type="http://schemas.openxmlformats.org/officeDocument/2006/relationships/slide" Target="slide1.xml"/><Relationship Id="rId5" Type="http://schemas.openxmlformats.org/officeDocument/2006/relationships/image" Target="../media/image12.jpeg"/><Relationship Id="rId4" Type="http://schemas.openxmlformats.org/officeDocument/2006/relationships/oleObject" Target="../embeddings/oleObject4.bin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4" Type="http://schemas.openxmlformats.org/officeDocument/2006/relationships/slide" Target="slide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7" Type="http://schemas.openxmlformats.org/officeDocument/2006/relationships/slide" Target="slide1.xml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8.png"/><Relationship Id="rId5" Type="http://schemas.openxmlformats.org/officeDocument/2006/relationships/oleObject" Target="../embeddings/oleObject7.bin"/><Relationship Id="rId4" Type="http://schemas.openxmlformats.org/officeDocument/2006/relationships/oleObject" Target="../embeddings/oleObject6.bin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2.bin"/><Relationship Id="rId3" Type="http://schemas.openxmlformats.org/officeDocument/2006/relationships/oleObject" Target="../embeddings/oleObject8.bin"/><Relationship Id="rId7" Type="http://schemas.openxmlformats.org/officeDocument/2006/relationships/oleObject" Target="../embeddings/oleObject1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8.png"/><Relationship Id="rId5" Type="http://schemas.openxmlformats.org/officeDocument/2006/relationships/oleObject" Target="../embeddings/oleObject10.bin"/><Relationship Id="rId4" Type="http://schemas.openxmlformats.org/officeDocument/2006/relationships/oleObject" Target="../embeddings/oleObject9.bin"/><Relationship Id="rId9" Type="http://schemas.openxmlformats.org/officeDocument/2006/relationships/slide" Target="slide1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oleObject" Target="../embeddings/oleObject13.bin"/><Relationship Id="rId7" Type="http://schemas.openxmlformats.org/officeDocument/2006/relationships/oleObject" Target="../embeddings/oleObject17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6.vml"/><Relationship Id="rId6" Type="http://schemas.openxmlformats.org/officeDocument/2006/relationships/oleObject" Target="../embeddings/oleObject16.bin"/><Relationship Id="rId5" Type="http://schemas.openxmlformats.org/officeDocument/2006/relationships/oleObject" Target="../embeddings/oleObject15.bin"/><Relationship Id="rId4" Type="http://schemas.openxmlformats.org/officeDocument/2006/relationships/oleObject" Target="../embeddings/oleObject14.bin"/><Relationship Id="rId9" Type="http://schemas.openxmlformats.org/officeDocument/2006/relationships/slide" Target="slide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7.xml"/><Relationship Id="rId5" Type="http://schemas.openxmlformats.org/officeDocument/2006/relationships/slide" Target="slide1.xml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slide" Target="slide1.xml"/><Relationship Id="rId3" Type="http://schemas.openxmlformats.org/officeDocument/2006/relationships/oleObject" Target="../embeddings/oleObject18.bin"/><Relationship Id="rId7" Type="http://schemas.openxmlformats.org/officeDocument/2006/relationships/image" Target="../media/image8.pn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7.vml"/><Relationship Id="rId6" Type="http://schemas.openxmlformats.org/officeDocument/2006/relationships/oleObject" Target="../embeddings/oleObject21.bin"/><Relationship Id="rId5" Type="http://schemas.openxmlformats.org/officeDocument/2006/relationships/oleObject" Target="../embeddings/oleObject20.bin"/><Relationship Id="rId4" Type="http://schemas.openxmlformats.org/officeDocument/2006/relationships/oleObject" Target="../embeddings/oleObject19.bin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slide" Target="slide1.xml"/><Relationship Id="rId3" Type="http://schemas.openxmlformats.org/officeDocument/2006/relationships/image" Target="../media/image35.jpeg"/><Relationship Id="rId7" Type="http://schemas.openxmlformats.org/officeDocument/2006/relationships/image" Target="../media/image9.pn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8.vml"/><Relationship Id="rId6" Type="http://schemas.openxmlformats.org/officeDocument/2006/relationships/image" Target="../media/image8.png"/><Relationship Id="rId5" Type="http://schemas.openxmlformats.org/officeDocument/2006/relationships/oleObject" Target="../embeddings/oleObject23.bin"/><Relationship Id="rId4" Type="http://schemas.openxmlformats.org/officeDocument/2006/relationships/oleObject" Target="../embeddings/oleObject22.bin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e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9.vml"/><Relationship Id="rId6" Type="http://schemas.openxmlformats.org/officeDocument/2006/relationships/slide" Target="slide1.xml"/><Relationship Id="rId5" Type="http://schemas.openxmlformats.org/officeDocument/2006/relationships/image" Target="../media/image8.png"/><Relationship Id="rId4" Type="http://schemas.openxmlformats.org/officeDocument/2006/relationships/oleObject" Target="../embeddings/oleObject24.bin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slide" Target="slide1.xml"/><Relationship Id="rId3" Type="http://schemas.openxmlformats.org/officeDocument/2006/relationships/oleObject" Target="../embeddings/oleObject25.bin"/><Relationship Id="rId7" Type="http://schemas.openxmlformats.org/officeDocument/2006/relationships/image" Target="../media/image8.pn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0.vml"/><Relationship Id="rId6" Type="http://schemas.openxmlformats.org/officeDocument/2006/relationships/oleObject" Target="../embeddings/oleObject28.bin"/><Relationship Id="rId5" Type="http://schemas.openxmlformats.org/officeDocument/2006/relationships/oleObject" Target="../embeddings/oleObject27.bin"/><Relationship Id="rId4" Type="http://schemas.openxmlformats.org/officeDocument/2006/relationships/oleObject" Target="../embeddings/oleObject26.bin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2.bin"/><Relationship Id="rId3" Type="http://schemas.openxmlformats.org/officeDocument/2006/relationships/oleObject" Target="../embeddings/oleObject29.bin"/><Relationship Id="rId7" Type="http://schemas.openxmlformats.org/officeDocument/2006/relationships/oleObject" Target="../embeddings/oleObject3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1.v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oleObject" Target="../embeddings/oleObject30.bin"/><Relationship Id="rId9" Type="http://schemas.openxmlformats.org/officeDocument/2006/relationships/slide" Target="slide1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8.bin"/><Relationship Id="rId3" Type="http://schemas.openxmlformats.org/officeDocument/2006/relationships/oleObject" Target="../embeddings/oleObject33.bin"/><Relationship Id="rId7" Type="http://schemas.openxmlformats.org/officeDocument/2006/relationships/oleObject" Target="../embeddings/oleObject37.bin"/><Relationship Id="rId12" Type="http://schemas.openxmlformats.org/officeDocument/2006/relationships/slide" Target="slide1.xml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2.vml"/><Relationship Id="rId6" Type="http://schemas.openxmlformats.org/officeDocument/2006/relationships/oleObject" Target="../embeddings/oleObject36.bin"/><Relationship Id="rId11" Type="http://schemas.openxmlformats.org/officeDocument/2006/relationships/image" Target="../media/image9.png"/><Relationship Id="rId5" Type="http://schemas.openxmlformats.org/officeDocument/2006/relationships/oleObject" Target="../embeddings/oleObject35.bin"/><Relationship Id="rId10" Type="http://schemas.openxmlformats.org/officeDocument/2006/relationships/image" Target="../media/image8.png"/><Relationship Id="rId4" Type="http://schemas.openxmlformats.org/officeDocument/2006/relationships/oleObject" Target="../embeddings/oleObject34.bin"/><Relationship Id="rId9" Type="http://schemas.openxmlformats.org/officeDocument/2006/relationships/oleObject" Target="../embeddings/oleObject39.bin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slide" Target="slide1.xml"/><Relationship Id="rId3" Type="http://schemas.openxmlformats.org/officeDocument/2006/relationships/oleObject" Target="../embeddings/oleObject40.bin"/><Relationship Id="rId7" Type="http://schemas.openxmlformats.org/officeDocument/2006/relationships/image" Target="../media/image8.pn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3.vml"/><Relationship Id="rId6" Type="http://schemas.openxmlformats.org/officeDocument/2006/relationships/oleObject" Target="../embeddings/oleObject43.bin"/><Relationship Id="rId5" Type="http://schemas.openxmlformats.org/officeDocument/2006/relationships/oleObject" Target="../embeddings/oleObject42.bin"/><Relationship Id="rId4" Type="http://schemas.openxmlformats.org/officeDocument/2006/relationships/oleObject" Target="../embeddings/oleObject41.bin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7.xml"/><Relationship Id="rId5" Type="http://schemas.openxmlformats.org/officeDocument/2006/relationships/slide" Target="slide1.xml"/><Relationship Id="rId4" Type="http://schemas.openxmlformats.org/officeDocument/2006/relationships/image" Target="../media/image9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slide" Target="slide1.xml"/><Relationship Id="rId3" Type="http://schemas.openxmlformats.org/officeDocument/2006/relationships/oleObject" Target="../embeddings/oleObject44.bin"/><Relationship Id="rId7" Type="http://schemas.openxmlformats.org/officeDocument/2006/relationships/image" Target="../media/image8.pn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4.vml"/><Relationship Id="rId6" Type="http://schemas.openxmlformats.org/officeDocument/2006/relationships/oleObject" Target="../embeddings/oleObject47.bin"/><Relationship Id="rId5" Type="http://schemas.openxmlformats.org/officeDocument/2006/relationships/oleObject" Target="../embeddings/oleObject46.bin"/><Relationship Id="rId4" Type="http://schemas.openxmlformats.org/officeDocument/2006/relationships/oleObject" Target="../embeddings/oleObject45.bin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8.bin"/><Relationship Id="rId7" Type="http://schemas.openxmlformats.org/officeDocument/2006/relationships/slide" Target="slide1.xml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5.v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12.jpe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4" Type="http://schemas.openxmlformats.org/officeDocument/2006/relationships/slide" Target="slide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9.bin"/><Relationship Id="rId7" Type="http://schemas.openxmlformats.org/officeDocument/2006/relationships/slide" Target="slide1.xml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6.v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12.jpe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oleObject" Target="../embeddings/oleObject50.bin"/><Relationship Id="rId7" Type="http://schemas.openxmlformats.org/officeDocument/2006/relationships/oleObject" Target="../embeddings/oleObject53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7.vml"/><Relationship Id="rId6" Type="http://schemas.openxmlformats.org/officeDocument/2006/relationships/image" Target="../media/image12.jpeg"/><Relationship Id="rId5" Type="http://schemas.openxmlformats.org/officeDocument/2006/relationships/oleObject" Target="../embeddings/oleObject52.bin"/><Relationship Id="rId10" Type="http://schemas.openxmlformats.org/officeDocument/2006/relationships/slide" Target="slide1.xml"/><Relationship Id="rId4" Type="http://schemas.openxmlformats.org/officeDocument/2006/relationships/oleObject" Target="../embeddings/oleObject51.bin"/><Relationship Id="rId9" Type="http://schemas.openxmlformats.org/officeDocument/2006/relationships/image" Target="../media/image9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4" Type="http://schemas.openxmlformats.org/officeDocument/2006/relationships/slide" Target="slide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4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8.vml"/><Relationship Id="rId5" Type="http://schemas.openxmlformats.org/officeDocument/2006/relationships/slide" Target="slide1.xml"/><Relationship Id="rId4" Type="http://schemas.openxmlformats.org/officeDocument/2006/relationships/image" Target="../media/image8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oleObject" Target="../embeddings/oleObject55.bin"/><Relationship Id="rId7" Type="http://schemas.openxmlformats.org/officeDocument/2006/relationships/oleObject" Target="../embeddings/oleObject59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9.vml"/><Relationship Id="rId6" Type="http://schemas.openxmlformats.org/officeDocument/2006/relationships/oleObject" Target="../embeddings/oleObject58.bin"/><Relationship Id="rId5" Type="http://schemas.openxmlformats.org/officeDocument/2006/relationships/oleObject" Target="../embeddings/oleObject57.bin"/><Relationship Id="rId4" Type="http://schemas.openxmlformats.org/officeDocument/2006/relationships/oleObject" Target="../embeddings/oleObject56.bin"/><Relationship Id="rId9" Type="http://schemas.openxmlformats.org/officeDocument/2006/relationships/slide" Target="slide1.xm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oleObject" Target="../embeddings/oleObject60.bin"/><Relationship Id="rId7" Type="http://schemas.openxmlformats.org/officeDocument/2006/relationships/oleObject" Target="../embeddings/oleObject64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0.vml"/><Relationship Id="rId6" Type="http://schemas.openxmlformats.org/officeDocument/2006/relationships/oleObject" Target="../embeddings/oleObject63.bin"/><Relationship Id="rId5" Type="http://schemas.openxmlformats.org/officeDocument/2006/relationships/oleObject" Target="../embeddings/oleObject62.bin"/><Relationship Id="rId10" Type="http://schemas.openxmlformats.org/officeDocument/2006/relationships/oleObject" Target="../embeddings/oleObject65.bin"/><Relationship Id="rId4" Type="http://schemas.openxmlformats.org/officeDocument/2006/relationships/oleObject" Target="../embeddings/oleObject61.bin"/><Relationship Id="rId9" Type="http://schemas.openxmlformats.org/officeDocument/2006/relationships/slide" Target="slide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6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1.vml"/><Relationship Id="rId6" Type="http://schemas.openxmlformats.org/officeDocument/2006/relationships/slide" Target="slide1.xml"/><Relationship Id="rId5" Type="http://schemas.openxmlformats.org/officeDocument/2006/relationships/image" Target="../media/image8.png"/><Relationship Id="rId4" Type="http://schemas.openxmlformats.org/officeDocument/2006/relationships/oleObject" Target="../embeddings/oleObject67.bin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slide" Target="slide1.xml"/><Relationship Id="rId3" Type="http://schemas.openxmlformats.org/officeDocument/2006/relationships/oleObject" Target="../embeddings/oleObject68.bin"/><Relationship Id="rId7" Type="http://schemas.openxmlformats.org/officeDocument/2006/relationships/image" Target="../media/image8.pn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2.vml"/><Relationship Id="rId6" Type="http://schemas.openxmlformats.org/officeDocument/2006/relationships/oleObject" Target="../embeddings/oleObject71.bin"/><Relationship Id="rId5" Type="http://schemas.openxmlformats.org/officeDocument/2006/relationships/oleObject" Target="../embeddings/oleObject70.bin"/><Relationship Id="rId4" Type="http://schemas.openxmlformats.org/officeDocument/2006/relationships/oleObject" Target="../embeddings/oleObject69.bin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2.bin"/><Relationship Id="rId7" Type="http://schemas.openxmlformats.org/officeDocument/2006/relationships/slide" Target="slide1.xml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3.vml"/><Relationship Id="rId6" Type="http://schemas.openxmlformats.org/officeDocument/2006/relationships/image" Target="../media/image8.png"/><Relationship Id="rId5" Type="http://schemas.openxmlformats.org/officeDocument/2006/relationships/oleObject" Target="../embeddings/oleObject74.bin"/><Relationship Id="rId4" Type="http://schemas.openxmlformats.org/officeDocument/2006/relationships/oleObject" Target="../embeddings/oleObject73.bin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5.bin"/><Relationship Id="rId7" Type="http://schemas.openxmlformats.org/officeDocument/2006/relationships/slide" Target="slide1.xml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4.v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12.jpe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6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5.vml"/><Relationship Id="rId5" Type="http://schemas.openxmlformats.org/officeDocument/2006/relationships/slide" Target="slide1.xml"/><Relationship Id="rId4" Type="http://schemas.openxmlformats.org/officeDocument/2006/relationships/image" Target="../media/image8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7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6.vml"/><Relationship Id="rId6" Type="http://schemas.openxmlformats.org/officeDocument/2006/relationships/slide" Target="slide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8.bin"/><Relationship Id="rId7" Type="http://schemas.openxmlformats.org/officeDocument/2006/relationships/slide" Target="slide1.xml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7.vml"/><Relationship Id="rId6" Type="http://schemas.openxmlformats.org/officeDocument/2006/relationships/oleObject" Target="../embeddings/oleObject80.bin"/><Relationship Id="rId5" Type="http://schemas.openxmlformats.org/officeDocument/2006/relationships/image" Target="../media/image8.png"/><Relationship Id="rId4" Type="http://schemas.openxmlformats.org/officeDocument/2006/relationships/oleObject" Target="../embeddings/oleObject79.bin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86.bin"/><Relationship Id="rId3" Type="http://schemas.openxmlformats.org/officeDocument/2006/relationships/oleObject" Target="../embeddings/oleObject81.bin"/><Relationship Id="rId7" Type="http://schemas.openxmlformats.org/officeDocument/2006/relationships/oleObject" Target="../embeddings/oleObject85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8.vml"/><Relationship Id="rId6" Type="http://schemas.openxmlformats.org/officeDocument/2006/relationships/oleObject" Target="../embeddings/oleObject84.bin"/><Relationship Id="rId5" Type="http://schemas.openxmlformats.org/officeDocument/2006/relationships/oleObject" Target="../embeddings/oleObject83.bin"/><Relationship Id="rId10" Type="http://schemas.openxmlformats.org/officeDocument/2006/relationships/slide" Target="slide1.xml"/><Relationship Id="rId4" Type="http://schemas.openxmlformats.org/officeDocument/2006/relationships/oleObject" Target="../embeddings/oleObject82.bin"/><Relationship Id="rId9" Type="http://schemas.openxmlformats.org/officeDocument/2006/relationships/image" Target="../media/image8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7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9.vml"/><Relationship Id="rId6" Type="http://schemas.openxmlformats.org/officeDocument/2006/relationships/slide" Target="slide1.xml"/><Relationship Id="rId5" Type="http://schemas.openxmlformats.org/officeDocument/2006/relationships/oleObject" Target="../embeddings/oleObject88.bin"/><Relationship Id="rId4" Type="http://schemas.openxmlformats.org/officeDocument/2006/relationships/image" Target="../media/image8.png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slide" Target="slide1.xml"/><Relationship Id="rId3" Type="http://schemas.openxmlformats.org/officeDocument/2006/relationships/oleObject" Target="../embeddings/oleObject89.bin"/><Relationship Id="rId7" Type="http://schemas.openxmlformats.org/officeDocument/2006/relationships/image" Target="../media/image8.pn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0.vml"/><Relationship Id="rId6" Type="http://schemas.openxmlformats.org/officeDocument/2006/relationships/oleObject" Target="../embeddings/oleObject92.bin"/><Relationship Id="rId5" Type="http://schemas.openxmlformats.org/officeDocument/2006/relationships/oleObject" Target="../embeddings/oleObject91.bin"/><Relationship Id="rId4" Type="http://schemas.openxmlformats.org/officeDocument/2006/relationships/oleObject" Target="../embeddings/oleObject90.bin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1.vml"/><Relationship Id="rId6" Type="http://schemas.openxmlformats.org/officeDocument/2006/relationships/image" Target="../media/image106.png"/><Relationship Id="rId5" Type="http://schemas.openxmlformats.org/officeDocument/2006/relationships/slide" Target="slide1.xml"/><Relationship Id="rId4" Type="http://schemas.openxmlformats.org/officeDocument/2006/relationships/oleObject" Target="../embeddings/oleObject93.bin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98.bin"/><Relationship Id="rId3" Type="http://schemas.openxmlformats.org/officeDocument/2006/relationships/image" Target="../media/image8.png"/><Relationship Id="rId7" Type="http://schemas.openxmlformats.org/officeDocument/2006/relationships/oleObject" Target="../embeddings/oleObject97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2.vml"/><Relationship Id="rId6" Type="http://schemas.openxmlformats.org/officeDocument/2006/relationships/oleObject" Target="../embeddings/oleObject96.bin"/><Relationship Id="rId5" Type="http://schemas.openxmlformats.org/officeDocument/2006/relationships/oleObject" Target="../embeddings/oleObject95.bin"/><Relationship Id="rId4" Type="http://schemas.openxmlformats.org/officeDocument/2006/relationships/oleObject" Target="../embeddings/oleObject94.bin"/><Relationship Id="rId9" Type="http://schemas.openxmlformats.org/officeDocument/2006/relationships/slide" Target="slide1.xml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03.bin"/><Relationship Id="rId3" Type="http://schemas.openxmlformats.org/officeDocument/2006/relationships/image" Target="../media/image8.png"/><Relationship Id="rId7" Type="http://schemas.openxmlformats.org/officeDocument/2006/relationships/oleObject" Target="../embeddings/oleObject102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3.vml"/><Relationship Id="rId6" Type="http://schemas.openxmlformats.org/officeDocument/2006/relationships/oleObject" Target="../embeddings/oleObject101.bin"/><Relationship Id="rId5" Type="http://schemas.openxmlformats.org/officeDocument/2006/relationships/oleObject" Target="../embeddings/oleObject100.bin"/><Relationship Id="rId4" Type="http://schemas.openxmlformats.org/officeDocument/2006/relationships/oleObject" Target="../embeddings/oleObject99.bin"/><Relationship Id="rId9" Type="http://schemas.openxmlformats.org/officeDocument/2006/relationships/slide" Target="slide1.xml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oleObject" Target="../embeddings/oleObject104.bin"/><Relationship Id="rId7" Type="http://schemas.openxmlformats.org/officeDocument/2006/relationships/oleObject" Target="../embeddings/oleObject108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4.vml"/><Relationship Id="rId6" Type="http://schemas.openxmlformats.org/officeDocument/2006/relationships/oleObject" Target="../embeddings/oleObject107.bin"/><Relationship Id="rId5" Type="http://schemas.openxmlformats.org/officeDocument/2006/relationships/oleObject" Target="../embeddings/oleObject106.bin"/><Relationship Id="rId4" Type="http://schemas.openxmlformats.org/officeDocument/2006/relationships/oleObject" Target="../embeddings/oleObject105.bin"/><Relationship Id="rId9" Type="http://schemas.openxmlformats.org/officeDocument/2006/relationships/slide" Target="slide1.xml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slide" Target="slide1.xml"/><Relationship Id="rId3" Type="http://schemas.openxmlformats.org/officeDocument/2006/relationships/oleObject" Target="../embeddings/oleObject109.bin"/><Relationship Id="rId7" Type="http://schemas.openxmlformats.org/officeDocument/2006/relationships/image" Target="../media/image9.pn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5.vml"/><Relationship Id="rId6" Type="http://schemas.openxmlformats.org/officeDocument/2006/relationships/image" Target="../media/image8.png"/><Relationship Id="rId5" Type="http://schemas.openxmlformats.org/officeDocument/2006/relationships/image" Target="../media/image12.jpeg"/><Relationship Id="rId4" Type="http://schemas.openxmlformats.org/officeDocument/2006/relationships/oleObject" Target="../embeddings/oleObject110.bin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6.vml"/><Relationship Id="rId5" Type="http://schemas.openxmlformats.org/officeDocument/2006/relationships/slide" Target="slide1.xml"/><Relationship Id="rId4" Type="http://schemas.openxmlformats.org/officeDocument/2006/relationships/oleObject" Target="../embeddings/oleObject111.bin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17.bin"/><Relationship Id="rId3" Type="http://schemas.openxmlformats.org/officeDocument/2006/relationships/oleObject" Target="../embeddings/oleObject112.bin"/><Relationship Id="rId7" Type="http://schemas.openxmlformats.org/officeDocument/2006/relationships/oleObject" Target="../embeddings/oleObject116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7.vml"/><Relationship Id="rId6" Type="http://schemas.openxmlformats.org/officeDocument/2006/relationships/oleObject" Target="../embeddings/oleObject115.bin"/><Relationship Id="rId5" Type="http://schemas.openxmlformats.org/officeDocument/2006/relationships/oleObject" Target="../embeddings/oleObject114.bin"/><Relationship Id="rId10" Type="http://schemas.openxmlformats.org/officeDocument/2006/relationships/slide" Target="slide1.xml"/><Relationship Id="rId4" Type="http://schemas.openxmlformats.org/officeDocument/2006/relationships/oleObject" Target="../embeddings/oleObject113.bin"/><Relationship Id="rId9" Type="http://schemas.openxmlformats.org/officeDocument/2006/relationships/image" Target="../media/image8.png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slide" Target="slide1.xml"/><Relationship Id="rId3" Type="http://schemas.openxmlformats.org/officeDocument/2006/relationships/image" Target="../media/image134.jpeg"/><Relationship Id="rId7" Type="http://schemas.openxmlformats.org/officeDocument/2006/relationships/image" Target="../media/image8.pn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8.vml"/><Relationship Id="rId6" Type="http://schemas.openxmlformats.org/officeDocument/2006/relationships/oleObject" Target="../embeddings/oleObject120.bin"/><Relationship Id="rId5" Type="http://schemas.openxmlformats.org/officeDocument/2006/relationships/oleObject" Target="../embeddings/oleObject119.bin"/><Relationship Id="rId4" Type="http://schemas.openxmlformats.org/officeDocument/2006/relationships/oleObject" Target="../embeddings/oleObject118.bin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1.bin"/><Relationship Id="rId7" Type="http://schemas.openxmlformats.org/officeDocument/2006/relationships/slide" Target="slide1.xml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9.vml"/><Relationship Id="rId6" Type="http://schemas.openxmlformats.org/officeDocument/2006/relationships/image" Target="../media/image8.png"/><Relationship Id="rId5" Type="http://schemas.openxmlformats.org/officeDocument/2006/relationships/oleObject" Target="../embeddings/oleObject123.bin"/><Relationship Id="rId4" Type="http://schemas.openxmlformats.org/officeDocument/2006/relationships/oleObject" Target="../embeddings/oleObject122.bin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4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0.vml"/><Relationship Id="rId6" Type="http://schemas.openxmlformats.org/officeDocument/2006/relationships/slide" Target="slide1.xml"/><Relationship Id="rId5" Type="http://schemas.openxmlformats.org/officeDocument/2006/relationships/image" Target="../media/image8.png"/><Relationship Id="rId4" Type="http://schemas.openxmlformats.org/officeDocument/2006/relationships/oleObject" Target="../embeddings/oleObject125.bin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6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1.vml"/><Relationship Id="rId6" Type="http://schemas.openxmlformats.org/officeDocument/2006/relationships/slide" Target="slide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4" Type="http://schemas.openxmlformats.org/officeDocument/2006/relationships/slide" Target="slide1.xml"/></Relationships>
</file>

<file path=ppt/slides/_rels/slide52.xml.rels><?xml version="1.0" encoding="UTF-8" standalone="yes"?>
<Relationships xmlns="http://schemas.openxmlformats.org/package/2006/relationships"><Relationship Id="rId8" Type="http://schemas.openxmlformats.org/officeDocument/2006/relationships/slide" Target="slide1.xml"/><Relationship Id="rId3" Type="http://schemas.openxmlformats.org/officeDocument/2006/relationships/notesSlide" Target="../notesSlides/notesSlide1.xml"/><Relationship Id="rId7" Type="http://schemas.openxmlformats.org/officeDocument/2006/relationships/image" Target="../media/image12.jpe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2.vml"/><Relationship Id="rId6" Type="http://schemas.openxmlformats.org/officeDocument/2006/relationships/image" Target="../media/image8.png"/><Relationship Id="rId5" Type="http://schemas.openxmlformats.org/officeDocument/2006/relationships/oleObject" Target="../embeddings/oleObject128.bin"/><Relationship Id="rId4" Type="http://schemas.openxmlformats.org/officeDocument/2006/relationships/oleObject" Target="../embeddings/oleObject127.bin"/></Relationships>
</file>

<file path=ppt/slides/_rels/slide5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33.bin"/><Relationship Id="rId3" Type="http://schemas.openxmlformats.org/officeDocument/2006/relationships/notesSlide" Target="../notesSlides/notesSlide2.xml"/><Relationship Id="rId7" Type="http://schemas.openxmlformats.org/officeDocument/2006/relationships/oleObject" Target="../embeddings/oleObject132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3.vml"/><Relationship Id="rId6" Type="http://schemas.openxmlformats.org/officeDocument/2006/relationships/oleObject" Target="../embeddings/oleObject131.bin"/><Relationship Id="rId11" Type="http://schemas.openxmlformats.org/officeDocument/2006/relationships/slide" Target="slide1.xml"/><Relationship Id="rId5" Type="http://schemas.openxmlformats.org/officeDocument/2006/relationships/oleObject" Target="../embeddings/oleObject130.bin"/><Relationship Id="rId10" Type="http://schemas.openxmlformats.org/officeDocument/2006/relationships/image" Target="../media/image8.png"/><Relationship Id="rId4" Type="http://schemas.openxmlformats.org/officeDocument/2006/relationships/oleObject" Target="../embeddings/oleObject129.bin"/><Relationship Id="rId9" Type="http://schemas.openxmlformats.org/officeDocument/2006/relationships/oleObject" Target="../embeddings/oleObject134.bin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5.bin"/><Relationship Id="rId7" Type="http://schemas.openxmlformats.org/officeDocument/2006/relationships/slide" Target="slide1.xml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4.vml"/><Relationship Id="rId6" Type="http://schemas.openxmlformats.org/officeDocument/2006/relationships/oleObject" Target="../embeddings/oleObject137.bin"/><Relationship Id="rId5" Type="http://schemas.openxmlformats.org/officeDocument/2006/relationships/oleObject" Target="../embeddings/oleObject136.bin"/><Relationship Id="rId4" Type="http://schemas.openxmlformats.org/officeDocument/2006/relationships/image" Target="../media/image8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8.bin"/><Relationship Id="rId7" Type="http://schemas.openxmlformats.org/officeDocument/2006/relationships/slide" Target="slide1.xml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5.v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12.jpeg"/></Relationships>
</file>

<file path=ppt/slides/_rels/slide5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oleObject" Target="../embeddings/oleObject139.bin"/><Relationship Id="rId7" Type="http://schemas.openxmlformats.org/officeDocument/2006/relationships/image" Target="../media/image8.pn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6.vml"/><Relationship Id="rId6" Type="http://schemas.openxmlformats.org/officeDocument/2006/relationships/oleObject" Target="../embeddings/oleObject142.bin"/><Relationship Id="rId5" Type="http://schemas.openxmlformats.org/officeDocument/2006/relationships/oleObject" Target="../embeddings/oleObject141.bin"/><Relationship Id="rId4" Type="http://schemas.openxmlformats.org/officeDocument/2006/relationships/oleObject" Target="../embeddings/oleObject140.bin"/><Relationship Id="rId9" Type="http://schemas.openxmlformats.org/officeDocument/2006/relationships/slide" Target="slide1.xml"/></Relationships>
</file>

<file path=ppt/slides/_rels/slide57.xml.rels><?xml version="1.0" encoding="UTF-8" standalone="yes"?>
<Relationships xmlns="http://schemas.openxmlformats.org/package/2006/relationships"><Relationship Id="rId8" Type="http://schemas.openxmlformats.org/officeDocument/2006/relationships/slide" Target="slide1.xml"/><Relationship Id="rId3" Type="http://schemas.openxmlformats.org/officeDocument/2006/relationships/oleObject" Target="../embeddings/oleObject143.bin"/><Relationship Id="rId7" Type="http://schemas.openxmlformats.org/officeDocument/2006/relationships/image" Target="../media/image8.pn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7.vml"/><Relationship Id="rId6" Type="http://schemas.openxmlformats.org/officeDocument/2006/relationships/oleObject" Target="../embeddings/oleObject146.bin"/><Relationship Id="rId5" Type="http://schemas.openxmlformats.org/officeDocument/2006/relationships/oleObject" Target="../embeddings/oleObject145.bin"/><Relationship Id="rId4" Type="http://schemas.openxmlformats.org/officeDocument/2006/relationships/oleObject" Target="../embeddings/oleObject144.bin"/></Relationships>
</file>

<file path=ppt/slides/_rels/slide5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52.bin"/><Relationship Id="rId3" Type="http://schemas.openxmlformats.org/officeDocument/2006/relationships/oleObject" Target="../embeddings/oleObject147.bin"/><Relationship Id="rId7" Type="http://schemas.openxmlformats.org/officeDocument/2006/relationships/oleObject" Target="../embeddings/oleObject15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8.vml"/><Relationship Id="rId6" Type="http://schemas.openxmlformats.org/officeDocument/2006/relationships/oleObject" Target="../embeddings/oleObject150.bin"/><Relationship Id="rId5" Type="http://schemas.openxmlformats.org/officeDocument/2006/relationships/oleObject" Target="../embeddings/oleObject149.bin"/><Relationship Id="rId10" Type="http://schemas.openxmlformats.org/officeDocument/2006/relationships/slide" Target="slide1.xml"/><Relationship Id="rId4" Type="http://schemas.openxmlformats.org/officeDocument/2006/relationships/oleObject" Target="../embeddings/oleObject148.bin"/><Relationship Id="rId9" Type="http://schemas.openxmlformats.org/officeDocument/2006/relationships/image" Target="../media/image8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53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9.vml"/><Relationship Id="rId6" Type="http://schemas.openxmlformats.org/officeDocument/2006/relationships/slide" Target="slide1.xml"/><Relationship Id="rId5" Type="http://schemas.openxmlformats.org/officeDocument/2006/relationships/image" Target="../media/image8.png"/><Relationship Id="rId4" Type="http://schemas.openxmlformats.org/officeDocument/2006/relationships/oleObject" Target="../embeddings/oleObject154.bin"/></Relationships>
</file>

<file path=ppt/slides/_rels/slide6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59.bin"/><Relationship Id="rId3" Type="http://schemas.openxmlformats.org/officeDocument/2006/relationships/oleObject" Target="../embeddings/oleObject155.bin"/><Relationship Id="rId7" Type="http://schemas.openxmlformats.org/officeDocument/2006/relationships/oleObject" Target="../embeddings/oleObject158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50.vml"/><Relationship Id="rId6" Type="http://schemas.openxmlformats.org/officeDocument/2006/relationships/oleObject" Target="../embeddings/oleObject157.bin"/><Relationship Id="rId5" Type="http://schemas.openxmlformats.org/officeDocument/2006/relationships/image" Target="../media/image8.png"/><Relationship Id="rId4" Type="http://schemas.openxmlformats.org/officeDocument/2006/relationships/oleObject" Target="../embeddings/oleObject156.bin"/><Relationship Id="rId9" Type="http://schemas.openxmlformats.org/officeDocument/2006/relationships/slide" Target="slide1.xml"/></Relationships>
</file>

<file path=ppt/slides/_rels/slide6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64.bin"/><Relationship Id="rId3" Type="http://schemas.openxmlformats.org/officeDocument/2006/relationships/oleObject" Target="../embeddings/oleObject160.bin"/><Relationship Id="rId7" Type="http://schemas.openxmlformats.org/officeDocument/2006/relationships/oleObject" Target="../embeddings/oleObject163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51.vml"/><Relationship Id="rId6" Type="http://schemas.openxmlformats.org/officeDocument/2006/relationships/image" Target="../media/image8.png"/><Relationship Id="rId11" Type="http://schemas.openxmlformats.org/officeDocument/2006/relationships/slide" Target="slide1.xml"/><Relationship Id="rId5" Type="http://schemas.openxmlformats.org/officeDocument/2006/relationships/oleObject" Target="../embeddings/oleObject162.bin"/><Relationship Id="rId10" Type="http://schemas.openxmlformats.org/officeDocument/2006/relationships/oleObject" Target="../embeddings/oleObject166.bin"/><Relationship Id="rId4" Type="http://schemas.openxmlformats.org/officeDocument/2006/relationships/oleObject" Target="../embeddings/oleObject161.bin"/><Relationship Id="rId9" Type="http://schemas.openxmlformats.org/officeDocument/2006/relationships/oleObject" Target="../embeddings/oleObject165.bin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67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52.vml"/><Relationship Id="rId6" Type="http://schemas.openxmlformats.org/officeDocument/2006/relationships/slide" Target="slide1.xml"/><Relationship Id="rId5" Type="http://schemas.openxmlformats.org/officeDocument/2006/relationships/oleObject" Target="../embeddings/oleObject168.bin"/><Relationship Id="rId4" Type="http://schemas.openxmlformats.org/officeDocument/2006/relationships/image" Target="../media/image8.pn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53.vml"/><Relationship Id="rId6" Type="http://schemas.openxmlformats.org/officeDocument/2006/relationships/slide" Target="slide1.xml"/><Relationship Id="rId5" Type="http://schemas.openxmlformats.org/officeDocument/2006/relationships/image" Target="../media/image12.jpeg"/><Relationship Id="rId4" Type="http://schemas.openxmlformats.org/officeDocument/2006/relationships/oleObject" Target="../embeddings/oleObject169.bin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84.jpeg"/><Relationship Id="rId1" Type="http://schemas.openxmlformats.org/officeDocument/2006/relationships/slideLayout" Target="../slideLayouts/slideLayout7.xml"/><Relationship Id="rId5" Type="http://schemas.openxmlformats.org/officeDocument/2006/relationships/slide" Target="slide1.xml"/><Relationship Id="rId4" Type="http://schemas.openxmlformats.org/officeDocument/2006/relationships/image" Target="../media/image8.png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70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54.vml"/><Relationship Id="rId5" Type="http://schemas.openxmlformats.org/officeDocument/2006/relationships/slide" Target="slide1.xml"/><Relationship Id="rId4" Type="http://schemas.openxmlformats.org/officeDocument/2006/relationships/image" Target="../media/image8.png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71.bin"/><Relationship Id="rId7" Type="http://schemas.openxmlformats.org/officeDocument/2006/relationships/slide" Target="slide1.xml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55.vml"/><Relationship Id="rId6" Type="http://schemas.openxmlformats.org/officeDocument/2006/relationships/image" Target="../media/image8.png"/><Relationship Id="rId5" Type="http://schemas.openxmlformats.org/officeDocument/2006/relationships/image" Target="../media/image134.jpeg"/><Relationship Id="rId4" Type="http://schemas.openxmlformats.org/officeDocument/2006/relationships/image" Target="../media/image12.jpeg"/></Relationships>
</file>

<file path=ppt/slides/_rels/slide6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76.bin"/><Relationship Id="rId3" Type="http://schemas.openxmlformats.org/officeDocument/2006/relationships/notesSlide" Target="../notesSlides/notesSlide3.xml"/><Relationship Id="rId7" Type="http://schemas.openxmlformats.org/officeDocument/2006/relationships/oleObject" Target="../embeddings/oleObject175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56.vml"/><Relationship Id="rId6" Type="http://schemas.openxmlformats.org/officeDocument/2006/relationships/oleObject" Target="../embeddings/oleObject174.bin"/><Relationship Id="rId5" Type="http://schemas.openxmlformats.org/officeDocument/2006/relationships/oleObject" Target="../embeddings/oleObject173.bin"/><Relationship Id="rId10" Type="http://schemas.openxmlformats.org/officeDocument/2006/relationships/slide" Target="slide1.xml"/><Relationship Id="rId4" Type="http://schemas.openxmlformats.org/officeDocument/2006/relationships/oleObject" Target="../embeddings/oleObject172.bin"/><Relationship Id="rId9" Type="http://schemas.openxmlformats.org/officeDocument/2006/relationships/image" Target="../media/image8.png"/></Relationships>
</file>

<file path=ppt/slides/_rels/slide6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80.bin"/><Relationship Id="rId3" Type="http://schemas.openxmlformats.org/officeDocument/2006/relationships/notesSlide" Target="../notesSlides/notesSlide4.xml"/><Relationship Id="rId7" Type="http://schemas.openxmlformats.org/officeDocument/2006/relationships/image" Target="../media/image8.pn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57.vml"/><Relationship Id="rId6" Type="http://schemas.openxmlformats.org/officeDocument/2006/relationships/oleObject" Target="../embeddings/oleObject179.bin"/><Relationship Id="rId5" Type="http://schemas.openxmlformats.org/officeDocument/2006/relationships/oleObject" Target="../embeddings/oleObject178.bin"/><Relationship Id="rId4" Type="http://schemas.openxmlformats.org/officeDocument/2006/relationships/oleObject" Target="../embeddings/oleObject177.bin"/><Relationship Id="rId9" Type="http://schemas.openxmlformats.org/officeDocument/2006/relationships/slide" Target="slide1.xml"/></Relationships>
</file>

<file path=ppt/slides/_rels/slide6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85.bin"/><Relationship Id="rId3" Type="http://schemas.openxmlformats.org/officeDocument/2006/relationships/oleObject" Target="../embeddings/oleObject181.bin"/><Relationship Id="rId7" Type="http://schemas.openxmlformats.org/officeDocument/2006/relationships/oleObject" Target="../embeddings/oleObject184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58.vml"/><Relationship Id="rId6" Type="http://schemas.openxmlformats.org/officeDocument/2006/relationships/image" Target="../media/image8.png"/><Relationship Id="rId5" Type="http://schemas.openxmlformats.org/officeDocument/2006/relationships/oleObject" Target="../embeddings/oleObject183.bin"/><Relationship Id="rId4" Type="http://schemas.openxmlformats.org/officeDocument/2006/relationships/oleObject" Target="../embeddings/oleObject182.bin"/><Relationship Id="rId9" Type="http://schemas.openxmlformats.org/officeDocument/2006/relationships/slide" Target="slide1.xml"/></Relationships>
</file>

<file path=ppt/slides/_rels/slide70.xml.rels><?xml version="1.0" encoding="UTF-8" standalone="yes"?>
<Relationships xmlns="http://schemas.openxmlformats.org/package/2006/relationships"><Relationship Id="rId8" Type="http://schemas.openxmlformats.org/officeDocument/2006/relationships/slide" Target="slide1.xml"/><Relationship Id="rId3" Type="http://schemas.openxmlformats.org/officeDocument/2006/relationships/oleObject" Target="../embeddings/oleObject186.bin"/><Relationship Id="rId7" Type="http://schemas.openxmlformats.org/officeDocument/2006/relationships/image" Target="../media/image8.pn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59.vml"/><Relationship Id="rId6" Type="http://schemas.openxmlformats.org/officeDocument/2006/relationships/oleObject" Target="../embeddings/oleObject189.bin"/><Relationship Id="rId5" Type="http://schemas.openxmlformats.org/officeDocument/2006/relationships/oleObject" Target="../embeddings/oleObject188.bin"/><Relationship Id="rId4" Type="http://schemas.openxmlformats.org/officeDocument/2006/relationships/oleObject" Target="../embeddings/oleObject187.bin"/></Relationships>
</file>

<file path=ppt/slides/_rels/slide7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oleObject" Target="../embeddings/oleObject190.bin"/><Relationship Id="rId7" Type="http://schemas.openxmlformats.org/officeDocument/2006/relationships/oleObject" Target="../embeddings/oleObject193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60.vml"/><Relationship Id="rId6" Type="http://schemas.openxmlformats.org/officeDocument/2006/relationships/oleObject" Target="../embeddings/oleObject192.bin"/><Relationship Id="rId5" Type="http://schemas.openxmlformats.org/officeDocument/2006/relationships/image" Target="../media/image8.png"/><Relationship Id="rId4" Type="http://schemas.openxmlformats.org/officeDocument/2006/relationships/oleObject" Target="../embeddings/oleObject191.bin"/><Relationship Id="rId9" Type="http://schemas.openxmlformats.org/officeDocument/2006/relationships/slide" Target="slide1.xml"/></Relationships>
</file>

<file path=ppt/slides/_rels/slide7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oleObject" Target="../embeddings/oleObject194.bin"/><Relationship Id="rId7" Type="http://schemas.openxmlformats.org/officeDocument/2006/relationships/oleObject" Target="../embeddings/oleObject198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61.vml"/><Relationship Id="rId6" Type="http://schemas.openxmlformats.org/officeDocument/2006/relationships/oleObject" Target="../embeddings/oleObject197.bin"/><Relationship Id="rId5" Type="http://schemas.openxmlformats.org/officeDocument/2006/relationships/oleObject" Target="../embeddings/oleObject196.bin"/><Relationship Id="rId4" Type="http://schemas.openxmlformats.org/officeDocument/2006/relationships/oleObject" Target="../embeddings/oleObject195.bin"/><Relationship Id="rId9" Type="http://schemas.openxmlformats.org/officeDocument/2006/relationships/slide" Target="slide1.xml"/></Relationships>
</file>

<file path=ppt/slides/_rels/slide7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02.bin"/><Relationship Id="rId13" Type="http://schemas.openxmlformats.org/officeDocument/2006/relationships/slide" Target="slide1.xml"/><Relationship Id="rId3" Type="http://schemas.openxmlformats.org/officeDocument/2006/relationships/notesSlide" Target="../notesSlides/notesSlide5.xml"/><Relationship Id="rId7" Type="http://schemas.openxmlformats.org/officeDocument/2006/relationships/image" Target="../media/image8.png"/><Relationship Id="rId12" Type="http://schemas.openxmlformats.org/officeDocument/2006/relationships/oleObject" Target="../embeddings/oleObject206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62.vml"/><Relationship Id="rId6" Type="http://schemas.openxmlformats.org/officeDocument/2006/relationships/oleObject" Target="../embeddings/oleObject201.bin"/><Relationship Id="rId11" Type="http://schemas.openxmlformats.org/officeDocument/2006/relationships/oleObject" Target="../embeddings/oleObject205.bin"/><Relationship Id="rId5" Type="http://schemas.openxmlformats.org/officeDocument/2006/relationships/oleObject" Target="../embeddings/oleObject200.bin"/><Relationship Id="rId10" Type="http://schemas.openxmlformats.org/officeDocument/2006/relationships/oleObject" Target="../embeddings/oleObject204.bin"/><Relationship Id="rId4" Type="http://schemas.openxmlformats.org/officeDocument/2006/relationships/oleObject" Target="../embeddings/oleObject199.bin"/><Relationship Id="rId9" Type="http://schemas.openxmlformats.org/officeDocument/2006/relationships/oleObject" Target="../embeddings/oleObject203.bin"/></Relationships>
</file>

<file path=ppt/slides/_rels/slide7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12.bin"/><Relationship Id="rId13" Type="http://schemas.openxmlformats.org/officeDocument/2006/relationships/image" Target="../media/image8.png"/><Relationship Id="rId3" Type="http://schemas.openxmlformats.org/officeDocument/2006/relationships/oleObject" Target="../embeddings/oleObject207.bin"/><Relationship Id="rId7" Type="http://schemas.openxmlformats.org/officeDocument/2006/relationships/oleObject" Target="../embeddings/oleObject211.bin"/><Relationship Id="rId12" Type="http://schemas.openxmlformats.org/officeDocument/2006/relationships/oleObject" Target="../embeddings/oleObject216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63.vml"/><Relationship Id="rId6" Type="http://schemas.openxmlformats.org/officeDocument/2006/relationships/oleObject" Target="../embeddings/oleObject210.bin"/><Relationship Id="rId11" Type="http://schemas.openxmlformats.org/officeDocument/2006/relationships/oleObject" Target="../embeddings/oleObject215.bin"/><Relationship Id="rId5" Type="http://schemas.openxmlformats.org/officeDocument/2006/relationships/oleObject" Target="../embeddings/oleObject209.bin"/><Relationship Id="rId10" Type="http://schemas.openxmlformats.org/officeDocument/2006/relationships/oleObject" Target="../embeddings/oleObject214.bin"/><Relationship Id="rId4" Type="http://schemas.openxmlformats.org/officeDocument/2006/relationships/oleObject" Target="../embeddings/oleObject208.bin"/><Relationship Id="rId9" Type="http://schemas.openxmlformats.org/officeDocument/2006/relationships/oleObject" Target="../embeddings/oleObject213.bin"/><Relationship Id="rId14" Type="http://schemas.openxmlformats.org/officeDocument/2006/relationships/slide" Target="slide1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17.bin"/><Relationship Id="rId7" Type="http://schemas.openxmlformats.org/officeDocument/2006/relationships/slide" Target="slide1.xml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64.vml"/><Relationship Id="rId6" Type="http://schemas.openxmlformats.org/officeDocument/2006/relationships/oleObject" Target="../embeddings/oleObject219.bin"/><Relationship Id="rId5" Type="http://schemas.openxmlformats.org/officeDocument/2006/relationships/image" Target="../media/image8.png"/><Relationship Id="rId4" Type="http://schemas.openxmlformats.org/officeDocument/2006/relationships/oleObject" Target="../embeddings/oleObject218.bin"/></Relationships>
</file>

<file path=ppt/slides/_rels/slide7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24.bin"/><Relationship Id="rId3" Type="http://schemas.openxmlformats.org/officeDocument/2006/relationships/oleObject" Target="../embeddings/oleObject220.bin"/><Relationship Id="rId7" Type="http://schemas.openxmlformats.org/officeDocument/2006/relationships/oleObject" Target="../embeddings/oleObject223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65.vml"/><Relationship Id="rId6" Type="http://schemas.openxmlformats.org/officeDocument/2006/relationships/oleObject" Target="../embeddings/oleObject222.bin"/><Relationship Id="rId5" Type="http://schemas.openxmlformats.org/officeDocument/2006/relationships/image" Target="../media/image8.png"/><Relationship Id="rId10" Type="http://schemas.openxmlformats.org/officeDocument/2006/relationships/slide" Target="slide1.xml"/><Relationship Id="rId4" Type="http://schemas.openxmlformats.org/officeDocument/2006/relationships/oleObject" Target="../embeddings/oleObject221.bin"/><Relationship Id="rId9" Type="http://schemas.openxmlformats.org/officeDocument/2006/relationships/oleObject" Target="../embeddings/oleObject225.bin"/></Relationships>
</file>

<file path=ppt/slides/_rels/slide7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31.bin"/><Relationship Id="rId3" Type="http://schemas.openxmlformats.org/officeDocument/2006/relationships/oleObject" Target="../embeddings/oleObject226.bin"/><Relationship Id="rId7" Type="http://schemas.openxmlformats.org/officeDocument/2006/relationships/oleObject" Target="../embeddings/oleObject230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66.vml"/><Relationship Id="rId6" Type="http://schemas.openxmlformats.org/officeDocument/2006/relationships/oleObject" Target="../embeddings/oleObject229.bin"/><Relationship Id="rId5" Type="http://schemas.openxmlformats.org/officeDocument/2006/relationships/oleObject" Target="../embeddings/oleObject228.bin"/><Relationship Id="rId10" Type="http://schemas.openxmlformats.org/officeDocument/2006/relationships/slide" Target="slide1.xml"/><Relationship Id="rId4" Type="http://schemas.openxmlformats.org/officeDocument/2006/relationships/oleObject" Target="../embeddings/oleObject227.bin"/><Relationship Id="rId9" Type="http://schemas.openxmlformats.org/officeDocument/2006/relationships/image" Target="../media/image8.png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eg"/><Relationship Id="rId7" Type="http://schemas.openxmlformats.org/officeDocument/2006/relationships/slide" Target="slide1.xml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67.vml"/><Relationship Id="rId6" Type="http://schemas.openxmlformats.org/officeDocument/2006/relationships/image" Target="../media/image8.png"/><Relationship Id="rId5" Type="http://schemas.openxmlformats.org/officeDocument/2006/relationships/oleObject" Target="../embeddings/oleObject233.bin"/><Relationship Id="rId4" Type="http://schemas.openxmlformats.org/officeDocument/2006/relationships/oleObject" Target="../embeddings/oleObject232.bin"/></Relationships>
</file>

<file path=ppt/slides/_rels/slide79.xml.rels><?xml version="1.0" encoding="UTF-8" standalone="yes"?>
<Relationships xmlns="http://schemas.openxmlformats.org/package/2006/relationships"><Relationship Id="rId8" Type="http://schemas.openxmlformats.org/officeDocument/2006/relationships/slide" Target="slide1.xml"/><Relationship Id="rId3" Type="http://schemas.openxmlformats.org/officeDocument/2006/relationships/image" Target="../media/image35.jpeg"/><Relationship Id="rId7" Type="http://schemas.openxmlformats.org/officeDocument/2006/relationships/image" Target="../media/image8.pn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68.vml"/><Relationship Id="rId6" Type="http://schemas.openxmlformats.org/officeDocument/2006/relationships/oleObject" Target="../embeddings/oleObject236.bin"/><Relationship Id="rId5" Type="http://schemas.openxmlformats.org/officeDocument/2006/relationships/oleObject" Target="../embeddings/oleObject235.bin"/><Relationship Id="rId4" Type="http://schemas.openxmlformats.org/officeDocument/2006/relationships/oleObject" Target="../embeddings/oleObject234.bin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37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69.vml"/><Relationship Id="rId6" Type="http://schemas.openxmlformats.org/officeDocument/2006/relationships/slide" Target="slide1.xml"/><Relationship Id="rId5" Type="http://schemas.openxmlformats.org/officeDocument/2006/relationships/image" Target="../media/image8.png"/><Relationship Id="rId4" Type="http://schemas.openxmlformats.org/officeDocument/2006/relationships/oleObject" Target="../embeddings/oleObject238.bin"/></Relationships>
</file>

<file path=ppt/slides/_rels/slide81.xml.rels><?xml version="1.0" encoding="UTF-8" standalone="yes"?>
<Relationships xmlns="http://schemas.openxmlformats.org/package/2006/relationships"><Relationship Id="rId8" Type="http://schemas.openxmlformats.org/officeDocument/2006/relationships/slide" Target="slide1.xml"/><Relationship Id="rId3" Type="http://schemas.openxmlformats.org/officeDocument/2006/relationships/oleObject" Target="../embeddings/oleObject239.bin"/><Relationship Id="rId7" Type="http://schemas.openxmlformats.org/officeDocument/2006/relationships/image" Target="../media/image8.pn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70.vml"/><Relationship Id="rId6" Type="http://schemas.openxmlformats.org/officeDocument/2006/relationships/oleObject" Target="../embeddings/oleObject242.bin"/><Relationship Id="rId5" Type="http://schemas.openxmlformats.org/officeDocument/2006/relationships/oleObject" Target="../embeddings/oleObject241.bin"/><Relationship Id="rId4" Type="http://schemas.openxmlformats.org/officeDocument/2006/relationships/oleObject" Target="../embeddings/oleObject240.bin"/></Relationships>
</file>

<file path=ppt/slides/_rels/slide8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oleObject" Target="../embeddings/oleObject243.bin"/><Relationship Id="rId7" Type="http://schemas.openxmlformats.org/officeDocument/2006/relationships/oleObject" Target="../embeddings/oleObject247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71.vml"/><Relationship Id="rId6" Type="http://schemas.openxmlformats.org/officeDocument/2006/relationships/oleObject" Target="../embeddings/oleObject246.bin"/><Relationship Id="rId5" Type="http://schemas.openxmlformats.org/officeDocument/2006/relationships/oleObject" Target="../embeddings/oleObject245.bin"/><Relationship Id="rId4" Type="http://schemas.openxmlformats.org/officeDocument/2006/relationships/oleObject" Target="../embeddings/oleObject244.bin"/><Relationship Id="rId9" Type="http://schemas.openxmlformats.org/officeDocument/2006/relationships/slide" Target="slide1.xml"/></Relationships>
</file>

<file path=ppt/slides/_rels/slide8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52.bin"/><Relationship Id="rId3" Type="http://schemas.openxmlformats.org/officeDocument/2006/relationships/oleObject" Target="../embeddings/oleObject248.bin"/><Relationship Id="rId7" Type="http://schemas.openxmlformats.org/officeDocument/2006/relationships/image" Target="../media/image35.jpe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72.vml"/><Relationship Id="rId6" Type="http://schemas.openxmlformats.org/officeDocument/2006/relationships/oleObject" Target="../embeddings/oleObject251.bin"/><Relationship Id="rId5" Type="http://schemas.openxmlformats.org/officeDocument/2006/relationships/oleObject" Target="../embeddings/oleObject250.bin"/><Relationship Id="rId10" Type="http://schemas.openxmlformats.org/officeDocument/2006/relationships/slide" Target="slide1.xml"/><Relationship Id="rId4" Type="http://schemas.openxmlformats.org/officeDocument/2006/relationships/oleObject" Target="../embeddings/oleObject249.bin"/><Relationship Id="rId9" Type="http://schemas.openxmlformats.org/officeDocument/2006/relationships/image" Target="../media/image8.png"/></Relationships>
</file>

<file path=ppt/slides/_rels/slide8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58.bin"/><Relationship Id="rId3" Type="http://schemas.openxmlformats.org/officeDocument/2006/relationships/oleObject" Target="../embeddings/oleObject253.bin"/><Relationship Id="rId7" Type="http://schemas.openxmlformats.org/officeDocument/2006/relationships/oleObject" Target="../embeddings/oleObject257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73.vml"/><Relationship Id="rId6" Type="http://schemas.openxmlformats.org/officeDocument/2006/relationships/oleObject" Target="../embeddings/oleObject256.bin"/><Relationship Id="rId5" Type="http://schemas.openxmlformats.org/officeDocument/2006/relationships/oleObject" Target="../embeddings/oleObject255.bin"/><Relationship Id="rId10" Type="http://schemas.openxmlformats.org/officeDocument/2006/relationships/slide" Target="slide1.xml"/><Relationship Id="rId4" Type="http://schemas.openxmlformats.org/officeDocument/2006/relationships/oleObject" Target="../embeddings/oleObject254.bin"/><Relationship Id="rId9" Type="http://schemas.openxmlformats.org/officeDocument/2006/relationships/image" Target="../media/image8.png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59.bin"/><Relationship Id="rId7" Type="http://schemas.openxmlformats.org/officeDocument/2006/relationships/slide" Target="slide1.xml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74.vml"/><Relationship Id="rId6" Type="http://schemas.openxmlformats.org/officeDocument/2006/relationships/image" Target="../media/image8.png"/><Relationship Id="rId5" Type="http://schemas.openxmlformats.org/officeDocument/2006/relationships/oleObject" Target="../embeddings/oleObject261.bin"/><Relationship Id="rId4" Type="http://schemas.openxmlformats.org/officeDocument/2006/relationships/oleObject" Target="../embeddings/oleObject260.bin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62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75.vml"/><Relationship Id="rId6" Type="http://schemas.openxmlformats.org/officeDocument/2006/relationships/slide" Target="slide1.xml"/><Relationship Id="rId5" Type="http://schemas.openxmlformats.org/officeDocument/2006/relationships/image" Target="../media/image8.png"/><Relationship Id="rId4" Type="http://schemas.openxmlformats.org/officeDocument/2006/relationships/oleObject" Target="../embeddings/oleObject263.bin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64.bin"/><Relationship Id="rId7" Type="http://schemas.openxmlformats.org/officeDocument/2006/relationships/slide" Target="slide1.xml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76.vml"/><Relationship Id="rId6" Type="http://schemas.openxmlformats.org/officeDocument/2006/relationships/image" Target="../media/image8.png"/><Relationship Id="rId5" Type="http://schemas.openxmlformats.org/officeDocument/2006/relationships/oleObject" Target="../embeddings/oleObject266.bin"/><Relationship Id="rId4" Type="http://schemas.openxmlformats.org/officeDocument/2006/relationships/oleObject" Target="../embeddings/oleObject265.bin"/></Relationships>
</file>

<file path=ppt/slides/_rels/slide8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72.bin"/><Relationship Id="rId3" Type="http://schemas.openxmlformats.org/officeDocument/2006/relationships/oleObject" Target="../embeddings/oleObject267.bin"/><Relationship Id="rId7" Type="http://schemas.openxmlformats.org/officeDocument/2006/relationships/oleObject" Target="../embeddings/oleObject27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77.vml"/><Relationship Id="rId6" Type="http://schemas.openxmlformats.org/officeDocument/2006/relationships/oleObject" Target="../embeddings/oleObject270.bin"/><Relationship Id="rId11" Type="http://schemas.openxmlformats.org/officeDocument/2006/relationships/slide" Target="slide1.xml"/><Relationship Id="rId5" Type="http://schemas.openxmlformats.org/officeDocument/2006/relationships/oleObject" Target="../embeddings/oleObject269.bin"/><Relationship Id="rId10" Type="http://schemas.openxmlformats.org/officeDocument/2006/relationships/image" Target="../media/image8.png"/><Relationship Id="rId4" Type="http://schemas.openxmlformats.org/officeDocument/2006/relationships/oleObject" Target="../embeddings/oleObject268.bin"/><Relationship Id="rId9" Type="http://schemas.openxmlformats.org/officeDocument/2006/relationships/oleObject" Target="../embeddings/oleObject273.bin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79.bin"/><Relationship Id="rId3" Type="http://schemas.openxmlformats.org/officeDocument/2006/relationships/oleObject" Target="../embeddings/oleObject274.bin"/><Relationship Id="rId7" Type="http://schemas.openxmlformats.org/officeDocument/2006/relationships/oleObject" Target="../embeddings/oleObject278.bin"/><Relationship Id="rId12" Type="http://schemas.openxmlformats.org/officeDocument/2006/relationships/slide" Target="slide1.xml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78.vml"/><Relationship Id="rId6" Type="http://schemas.openxmlformats.org/officeDocument/2006/relationships/oleObject" Target="../embeddings/oleObject277.bin"/><Relationship Id="rId11" Type="http://schemas.openxmlformats.org/officeDocument/2006/relationships/image" Target="../media/image12.jpeg"/><Relationship Id="rId5" Type="http://schemas.openxmlformats.org/officeDocument/2006/relationships/oleObject" Target="../embeddings/oleObject276.bin"/><Relationship Id="rId10" Type="http://schemas.openxmlformats.org/officeDocument/2006/relationships/image" Target="../media/image8.png"/><Relationship Id="rId4" Type="http://schemas.openxmlformats.org/officeDocument/2006/relationships/oleObject" Target="../embeddings/oleObject275.bin"/><Relationship Id="rId9" Type="http://schemas.openxmlformats.org/officeDocument/2006/relationships/oleObject" Target="../embeddings/oleObject280.bin"/></Relationships>
</file>

<file path=ppt/slides/_rels/slide9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85.bin"/><Relationship Id="rId3" Type="http://schemas.openxmlformats.org/officeDocument/2006/relationships/oleObject" Target="../embeddings/oleObject281.bin"/><Relationship Id="rId7" Type="http://schemas.openxmlformats.org/officeDocument/2006/relationships/oleObject" Target="../embeddings/oleObject284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79.vml"/><Relationship Id="rId6" Type="http://schemas.openxmlformats.org/officeDocument/2006/relationships/oleObject" Target="../embeddings/oleObject283.bin"/><Relationship Id="rId11" Type="http://schemas.openxmlformats.org/officeDocument/2006/relationships/slide" Target="slide1.xml"/><Relationship Id="rId5" Type="http://schemas.openxmlformats.org/officeDocument/2006/relationships/image" Target="../media/image8.png"/><Relationship Id="rId10" Type="http://schemas.openxmlformats.org/officeDocument/2006/relationships/oleObject" Target="../embeddings/oleObject286.bin"/><Relationship Id="rId4" Type="http://schemas.openxmlformats.org/officeDocument/2006/relationships/oleObject" Target="../embeddings/oleObject282.bin"/><Relationship Id="rId9" Type="http://schemas.openxmlformats.org/officeDocument/2006/relationships/image" Target="../media/image12.jpeg"/></Relationships>
</file>

<file path=ppt/slides/_rels/slide92.xml.rels><?xml version="1.0" encoding="UTF-8" standalone="yes"?>
<Relationships xmlns="http://schemas.openxmlformats.org/package/2006/relationships"><Relationship Id="rId8" Type="http://schemas.openxmlformats.org/officeDocument/2006/relationships/slide" Target="slide1.xml"/><Relationship Id="rId3" Type="http://schemas.openxmlformats.org/officeDocument/2006/relationships/oleObject" Target="../embeddings/oleObject287.bin"/><Relationship Id="rId7" Type="http://schemas.openxmlformats.org/officeDocument/2006/relationships/image" Target="../media/image8.pn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80.vml"/><Relationship Id="rId6" Type="http://schemas.openxmlformats.org/officeDocument/2006/relationships/oleObject" Target="../embeddings/oleObject290.bin"/><Relationship Id="rId5" Type="http://schemas.openxmlformats.org/officeDocument/2006/relationships/oleObject" Target="../embeddings/oleObject289.bin"/><Relationship Id="rId4" Type="http://schemas.openxmlformats.org/officeDocument/2006/relationships/oleObject" Target="../embeddings/oleObject288.bin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9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81.vml"/><Relationship Id="rId6" Type="http://schemas.openxmlformats.org/officeDocument/2006/relationships/slide" Target="slide1.xml"/><Relationship Id="rId5" Type="http://schemas.openxmlformats.org/officeDocument/2006/relationships/image" Target="../media/image8.png"/><Relationship Id="rId4" Type="http://schemas.openxmlformats.org/officeDocument/2006/relationships/oleObject" Target="../embeddings/oleObject292.bin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eg"/><Relationship Id="rId7" Type="http://schemas.openxmlformats.org/officeDocument/2006/relationships/slide" Target="slide1.xml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82.vml"/><Relationship Id="rId6" Type="http://schemas.openxmlformats.org/officeDocument/2006/relationships/image" Target="../media/image8.png"/><Relationship Id="rId5" Type="http://schemas.openxmlformats.org/officeDocument/2006/relationships/oleObject" Target="../embeddings/oleObject294.bin"/><Relationship Id="rId4" Type="http://schemas.openxmlformats.org/officeDocument/2006/relationships/oleObject" Target="../embeddings/oleObject293.bin"/></Relationships>
</file>

<file path=ppt/slides/_rels/slide9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oleObject" Target="../embeddings/oleObject295.bin"/><Relationship Id="rId7" Type="http://schemas.openxmlformats.org/officeDocument/2006/relationships/oleObject" Target="../embeddings/oleObject299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83.vml"/><Relationship Id="rId6" Type="http://schemas.openxmlformats.org/officeDocument/2006/relationships/oleObject" Target="../embeddings/oleObject298.bin"/><Relationship Id="rId5" Type="http://schemas.openxmlformats.org/officeDocument/2006/relationships/oleObject" Target="../embeddings/oleObject297.bin"/><Relationship Id="rId10" Type="http://schemas.openxmlformats.org/officeDocument/2006/relationships/slide" Target="slide1.xml"/><Relationship Id="rId4" Type="http://schemas.openxmlformats.org/officeDocument/2006/relationships/oleObject" Target="../embeddings/oleObject296.bin"/><Relationship Id="rId9" Type="http://schemas.openxmlformats.org/officeDocument/2006/relationships/image" Target="../media/image12.jpeg"/></Relationships>
</file>

<file path=ppt/slides/_rels/slide9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00.bin"/><Relationship Id="rId7" Type="http://schemas.openxmlformats.org/officeDocument/2006/relationships/slide" Target="slide1.xml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84.vml"/><Relationship Id="rId6" Type="http://schemas.openxmlformats.org/officeDocument/2006/relationships/image" Target="../media/image8.png"/><Relationship Id="rId5" Type="http://schemas.openxmlformats.org/officeDocument/2006/relationships/oleObject" Target="../embeddings/oleObject302.bin"/><Relationship Id="rId4" Type="http://schemas.openxmlformats.org/officeDocument/2006/relationships/oleObject" Target="../embeddings/oleObject301.bin"/></Relationships>
</file>

<file path=ppt/slides/_rels/slide9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08.bin"/><Relationship Id="rId13" Type="http://schemas.openxmlformats.org/officeDocument/2006/relationships/slide" Target="slide1.xml"/><Relationship Id="rId3" Type="http://schemas.openxmlformats.org/officeDocument/2006/relationships/oleObject" Target="../embeddings/oleObject303.bin"/><Relationship Id="rId7" Type="http://schemas.openxmlformats.org/officeDocument/2006/relationships/oleObject" Target="../embeddings/oleObject307.bin"/><Relationship Id="rId12" Type="http://schemas.openxmlformats.org/officeDocument/2006/relationships/image" Target="../media/image9.pn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85.vml"/><Relationship Id="rId6" Type="http://schemas.openxmlformats.org/officeDocument/2006/relationships/oleObject" Target="../embeddings/oleObject306.bin"/><Relationship Id="rId11" Type="http://schemas.openxmlformats.org/officeDocument/2006/relationships/image" Target="../media/image8.png"/><Relationship Id="rId5" Type="http://schemas.openxmlformats.org/officeDocument/2006/relationships/oleObject" Target="../embeddings/oleObject305.bin"/><Relationship Id="rId10" Type="http://schemas.openxmlformats.org/officeDocument/2006/relationships/image" Target="../media/image35.jpeg"/><Relationship Id="rId4" Type="http://schemas.openxmlformats.org/officeDocument/2006/relationships/oleObject" Target="../embeddings/oleObject304.bin"/><Relationship Id="rId9" Type="http://schemas.openxmlformats.org/officeDocument/2006/relationships/oleObject" Target="../embeddings/oleObject309.bin"/></Relationships>
</file>

<file path=ppt/slides/_rels/slide9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10.bin"/><Relationship Id="rId7" Type="http://schemas.openxmlformats.org/officeDocument/2006/relationships/slide" Target="slide1.xml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86.vml"/><Relationship Id="rId6" Type="http://schemas.openxmlformats.org/officeDocument/2006/relationships/image" Target="../media/image8.png"/><Relationship Id="rId5" Type="http://schemas.openxmlformats.org/officeDocument/2006/relationships/oleObject" Target="../embeddings/oleObject312.bin"/><Relationship Id="rId4" Type="http://schemas.openxmlformats.org/officeDocument/2006/relationships/oleObject" Target="../embeddings/oleObject311.bin"/></Relationships>
</file>

<file path=ppt/slides/_rels/slide10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oleObject" Target="../embeddings/oleObject313.bin"/><Relationship Id="rId7" Type="http://schemas.openxmlformats.org/officeDocument/2006/relationships/oleObject" Target="../embeddings/oleObject317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87.vml"/><Relationship Id="rId6" Type="http://schemas.openxmlformats.org/officeDocument/2006/relationships/oleObject" Target="../embeddings/oleObject316.bin"/><Relationship Id="rId5" Type="http://schemas.openxmlformats.org/officeDocument/2006/relationships/oleObject" Target="../embeddings/oleObject315.bin"/><Relationship Id="rId4" Type="http://schemas.openxmlformats.org/officeDocument/2006/relationships/oleObject" Target="../embeddings/oleObject314.bin"/><Relationship Id="rId9" Type="http://schemas.openxmlformats.org/officeDocument/2006/relationships/slide" Target="slide1.xml"/></Relationships>
</file>

<file path=ppt/slides/_rels/slide10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oleObject" Target="../embeddings/oleObject318.bin"/><Relationship Id="rId7" Type="http://schemas.openxmlformats.org/officeDocument/2006/relationships/oleObject" Target="../embeddings/oleObject32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88.vml"/><Relationship Id="rId6" Type="http://schemas.openxmlformats.org/officeDocument/2006/relationships/oleObject" Target="../embeddings/oleObject320.bin"/><Relationship Id="rId5" Type="http://schemas.openxmlformats.org/officeDocument/2006/relationships/image" Target="../media/image12.jpeg"/><Relationship Id="rId4" Type="http://schemas.openxmlformats.org/officeDocument/2006/relationships/oleObject" Target="../embeddings/oleObject319.bin"/><Relationship Id="rId9" Type="http://schemas.openxmlformats.org/officeDocument/2006/relationships/slide" Target="slide1.xml"/></Relationships>
</file>

<file path=ppt/slides/_rels/slide102.xml.rels><?xml version="1.0" encoding="UTF-8" standalone="yes"?>
<Relationships xmlns="http://schemas.openxmlformats.org/package/2006/relationships"><Relationship Id="rId8" Type="http://schemas.openxmlformats.org/officeDocument/2006/relationships/slide" Target="slide1.xml"/><Relationship Id="rId3" Type="http://schemas.openxmlformats.org/officeDocument/2006/relationships/oleObject" Target="../embeddings/oleObject322.bin"/><Relationship Id="rId7" Type="http://schemas.openxmlformats.org/officeDocument/2006/relationships/image" Target="../media/image8.pn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89.vml"/><Relationship Id="rId6" Type="http://schemas.openxmlformats.org/officeDocument/2006/relationships/oleObject" Target="../embeddings/oleObject325.bin"/><Relationship Id="rId5" Type="http://schemas.openxmlformats.org/officeDocument/2006/relationships/oleObject" Target="../embeddings/oleObject324.bin"/><Relationship Id="rId4" Type="http://schemas.openxmlformats.org/officeDocument/2006/relationships/oleObject" Target="../embeddings/oleObject323.bin"/></Relationships>
</file>

<file path=ppt/slides/_rels/slide10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26.bin"/><Relationship Id="rId7" Type="http://schemas.openxmlformats.org/officeDocument/2006/relationships/slide" Target="slide1.xml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90.vml"/><Relationship Id="rId6" Type="http://schemas.openxmlformats.org/officeDocument/2006/relationships/image" Target="../media/image12.jpeg"/><Relationship Id="rId5" Type="http://schemas.openxmlformats.org/officeDocument/2006/relationships/image" Target="../media/image8.png"/><Relationship Id="rId4" Type="http://schemas.openxmlformats.org/officeDocument/2006/relationships/oleObject" Target="../embeddings/oleObject327.bin"/></Relationships>
</file>

<file path=ppt/slides/_rels/slide104.xml.rels><?xml version="1.0" encoding="UTF-8" standalone="yes"?>
<Relationships xmlns="http://schemas.openxmlformats.org/package/2006/relationships"><Relationship Id="rId8" Type="http://schemas.openxmlformats.org/officeDocument/2006/relationships/slide" Target="slide1.xml"/><Relationship Id="rId3" Type="http://schemas.openxmlformats.org/officeDocument/2006/relationships/oleObject" Target="../embeddings/oleObject328.bin"/><Relationship Id="rId7" Type="http://schemas.openxmlformats.org/officeDocument/2006/relationships/oleObject" Target="../embeddings/oleObject33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91.vml"/><Relationship Id="rId6" Type="http://schemas.openxmlformats.org/officeDocument/2006/relationships/oleObject" Target="../embeddings/oleObject330.bin"/><Relationship Id="rId5" Type="http://schemas.openxmlformats.org/officeDocument/2006/relationships/image" Target="../media/image8.png"/><Relationship Id="rId4" Type="http://schemas.openxmlformats.org/officeDocument/2006/relationships/oleObject" Target="../embeddings/oleObject329.bin"/><Relationship Id="rId9" Type="http://schemas.openxmlformats.org/officeDocument/2006/relationships/image" Target="../media/image35.jpeg"/></Relationships>
</file>

<file path=ppt/slides/_rels/slide10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37.bin"/><Relationship Id="rId3" Type="http://schemas.openxmlformats.org/officeDocument/2006/relationships/oleObject" Target="../embeddings/oleObject332.bin"/><Relationship Id="rId7" Type="http://schemas.openxmlformats.org/officeDocument/2006/relationships/oleObject" Target="../embeddings/oleObject336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92.vml"/><Relationship Id="rId6" Type="http://schemas.openxmlformats.org/officeDocument/2006/relationships/oleObject" Target="../embeddings/oleObject335.bin"/><Relationship Id="rId5" Type="http://schemas.openxmlformats.org/officeDocument/2006/relationships/oleObject" Target="../embeddings/oleObject334.bin"/><Relationship Id="rId10" Type="http://schemas.openxmlformats.org/officeDocument/2006/relationships/slide" Target="slide1.xml"/><Relationship Id="rId4" Type="http://schemas.openxmlformats.org/officeDocument/2006/relationships/oleObject" Target="../embeddings/oleObject333.bin"/><Relationship Id="rId9" Type="http://schemas.openxmlformats.org/officeDocument/2006/relationships/image" Target="../media/image8.png"/></Relationships>
</file>

<file path=ppt/slides/_rels/slide10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38.bin"/><Relationship Id="rId7" Type="http://schemas.openxmlformats.org/officeDocument/2006/relationships/slide" Target="slide1.xml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93.vml"/><Relationship Id="rId6" Type="http://schemas.openxmlformats.org/officeDocument/2006/relationships/image" Target="../media/image8.png"/><Relationship Id="rId5" Type="http://schemas.openxmlformats.org/officeDocument/2006/relationships/oleObject" Target="../embeddings/oleObject340.bin"/><Relationship Id="rId4" Type="http://schemas.openxmlformats.org/officeDocument/2006/relationships/oleObject" Target="../embeddings/oleObject339.bin"/></Relationships>
</file>

<file path=ppt/slides/_rels/slide10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oleObject" Target="../embeddings/oleObject341.bin"/><Relationship Id="rId7" Type="http://schemas.openxmlformats.org/officeDocument/2006/relationships/oleObject" Target="../embeddings/oleObject345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94.vml"/><Relationship Id="rId6" Type="http://schemas.openxmlformats.org/officeDocument/2006/relationships/oleObject" Target="../embeddings/oleObject344.bin"/><Relationship Id="rId5" Type="http://schemas.openxmlformats.org/officeDocument/2006/relationships/oleObject" Target="../embeddings/oleObject343.bin"/><Relationship Id="rId10" Type="http://schemas.openxmlformats.org/officeDocument/2006/relationships/slide" Target="slide1.xml"/><Relationship Id="rId4" Type="http://schemas.openxmlformats.org/officeDocument/2006/relationships/oleObject" Target="../embeddings/oleObject342.bin"/><Relationship Id="rId9" Type="http://schemas.openxmlformats.org/officeDocument/2006/relationships/oleObject" Target="../embeddings/oleObject346.bin"/></Relationships>
</file>

<file path=ppt/slides/_rels/slide10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52.bin"/><Relationship Id="rId3" Type="http://schemas.openxmlformats.org/officeDocument/2006/relationships/oleObject" Target="../embeddings/oleObject347.bin"/><Relationship Id="rId7" Type="http://schemas.openxmlformats.org/officeDocument/2006/relationships/oleObject" Target="../embeddings/oleObject35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95.vml"/><Relationship Id="rId6" Type="http://schemas.openxmlformats.org/officeDocument/2006/relationships/oleObject" Target="../embeddings/oleObject350.bin"/><Relationship Id="rId5" Type="http://schemas.openxmlformats.org/officeDocument/2006/relationships/oleObject" Target="../embeddings/oleObject349.bin"/><Relationship Id="rId10" Type="http://schemas.openxmlformats.org/officeDocument/2006/relationships/slide" Target="slide1.xml"/><Relationship Id="rId4" Type="http://schemas.openxmlformats.org/officeDocument/2006/relationships/oleObject" Target="../embeddings/oleObject348.bin"/><Relationship Id="rId9" Type="http://schemas.openxmlformats.org/officeDocument/2006/relationships/image" Target="../media/image8.png"/></Relationships>
</file>

<file path=ppt/slides/_rels/slide10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53.bin"/><Relationship Id="rId7" Type="http://schemas.openxmlformats.org/officeDocument/2006/relationships/slide" Target="slide1.xml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96.vml"/><Relationship Id="rId6" Type="http://schemas.openxmlformats.org/officeDocument/2006/relationships/image" Target="../media/image8.png"/><Relationship Id="rId5" Type="http://schemas.openxmlformats.org/officeDocument/2006/relationships/oleObject" Target="../embeddings/oleObject355.bin"/><Relationship Id="rId4" Type="http://schemas.openxmlformats.org/officeDocument/2006/relationships/oleObject" Target="../embeddings/oleObject354.bin"/></Relationships>
</file>

<file path=ppt/slides/_rels/slide11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61.bin"/><Relationship Id="rId3" Type="http://schemas.openxmlformats.org/officeDocument/2006/relationships/oleObject" Target="../embeddings/oleObject356.bin"/><Relationship Id="rId7" Type="http://schemas.openxmlformats.org/officeDocument/2006/relationships/oleObject" Target="../embeddings/oleObject360.bin"/><Relationship Id="rId12" Type="http://schemas.openxmlformats.org/officeDocument/2006/relationships/slide" Target="slide1.xml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97.vml"/><Relationship Id="rId6" Type="http://schemas.openxmlformats.org/officeDocument/2006/relationships/oleObject" Target="../embeddings/oleObject359.bin"/><Relationship Id="rId11" Type="http://schemas.openxmlformats.org/officeDocument/2006/relationships/image" Target="../media/image9.png"/><Relationship Id="rId5" Type="http://schemas.openxmlformats.org/officeDocument/2006/relationships/oleObject" Target="../embeddings/oleObject358.bin"/><Relationship Id="rId10" Type="http://schemas.openxmlformats.org/officeDocument/2006/relationships/image" Target="../media/image8.png"/><Relationship Id="rId4" Type="http://schemas.openxmlformats.org/officeDocument/2006/relationships/oleObject" Target="../embeddings/oleObject357.bin"/><Relationship Id="rId9" Type="http://schemas.openxmlformats.org/officeDocument/2006/relationships/oleObject" Target="../embeddings/oleObject362.bin"/></Relationships>
</file>

<file path=ppt/slides/_rels/slide1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63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98.vml"/><Relationship Id="rId5" Type="http://schemas.openxmlformats.org/officeDocument/2006/relationships/slide" Target="slide1.xml"/><Relationship Id="rId4" Type="http://schemas.openxmlformats.org/officeDocument/2006/relationships/image" Target="../media/image8.png"/></Relationships>
</file>

<file path=ppt/slides/_rels/slide1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64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99.vml"/><Relationship Id="rId6" Type="http://schemas.openxmlformats.org/officeDocument/2006/relationships/slide" Target="slide1.xml"/><Relationship Id="rId5" Type="http://schemas.openxmlformats.org/officeDocument/2006/relationships/image" Target="../media/image8.png"/><Relationship Id="rId4" Type="http://schemas.openxmlformats.org/officeDocument/2006/relationships/oleObject" Target="../embeddings/oleObject365.bin"/></Relationships>
</file>

<file path=ppt/slides/_rels/slide11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69.bin"/><Relationship Id="rId3" Type="http://schemas.openxmlformats.org/officeDocument/2006/relationships/oleObject" Target="../embeddings/oleObject366.bin"/><Relationship Id="rId7" Type="http://schemas.openxmlformats.org/officeDocument/2006/relationships/slide" Target="slide1.xml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00.vml"/><Relationship Id="rId6" Type="http://schemas.openxmlformats.org/officeDocument/2006/relationships/oleObject" Target="../embeddings/oleObject368.bin"/><Relationship Id="rId5" Type="http://schemas.openxmlformats.org/officeDocument/2006/relationships/image" Target="../media/image8.png"/><Relationship Id="rId4" Type="http://schemas.openxmlformats.org/officeDocument/2006/relationships/oleObject" Target="../embeddings/oleObject367.bin"/><Relationship Id="rId9" Type="http://schemas.openxmlformats.org/officeDocument/2006/relationships/oleObject" Target="../embeddings/oleObject370.bin"/></Relationships>
</file>

<file path=ppt/slides/_rels/slide1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71.bin"/><Relationship Id="rId7" Type="http://schemas.openxmlformats.org/officeDocument/2006/relationships/slide" Target="slide1.xml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01.vml"/><Relationship Id="rId6" Type="http://schemas.openxmlformats.org/officeDocument/2006/relationships/oleObject" Target="../embeddings/oleObject373.bin"/><Relationship Id="rId5" Type="http://schemas.openxmlformats.org/officeDocument/2006/relationships/oleObject" Target="../embeddings/oleObject372.bin"/><Relationship Id="rId4" Type="http://schemas.openxmlformats.org/officeDocument/2006/relationships/image" Target="../media/image8.png"/></Relationships>
</file>

<file path=ppt/slides/_rels/slide1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74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02.vml"/><Relationship Id="rId6" Type="http://schemas.openxmlformats.org/officeDocument/2006/relationships/slide" Target="slide1.xml"/><Relationship Id="rId5" Type="http://schemas.openxmlformats.org/officeDocument/2006/relationships/image" Target="../media/image8.png"/><Relationship Id="rId4" Type="http://schemas.openxmlformats.org/officeDocument/2006/relationships/oleObject" Target="../embeddings/oleObject375.bin"/></Relationships>
</file>

<file path=ppt/slides/_rels/slide1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oleObject" Target="../embeddings/oleObject376.bin"/><Relationship Id="rId7" Type="http://schemas.openxmlformats.org/officeDocument/2006/relationships/oleObject" Target="../embeddings/oleObject380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03.vml"/><Relationship Id="rId6" Type="http://schemas.openxmlformats.org/officeDocument/2006/relationships/oleObject" Target="../embeddings/oleObject379.bin"/><Relationship Id="rId5" Type="http://schemas.openxmlformats.org/officeDocument/2006/relationships/oleObject" Target="../embeddings/oleObject378.bin"/><Relationship Id="rId4" Type="http://schemas.openxmlformats.org/officeDocument/2006/relationships/oleObject" Target="../embeddings/oleObject377.bin"/><Relationship Id="rId9" Type="http://schemas.openxmlformats.org/officeDocument/2006/relationships/slide" Target="slide1.xml"/></Relationships>
</file>

<file path=ppt/slides/_rels/slide117.xml.rels><?xml version="1.0" encoding="UTF-8" standalone="yes"?>
<Relationships xmlns="http://schemas.openxmlformats.org/package/2006/relationships"><Relationship Id="rId8" Type="http://schemas.openxmlformats.org/officeDocument/2006/relationships/slide" Target="slide1.xml"/><Relationship Id="rId3" Type="http://schemas.openxmlformats.org/officeDocument/2006/relationships/oleObject" Target="../embeddings/oleObject381.bin"/><Relationship Id="rId7" Type="http://schemas.openxmlformats.org/officeDocument/2006/relationships/image" Target="../media/image8.pn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04.vml"/><Relationship Id="rId6" Type="http://schemas.openxmlformats.org/officeDocument/2006/relationships/oleObject" Target="../embeddings/oleObject384.bin"/><Relationship Id="rId5" Type="http://schemas.openxmlformats.org/officeDocument/2006/relationships/oleObject" Target="../embeddings/oleObject383.bin"/><Relationship Id="rId4" Type="http://schemas.openxmlformats.org/officeDocument/2006/relationships/oleObject" Target="../embeddings/oleObject382.bin"/></Relationships>
</file>

<file path=ppt/slides/_rels/slide11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89.bin"/><Relationship Id="rId3" Type="http://schemas.openxmlformats.org/officeDocument/2006/relationships/oleObject" Target="../embeddings/oleObject385.bin"/><Relationship Id="rId7" Type="http://schemas.openxmlformats.org/officeDocument/2006/relationships/image" Target="../media/image8.pn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05.vml"/><Relationship Id="rId6" Type="http://schemas.openxmlformats.org/officeDocument/2006/relationships/oleObject" Target="../embeddings/oleObject388.bin"/><Relationship Id="rId5" Type="http://schemas.openxmlformats.org/officeDocument/2006/relationships/oleObject" Target="../embeddings/oleObject387.bin"/><Relationship Id="rId10" Type="http://schemas.openxmlformats.org/officeDocument/2006/relationships/slide" Target="slide1.xml"/><Relationship Id="rId4" Type="http://schemas.openxmlformats.org/officeDocument/2006/relationships/oleObject" Target="../embeddings/oleObject386.bin"/><Relationship Id="rId9" Type="http://schemas.openxmlformats.org/officeDocument/2006/relationships/image" Target="../media/image9.png"/></Relationships>
</file>

<file path=ppt/slides/_rels/slide11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90.bin"/><Relationship Id="rId7" Type="http://schemas.openxmlformats.org/officeDocument/2006/relationships/slide" Target="slide1.xml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06.vml"/><Relationship Id="rId6" Type="http://schemas.openxmlformats.org/officeDocument/2006/relationships/image" Target="../media/image8.png"/><Relationship Id="rId5" Type="http://schemas.openxmlformats.org/officeDocument/2006/relationships/oleObject" Target="../embeddings/oleObject392.bin"/><Relationship Id="rId4" Type="http://schemas.openxmlformats.org/officeDocument/2006/relationships/oleObject" Target="../embeddings/oleObject391.bin"/></Relationships>
</file>

<file path=ppt/slides/_rels/slide1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oleObject" Target="../embeddings/oleObject393.bin"/><Relationship Id="rId7" Type="http://schemas.openxmlformats.org/officeDocument/2006/relationships/oleObject" Target="../embeddings/oleObject395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07.vml"/><Relationship Id="rId6" Type="http://schemas.openxmlformats.org/officeDocument/2006/relationships/image" Target="../media/image8.png"/><Relationship Id="rId5" Type="http://schemas.openxmlformats.org/officeDocument/2006/relationships/image" Target="../media/image12.jpeg"/><Relationship Id="rId4" Type="http://schemas.openxmlformats.org/officeDocument/2006/relationships/oleObject" Target="../embeddings/oleObject394.bin"/><Relationship Id="rId9" Type="http://schemas.openxmlformats.org/officeDocument/2006/relationships/slide" Target="slide1.xml"/></Relationships>
</file>

<file path=ppt/slides/_rels/slide12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96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08.vml"/><Relationship Id="rId5" Type="http://schemas.openxmlformats.org/officeDocument/2006/relationships/slide" Target="slide1.xml"/><Relationship Id="rId4" Type="http://schemas.openxmlformats.org/officeDocument/2006/relationships/image" Target="../media/image8.png"/></Relationships>
</file>

<file path=ppt/slides/_rels/slide12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01.bin"/><Relationship Id="rId3" Type="http://schemas.openxmlformats.org/officeDocument/2006/relationships/oleObject" Target="../embeddings/oleObject397.bin"/><Relationship Id="rId7" Type="http://schemas.openxmlformats.org/officeDocument/2006/relationships/oleObject" Target="../embeddings/oleObject400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09.vml"/><Relationship Id="rId6" Type="http://schemas.openxmlformats.org/officeDocument/2006/relationships/oleObject" Target="../embeddings/oleObject399.bin"/><Relationship Id="rId11" Type="http://schemas.openxmlformats.org/officeDocument/2006/relationships/slide" Target="slide1.xml"/><Relationship Id="rId5" Type="http://schemas.openxmlformats.org/officeDocument/2006/relationships/oleObject" Target="../embeddings/oleObject398.bin"/><Relationship Id="rId10" Type="http://schemas.openxmlformats.org/officeDocument/2006/relationships/oleObject" Target="../embeddings/oleObject403.bin"/><Relationship Id="rId4" Type="http://schemas.openxmlformats.org/officeDocument/2006/relationships/image" Target="../media/image8.png"/><Relationship Id="rId9" Type="http://schemas.openxmlformats.org/officeDocument/2006/relationships/oleObject" Target="../embeddings/oleObject402.bin"/></Relationships>
</file>

<file path=ppt/slides/_rels/slide123.xml.rels><?xml version="1.0" encoding="UTF-8" standalone="yes"?>
<Relationships xmlns="http://schemas.openxmlformats.org/package/2006/relationships"><Relationship Id="rId8" Type="http://schemas.openxmlformats.org/officeDocument/2006/relationships/slide" Target="slide1.xml"/><Relationship Id="rId3" Type="http://schemas.openxmlformats.org/officeDocument/2006/relationships/oleObject" Target="../embeddings/oleObject404.bin"/><Relationship Id="rId7" Type="http://schemas.openxmlformats.org/officeDocument/2006/relationships/oleObject" Target="../embeddings/oleObject407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10.vml"/><Relationship Id="rId6" Type="http://schemas.openxmlformats.org/officeDocument/2006/relationships/oleObject" Target="../embeddings/oleObject406.bin"/><Relationship Id="rId5" Type="http://schemas.openxmlformats.org/officeDocument/2006/relationships/image" Target="../media/image8.png"/><Relationship Id="rId4" Type="http://schemas.openxmlformats.org/officeDocument/2006/relationships/oleObject" Target="../embeddings/oleObject405.bin"/></Relationships>
</file>

<file path=ppt/slides/_rels/slide12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12.bin"/><Relationship Id="rId3" Type="http://schemas.openxmlformats.org/officeDocument/2006/relationships/oleObject" Target="../embeddings/oleObject408.bin"/><Relationship Id="rId7" Type="http://schemas.openxmlformats.org/officeDocument/2006/relationships/image" Target="../media/image8.pn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11.vml"/><Relationship Id="rId6" Type="http://schemas.openxmlformats.org/officeDocument/2006/relationships/oleObject" Target="../embeddings/oleObject411.bin"/><Relationship Id="rId5" Type="http://schemas.openxmlformats.org/officeDocument/2006/relationships/oleObject" Target="../embeddings/oleObject410.bin"/><Relationship Id="rId4" Type="http://schemas.openxmlformats.org/officeDocument/2006/relationships/oleObject" Target="../embeddings/oleObject409.bin"/><Relationship Id="rId9" Type="http://schemas.openxmlformats.org/officeDocument/2006/relationships/slide" Target="slide1.xml"/></Relationships>
</file>

<file path=ppt/slides/_rels/slide12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13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12.vml"/><Relationship Id="rId6" Type="http://schemas.openxmlformats.org/officeDocument/2006/relationships/slide" Target="slide1.xml"/><Relationship Id="rId5" Type="http://schemas.openxmlformats.org/officeDocument/2006/relationships/oleObject" Target="../embeddings/oleObject414.bin"/><Relationship Id="rId4" Type="http://schemas.openxmlformats.org/officeDocument/2006/relationships/image" Target="../media/image8.png"/></Relationships>
</file>

<file path=ppt/slides/_rels/slide1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oleObject" Target="../embeddings/oleObject417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13.vml"/><Relationship Id="rId6" Type="http://schemas.openxmlformats.org/officeDocument/2006/relationships/slide" Target="slide1.xml"/><Relationship Id="rId5" Type="http://schemas.openxmlformats.org/officeDocument/2006/relationships/oleObject" Target="../embeddings/oleObject416.bin"/><Relationship Id="rId4" Type="http://schemas.openxmlformats.org/officeDocument/2006/relationships/oleObject" Target="../embeddings/oleObject415.bin"/></Relationships>
</file>

<file path=ppt/slides/_rels/slide12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22.bin"/><Relationship Id="rId13" Type="http://schemas.openxmlformats.org/officeDocument/2006/relationships/slide" Target="slide1.xml"/><Relationship Id="rId3" Type="http://schemas.openxmlformats.org/officeDocument/2006/relationships/image" Target="../media/image8.png"/><Relationship Id="rId7" Type="http://schemas.openxmlformats.org/officeDocument/2006/relationships/oleObject" Target="../embeddings/oleObject421.bin"/><Relationship Id="rId12" Type="http://schemas.openxmlformats.org/officeDocument/2006/relationships/oleObject" Target="../embeddings/oleObject426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14.vml"/><Relationship Id="rId6" Type="http://schemas.openxmlformats.org/officeDocument/2006/relationships/oleObject" Target="../embeddings/oleObject420.bin"/><Relationship Id="rId11" Type="http://schemas.openxmlformats.org/officeDocument/2006/relationships/oleObject" Target="../embeddings/oleObject425.bin"/><Relationship Id="rId5" Type="http://schemas.openxmlformats.org/officeDocument/2006/relationships/oleObject" Target="../embeddings/oleObject419.bin"/><Relationship Id="rId10" Type="http://schemas.openxmlformats.org/officeDocument/2006/relationships/oleObject" Target="../embeddings/oleObject424.bin"/><Relationship Id="rId4" Type="http://schemas.openxmlformats.org/officeDocument/2006/relationships/oleObject" Target="../embeddings/oleObject418.bin"/><Relationship Id="rId9" Type="http://schemas.openxmlformats.org/officeDocument/2006/relationships/oleObject" Target="../embeddings/oleObject423.bin"/></Relationships>
</file>

<file path=ppt/slides/_rels/slide12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31.bin"/><Relationship Id="rId3" Type="http://schemas.openxmlformats.org/officeDocument/2006/relationships/image" Target="../media/image8.png"/><Relationship Id="rId7" Type="http://schemas.openxmlformats.org/officeDocument/2006/relationships/oleObject" Target="../embeddings/oleObject430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15.vml"/><Relationship Id="rId6" Type="http://schemas.openxmlformats.org/officeDocument/2006/relationships/oleObject" Target="../embeddings/oleObject429.bin"/><Relationship Id="rId11" Type="http://schemas.openxmlformats.org/officeDocument/2006/relationships/slide" Target="slide1.xml"/><Relationship Id="rId5" Type="http://schemas.openxmlformats.org/officeDocument/2006/relationships/oleObject" Target="../embeddings/oleObject428.bin"/><Relationship Id="rId10" Type="http://schemas.openxmlformats.org/officeDocument/2006/relationships/oleObject" Target="../embeddings/oleObject433.bin"/><Relationship Id="rId4" Type="http://schemas.openxmlformats.org/officeDocument/2006/relationships/oleObject" Target="../embeddings/oleObject427.bin"/><Relationship Id="rId9" Type="http://schemas.openxmlformats.org/officeDocument/2006/relationships/oleObject" Target="../embeddings/oleObject432.bin"/></Relationships>
</file>

<file path=ppt/slides/_rels/slide12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38.bin"/><Relationship Id="rId3" Type="http://schemas.openxmlformats.org/officeDocument/2006/relationships/oleObject" Target="../embeddings/oleObject434.bin"/><Relationship Id="rId7" Type="http://schemas.openxmlformats.org/officeDocument/2006/relationships/oleObject" Target="../embeddings/oleObject437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16.vml"/><Relationship Id="rId6" Type="http://schemas.openxmlformats.org/officeDocument/2006/relationships/oleObject" Target="../embeddings/oleObject436.bin"/><Relationship Id="rId5" Type="http://schemas.openxmlformats.org/officeDocument/2006/relationships/image" Target="../media/image12.jpeg"/><Relationship Id="rId10" Type="http://schemas.openxmlformats.org/officeDocument/2006/relationships/slide" Target="slide1.xml"/><Relationship Id="rId4" Type="http://schemas.openxmlformats.org/officeDocument/2006/relationships/oleObject" Target="../embeddings/oleObject435.bin"/><Relationship Id="rId9" Type="http://schemas.openxmlformats.org/officeDocument/2006/relationships/image" Target="../media/image8.png"/></Relationships>
</file>

<file path=ppt/slides/_rels/slide13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39.bin"/><Relationship Id="rId7" Type="http://schemas.openxmlformats.org/officeDocument/2006/relationships/slide" Target="slide1.xml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17.vml"/><Relationship Id="rId6" Type="http://schemas.openxmlformats.org/officeDocument/2006/relationships/image" Target="../media/image8.png"/><Relationship Id="rId5" Type="http://schemas.openxmlformats.org/officeDocument/2006/relationships/oleObject" Target="../embeddings/oleObject441.bin"/><Relationship Id="rId4" Type="http://schemas.openxmlformats.org/officeDocument/2006/relationships/oleObject" Target="../embeddings/oleObject440.bin"/></Relationships>
</file>

<file path=ppt/slides/_rels/slide1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oleObject" Target="../embeddings/oleObject442.bin"/><Relationship Id="rId7" Type="http://schemas.openxmlformats.org/officeDocument/2006/relationships/image" Target="../media/image12.jpe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18.vml"/><Relationship Id="rId6" Type="http://schemas.openxmlformats.org/officeDocument/2006/relationships/oleObject" Target="../embeddings/oleObject445.bin"/><Relationship Id="rId5" Type="http://schemas.openxmlformats.org/officeDocument/2006/relationships/oleObject" Target="../embeddings/oleObject444.bin"/><Relationship Id="rId10" Type="http://schemas.openxmlformats.org/officeDocument/2006/relationships/slide" Target="slide1.xml"/><Relationship Id="rId4" Type="http://schemas.openxmlformats.org/officeDocument/2006/relationships/oleObject" Target="../embeddings/oleObject443.bin"/><Relationship Id="rId9" Type="http://schemas.openxmlformats.org/officeDocument/2006/relationships/image" Target="../media/image8.png"/></Relationships>
</file>

<file path=ppt/slides/_rels/slide13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46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19.vml"/><Relationship Id="rId6" Type="http://schemas.openxmlformats.org/officeDocument/2006/relationships/slide" Target="slide1.xml"/><Relationship Id="rId5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13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51.bin"/><Relationship Id="rId3" Type="http://schemas.openxmlformats.org/officeDocument/2006/relationships/oleObject" Target="../embeddings/oleObject447.bin"/><Relationship Id="rId7" Type="http://schemas.openxmlformats.org/officeDocument/2006/relationships/oleObject" Target="../embeddings/oleObject450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20.vml"/><Relationship Id="rId6" Type="http://schemas.openxmlformats.org/officeDocument/2006/relationships/image" Target="../media/image9.png"/><Relationship Id="rId11" Type="http://schemas.openxmlformats.org/officeDocument/2006/relationships/slide" Target="slide1.xml"/><Relationship Id="rId5" Type="http://schemas.openxmlformats.org/officeDocument/2006/relationships/oleObject" Target="../embeddings/oleObject449.bin"/><Relationship Id="rId10" Type="http://schemas.openxmlformats.org/officeDocument/2006/relationships/image" Target="../media/image8.png"/><Relationship Id="rId4" Type="http://schemas.openxmlformats.org/officeDocument/2006/relationships/oleObject" Target="../embeddings/oleObject448.bin"/><Relationship Id="rId9" Type="http://schemas.openxmlformats.org/officeDocument/2006/relationships/oleObject" Target="../embeddings/oleObject452.bin"/></Relationships>
</file>

<file path=ppt/slides/_rels/slide13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53.bin"/><Relationship Id="rId7" Type="http://schemas.openxmlformats.org/officeDocument/2006/relationships/slide" Target="slide1.xml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21.vml"/><Relationship Id="rId6" Type="http://schemas.openxmlformats.org/officeDocument/2006/relationships/image" Target="../media/image8.png"/><Relationship Id="rId5" Type="http://schemas.openxmlformats.org/officeDocument/2006/relationships/oleObject" Target="../embeddings/oleObject455.bin"/><Relationship Id="rId4" Type="http://schemas.openxmlformats.org/officeDocument/2006/relationships/oleObject" Target="../embeddings/oleObject454.bin"/></Relationships>
</file>

<file path=ppt/slides/_rels/slide13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60.bin"/><Relationship Id="rId3" Type="http://schemas.openxmlformats.org/officeDocument/2006/relationships/oleObject" Target="../embeddings/oleObject456.bin"/><Relationship Id="rId7" Type="http://schemas.openxmlformats.org/officeDocument/2006/relationships/oleObject" Target="../embeddings/oleObject459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22.vml"/><Relationship Id="rId6" Type="http://schemas.openxmlformats.org/officeDocument/2006/relationships/image" Target="../media/image9.png"/><Relationship Id="rId11" Type="http://schemas.openxmlformats.org/officeDocument/2006/relationships/slide" Target="slide1.xml"/><Relationship Id="rId5" Type="http://schemas.openxmlformats.org/officeDocument/2006/relationships/oleObject" Target="../embeddings/oleObject458.bin"/><Relationship Id="rId10" Type="http://schemas.openxmlformats.org/officeDocument/2006/relationships/image" Target="../media/image8.png"/><Relationship Id="rId4" Type="http://schemas.openxmlformats.org/officeDocument/2006/relationships/oleObject" Target="../embeddings/oleObject457.bin"/><Relationship Id="rId9" Type="http://schemas.openxmlformats.org/officeDocument/2006/relationships/oleObject" Target="../embeddings/oleObject461.bin"/></Relationships>
</file>

<file path=ppt/slides/_rels/slide13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66.bin"/><Relationship Id="rId3" Type="http://schemas.openxmlformats.org/officeDocument/2006/relationships/oleObject" Target="../embeddings/oleObject462.bin"/><Relationship Id="rId7" Type="http://schemas.openxmlformats.org/officeDocument/2006/relationships/oleObject" Target="../embeddings/oleObject465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23.vml"/><Relationship Id="rId6" Type="http://schemas.openxmlformats.org/officeDocument/2006/relationships/oleObject" Target="../embeddings/oleObject464.bin"/><Relationship Id="rId5" Type="http://schemas.openxmlformats.org/officeDocument/2006/relationships/oleObject" Target="../embeddings/oleObject463.bin"/><Relationship Id="rId10" Type="http://schemas.openxmlformats.org/officeDocument/2006/relationships/slide" Target="slide1.xml"/><Relationship Id="rId4" Type="http://schemas.openxmlformats.org/officeDocument/2006/relationships/image" Target="../media/image9.png"/><Relationship Id="rId9" Type="http://schemas.openxmlformats.org/officeDocument/2006/relationships/image" Target="../media/image8.png"/></Relationships>
</file>

<file path=ppt/slides/_rels/slide137.xml.rels><?xml version="1.0" encoding="UTF-8" standalone="yes"?>
<Relationships xmlns="http://schemas.openxmlformats.org/package/2006/relationships"><Relationship Id="rId8" Type="http://schemas.openxmlformats.org/officeDocument/2006/relationships/slide" Target="slide1.xml"/><Relationship Id="rId3" Type="http://schemas.openxmlformats.org/officeDocument/2006/relationships/oleObject" Target="../embeddings/oleObject467.bin"/><Relationship Id="rId7" Type="http://schemas.openxmlformats.org/officeDocument/2006/relationships/image" Target="../media/image8.pn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24.vml"/><Relationship Id="rId6" Type="http://schemas.openxmlformats.org/officeDocument/2006/relationships/oleObject" Target="../embeddings/oleObject470.bin"/><Relationship Id="rId5" Type="http://schemas.openxmlformats.org/officeDocument/2006/relationships/oleObject" Target="../embeddings/oleObject469.bin"/><Relationship Id="rId4" Type="http://schemas.openxmlformats.org/officeDocument/2006/relationships/oleObject" Target="../embeddings/oleObject468.bin"/></Relationships>
</file>

<file path=ppt/slides/_rels/slide138.xml.rels><?xml version="1.0" encoding="UTF-8" standalone="yes"?>
<Relationships xmlns="http://schemas.openxmlformats.org/package/2006/relationships"><Relationship Id="rId8" Type="http://schemas.openxmlformats.org/officeDocument/2006/relationships/slide" Target="slide1.xml"/><Relationship Id="rId3" Type="http://schemas.openxmlformats.org/officeDocument/2006/relationships/oleObject" Target="../embeddings/oleObject471.bin"/><Relationship Id="rId7" Type="http://schemas.openxmlformats.org/officeDocument/2006/relationships/image" Target="../media/image8.pn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25.vml"/><Relationship Id="rId6" Type="http://schemas.openxmlformats.org/officeDocument/2006/relationships/image" Target="../media/image12.jpeg"/><Relationship Id="rId5" Type="http://schemas.openxmlformats.org/officeDocument/2006/relationships/oleObject" Target="../embeddings/oleObject473.bin"/><Relationship Id="rId4" Type="http://schemas.openxmlformats.org/officeDocument/2006/relationships/oleObject" Target="../embeddings/oleObject472.bin"/></Relationships>
</file>

<file path=ppt/slides/_rels/slide139.xml.rels><?xml version="1.0" encoding="UTF-8" standalone="yes"?>
<Relationships xmlns="http://schemas.openxmlformats.org/package/2006/relationships"><Relationship Id="rId8" Type="http://schemas.openxmlformats.org/officeDocument/2006/relationships/slide" Target="slide1.xml"/><Relationship Id="rId3" Type="http://schemas.openxmlformats.org/officeDocument/2006/relationships/oleObject" Target="../embeddings/oleObject474.bin"/><Relationship Id="rId7" Type="http://schemas.openxmlformats.org/officeDocument/2006/relationships/image" Target="../media/image8.pn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26.vml"/><Relationship Id="rId6" Type="http://schemas.openxmlformats.org/officeDocument/2006/relationships/oleObject" Target="../embeddings/oleObject477.bin"/><Relationship Id="rId5" Type="http://schemas.openxmlformats.org/officeDocument/2006/relationships/oleObject" Target="../embeddings/oleObject476.bin"/><Relationship Id="rId4" Type="http://schemas.openxmlformats.org/officeDocument/2006/relationships/oleObject" Target="../embeddings/oleObject475.bin"/></Relationships>
</file>

<file path=ppt/slides/_rels/slide14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83.bin"/><Relationship Id="rId3" Type="http://schemas.openxmlformats.org/officeDocument/2006/relationships/oleObject" Target="../embeddings/oleObject478.bin"/><Relationship Id="rId7" Type="http://schemas.openxmlformats.org/officeDocument/2006/relationships/oleObject" Target="../embeddings/oleObject482.bin"/><Relationship Id="rId12" Type="http://schemas.openxmlformats.org/officeDocument/2006/relationships/slide" Target="slide1.xml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27.vml"/><Relationship Id="rId6" Type="http://schemas.openxmlformats.org/officeDocument/2006/relationships/oleObject" Target="../embeddings/oleObject481.bin"/><Relationship Id="rId11" Type="http://schemas.openxmlformats.org/officeDocument/2006/relationships/image" Target="../media/image8.png"/><Relationship Id="rId5" Type="http://schemas.openxmlformats.org/officeDocument/2006/relationships/oleObject" Target="../embeddings/oleObject480.bin"/><Relationship Id="rId10" Type="http://schemas.openxmlformats.org/officeDocument/2006/relationships/oleObject" Target="../embeddings/oleObject485.bin"/><Relationship Id="rId4" Type="http://schemas.openxmlformats.org/officeDocument/2006/relationships/oleObject" Target="../embeddings/oleObject479.bin"/><Relationship Id="rId9" Type="http://schemas.openxmlformats.org/officeDocument/2006/relationships/oleObject" Target="../embeddings/oleObject484.bin"/></Relationships>
</file>

<file path=ppt/slides/_rels/slide14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86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28.vml"/><Relationship Id="rId6" Type="http://schemas.openxmlformats.org/officeDocument/2006/relationships/slide" Target="slide1.xml"/><Relationship Id="rId5" Type="http://schemas.openxmlformats.org/officeDocument/2006/relationships/image" Target="../media/image8.png"/><Relationship Id="rId4" Type="http://schemas.openxmlformats.org/officeDocument/2006/relationships/oleObject" Target="../embeddings/oleObject487.bin"/></Relationships>
</file>

<file path=ppt/slides/_rels/slide142.xml.rels><?xml version="1.0" encoding="UTF-8" standalone="yes"?>
<Relationships xmlns="http://schemas.openxmlformats.org/package/2006/relationships"><Relationship Id="rId8" Type="http://schemas.openxmlformats.org/officeDocument/2006/relationships/slide" Target="slide1.xml"/><Relationship Id="rId3" Type="http://schemas.openxmlformats.org/officeDocument/2006/relationships/image" Target="../media/image12.jpeg"/><Relationship Id="rId7" Type="http://schemas.openxmlformats.org/officeDocument/2006/relationships/image" Target="../media/image8.pn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29.vml"/><Relationship Id="rId6" Type="http://schemas.openxmlformats.org/officeDocument/2006/relationships/oleObject" Target="../embeddings/oleObject490.bin"/><Relationship Id="rId5" Type="http://schemas.openxmlformats.org/officeDocument/2006/relationships/oleObject" Target="../embeddings/oleObject489.bin"/><Relationship Id="rId4" Type="http://schemas.openxmlformats.org/officeDocument/2006/relationships/oleObject" Target="../embeddings/oleObject488.bin"/></Relationships>
</file>

<file path=ppt/slides/_rels/slide14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95.bin"/><Relationship Id="rId13" Type="http://schemas.openxmlformats.org/officeDocument/2006/relationships/slide" Target="slide1.xml"/><Relationship Id="rId3" Type="http://schemas.openxmlformats.org/officeDocument/2006/relationships/oleObject" Target="../embeddings/oleObject491.bin"/><Relationship Id="rId7" Type="http://schemas.openxmlformats.org/officeDocument/2006/relationships/oleObject" Target="../embeddings/oleObject494.bin"/><Relationship Id="rId12" Type="http://schemas.openxmlformats.org/officeDocument/2006/relationships/oleObject" Target="../embeddings/oleObject499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30.vml"/><Relationship Id="rId6" Type="http://schemas.openxmlformats.org/officeDocument/2006/relationships/oleObject" Target="../embeddings/oleObject493.bin"/><Relationship Id="rId11" Type="http://schemas.openxmlformats.org/officeDocument/2006/relationships/oleObject" Target="../embeddings/oleObject498.bin"/><Relationship Id="rId5" Type="http://schemas.openxmlformats.org/officeDocument/2006/relationships/oleObject" Target="../embeddings/oleObject492.bin"/><Relationship Id="rId10" Type="http://schemas.openxmlformats.org/officeDocument/2006/relationships/oleObject" Target="../embeddings/oleObject497.bin"/><Relationship Id="rId4" Type="http://schemas.openxmlformats.org/officeDocument/2006/relationships/image" Target="../media/image8.png"/><Relationship Id="rId9" Type="http://schemas.openxmlformats.org/officeDocument/2006/relationships/oleObject" Target="../embeddings/oleObject496.bin"/></Relationships>
</file>

<file path=ppt/slides/_rels/slide1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oleObject" Target="../embeddings/oleObject500.bin"/><Relationship Id="rId7" Type="http://schemas.openxmlformats.org/officeDocument/2006/relationships/oleObject" Target="../embeddings/oleObject504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31.vml"/><Relationship Id="rId6" Type="http://schemas.openxmlformats.org/officeDocument/2006/relationships/oleObject" Target="../embeddings/oleObject503.bin"/><Relationship Id="rId5" Type="http://schemas.openxmlformats.org/officeDocument/2006/relationships/oleObject" Target="../embeddings/oleObject502.bin"/><Relationship Id="rId4" Type="http://schemas.openxmlformats.org/officeDocument/2006/relationships/oleObject" Target="../embeddings/oleObject501.bin"/><Relationship Id="rId9" Type="http://schemas.openxmlformats.org/officeDocument/2006/relationships/slide" Target="slide1.xml"/></Relationships>
</file>

<file path=ppt/slides/_rels/slide14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05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32.vml"/><Relationship Id="rId6" Type="http://schemas.openxmlformats.org/officeDocument/2006/relationships/slide" Target="slide1.xml"/><Relationship Id="rId5" Type="http://schemas.openxmlformats.org/officeDocument/2006/relationships/image" Target="../media/image8.png"/><Relationship Id="rId4" Type="http://schemas.openxmlformats.org/officeDocument/2006/relationships/oleObject" Target="../embeddings/oleObject506.bin"/></Relationships>
</file>

<file path=ppt/slides/_rels/slide146.xml.rels><?xml version="1.0" encoding="UTF-8" standalone="yes"?>
<Relationships xmlns="http://schemas.openxmlformats.org/package/2006/relationships"><Relationship Id="rId8" Type="http://schemas.openxmlformats.org/officeDocument/2006/relationships/slide" Target="slide1.xml"/><Relationship Id="rId3" Type="http://schemas.openxmlformats.org/officeDocument/2006/relationships/oleObject" Target="../embeddings/oleObject507.bin"/><Relationship Id="rId7" Type="http://schemas.openxmlformats.org/officeDocument/2006/relationships/image" Target="../media/image8.pn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33.vml"/><Relationship Id="rId6" Type="http://schemas.openxmlformats.org/officeDocument/2006/relationships/oleObject" Target="../embeddings/oleObject510.bin"/><Relationship Id="rId5" Type="http://schemas.openxmlformats.org/officeDocument/2006/relationships/oleObject" Target="../embeddings/oleObject509.bin"/><Relationship Id="rId4" Type="http://schemas.openxmlformats.org/officeDocument/2006/relationships/oleObject" Target="../embeddings/oleObject508.bin"/></Relationships>
</file>

<file path=ppt/slides/_rels/slide14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jpeg"/><Relationship Id="rId3" Type="http://schemas.openxmlformats.org/officeDocument/2006/relationships/oleObject" Target="../embeddings/oleObject511.bin"/><Relationship Id="rId7" Type="http://schemas.openxmlformats.org/officeDocument/2006/relationships/oleObject" Target="../embeddings/oleObject514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34.vml"/><Relationship Id="rId6" Type="http://schemas.openxmlformats.org/officeDocument/2006/relationships/oleObject" Target="../embeddings/oleObject513.bin"/><Relationship Id="rId11" Type="http://schemas.openxmlformats.org/officeDocument/2006/relationships/slide" Target="slide1.xml"/><Relationship Id="rId5" Type="http://schemas.openxmlformats.org/officeDocument/2006/relationships/oleObject" Target="../embeddings/oleObject512.bin"/><Relationship Id="rId10" Type="http://schemas.openxmlformats.org/officeDocument/2006/relationships/image" Target="../media/image9.png"/><Relationship Id="rId4" Type="http://schemas.openxmlformats.org/officeDocument/2006/relationships/image" Target="../media/image8.png"/><Relationship Id="rId9" Type="http://schemas.openxmlformats.org/officeDocument/2006/relationships/oleObject" Target="../embeddings/oleObject515.bin"/></Relationships>
</file>

<file path=ppt/slides/_rels/slide148.xml.rels><?xml version="1.0" encoding="UTF-8" standalone="yes"?>
<Relationships xmlns="http://schemas.openxmlformats.org/package/2006/relationships"><Relationship Id="rId8" Type="http://schemas.openxmlformats.org/officeDocument/2006/relationships/slide" Target="slide1.xml"/><Relationship Id="rId3" Type="http://schemas.openxmlformats.org/officeDocument/2006/relationships/image" Target="../media/image8.png"/><Relationship Id="rId7" Type="http://schemas.openxmlformats.org/officeDocument/2006/relationships/oleObject" Target="../embeddings/oleObject519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35.vml"/><Relationship Id="rId6" Type="http://schemas.openxmlformats.org/officeDocument/2006/relationships/oleObject" Target="../embeddings/oleObject518.bin"/><Relationship Id="rId5" Type="http://schemas.openxmlformats.org/officeDocument/2006/relationships/oleObject" Target="../embeddings/oleObject517.bin"/><Relationship Id="rId4" Type="http://schemas.openxmlformats.org/officeDocument/2006/relationships/oleObject" Target="../embeddings/oleObject516.bin"/></Relationships>
</file>

<file path=ppt/slides/_rels/slide14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24.bin"/><Relationship Id="rId3" Type="http://schemas.openxmlformats.org/officeDocument/2006/relationships/oleObject" Target="../embeddings/oleObject520.bin"/><Relationship Id="rId7" Type="http://schemas.openxmlformats.org/officeDocument/2006/relationships/oleObject" Target="../embeddings/oleObject523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36.vml"/><Relationship Id="rId6" Type="http://schemas.openxmlformats.org/officeDocument/2006/relationships/oleObject" Target="../embeddings/oleObject522.bin"/><Relationship Id="rId5" Type="http://schemas.openxmlformats.org/officeDocument/2006/relationships/oleObject" Target="../embeddings/oleObject521.bin"/><Relationship Id="rId10" Type="http://schemas.openxmlformats.org/officeDocument/2006/relationships/slide" Target="slide1.xml"/><Relationship Id="rId4" Type="http://schemas.openxmlformats.org/officeDocument/2006/relationships/image" Target="../media/image8.png"/><Relationship Id="rId9" Type="http://schemas.openxmlformats.org/officeDocument/2006/relationships/oleObject" Target="../embeddings/oleObject525.bin"/></Relationships>
</file>

<file path=ppt/slides/_rels/slide15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30.bin"/><Relationship Id="rId3" Type="http://schemas.openxmlformats.org/officeDocument/2006/relationships/image" Target="../media/image8.png"/><Relationship Id="rId7" Type="http://schemas.openxmlformats.org/officeDocument/2006/relationships/oleObject" Target="../embeddings/oleObject529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37.vml"/><Relationship Id="rId6" Type="http://schemas.openxmlformats.org/officeDocument/2006/relationships/oleObject" Target="../embeddings/oleObject528.bin"/><Relationship Id="rId5" Type="http://schemas.openxmlformats.org/officeDocument/2006/relationships/oleObject" Target="../embeddings/oleObject527.bin"/><Relationship Id="rId10" Type="http://schemas.openxmlformats.org/officeDocument/2006/relationships/slide" Target="slide1.xml"/><Relationship Id="rId4" Type="http://schemas.openxmlformats.org/officeDocument/2006/relationships/oleObject" Target="../embeddings/oleObject526.bin"/><Relationship Id="rId9" Type="http://schemas.openxmlformats.org/officeDocument/2006/relationships/oleObject" Target="../embeddings/oleObject531.bin"/></Relationships>
</file>

<file path=ppt/slides/_rels/slide15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36.bin"/><Relationship Id="rId3" Type="http://schemas.openxmlformats.org/officeDocument/2006/relationships/oleObject" Target="../embeddings/oleObject532.bin"/><Relationship Id="rId7" Type="http://schemas.openxmlformats.org/officeDocument/2006/relationships/oleObject" Target="../embeddings/oleObject535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38.vml"/><Relationship Id="rId6" Type="http://schemas.openxmlformats.org/officeDocument/2006/relationships/oleObject" Target="../embeddings/oleObject534.bin"/><Relationship Id="rId11" Type="http://schemas.openxmlformats.org/officeDocument/2006/relationships/slide" Target="slide1.xml"/><Relationship Id="rId5" Type="http://schemas.openxmlformats.org/officeDocument/2006/relationships/oleObject" Target="../embeddings/oleObject533.bin"/><Relationship Id="rId10" Type="http://schemas.openxmlformats.org/officeDocument/2006/relationships/oleObject" Target="../embeddings/oleObject538.bin"/><Relationship Id="rId4" Type="http://schemas.openxmlformats.org/officeDocument/2006/relationships/image" Target="../media/image8.png"/><Relationship Id="rId9" Type="http://schemas.openxmlformats.org/officeDocument/2006/relationships/oleObject" Target="../embeddings/oleObject537.bin"/></Relationships>
</file>

<file path=ppt/slides/_rels/slide15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oleObject" Target="../embeddings/oleObject539.bin"/><Relationship Id="rId7" Type="http://schemas.openxmlformats.org/officeDocument/2006/relationships/oleObject" Target="../embeddings/oleObject543.bin"/><Relationship Id="rId12" Type="http://schemas.openxmlformats.org/officeDocument/2006/relationships/slide" Target="slide1.xml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39.vml"/><Relationship Id="rId6" Type="http://schemas.openxmlformats.org/officeDocument/2006/relationships/oleObject" Target="../embeddings/oleObject542.bin"/><Relationship Id="rId11" Type="http://schemas.openxmlformats.org/officeDocument/2006/relationships/oleObject" Target="../embeddings/oleObject546.bin"/><Relationship Id="rId5" Type="http://schemas.openxmlformats.org/officeDocument/2006/relationships/oleObject" Target="../embeddings/oleObject541.bin"/><Relationship Id="rId10" Type="http://schemas.openxmlformats.org/officeDocument/2006/relationships/oleObject" Target="../embeddings/oleObject545.bin"/><Relationship Id="rId4" Type="http://schemas.openxmlformats.org/officeDocument/2006/relationships/oleObject" Target="../embeddings/oleObject540.bin"/><Relationship Id="rId9" Type="http://schemas.openxmlformats.org/officeDocument/2006/relationships/oleObject" Target="../embeddings/oleObject544.bin"/></Relationships>
</file>

<file path=ppt/slides/_rels/slide15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47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40.vml"/><Relationship Id="rId6" Type="http://schemas.openxmlformats.org/officeDocument/2006/relationships/slide" Target="slide1.xml"/><Relationship Id="rId5" Type="http://schemas.openxmlformats.org/officeDocument/2006/relationships/oleObject" Target="../embeddings/oleObject548.bin"/><Relationship Id="rId4" Type="http://schemas.openxmlformats.org/officeDocument/2006/relationships/image" Target="../media/image8.png"/></Relationships>
</file>

<file path=ppt/slides/_rels/slide15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49.bin"/><Relationship Id="rId7" Type="http://schemas.openxmlformats.org/officeDocument/2006/relationships/slide" Target="slide1.xml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41.vml"/><Relationship Id="rId6" Type="http://schemas.openxmlformats.org/officeDocument/2006/relationships/oleObject" Target="../embeddings/oleObject551.bin"/><Relationship Id="rId5" Type="http://schemas.openxmlformats.org/officeDocument/2006/relationships/image" Target="../media/image8.png"/><Relationship Id="rId4" Type="http://schemas.openxmlformats.org/officeDocument/2006/relationships/oleObject" Target="../embeddings/oleObject550.bin"/></Relationships>
</file>

<file path=ppt/slides/_rels/slide155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4" Type="http://schemas.openxmlformats.org/officeDocument/2006/relationships/slide" Target="slide1.xml"/></Relationships>
</file>

<file path=ppt/slides/_rels/slide15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57.bin"/><Relationship Id="rId3" Type="http://schemas.openxmlformats.org/officeDocument/2006/relationships/oleObject" Target="../embeddings/oleObject552.bin"/><Relationship Id="rId7" Type="http://schemas.openxmlformats.org/officeDocument/2006/relationships/oleObject" Target="../embeddings/oleObject556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42.vml"/><Relationship Id="rId6" Type="http://schemas.openxmlformats.org/officeDocument/2006/relationships/oleObject" Target="../embeddings/oleObject555.bin"/><Relationship Id="rId11" Type="http://schemas.openxmlformats.org/officeDocument/2006/relationships/slide" Target="slide1.xml"/><Relationship Id="rId5" Type="http://schemas.openxmlformats.org/officeDocument/2006/relationships/oleObject" Target="../embeddings/oleObject554.bin"/><Relationship Id="rId10" Type="http://schemas.openxmlformats.org/officeDocument/2006/relationships/image" Target="../media/image8.png"/><Relationship Id="rId4" Type="http://schemas.openxmlformats.org/officeDocument/2006/relationships/oleObject" Target="../embeddings/oleObject553.bin"/><Relationship Id="rId9" Type="http://schemas.openxmlformats.org/officeDocument/2006/relationships/oleObject" Target="../embeddings/oleObject558.bin"/></Relationships>
</file>

<file path=ppt/slides/_rels/slide15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59.bin"/><Relationship Id="rId7" Type="http://schemas.openxmlformats.org/officeDocument/2006/relationships/slide" Target="slide1.xml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43.v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oleObject" Target="../embeddings/oleObject560.bin"/></Relationships>
</file>

<file path=ppt/slides/_rels/slide15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64.bin"/><Relationship Id="rId3" Type="http://schemas.openxmlformats.org/officeDocument/2006/relationships/oleObject" Target="../embeddings/oleObject561.bin"/><Relationship Id="rId7" Type="http://schemas.openxmlformats.org/officeDocument/2006/relationships/image" Target="../media/image8.pn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44.vml"/><Relationship Id="rId6" Type="http://schemas.openxmlformats.org/officeDocument/2006/relationships/image" Target="../media/image12.jpeg"/><Relationship Id="rId5" Type="http://schemas.openxmlformats.org/officeDocument/2006/relationships/oleObject" Target="../embeddings/oleObject563.bin"/><Relationship Id="rId4" Type="http://schemas.openxmlformats.org/officeDocument/2006/relationships/oleObject" Target="../embeddings/oleObject562.bin"/><Relationship Id="rId9" Type="http://schemas.openxmlformats.org/officeDocument/2006/relationships/slide" Target="slide1.xml"/></Relationships>
</file>

<file path=ppt/slides/_rels/slide16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65.bin"/><Relationship Id="rId7" Type="http://schemas.openxmlformats.org/officeDocument/2006/relationships/slide" Target="slide1.xml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45.v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oleObject" Target="../embeddings/oleObject566.bin"/></Relationships>
</file>

<file path=ppt/slides/_rels/slide16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67.bin"/><Relationship Id="rId7" Type="http://schemas.openxmlformats.org/officeDocument/2006/relationships/oleObject" Target="../embeddings/oleObject569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46.vml"/><Relationship Id="rId6" Type="http://schemas.openxmlformats.org/officeDocument/2006/relationships/oleObject" Target="../embeddings/oleObject568.bin"/><Relationship Id="rId5" Type="http://schemas.openxmlformats.org/officeDocument/2006/relationships/slide" Target="slide1.xml"/><Relationship Id="rId4" Type="http://schemas.openxmlformats.org/officeDocument/2006/relationships/image" Target="../media/image8.png"/></Relationships>
</file>

<file path=ppt/slides/_rels/slide16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70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47.vml"/><Relationship Id="rId6" Type="http://schemas.openxmlformats.org/officeDocument/2006/relationships/slide" Target="slide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48.vml"/><Relationship Id="rId5" Type="http://schemas.openxmlformats.org/officeDocument/2006/relationships/slide" Target="slide1.xml"/><Relationship Id="rId4" Type="http://schemas.openxmlformats.org/officeDocument/2006/relationships/oleObject" Target="../embeddings/oleObject571.bin"/></Relationships>
</file>

<file path=ppt/slides/_rels/slide1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49.vml"/><Relationship Id="rId6" Type="http://schemas.openxmlformats.org/officeDocument/2006/relationships/slide" Target="slide1.xml"/><Relationship Id="rId5" Type="http://schemas.openxmlformats.org/officeDocument/2006/relationships/oleObject" Target="../embeddings/oleObject573.bin"/><Relationship Id="rId4" Type="http://schemas.openxmlformats.org/officeDocument/2006/relationships/oleObject" Target="../embeddings/oleObject572.bin"/></Relationships>
</file>

<file path=ppt/slides/_rels/slide1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slide" Target="slide1.xml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50.vml"/><Relationship Id="rId6" Type="http://schemas.openxmlformats.org/officeDocument/2006/relationships/oleObject" Target="../embeddings/oleObject576.bin"/><Relationship Id="rId5" Type="http://schemas.openxmlformats.org/officeDocument/2006/relationships/oleObject" Target="../embeddings/oleObject575.bin"/><Relationship Id="rId4" Type="http://schemas.openxmlformats.org/officeDocument/2006/relationships/oleObject" Target="../embeddings/oleObject574.bin"/></Relationships>
</file>

<file path=ppt/slides/_rels/slide166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67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68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69.xml.rels><?xml version="1.0" encoding="UTF-8" standalone="yes"?>
<Relationships xmlns="http://schemas.openxmlformats.org/package/2006/relationships"><Relationship Id="rId8" Type="http://schemas.openxmlformats.org/officeDocument/2006/relationships/slide" Target="slide1.xml"/><Relationship Id="rId3" Type="http://schemas.openxmlformats.org/officeDocument/2006/relationships/image" Target="../media/image8.png"/><Relationship Id="rId7" Type="http://schemas.openxmlformats.org/officeDocument/2006/relationships/oleObject" Target="../embeddings/oleObject580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51.vml"/><Relationship Id="rId6" Type="http://schemas.openxmlformats.org/officeDocument/2006/relationships/oleObject" Target="../embeddings/oleObject579.bin"/><Relationship Id="rId5" Type="http://schemas.openxmlformats.org/officeDocument/2006/relationships/oleObject" Target="../embeddings/oleObject578.bin"/><Relationship Id="rId4" Type="http://schemas.openxmlformats.org/officeDocument/2006/relationships/oleObject" Target="../embeddings/oleObject577.bin"/></Relationships>
</file>

<file path=ppt/slides/_rels/slide170.xml.rels><?xml version="1.0" encoding="UTF-8" standalone="yes"?>
<Relationships xmlns="http://schemas.openxmlformats.org/package/2006/relationships"><Relationship Id="rId8" Type="http://schemas.openxmlformats.org/officeDocument/2006/relationships/slide" Target="slide1.xml"/><Relationship Id="rId3" Type="http://schemas.openxmlformats.org/officeDocument/2006/relationships/image" Target="../media/image8.png"/><Relationship Id="rId7" Type="http://schemas.openxmlformats.org/officeDocument/2006/relationships/oleObject" Target="../embeddings/oleObject584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52.vml"/><Relationship Id="rId6" Type="http://schemas.openxmlformats.org/officeDocument/2006/relationships/oleObject" Target="../embeddings/oleObject583.bin"/><Relationship Id="rId5" Type="http://schemas.openxmlformats.org/officeDocument/2006/relationships/oleObject" Target="../embeddings/oleObject582.bin"/><Relationship Id="rId4" Type="http://schemas.openxmlformats.org/officeDocument/2006/relationships/oleObject" Target="../embeddings/oleObject581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4977" name="Group 113"/>
          <p:cNvGrpSpPr>
            <a:grpSpLocks/>
          </p:cNvGrpSpPr>
          <p:nvPr/>
        </p:nvGrpSpPr>
        <p:grpSpPr bwMode="auto">
          <a:xfrm>
            <a:off x="107950" y="2205038"/>
            <a:ext cx="4321175" cy="539750"/>
            <a:chOff x="113" y="1389"/>
            <a:chExt cx="2722" cy="340"/>
          </a:xfrm>
        </p:grpSpPr>
        <p:pic>
          <p:nvPicPr>
            <p:cNvPr id="6146" name="Picture 20" descr="GEL Rounded Rectangle aquamarine">
              <a:hlinkClick r:id="rId2" action="ppaction://hlinksldjump"/>
            </p:cNvPr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377" y="1389"/>
              <a:ext cx="2458" cy="3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6147" name="Picture 17" descr="GEL Rounded Rectangle aquamarine">
              <a:hlinkClick r:id="rId2" action="ppaction://hlinksldjump"/>
            </p:cNvPr>
            <p:cNvPicPr>
              <a:picLocks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>
              <a:off x="113" y="1389"/>
              <a:ext cx="330" cy="3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6148" name="Text Box 21">
              <a:hlinkClick r:id="rId2" action="ppaction://hlinksldjump"/>
            </p:cNvPr>
            <p:cNvSpPr txBox="1">
              <a:spLocks noChangeArrowheads="1"/>
            </p:cNvSpPr>
            <p:nvPr/>
          </p:nvSpPr>
          <p:spPr bwMode="auto">
            <a:xfrm>
              <a:off x="423" y="1434"/>
              <a:ext cx="2372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000">
                  <a:solidFill>
                    <a:srgbClr val="FF3300"/>
                  </a:solidFill>
                  <a:latin typeface="Times New Roman" pitchFamily="18" charset="0"/>
                </a:rPr>
                <a:t>动态电路的方程及其初始条件</a:t>
              </a:r>
            </a:p>
          </p:txBody>
        </p:sp>
        <p:sp>
          <p:nvSpPr>
            <p:cNvPr id="6149" name="Text Box 18">
              <a:hlinkClick r:id="rId2" action="ppaction://hlinksldjump"/>
            </p:cNvPr>
            <p:cNvSpPr txBox="1">
              <a:spLocks noChangeArrowheads="1"/>
            </p:cNvSpPr>
            <p:nvPr/>
          </p:nvSpPr>
          <p:spPr bwMode="auto">
            <a:xfrm>
              <a:off x="113" y="1434"/>
              <a:ext cx="363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000">
                  <a:solidFill>
                    <a:srgbClr val="FF3300"/>
                  </a:solidFill>
                  <a:latin typeface="Times New Roman" pitchFamily="18" charset="0"/>
                </a:rPr>
                <a:t>7.1</a:t>
              </a:r>
            </a:p>
          </p:txBody>
        </p:sp>
      </p:grpSp>
      <p:grpSp>
        <p:nvGrpSpPr>
          <p:cNvPr id="164983" name="Group 119"/>
          <p:cNvGrpSpPr>
            <a:grpSpLocks/>
          </p:cNvGrpSpPr>
          <p:nvPr/>
        </p:nvGrpSpPr>
        <p:grpSpPr bwMode="auto">
          <a:xfrm>
            <a:off x="4445000" y="2205038"/>
            <a:ext cx="4591050" cy="538162"/>
            <a:chOff x="2835" y="1389"/>
            <a:chExt cx="2892" cy="339"/>
          </a:xfrm>
        </p:grpSpPr>
        <p:pic>
          <p:nvPicPr>
            <p:cNvPr id="6151" name="Picture 38" descr="GEL Rounded Rectangle aquamarine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3233" y="1389"/>
              <a:ext cx="2494" cy="33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6152" name="Picture 39" descr="GEL Rounded Rectangle aquamarine"/>
            <p:cNvPicPr>
              <a:picLocks noChangeArrowheads="1"/>
            </p:cNvPicPr>
            <p:nvPr/>
          </p:nvPicPr>
          <p:blipFill>
            <a:blip r:embed="rId5"/>
            <a:srcRect/>
            <a:stretch>
              <a:fillRect/>
            </a:stretch>
          </p:blipFill>
          <p:spPr bwMode="auto">
            <a:xfrm>
              <a:off x="2835" y="1389"/>
              <a:ext cx="465" cy="3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6153" name="Text Box 40">
              <a:hlinkClick r:id="rId6" action="ppaction://hlinksldjump"/>
            </p:cNvPr>
            <p:cNvSpPr txBox="1">
              <a:spLocks noChangeArrowheads="1"/>
            </p:cNvSpPr>
            <p:nvPr/>
          </p:nvSpPr>
          <p:spPr bwMode="auto">
            <a:xfrm>
              <a:off x="3288" y="1434"/>
              <a:ext cx="2417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000">
                  <a:solidFill>
                    <a:srgbClr val="FF3300"/>
                  </a:solidFill>
                  <a:latin typeface="Times New Roman" pitchFamily="18" charset="0"/>
                </a:rPr>
                <a:t>一阶电路和二阶电路的阶跃响应</a:t>
              </a:r>
            </a:p>
          </p:txBody>
        </p:sp>
        <p:sp>
          <p:nvSpPr>
            <p:cNvPr id="6154" name="Text Box 41">
              <a:hlinkClick r:id="rId6" action="ppaction://hlinksldjump"/>
            </p:cNvPr>
            <p:cNvSpPr txBox="1">
              <a:spLocks noChangeArrowheads="1"/>
            </p:cNvSpPr>
            <p:nvPr/>
          </p:nvSpPr>
          <p:spPr bwMode="auto">
            <a:xfrm>
              <a:off x="2880" y="1434"/>
              <a:ext cx="408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000">
                  <a:solidFill>
                    <a:srgbClr val="FF3300"/>
                  </a:solidFill>
                  <a:latin typeface="Times New Roman" pitchFamily="18" charset="0"/>
                </a:rPr>
                <a:t>7.7</a:t>
              </a:r>
            </a:p>
          </p:txBody>
        </p:sp>
      </p:grpSp>
      <p:grpSp>
        <p:nvGrpSpPr>
          <p:cNvPr id="164978" name="Group 114"/>
          <p:cNvGrpSpPr>
            <a:grpSpLocks/>
          </p:cNvGrpSpPr>
          <p:nvPr/>
        </p:nvGrpSpPr>
        <p:grpSpPr bwMode="auto">
          <a:xfrm>
            <a:off x="107950" y="2744788"/>
            <a:ext cx="4321175" cy="539750"/>
            <a:chOff x="113" y="1729"/>
            <a:chExt cx="2722" cy="340"/>
          </a:xfrm>
        </p:grpSpPr>
        <p:pic>
          <p:nvPicPr>
            <p:cNvPr id="6156" name="Picture 43" descr="GEL Rounded Rectangle aquamarine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377" y="1729"/>
              <a:ext cx="2458" cy="3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6157" name="Picture 44" descr="GEL Rounded Rectangle aquamarine"/>
            <p:cNvPicPr>
              <a:picLocks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>
              <a:off x="113" y="1729"/>
              <a:ext cx="330" cy="3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6158" name="Text Box 45">
              <a:hlinkClick r:id="rId7" action="ppaction://hlinksldjump"/>
            </p:cNvPr>
            <p:cNvSpPr txBox="1">
              <a:spLocks noChangeArrowheads="1"/>
            </p:cNvSpPr>
            <p:nvPr/>
          </p:nvSpPr>
          <p:spPr bwMode="auto">
            <a:xfrm>
              <a:off x="423" y="1774"/>
              <a:ext cx="2372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000">
                  <a:solidFill>
                    <a:srgbClr val="FF3300"/>
                  </a:solidFill>
                  <a:latin typeface="Times New Roman" pitchFamily="18" charset="0"/>
                </a:rPr>
                <a:t>一阶电路的零输入响应</a:t>
              </a:r>
            </a:p>
          </p:txBody>
        </p:sp>
        <p:sp>
          <p:nvSpPr>
            <p:cNvPr id="6159" name="Text Box 46">
              <a:hlinkClick r:id="rId7" action="ppaction://hlinksldjump"/>
            </p:cNvPr>
            <p:cNvSpPr txBox="1">
              <a:spLocks noChangeArrowheads="1"/>
            </p:cNvSpPr>
            <p:nvPr/>
          </p:nvSpPr>
          <p:spPr bwMode="auto">
            <a:xfrm>
              <a:off x="113" y="1774"/>
              <a:ext cx="363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000">
                  <a:solidFill>
                    <a:srgbClr val="FF3300"/>
                  </a:solidFill>
                  <a:latin typeface="Times New Roman" pitchFamily="18" charset="0"/>
                </a:rPr>
                <a:t>7.2</a:t>
              </a:r>
            </a:p>
          </p:txBody>
        </p:sp>
      </p:grpSp>
      <p:grpSp>
        <p:nvGrpSpPr>
          <p:cNvPr id="164984" name="Group 120"/>
          <p:cNvGrpSpPr>
            <a:grpSpLocks/>
          </p:cNvGrpSpPr>
          <p:nvPr/>
        </p:nvGrpSpPr>
        <p:grpSpPr bwMode="auto">
          <a:xfrm>
            <a:off x="4445000" y="2744788"/>
            <a:ext cx="4591050" cy="538162"/>
            <a:chOff x="2835" y="1729"/>
            <a:chExt cx="2892" cy="339"/>
          </a:xfrm>
        </p:grpSpPr>
        <p:pic>
          <p:nvPicPr>
            <p:cNvPr id="6161" name="Picture 48" descr="GEL Rounded Rectangle aquamarine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3233" y="1729"/>
              <a:ext cx="2494" cy="33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6162" name="Picture 49" descr="GEL Rounded Rectangle aquamarine"/>
            <p:cNvPicPr>
              <a:picLocks noChangeArrowheads="1"/>
            </p:cNvPicPr>
            <p:nvPr/>
          </p:nvPicPr>
          <p:blipFill>
            <a:blip r:embed="rId5"/>
            <a:srcRect/>
            <a:stretch>
              <a:fillRect/>
            </a:stretch>
          </p:blipFill>
          <p:spPr bwMode="auto">
            <a:xfrm>
              <a:off x="2835" y="1729"/>
              <a:ext cx="465" cy="3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6163" name="Text Box 50">
              <a:hlinkClick r:id="rId8" action="ppaction://hlinksldjump"/>
            </p:cNvPr>
            <p:cNvSpPr txBox="1">
              <a:spLocks noChangeArrowheads="1"/>
            </p:cNvSpPr>
            <p:nvPr/>
          </p:nvSpPr>
          <p:spPr bwMode="auto">
            <a:xfrm>
              <a:off x="3288" y="1774"/>
              <a:ext cx="2417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000">
                  <a:solidFill>
                    <a:srgbClr val="FF3300"/>
                  </a:solidFill>
                  <a:latin typeface="Times New Roman" pitchFamily="18" charset="0"/>
                </a:rPr>
                <a:t>一阶电路和二阶电路的冲激响应</a:t>
              </a:r>
            </a:p>
          </p:txBody>
        </p:sp>
        <p:sp>
          <p:nvSpPr>
            <p:cNvPr id="6164" name="Text Box 51">
              <a:hlinkClick r:id="rId8" action="ppaction://hlinksldjump"/>
            </p:cNvPr>
            <p:cNvSpPr txBox="1">
              <a:spLocks noChangeArrowheads="1"/>
            </p:cNvSpPr>
            <p:nvPr/>
          </p:nvSpPr>
          <p:spPr bwMode="auto">
            <a:xfrm>
              <a:off x="2864" y="1774"/>
              <a:ext cx="424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000">
                  <a:solidFill>
                    <a:srgbClr val="FF3300"/>
                  </a:solidFill>
                  <a:latin typeface="Times New Roman" pitchFamily="18" charset="0"/>
                </a:rPr>
                <a:t>7.8*</a:t>
              </a:r>
            </a:p>
          </p:txBody>
        </p:sp>
      </p:grpSp>
      <p:grpSp>
        <p:nvGrpSpPr>
          <p:cNvPr id="164979" name="Group 115"/>
          <p:cNvGrpSpPr>
            <a:grpSpLocks/>
          </p:cNvGrpSpPr>
          <p:nvPr/>
        </p:nvGrpSpPr>
        <p:grpSpPr bwMode="auto">
          <a:xfrm>
            <a:off x="107950" y="3284538"/>
            <a:ext cx="4321175" cy="539750"/>
            <a:chOff x="113" y="2069"/>
            <a:chExt cx="2722" cy="340"/>
          </a:xfrm>
        </p:grpSpPr>
        <p:pic>
          <p:nvPicPr>
            <p:cNvPr id="6166" name="Picture 53" descr="GEL Rounded Rectangle aquamarine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377" y="2069"/>
              <a:ext cx="2458" cy="3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6167" name="Picture 54" descr="GEL Rounded Rectangle aquamarine"/>
            <p:cNvPicPr>
              <a:picLocks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>
              <a:off x="113" y="2069"/>
              <a:ext cx="330" cy="3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6168" name="Text Box 55">
              <a:hlinkClick r:id="rId9" action="ppaction://hlinksldjump"/>
            </p:cNvPr>
            <p:cNvSpPr txBox="1">
              <a:spLocks noChangeArrowheads="1"/>
            </p:cNvSpPr>
            <p:nvPr/>
          </p:nvSpPr>
          <p:spPr bwMode="auto">
            <a:xfrm>
              <a:off x="423" y="2114"/>
              <a:ext cx="2372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000">
                  <a:solidFill>
                    <a:srgbClr val="FF3300"/>
                  </a:solidFill>
                  <a:latin typeface="Times New Roman" pitchFamily="18" charset="0"/>
                </a:rPr>
                <a:t>一阶电路的零状态响应</a:t>
              </a:r>
            </a:p>
          </p:txBody>
        </p:sp>
        <p:sp>
          <p:nvSpPr>
            <p:cNvPr id="6169" name="Text Box 56">
              <a:hlinkClick r:id="rId9" action="ppaction://hlinksldjump"/>
            </p:cNvPr>
            <p:cNvSpPr txBox="1">
              <a:spLocks noChangeArrowheads="1"/>
            </p:cNvSpPr>
            <p:nvPr/>
          </p:nvSpPr>
          <p:spPr bwMode="auto">
            <a:xfrm>
              <a:off x="113" y="2114"/>
              <a:ext cx="363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000">
                  <a:solidFill>
                    <a:srgbClr val="FF3300"/>
                  </a:solidFill>
                  <a:latin typeface="Times New Roman" pitchFamily="18" charset="0"/>
                </a:rPr>
                <a:t>7.3</a:t>
              </a:r>
            </a:p>
          </p:txBody>
        </p:sp>
      </p:grpSp>
      <p:grpSp>
        <p:nvGrpSpPr>
          <p:cNvPr id="164985" name="Group 121"/>
          <p:cNvGrpSpPr>
            <a:grpSpLocks/>
          </p:cNvGrpSpPr>
          <p:nvPr/>
        </p:nvGrpSpPr>
        <p:grpSpPr bwMode="auto">
          <a:xfrm>
            <a:off x="4445000" y="3284538"/>
            <a:ext cx="4591050" cy="538162"/>
            <a:chOff x="2835" y="2069"/>
            <a:chExt cx="2892" cy="339"/>
          </a:xfrm>
        </p:grpSpPr>
        <p:pic>
          <p:nvPicPr>
            <p:cNvPr id="6171" name="Picture 58" descr="GEL Rounded Rectangle aquamarine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3233" y="2069"/>
              <a:ext cx="2494" cy="33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6172" name="Picture 59" descr="GEL Rounded Rectangle aquamarine"/>
            <p:cNvPicPr>
              <a:picLocks noChangeArrowheads="1"/>
            </p:cNvPicPr>
            <p:nvPr/>
          </p:nvPicPr>
          <p:blipFill>
            <a:blip r:embed="rId5"/>
            <a:srcRect/>
            <a:stretch>
              <a:fillRect/>
            </a:stretch>
          </p:blipFill>
          <p:spPr bwMode="auto">
            <a:xfrm>
              <a:off x="2835" y="2069"/>
              <a:ext cx="465" cy="3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6173" name="Text Box 60">
              <a:hlinkClick r:id="rId10" action="ppaction://hlinksldjump"/>
            </p:cNvPr>
            <p:cNvSpPr txBox="1">
              <a:spLocks noChangeArrowheads="1"/>
            </p:cNvSpPr>
            <p:nvPr/>
          </p:nvSpPr>
          <p:spPr bwMode="auto">
            <a:xfrm>
              <a:off x="3288" y="2114"/>
              <a:ext cx="2417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000">
                  <a:solidFill>
                    <a:srgbClr val="FF3300"/>
                  </a:solidFill>
                  <a:latin typeface="Times New Roman" pitchFamily="18" charset="0"/>
                </a:rPr>
                <a:t>卷积积分</a:t>
              </a:r>
            </a:p>
          </p:txBody>
        </p:sp>
        <p:sp>
          <p:nvSpPr>
            <p:cNvPr id="6174" name="Text Box 61">
              <a:hlinkClick r:id="rId10" action="ppaction://hlinksldjump"/>
            </p:cNvPr>
            <p:cNvSpPr txBox="1">
              <a:spLocks noChangeArrowheads="1"/>
            </p:cNvSpPr>
            <p:nvPr/>
          </p:nvSpPr>
          <p:spPr bwMode="auto">
            <a:xfrm>
              <a:off x="2865" y="2115"/>
              <a:ext cx="469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000">
                  <a:solidFill>
                    <a:srgbClr val="FF3300"/>
                  </a:solidFill>
                  <a:latin typeface="Times New Roman" pitchFamily="18" charset="0"/>
                </a:rPr>
                <a:t>7.9*</a:t>
              </a:r>
            </a:p>
          </p:txBody>
        </p:sp>
      </p:grpSp>
      <p:grpSp>
        <p:nvGrpSpPr>
          <p:cNvPr id="164980" name="Group 116"/>
          <p:cNvGrpSpPr>
            <a:grpSpLocks/>
          </p:cNvGrpSpPr>
          <p:nvPr/>
        </p:nvGrpSpPr>
        <p:grpSpPr bwMode="auto">
          <a:xfrm>
            <a:off x="107950" y="3824288"/>
            <a:ext cx="4321175" cy="539750"/>
            <a:chOff x="113" y="2409"/>
            <a:chExt cx="2722" cy="340"/>
          </a:xfrm>
        </p:grpSpPr>
        <p:pic>
          <p:nvPicPr>
            <p:cNvPr id="6176" name="Picture 63" descr="GEL Rounded Rectangle aquamarine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377" y="2409"/>
              <a:ext cx="2458" cy="3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6177" name="Picture 64" descr="GEL Rounded Rectangle aquamarine"/>
            <p:cNvPicPr>
              <a:picLocks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>
              <a:off x="113" y="2409"/>
              <a:ext cx="330" cy="3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6178" name="Text Box 65">
              <a:hlinkClick r:id="rId11" action="ppaction://hlinksldjump"/>
            </p:cNvPr>
            <p:cNvSpPr txBox="1">
              <a:spLocks noChangeArrowheads="1"/>
            </p:cNvSpPr>
            <p:nvPr/>
          </p:nvSpPr>
          <p:spPr bwMode="auto">
            <a:xfrm>
              <a:off x="423" y="2454"/>
              <a:ext cx="2372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000">
                  <a:solidFill>
                    <a:srgbClr val="FF3300"/>
                  </a:solidFill>
                  <a:latin typeface="Times New Roman" pitchFamily="18" charset="0"/>
                </a:rPr>
                <a:t>一阶电路的全响应</a:t>
              </a:r>
            </a:p>
          </p:txBody>
        </p:sp>
        <p:sp>
          <p:nvSpPr>
            <p:cNvPr id="6179" name="Text Box 66">
              <a:hlinkClick r:id="rId11" action="ppaction://hlinksldjump"/>
            </p:cNvPr>
            <p:cNvSpPr txBox="1">
              <a:spLocks noChangeArrowheads="1"/>
            </p:cNvSpPr>
            <p:nvPr/>
          </p:nvSpPr>
          <p:spPr bwMode="auto">
            <a:xfrm>
              <a:off x="113" y="2454"/>
              <a:ext cx="363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000">
                  <a:solidFill>
                    <a:srgbClr val="FF3300"/>
                  </a:solidFill>
                  <a:latin typeface="Times New Roman" pitchFamily="18" charset="0"/>
                </a:rPr>
                <a:t>7.4</a:t>
              </a:r>
            </a:p>
          </p:txBody>
        </p:sp>
      </p:grpSp>
      <p:grpSp>
        <p:nvGrpSpPr>
          <p:cNvPr id="164986" name="Group 122"/>
          <p:cNvGrpSpPr>
            <a:grpSpLocks/>
          </p:cNvGrpSpPr>
          <p:nvPr/>
        </p:nvGrpSpPr>
        <p:grpSpPr bwMode="auto">
          <a:xfrm>
            <a:off x="4445000" y="3824288"/>
            <a:ext cx="4591050" cy="538162"/>
            <a:chOff x="2835" y="2409"/>
            <a:chExt cx="2892" cy="339"/>
          </a:xfrm>
        </p:grpSpPr>
        <p:pic>
          <p:nvPicPr>
            <p:cNvPr id="6181" name="Picture 68" descr="GEL Rounded Rectangle aquamarine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3233" y="2409"/>
              <a:ext cx="2494" cy="33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6182" name="Picture 69" descr="GEL Rounded Rectangle aquamarine"/>
            <p:cNvPicPr>
              <a:picLocks noChangeArrowheads="1"/>
            </p:cNvPicPr>
            <p:nvPr/>
          </p:nvPicPr>
          <p:blipFill>
            <a:blip r:embed="rId5"/>
            <a:srcRect/>
            <a:stretch>
              <a:fillRect/>
            </a:stretch>
          </p:blipFill>
          <p:spPr bwMode="auto">
            <a:xfrm>
              <a:off x="2835" y="2409"/>
              <a:ext cx="465" cy="3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6183" name="Text Box 70">
              <a:hlinkClick r:id="rId12" action="ppaction://hlinksldjump"/>
            </p:cNvPr>
            <p:cNvSpPr txBox="1">
              <a:spLocks noChangeArrowheads="1"/>
            </p:cNvSpPr>
            <p:nvPr/>
          </p:nvSpPr>
          <p:spPr bwMode="auto">
            <a:xfrm>
              <a:off x="3288" y="2454"/>
              <a:ext cx="2417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000">
                  <a:solidFill>
                    <a:srgbClr val="FF3300"/>
                  </a:solidFill>
                  <a:latin typeface="Times New Roman" pitchFamily="18" charset="0"/>
                </a:rPr>
                <a:t>状态方程</a:t>
              </a:r>
            </a:p>
          </p:txBody>
        </p:sp>
        <p:sp>
          <p:nvSpPr>
            <p:cNvPr id="6184" name="Text Box 71">
              <a:hlinkClick r:id="rId12" action="ppaction://hlinksldjump"/>
            </p:cNvPr>
            <p:cNvSpPr txBox="1">
              <a:spLocks noChangeArrowheads="1"/>
            </p:cNvSpPr>
            <p:nvPr/>
          </p:nvSpPr>
          <p:spPr bwMode="auto">
            <a:xfrm>
              <a:off x="2841" y="2454"/>
              <a:ext cx="493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000">
                  <a:solidFill>
                    <a:srgbClr val="FF3300"/>
                  </a:solidFill>
                  <a:latin typeface="Times New Roman" pitchFamily="18" charset="0"/>
                </a:rPr>
                <a:t>7.10*</a:t>
              </a:r>
            </a:p>
          </p:txBody>
        </p:sp>
      </p:grpSp>
      <p:grpSp>
        <p:nvGrpSpPr>
          <p:cNvPr id="164981" name="Group 117"/>
          <p:cNvGrpSpPr>
            <a:grpSpLocks/>
          </p:cNvGrpSpPr>
          <p:nvPr/>
        </p:nvGrpSpPr>
        <p:grpSpPr bwMode="auto">
          <a:xfrm>
            <a:off x="107950" y="4365625"/>
            <a:ext cx="4321175" cy="539750"/>
            <a:chOff x="113" y="2750"/>
            <a:chExt cx="2722" cy="340"/>
          </a:xfrm>
        </p:grpSpPr>
        <p:pic>
          <p:nvPicPr>
            <p:cNvPr id="6186" name="Picture 73" descr="GEL Rounded Rectangle aquamarine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377" y="2750"/>
              <a:ext cx="2458" cy="3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6187" name="Picture 74" descr="GEL Rounded Rectangle aquamarine"/>
            <p:cNvPicPr>
              <a:picLocks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>
              <a:off x="113" y="2750"/>
              <a:ext cx="330" cy="3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6188" name="Text Box 75">
              <a:hlinkClick r:id="rId13" action="ppaction://hlinksldjump"/>
            </p:cNvPr>
            <p:cNvSpPr txBox="1">
              <a:spLocks noChangeArrowheads="1"/>
            </p:cNvSpPr>
            <p:nvPr/>
          </p:nvSpPr>
          <p:spPr bwMode="auto">
            <a:xfrm>
              <a:off x="423" y="2795"/>
              <a:ext cx="2372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000">
                  <a:solidFill>
                    <a:srgbClr val="FF3300"/>
                  </a:solidFill>
                  <a:latin typeface="Times New Roman" pitchFamily="18" charset="0"/>
                </a:rPr>
                <a:t>二阶电路的零输入响应</a:t>
              </a:r>
            </a:p>
          </p:txBody>
        </p:sp>
        <p:sp>
          <p:nvSpPr>
            <p:cNvPr id="6189" name="Text Box 76">
              <a:hlinkClick r:id="rId13" action="ppaction://hlinksldjump"/>
            </p:cNvPr>
            <p:cNvSpPr txBox="1">
              <a:spLocks noChangeArrowheads="1"/>
            </p:cNvSpPr>
            <p:nvPr/>
          </p:nvSpPr>
          <p:spPr bwMode="auto">
            <a:xfrm>
              <a:off x="113" y="2795"/>
              <a:ext cx="363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000">
                  <a:solidFill>
                    <a:srgbClr val="FF3300"/>
                  </a:solidFill>
                  <a:latin typeface="Times New Roman" pitchFamily="18" charset="0"/>
                </a:rPr>
                <a:t>7.5</a:t>
              </a:r>
            </a:p>
          </p:txBody>
        </p:sp>
      </p:grpSp>
      <p:grpSp>
        <p:nvGrpSpPr>
          <p:cNvPr id="164982" name="Group 118"/>
          <p:cNvGrpSpPr>
            <a:grpSpLocks/>
          </p:cNvGrpSpPr>
          <p:nvPr/>
        </p:nvGrpSpPr>
        <p:grpSpPr bwMode="auto">
          <a:xfrm>
            <a:off x="107950" y="4905375"/>
            <a:ext cx="4321175" cy="539750"/>
            <a:chOff x="113" y="3090"/>
            <a:chExt cx="2722" cy="340"/>
          </a:xfrm>
        </p:grpSpPr>
        <p:pic>
          <p:nvPicPr>
            <p:cNvPr id="6191" name="Picture 83" descr="GEL Rounded Rectangle aquamarine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377" y="3090"/>
              <a:ext cx="2458" cy="3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6192" name="Picture 84" descr="GEL Rounded Rectangle aquamarine"/>
            <p:cNvPicPr>
              <a:picLocks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>
              <a:off x="113" y="3090"/>
              <a:ext cx="330" cy="3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6193" name="Text Box 85">
              <a:hlinkClick r:id="rId14" action="ppaction://hlinksldjump"/>
            </p:cNvPr>
            <p:cNvSpPr txBox="1">
              <a:spLocks noChangeArrowheads="1"/>
            </p:cNvSpPr>
            <p:nvPr/>
          </p:nvSpPr>
          <p:spPr bwMode="auto">
            <a:xfrm>
              <a:off x="423" y="3135"/>
              <a:ext cx="2372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000">
                  <a:solidFill>
                    <a:srgbClr val="FF3300"/>
                  </a:solidFill>
                  <a:latin typeface="Times New Roman" pitchFamily="18" charset="0"/>
                </a:rPr>
                <a:t>二阶电路的零状态响应和全响应</a:t>
              </a:r>
            </a:p>
          </p:txBody>
        </p:sp>
        <p:sp>
          <p:nvSpPr>
            <p:cNvPr id="6194" name="Text Box 86">
              <a:hlinkClick r:id="rId14" action="ppaction://hlinksldjump"/>
            </p:cNvPr>
            <p:cNvSpPr txBox="1">
              <a:spLocks noChangeArrowheads="1"/>
            </p:cNvSpPr>
            <p:nvPr/>
          </p:nvSpPr>
          <p:spPr bwMode="auto">
            <a:xfrm>
              <a:off x="113" y="3135"/>
              <a:ext cx="363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000">
                  <a:solidFill>
                    <a:srgbClr val="FF3300"/>
                  </a:solidFill>
                  <a:latin typeface="Times New Roman" pitchFamily="18" charset="0"/>
                </a:rPr>
                <a:t>7.6</a:t>
              </a:r>
            </a:p>
          </p:txBody>
        </p:sp>
      </p:grpSp>
      <p:grpSp>
        <p:nvGrpSpPr>
          <p:cNvPr id="164987" name="Group 123"/>
          <p:cNvGrpSpPr>
            <a:grpSpLocks/>
          </p:cNvGrpSpPr>
          <p:nvPr/>
        </p:nvGrpSpPr>
        <p:grpSpPr bwMode="auto">
          <a:xfrm>
            <a:off x="4443413" y="4365625"/>
            <a:ext cx="4579937" cy="538163"/>
            <a:chOff x="2834" y="2750"/>
            <a:chExt cx="2885" cy="339"/>
          </a:xfrm>
        </p:grpSpPr>
        <p:pic>
          <p:nvPicPr>
            <p:cNvPr id="6196" name="Picture 94" descr="GEL Rounded Rectangle aquamarine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3225" y="2750"/>
              <a:ext cx="2494" cy="33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6197" name="Picture 95" descr="GEL Rounded Rectangle aquamarine"/>
            <p:cNvPicPr>
              <a:picLocks noChangeArrowheads="1"/>
            </p:cNvPicPr>
            <p:nvPr/>
          </p:nvPicPr>
          <p:blipFill>
            <a:blip r:embed="rId15" cstate="print"/>
            <a:srcRect/>
            <a:stretch>
              <a:fillRect/>
            </a:stretch>
          </p:blipFill>
          <p:spPr bwMode="auto">
            <a:xfrm>
              <a:off x="2835" y="2750"/>
              <a:ext cx="457" cy="3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6198" name="Text Box 96">
              <a:hlinkClick r:id="rId16" action="ppaction://hlinksldjump"/>
            </p:cNvPr>
            <p:cNvSpPr txBox="1">
              <a:spLocks noChangeArrowheads="1"/>
            </p:cNvSpPr>
            <p:nvPr/>
          </p:nvSpPr>
          <p:spPr bwMode="auto">
            <a:xfrm>
              <a:off x="3301" y="2795"/>
              <a:ext cx="2417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000">
                  <a:solidFill>
                    <a:srgbClr val="FF3300"/>
                  </a:solidFill>
                  <a:latin typeface="Times New Roman" pitchFamily="18" charset="0"/>
                </a:rPr>
                <a:t>动态电路时域分析中的几个问题</a:t>
              </a:r>
            </a:p>
          </p:txBody>
        </p:sp>
        <p:sp>
          <p:nvSpPr>
            <p:cNvPr id="6199" name="Text Box 97">
              <a:hlinkClick r:id="rId16" action="ppaction://hlinksldjump"/>
            </p:cNvPr>
            <p:cNvSpPr txBox="1">
              <a:spLocks noChangeArrowheads="1"/>
            </p:cNvSpPr>
            <p:nvPr/>
          </p:nvSpPr>
          <p:spPr bwMode="auto">
            <a:xfrm>
              <a:off x="2834" y="2817"/>
              <a:ext cx="590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000">
                  <a:solidFill>
                    <a:srgbClr val="FF3300"/>
                  </a:solidFill>
                  <a:latin typeface="Times New Roman" pitchFamily="18" charset="0"/>
                </a:rPr>
                <a:t>7.11*</a:t>
              </a:r>
            </a:p>
          </p:txBody>
        </p:sp>
      </p:grpSp>
      <p:grpSp>
        <p:nvGrpSpPr>
          <p:cNvPr id="164966" name="Group 102"/>
          <p:cNvGrpSpPr>
            <a:grpSpLocks/>
          </p:cNvGrpSpPr>
          <p:nvPr/>
        </p:nvGrpSpPr>
        <p:grpSpPr bwMode="auto">
          <a:xfrm>
            <a:off x="7596188" y="6021388"/>
            <a:ext cx="1368425" cy="647700"/>
            <a:chOff x="2971" y="3113"/>
            <a:chExt cx="1043" cy="499"/>
          </a:xfrm>
        </p:grpSpPr>
        <p:sp>
          <p:nvSpPr>
            <p:cNvPr id="6201" name="Oval 103"/>
            <p:cNvSpPr>
              <a:spLocks noChangeArrowheads="1"/>
            </p:cNvSpPr>
            <p:nvPr/>
          </p:nvSpPr>
          <p:spPr bwMode="auto">
            <a:xfrm>
              <a:off x="2971" y="3113"/>
              <a:ext cx="1043" cy="499"/>
            </a:xfrm>
            <a:prstGeom prst="ellipse">
              <a:avLst/>
            </a:prstGeom>
            <a:gradFill rotWithShape="0">
              <a:gsLst>
                <a:gs pos="0">
                  <a:srgbClr val="3366FF"/>
                </a:gs>
                <a:gs pos="50000">
                  <a:srgbClr val="7799FF"/>
                </a:gs>
                <a:gs pos="100000">
                  <a:srgbClr val="3366FF"/>
                </a:gs>
              </a:gsLst>
              <a:lin ang="5400000" scaled="1"/>
            </a:gradFill>
            <a:ln w="28575" cap="sq">
              <a:solidFill>
                <a:srgbClr val="0033CC"/>
              </a:solidFill>
              <a:round/>
              <a:headEnd/>
              <a:tailEnd/>
            </a:ln>
            <a:effectLst>
              <a:prstShdw prst="shdw17" dist="17961" dir="2700000">
                <a:schemeClr val="bg2"/>
              </a:prstShdw>
            </a:effec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202" name="Oval 104">
              <a:hlinkClick r:id="" action="ppaction://hlinkshowjump?jump=endshow" highlightClick="1"/>
            </p:cNvPr>
            <p:cNvSpPr>
              <a:spLocks noChangeArrowheads="1"/>
            </p:cNvSpPr>
            <p:nvPr/>
          </p:nvSpPr>
          <p:spPr bwMode="auto">
            <a:xfrm>
              <a:off x="3016" y="3158"/>
              <a:ext cx="953" cy="408"/>
            </a:xfrm>
            <a:prstGeom prst="ellipse">
              <a:avLst/>
            </a:prstGeom>
            <a:gradFill rotWithShape="0">
              <a:gsLst>
                <a:gs pos="0">
                  <a:srgbClr val="0033CC"/>
                </a:gs>
                <a:gs pos="50000">
                  <a:srgbClr val="87DAED"/>
                </a:gs>
                <a:gs pos="100000">
                  <a:srgbClr val="0033CC"/>
                </a:gs>
              </a:gsLst>
              <a:lin ang="5400000" scaled="1"/>
            </a:gradFill>
            <a:ln w="28575" cap="sq">
              <a:solidFill>
                <a:srgbClr val="0033CC"/>
              </a:solidFill>
              <a:round/>
              <a:headEnd/>
              <a:tailEnd/>
            </a:ln>
            <a:effectLst>
              <a:prstShdw prst="shdw17" dist="17961" dir="2700000">
                <a:schemeClr val="bg2"/>
              </a:prstShdw>
            </a:effectLst>
          </p:spPr>
          <p:txBody>
            <a:bodyPr wrap="none" anchor="ctr"/>
            <a:lstStyle/>
            <a:p>
              <a:pPr algn="ctr"/>
              <a:r>
                <a:rPr lang="zh-CN" altLang="en-US">
                  <a:solidFill>
                    <a:srgbClr val="CC0000"/>
                  </a:solidFill>
                  <a:ea typeface="隶书" pitchFamily="49" charset="-122"/>
                </a:rPr>
                <a:t>首 页</a:t>
              </a:r>
            </a:p>
          </p:txBody>
        </p:sp>
      </p:grpSp>
      <p:grpSp>
        <p:nvGrpSpPr>
          <p:cNvPr id="164969" name="Group 105"/>
          <p:cNvGrpSpPr>
            <a:grpSpLocks/>
          </p:cNvGrpSpPr>
          <p:nvPr/>
        </p:nvGrpSpPr>
        <p:grpSpPr bwMode="auto">
          <a:xfrm>
            <a:off x="5364163" y="4941888"/>
            <a:ext cx="3024187" cy="1079500"/>
            <a:chOff x="1928" y="890"/>
            <a:chExt cx="1905" cy="680"/>
          </a:xfrm>
        </p:grpSpPr>
        <p:pic>
          <p:nvPicPr>
            <p:cNvPr id="6204" name="Picture 106" descr="GEL Oval MS-blue"/>
            <p:cNvPicPr preferRelativeResize="0">
              <a:picLocks noChangeArrowheads="1"/>
            </p:cNvPicPr>
            <p:nvPr/>
          </p:nvPicPr>
          <p:blipFill>
            <a:blip r:embed="rId17"/>
            <a:srcRect/>
            <a:stretch>
              <a:fillRect/>
            </a:stretch>
          </p:blipFill>
          <p:spPr bwMode="auto">
            <a:xfrm>
              <a:off x="1928" y="890"/>
              <a:ext cx="1905" cy="68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6205" name="Picture 107" descr="GEL Oval MS-yellow">
              <a:hlinkClick r:id="rId18" action="ppaction://hlinksldjump"/>
            </p:cNvPr>
            <p:cNvPicPr>
              <a:picLocks noChangeArrowheads="1"/>
            </p:cNvPicPr>
            <p:nvPr/>
          </p:nvPicPr>
          <p:blipFill>
            <a:blip r:embed="rId19"/>
            <a:srcRect/>
            <a:stretch>
              <a:fillRect/>
            </a:stretch>
          </p:blipFill>
          <p:spPr bwMode="auto">
            <a:xfrm>
              <a:off x="2018" y="981"/>
              <a:ext cx="1715" cy="4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6206" name="Text Box 108" descr="斜纹布">
              <a:hlinkClick r:id="rId18" action="ppaction://hlinksldjump"/>
            </p:cNvPr>
            <p:cNvSpPr txBox="1">
              <a:spLocks noChangeArrowheads="1"/>
            </p:cNvSpPr>
            <p:nvPr/>
          </p:nvSpPr>
          <p:spPr bwMode="auto">
            <a:xfrm>
              <a:off x="2291" y="1062"/>
              <a:ext cx="1238" cy="365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  <a:effectLst>
              <a:prstShdw prst="shdw17" dist="17961" dir="2700000">
                <a:schemeClr val="bg2"/>
              </a:prstShdw>
            </a:effec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zh-CN" altLang="en-US" sz="3200">
                  <a:solidFill>
                    <a:srgbClr val="CC0000"/>
                  </a:solidFill>
                  <a:latin typeface="Times New Roman" pitchFamily="18" charset="0"/>
                </a:rPr>
                <a:t>本章重点</a:t>
              </a:r>
            </a:p>
          </p:txBody>
        </p:sp>
      </p:grpSp>
      <p:grpSp>
        <p:nvGrpSpPr>
          <p:cNvPr id="164976" name="Group 112"/>
          <p:cNvGrpSpPr>
            <a:grpSpLocks/>
          </p:cNvGrpSpPr>
          <p:nvPr/>
        </p:nvGrpSpPr>
        <p:grpSpPr bwMode="auto">
          <a:xfrm>
            <a:off x="323850" y="333375"/>
            <a:ext cx="8677275" cy="1655763"/>
            <a:chOff x="317" y="210"/>
            <a:chExt cx="5466" cy="1043"/>
          </a:xfrm>
        </p:grpSpPr>
        <p:sp>
          <p:nvSpPr>
            <p:cNvPr id="6208" name="Text Box 2"/>
            <p:cNvSpPr txBox="1">
              <a:spLocks noChangeArrowheads="1"/>
            </p:cNvSpPr>
            <p:nvPr/>
          </p:nvSpPr>
          <p:spPr bwMode="auto">
            <a:xfrm>
              <a:off x="317" y="210"/>
              <a:ext cx="5466" cy="57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r>
                <a:rPr lang="zh-CN" altLang="en-US" sz="5400">
                  <a:solidFill>
                    <a:schemeClr val="bg1"/>
                  </a:solidFill>
                  <a:latin typeface="隶书" pitchFamily="49" charset="-122"/>
                  <a:ea typeface="隶书" pitchFamily="49" charset="-122"/>
                </a:rPr>
                <a:t>第</a:t>
              </a:r>
              <a:r>
                <a:rPr lang="en-US" altLang="zh-CN" sz="5400">
                  <a:solidFill>
                    <a:schemeClr val="bg1"/>
                  </a:solidFill>
                  <a:latin typeface="隶书" pitchFamily="49" charset="-122"/>
                  <a:ea typeface="隶书" pitchFamily="49" charset="-122"/>
                </a:rPr>
                <a:t>7</a:t>
              </a:r>
              <a:r>
                <a:rPr lang="zh-CN" altLang="en-US" sz="5400">
                  <a:solidFill>
                    <a:schemeClr val="bg1"/>
                  </a:solidFill>
                  <a:latin typeface="隶书" pitchFamily="49" charset="-122"/>
                  <a:ea typeface="隶书" pitchFamily="49" charset="-122"/>
                </a:rPr>
                <a:t>章 一阶电路和二阶电路</a:t>
              </a:r>
            </a:p>
          </p:txBody>
        </p:sp>
        <p:sp>
          <p:nvSpPr>
            <p:cNvPr id="6209" name="Text Box 110"/>
            <p:cNvSpPr txBox="1">
              <a:spLocks noChangeArrowheads="1"/>
            </p:cNvSpPr>
            <p:nvPr/>
          </p:nvSpPr>
          <p:spPr bwMode="auto">
            <a:xfrm>
              <a:off x="1973" y="677"/>
              <a:ext cx="3313" cy="57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pPr algn="ctr"/>
              <a:r>
                <a:rPr lang="zh-CN" altLang="en-US" sz="5400">
                  <a:solidFill>
                    <a:schemeClr val="bg1"/>
                  </a:solidFill>
                  <a:latin typeface="隶书" pitchFamily="49" charset="-122"/>
                  <a:ea typeface="隶书" pitchFamily="49" charset="-122"/>
                </a:rPr>
                <a:t>的时域分析</a:t>
              </a:r>
            </a:p>
          </p:txBody>
        </p:sp>
      </p:grp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9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9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49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49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9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649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649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9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649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649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9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649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649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9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649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649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9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649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649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9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649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649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9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649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649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9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649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649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9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649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649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9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649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649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2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9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649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649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1500"/>
                            </p:stCondLst>
                            <p:childTnLst>
                              <p:par>
                                <p:cTn id="54" presetID="49" presetClass="entr" presetSubtype="0" decel="10000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9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6496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6496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16496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649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2500"/>
                            </p:stCondLst>
                            <p:childTnLst>
                              <p:par>
                                <p:cTn id="61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9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649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1649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1649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804" name="Text Box 4"/>
          <p:cNvSpPr txBox="1">
            <a:spLocks noChangeArrowheads="1"/>
          </p:cNvSpPr>
          <p:nvPr/>
        </p:nvSpPr>
        <p:spPr bwMode="auto">
          <a:xfrm>
            <a:off x="771525" y="2384425"/>
            <a:ext cx="8243888" cy="1260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marL="342900" indent="-342900">
              <a:lnSpc>
                <a:spcPct val="120000"/>
              </a:lnSpc>
              <a:buFontTx/>
              <a:buAutoNum type="arabicPeriod" startAt="2"/>
            </a:pPr>
            <a:r>
              <a:rPr lang="zh-CN" altLang="en-US" sz="3200">
                <a:latin typeface="楷体_GB2312" pitchFamily="49" charset="-122"/>
              </a:rPr>
              <a:t>一阶和二阶电路的零输入响应、零状态响应和全响应的概念及求解；</a:t>
            </a:r>
          </a:p>
        </p:txBody>
      </p:sp>
      <p:sp>
        <p:nvSpPr>
          <p:cNvPr id="332805" name="Text Box 5"/>
          <p:cNvSpPr txBox="1">
            <a:spLocks noChangeArrowheads="1"/>
          </p:cNvSpPr>
          <p:nvPr/>
        </p:nvSpPr>
        <p:spPr bwMode="auto">
          <a:xfrm>
            <a:off x="771525" y="1017588"/>
            <a:ext cx="1662113" cy="579437"/>
          </a:xfrm>
          <a:prstGeom prst="rect">
            <a:avLst/>
          </a:prstGeom>
          <a:solidFill>
            <a:srgbClr val="FF3300"/>
          </a:solidFill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algn="ctr">
              <a:buFont typeface="Wingdings" pitchFamily="2" charset="2"/>
              <a:buChar char="l"/>
            </a:pPr>
            <a:r>
              <a:rPr lang="en-US" altLang="zh-CN" sz="3200">
                <a:solidFill>
                  <a:schemeClr val="bg1"/>
                </a:solidFill>
                <a:latin typeface="楷体_GB2312" pitchFamily="49" charset="-122"/>
              </a:rPr>
              <a:t> </a:t>
            </a:r>
            <a:r>
              <a:rPr lang="zh-CN" altLang="en-US" sz="3200">
                <a:solidFill>
                  <a:schemeClr val="bg1"/>
                </a:solidFill>
                <a:latin typeface="楷体_GB2312" pitchFamily="49" charset="-122"/>
              </a:rPr>
              <a:t>重点</a:t>
            </a:r>
          </a:p>
        </p:txBody>
      </p:sp>
      <p:sp>
        <p:nvSpPr>
          <p:cNvPr id="332806" name="Text Box 6"/>
          <p:cNvSpPr txBox="1">
            <a:spLocks noChangeArrowheads="1"/>
          </p:cNvSpPr>
          <p:nvPr/>
        </p:nvSpPr>
        <p:spPr bwMode="auto">
          <a:xfrm>
            <a:off x="771525" y="3681413"/>
            <a:ext cx="7416800" cy="1260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marL="342900" indent="-342900">
              <a:lnSpc>
                <a:spcPct val="120000"/>
              </a:lnSpc>
              <a:buFontTx/>
              <a:buAutoNum type="arabicPeriod" startAt="3"/>
            </a:pPr>
            <a:r>
              <a:rPr lang="zh-CN" altLang="en-US" sz="3200">
                <a:latin typeface="楷体_GB2312" pitchFamily="49" charset="-122"/>
              </a:rPr>
              <a:t>一阶和二阶电路的阶跃响应概念及求解。</a:t>
            </a:r>
          </a:p>
        </p:txBody>
      </p:sp>
      <p:sp>
        <p:nvSpPr>
          <p:cNvPr id="332807" name="Text Box 7"/>
          <p:cNvSpPr txBox="1">
            <a:spLocks noChangeArrowheads="1"/>
          </p:cNvSpPr>
          <p:nvPr/>
        </p:nvSpPr>
        <p:spPr bwMode="auto">
          <a:xfrm>
            <a:off x="755650" y="1736725"/>
            <a:ext cx="7937500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lang="en-US" altLang="zh-CN" sz="3200">
                <a:latin typeface="楷体_GB2312" pitchFamily="49" charset="-122"/>
              </a:rPr>
              <a:t>1.</a:t>
            </a:r>
            <a:r>
              <a:rPr lang="zh-CN" altLang="en-US" sz="3200">
                <a:latin typeface="楷体_GB2312" pitchFamily="49" charset="-122"/>
              </a:rPr>
              <a:t>动态电路方程的建立及初始条件的确定；</a:t>
            </a:r>
          </a:p>
        </p:txBody>
      </p:sp>
      <p:grpSp>
        <p:nvGrpSpPr>
          <p:cNvPr id="7173" name="Group 8"/>
          <p:cNvGrpSpPr>
            <a:grpSpLocks/>
          </p:cNvGrpSpPr>
          <p:nvPr/>
        </p:nvGrpSpPr>
        <p:grpSpPr bwMode="auto">
          <a:xfrm>
            <a:off x="8316913" y="6453188"/>
            <a:ext cx="792162" cy="366712"/>
            <a:chOff x="4649" y="4020"/>
            <a:chExt cx="499" cy="231"/>
          </a:xfrm>
        </p:grpSpPr>
        <p:pic>
          <p:nvPicPr>
            <p:cNvPr id="7174" name="Picture 9" descr="78900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7175" name="Text Box 10">
              <a:hlinkClick r:id="rId3" action="ppaction://hlinksldjump"/>
            </p:cNvPr>
            <p:cNvSpPr txBox="1">
              <a:spLocks noChangeArrowheads="1"/>
            </p:cNvSpPr>
            <p:nvPr/>
          </p:nvSpPr>
          <p:spPr bwMode="auto"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0">
                  <a:solidFill>
                    <a:schemeClr val="bg1"/>
                  </a:solidFill>
                  <a:latin typeface="隶书" pitchFamily="49" charset="-122"/>
                  <a:ea typeface="隶书" pitchFamily="49" charset="-122"/>
                </a:rPr>
                <a:t>返 回</a:t>
              </a:r>
            </a:p>
          </p:txBody>
        </p:sp>
      </p:grp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328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328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8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2000"/>
                                        <p:tgtEl>
                                          <p:spTgt spid="3328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8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2000"/>
                                        <p:tgtEl>
                                          <p:spTgt spid="3328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8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2000"/>
                                        <p:tgtEl>
                                          <p:spTgt spid="3328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2804" grpId="0" build="p"/>
      <p:bldP spid="332805" grpId="0" animBg="1"/>
      <p:bldP spid="332806" grpId="0" build="p"/>
      <p:bldP spid="332807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9" name="Text Box 7"/>
          <p:cNvSpPr txBox="1">
            <a:spLocks noChangeArrowheads="1"/>
          </p:cNvSpPr>
          <p:nvPr/>
        </p:nvSpPr>
        <p:spPr bwMode="auto">
          <a:xfrm>
            <a:off x="827088" y="1989138"/>
            <a:ext cx="7296150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zh-CN" altLang="en-US">
                <a:latin typeface="Times New Roman" pitchFamily="18" charset="0"/>
              </a:rPr>
              <a:t>含有动态元件电容和电感的电路称动态电路。</a:t>
            </a:r>
          </a:p>
        </p:txBody>
      </p:sp>
      <p:sp>
        <p:nvSpPr>
          <p:cNvPr id="3085" name="Text Box 13"/>
          <p:cNvSpPr txBox="1">
            <a:spLocks noChangeArrowheads="1"/>
          </p:cNvSpPr>
          <p:nvPr/>
        </p:nvSpPr>
        <p:spPr bwMode="auto">
          <a:xfrm>
            <a:off x="611188" y="1347788"/>
            <a:ext cx="2736850" cy="57943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92075" tIns="46038" rIns="92075" bIns="46038" anchor="ctr">
            <a:spAutoFit/>
          </a:bodyPr>
          <a:lstStyle/>
          <a:p>
            <a:pPr algn="ctr">
              <a:spcBef>
                <a:spcPct val="50000"/>
              </a:spcBef>
              <a:buClr>
                <a:schemeClr val="accent2"/>
              </a:buClr>
              <a:buSzPct val="75000"/>
              <a:buFont typeface="Monotype Sorts" pitchFamily="2" charset="2"/>
              <a:buNone/>
            </a:pPr>
            <a:r>
              <a:rPr lang="en-US" altLang="zh-CN" sz="3200">
                <a:solidFill>
                  <a:schemeClr val="bg1"/>
                </a:solidFill>
                <a:latin typeface="楷体_GB2312" pitchFamily="49" charset="-122"/>
              </a:rPr>
              <a:t>1</a:t>
            </a:r>
            <a:r>
              <a:rPr lang="en-US" altLang="zh-CN" sz="3200" i="1">
                <a:solidFill>
                  <a:schemeClr val="bg1"/>
                </a:solidFill>
                <a:latin typeface="楷体_GB2312" pitchFamily="49" charset="-122"/>
              </a:rPr>
              <a:t>. </a:t>
            </a:r>
            <a:r>
              <a:rPr lang="zh-CN" altLang="en-US" sz="3200">
                <a:solidFill>
                  <a:schemeClr val="bg1"/>
                </a:solidFill>
                <a:latin typeface="楷体_GB2312" pitchFamily="49" charset="-122"/>
              </a:rPr>
              <a:t>动态电路</a:t>
            </a:r>
          </a:p>
        </p:txBody>
      </p:sp>
      <p:sp>
        <p:nvSpPr>
          <p:cNvPr id="3086" name="Rectangle 14" descr="新闻纸"/>
          <p:cNvSpPr>
            <a:spLocks noChangeArrowheads="1"/>
          </p:cNvSpPr>
          <p:nvPr/>
        </p:nvSpPr>
        <p:spPr bwMode="auto">
          <a:xfrm>
            <a:off x="395288" y="692150"/>
            <a:ext cx="8748712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7" dist="17961" dir="2700000">
              <a:srgbClr val="959595"/>
            </a:prstShdw>
          </a:effectLst>
        </p:spPr>
        <p:txBody>
          <a:bodyPr anchor="b"/>
          <a:lstStyle/>
          <a:p>
            <a:r>
              <a:rPr lang="en-US" altLang="zh-CN" sz="4000">
                <a:solidFill>
                  <a:schemeClr val="bg1"/>
                </a:solidFill>
                <a:latin typeface="楷体_GB2312" pitchFamily="49" charset="-122"/>
              </a:rPr>
              <a:t>  7.1 </a:t>
            </a:r>
            <a:r>
              <a:rPr lang="zh-CN" altLang="en-US" sz="4000">
                <a:solidFill>
                  <a:schemeClr val="bg1"/>
                </a:solidFill>
                <a:latin typeface="楷体_GB2312" pitchFamily="49" charset="-122"/>
              </a:rPr>
              <a:t>动态电路的方程及其初始条件</a:t>
            </a:r>
          </a:p>
        </p:txBody>
      </p:sp>
      <p:sp>
        <p:nvSpPr>
          <p:cNvPr id="3087" name="AutoShape 15"/>
          <p:cNvSpPr>
            <a:spLocks noChangeArrowheads="1"/>
          </p:cNvSpPr>
          <p:nvPr/>
        </p:nvSpPr>
        <p:spPr bwMode="auto">
          <a:xfrm>
            <a:off x="3348038" y="1628775"/>
            <a:ext cx="719137" cy="142875"/>
          </a:xfrm>
          <a:prstGeom prst="rightArrow">
            <a:avLst>
              <a:gd name="adj1" fmla="val 50000"/>
              <a:gd name="adj2" fmla="val 125763"/>
            </a:avLst>
          </a:prstGeom>
          <a:solidFill>
            <a:schemeClr val="accent1"/>
          </a:solidFill>
          <a:ln w="9525">
            <a:solidFill>
              <a:schemeClr val="accent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088" name="Text Box 16"/>
          <p:cNvSpPr txBox="1">
            <a:spLocks noChangeArrowheads="1"/>
          </p:cNvSpPr>
          <p:nvPr/>
        </p:nvSpPr>
        <p:spPr bwMode="auto">
          <a:xfrm>
            <a:off x="827088" y="3284538"/>
            <a:ext cx="7343775" cy="1630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>
                <a:latin typeface="楷体_GB2312" pitchFamily="49" charset="-122"/>
              </a:rPr>
              <a:t>    </a:t>
            </a:r>
            <a:r>
              <a:rPr lang="zh-CN" altLang="en-US">
                <a:latin typeface="楷体_GB2312" pitchFamily="49" charset="-122"/>
              </a:rPr>
              <a:t>当动态电路状态发生改变时（换路）需要经历一个变化过程才能达到新的稳定状态。这个变化过程称为电路的过渡过程。</a:t>
            </a:r>
          </a:p>
        </p:txBody>
      </p:sp>
      <p:grpSp>
        <p:nvGrpSpPr>
          <p:cNvPr id="8198" name="Group 79"/>
          <p:cNvGrpSpPr>
            <a:grpSpLocks/>
          </p:cNvGrpSpPr>
          <p:nvPr/>
        </p:nvGrpSpPr>
        <p:grpSpPr bwMode="auto"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8199" name="Picture 80" descr="78900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8200" name="Text Box 81">
              <a:hlinkClick r:id="" action="ppaction://hlinkshowjump?jump=nextslide"/>
            </p:cNvPr>
            <p:cNvSpPr txBox="1">
              <a:spLocks noChangeArrowheads="1"/>
            </p:cNvSpPr>
            <p:nvPr/>
          </p:nvSpPr>
          <p:spPr bwMode="auto"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0">
                  <a:solidFill>
                    <a:schemeClr val="bg1"/>
                  </a:solidFill>
                  <a:latin typeface="隶书" pitchFamily="49" charset="-122"/>
                  <a:ea typeface="隶书" pitchFamily="49" charset="-122"/>
                </a:rPr>
                <a:t>下 页</a:t>
              </a:r>
            </a:p>
          </p:txBody>
        </p:sp>
      </p:grpSp>
      <p:grpSp>
        <p:nvGrpSpPr>
          <p:cNvPr id="8201" name="Group 82"/>
          <p:cNvGrpSpPr>
            <a:grpSpLocks/>
          </p:cNvGrpSpPr>
          <p:nvPr/>
        </p:nvGrpSpPr>
        <p:grpSpPr bwMode="auto">
          <a:xfrm>
            <a:off x="7453313" y="6446838"/>
            <a:ext cx="792162" cy="366712"/>
            <a:chOff x="4649" y="4020"/>
            <a:chExt cx="499" cy="231"/>
          </a:xfrm>
        </p:grpSpPr>
        <p:pic>
          <p:nvPicPr>
            <p:cNvPr id="8202" name="Picture 83" descr="78900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8203" name="Text Box 84">
              <a:hlinkClick r:id="" action="ppaction://hlinkshowjump?jump=previousslide"/>
            </p:cNvPr>
            <p:cNvSpPr txBox="1">
              <a:spLocks noChangeArrowheads="1"/>
            </p:cNvSpPr>
            <p:nvPr/>
          </p:nvSpPr>
          <p:spPr bwMode="auto"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0">
                  <a:solidFill>
                    <a:schemeClr val="bg1"/>
                  </a:solidFill>
                  <a:latin typeface="隶书" pitchFamily="49" charset="-122"/>
                  <a:ea typeface="隶书" pitchFamily="49" charset="-122"/>
                </a:rPr>
                <a:t>上 页</a:t>
              </a:r>
            </a:p>
          </p:txBody>
        </p:sp>
      </p:grpSp>
      <p:grpSp>
        <p:nvGrpSpPr>
          <p:cNvPr id="3160" name="Group 88"/>
          <p:cNvGrpSpPr>
            <a:grpSpLocks/>
          </p:cNvGrpSpPr>
          <p:nvPr/>
        </p:nvGrpSpPr>
        <p:grpSpPr bwMode="auto">
          <a:xfrm>
            <a:off x="539750" y="2565400"/>
            <a:ext cx="1644650" cy="850900"/>
            <a:chOff x="385" y="3022"/>
            <a:chExt cx="1036" cy="536"/>
          </a:xfrm>
        </p:grpSpPr>
        <p:pic>
          <p:nvPicPr>
            <p:cNvPr id="8205" name="Picture 89" descr="123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385" y="3022"/>
              <a:ext cx="590" cy="53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8206" name="Text Box 90"/>
            <p:cNvSpPr txBox="1">
              <a:spLocks noChangeArrowheads="1"/>
            </p:cNvSpPr>
            <p:nvPr/>
          </p:nvSpPr>
          <p:spPr bwMode="auto">
            <a:xfrm>
              <a:off x="793" y="3125"/>
              <a:ext cx="628" cy="3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zh-CN" altLang="en-US" sz="3200" b="0">
                  <a:solidFill>
                    <a:srgbClr val="FA7748"/>
                  </a:solidFill>
                  <a:latin typeface="Times New Roman" pitchFamily="18" charset="0"/>
                  <a:ea typeface="华文行楷" pitchFamily="2" charset="-122"/>
                </a:rPr>
                <a:t>特点</a:t>
              </a:r>
            </a:p>
          </p:txBody>
        </p:sp>
      </p:grpSp>
      <p:grpSp>
        <p:nvGrpSpPr>
          <p:cNvPr id="8207" name="Group 91"/>
          <p:cNvGrpSpPr>
            <a:grpSpLocks/>
          </p:cNvGrpSpPr>
          <p:nvPr/>
        </p:nvGrpSpPr>
        <p:grpSpPr bwMode="auto">
          <a:xfrm>
            <a:off x="6588125" y="6445250"/>
            <a:ext cx="792163" cy="366713"/>
            <a:chOff x="4649" y="4020"/>
            <a:chExt cx="499" cy="231"/>
          </a:xfrm>
        </p:grpSpPr>
        <p:pic>
          <p:nvPicPr>
            <p:cNvPr id="8208" name="Picture 92" descr="78900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8209" name="Text Box 93">
              <a:hlinkClick r:id="rId4" action="ppaction://hlinksldjump"/>
            </p:cNvPr>
            <p:cNvSpPr txBox="1">
              <a:spLocks noChangeArrowheads="1"/>
            </p:cNvSpPr>
            <p:nvPr/>
          </p:nvSpPr>
          <p:spPr bwMode="auto"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0">
                  <a:solidFill>
                    <a:schemeClr val="bg1"/>
                  </a:solidFill>
                  <a:latin typeface="隶书" pitchFamily="49" charset="-122"/>
                  <a:ea typeface="隶书" pitchFamily="49" charset="-122"/>
                </a:rPr>
                <a:t>返 回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0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0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08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08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0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0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1" dur="500"/>
                                        <p:tgtEl>
                                          <p:spTgt spid="30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2000"/>
                                        <p:tgtEl>
                                          <p:spTgt spid="30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3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100"/>
                                        <p:tgtEl>
                                          <p:spTgt spid="30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9" grpId="0"/>
      <p:bldP spid="3085" grpId="0"/>
      <p:bldP spid="3086" grpId="0"/>
      <p:bldP spid="3087" grpId="0" animBg="1"/>
      <p:bldP spid="3088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504" name="Text Box 8"/>
          <p:cNvSpPr txBox="1">
            <a:spLocks noChangeArrowheads="1"/>
          </p:cNvSpPr>
          <p:nvPr/>
        </p:nvSpPr>
        <p:spPr bwMode="auto">
          <a:xfrm>
            <a:off x="539750" y="765175"/>
            <a:ext cx="503238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3200">
                <a:solidFill>
                  <a:schemeClr val="bg1"/>
                </a:solidFill>
                <a:ea typeface="宋体" pitchFamily="2" charset="-122"/>
              </a:rPr>
              <a:t>例</a:t>
            </a:r>
          </a:p>
        </p:txBody>
      </p:sp>
      <p:grpSp>
        <p:nvGrpSpPr>
          <p:cNvPr id="106526" name="Group 30"/>
          <p:cNvGrpSpPr>
            <a:grpSpLocks/>
          </p:cNvGrpSpPr>
          <p:nvPr/>
        </p:nvGrpSpPr>
        <p:grpSpPr bwMode="auto">
          <a:xfrm>
            <a:off x="4284663" y="1773238"/>
            <a:ext cx="3730625" cy="2590800"/>
            <a:chOff x="3107" y="2478"/>
            <a:chExt cx="2350" cy="1632"/>
          </a:xfrm>
        </p:grpSpPr>
        <p:sp>
          <p:nvSpPr>
            <p:cNvPr id="9219" name="Line 31"/>
            <p:cNvSpPr>
              <a:spLocks noChangeShapeType="1"/>
            </p:cNvSpPr>
            <p:nvPr/>
          </p:nvSpPr>
          <p:spPr bwMode="auto">
            <a:xfrm>
              <a:off x="3107" y="3657"/>
              <a:ext cx="1678" cy="0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20" name="Line 32"/>
            <p:cNvSpPr>
              <a:spLocks noChangeShapeType="1"/>
            </p:cNvSpPr>
            <p:nvPr/>
          </p:nvSpPr>
          <p:spPr bwMode="auto">
            <a:xfrm flipV="1">
              <a:off x="3787" y="2659"/>
              <a:ext cx="0" cy="1451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21" name="Text Box 33"/>
            <p:cNvSpPr txBox="1">
              <a:spLocks noChangeArrowheads="1"/>
            </p:cNvSpPr>
            <p:nvPr/>
          </p:nvSpPr>
          <p:spPr bwMode="auto">
            <a:xfrm>
              <a:off x="3560" y="3657"/>
              <a:ext cx="272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仿宋_GB2312" pitchFamily="49" charset="-122"/>
                </a:rPr>
                <a:t>0</a:t>
              </a:r>
            </a:p>
          </p:txBody>
        </p:sp>
        <p:sp>
          <p:nvSpPr>
            <p:cNvPr id="9222" name="Text Box 34"/>
            <p:cNvSpPr txBox="1">
              <a:spLocks noChangeArrowheads="1"/>
            </p:cNvSpPr>
            <p:nvPr/>
          </p:nvSpPr>
          <p:spPr bwMode="auto">
            <a:xfrm>
              <a:off x="4740" y="3475"/>
              <a:ext cx="273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ea typeface="仿宋_GB2312" pitchFamily="49" charset="-122"/>
                </a:rPr>
                <a:t>t</a:t>
              </a:r>
            </a:p>
          </p:txBody>
        </p:sp>
        <p:sp>
          <p:nvSpPr>
            <p:cNvPr id="9223" name="Text Box 35"/>
            <p:cNvSpPr txBox="1">
              <a:spLocks noChangeArrowheads="1"/>
            </p:cNvSpPr>
            <p:nvPr/>
          </p:nvSpPr>
          <p:spPr bwMode="auto">
            <a:xfrm>
              <a:off x="3833" y="2478"/>
              <a:ext cx="318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ea typeface="仿宋_GB2312" pitchFamily="49" charset="-122"/>
                </a:rPr>
                <a:t>i</a:t>
              </a:r>
            </a:p>
          </p:txBody>
        </p:sp>
        <p:sp>
          <p:nvSpPr>
            <p:cNvPr id="9224" name="Line 36"/>
            <p:cNvSpPr>
              <a:spLocks noChangeShapeType="1"/>
            </p:cNvSpPr>
            <p:nvPr/>
          </p:nvSpPr>
          <p:spPr bwMode="auto">
            <a:xfrm>
              <a:off x="3107" y="3249"/>
              <a:ext cx="680" cy="0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25" name="Line 37"/>
            <p:cNvSpPr>
              <a:spLocks noChangeShapeType="1"/>
            </p:cNvSpPr>
            <p:nvPr/>
          </p:nvSpPr>
          <p:spPr bwMode="auto">
            <a:xfrm>
              <a:off x="3788" y="2931"/>
              <a:ext cx="680" cy="0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9226" name="Object 38"/>
            <p:cNvGraphicFramePr>
              <a:graphicFrameLocks noChangeAspect="1"/>
            </p:cNvGraphicFramePr>
            <p:nvPr/>
          </p:nvGraphicFramePr>
          <p:xfrm>
            <a:off x="4566" y="2750"/>
            <a:ext cx="891" cy="297"/>
          </p:xfrm>
          <a:graphic>
            <a:graphicData uri="http://schemas.openxmlformats.org/presentationml/2006/ole">
              <p:oleObj spid="_x0000_s9226" r:id="rId3" imgW="649080" imgH="207720" progId="Equation.3">
                <p:embed/>
              </p:oleObj>
            </a:graphicData>
          </a:graphic>
        </p:graphicFrame>
        <p:graphicFrame>
          <p:nvGraphicFramePr>
            <p:cNvPr id="9227" name="Object 39"/>
            <p:cNvGraphicFramePr>
              <a:graphicFrameLocks noChangeAspect="1"/>
            </p:cNvGraphicFramePr>
            <p:nvPr/>
          </p:nvGraphicFramePr>
          <p:xfrm>
            <a:off x="3923" y="3115"/>
            <a:ext cx="1392" cy="287"/>
          </p:xfrm>
          <a:graphic>
            <a:graphicData uri="http://schemas.openxmlformats.org/presentationml/2006/ole">
              <p:oleObj spid="_x0000_s9227" r:id="rId4" imgW="1054440" imgH="207720" progId="Equation.3">
                <p:embed/>
              </p:oleObj>
            </a:graphicData>
          </a:graphic>
        </p:graphicFrame>
      </p:grpSp>
      <p:sp>
        <p:nvSpPr>
          <p:cNvPr id="106536" name="AutoShape 40" descr="羊皮纸"/>
          <p:cNvSpPr>
            <a:spLocks noChangeArrowheads="1"/>
          </p:cNvSpPr>
          <p:nvPr/>
        </p:nvSpPr>
        <p:spPr bwMode="auto">
          <a:xfrm>
            <a:off x="5940425" y="4508500"/>
            <a:ext cx="2232025" cy="649288"/>
          </a:xfrm>
          <a:prstGeom prst="wedgeRoundRectCallout">
            <a:avLst>
              <a:gd name="adj1" fmla="val -76458"/>
              <a:gd name="adj2" fmla="val -169315"/>
              <a:gd name="adj3" fmla="val 16667"/>
            </a:avLst>
          </a:prstGeom>
          <a:blipFill dpi="0" rotWithShape="1">
            <a:blip r:embed="rId5"/>
            <a:srcRect/>
            <a:tile tx="0" ty="0" sx="100000" sy="100000" flip="none" algn="tl"/>
          </a:blipFill>
          <a:ln w="9525">
            <a:noFill/>
            <a:miter lim="800000"/>
            <a:headEnd/>
            <a:tailEnd/>
          </a:ln>
        </p:spPr>
        <p:txBody>
          <a:bodyPr/>
          <a:lstStyle/>
          <a:p>
            <a:r>
              <a:rPr lang="zh-CN" altLang="en-US">
                <a:solidFill>
                  <a:schemeClr val="tx1"/>
                </a:solidFill>
              </a:rPr>
              <a:t>过渡期为零</a:t>
            </a:r>
          </a:p>
        </p:txBody>
      </p:sp>
      <p:sp>
        <p:nvSpPr>
          <p:cNvPr id="106537" name="Text Box 41"/>
          <p:cNvSpPr txBox="1">
            <a:spLocks noChangeArrowheads="1"/>
          </p:cNvSpPr>
          <p:nvPr/>
        </p:nvSpPr>
        <p:spPr bwMode="auto">
          <a:xfrm>
            <a:off x="1187450" y="836613"/>
            <a:ext cx="2232025" cy="547687"/>
          </a:xfrm>
          <a:prstGeom prst="rect">
            <a:avLst/>
          </a:prstGeom>
          <a:noFill/>
          <a:ln w="28575">
            <a:solidFill>
              <a:srgbClr val="00FFFF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/>
              <a:t>电阻电路</a:t>
            </a:r>
          </a:p>
        </p:txBody>
      </p:sp>
      <p:grpSp>
        <p:nvGrpSpPr>
          <p:cNvPr id="9230" name="Group 42"/>
          <p:cNvGrpSpPr>
            <a:grpSpLocks/>
          </p:cNvGrpSpPr>
          <p:nvPr/>
        </p:nvGrpSpPr>
        <p:grpSpPr bwMode="auto"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9231" name="Picture 43" descr="78900"/>
            <p:cNvPicPr>
              <a:picLocks noChangeAspect="1" noChangeArrowheads="1"/>
            </p:cNvPicPr>
            <p:nvPr/>
          </p:nvPicPr>
          <p:blipFill>
            <a:blip r:embed="rId6"/>
            <a:srcRect/>
            <a:stretch>
              <a:fillRect/>
            </a:stretch>
          </p:blipFill>
          <p:spPr bwMode="auto"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9232" name="Text Box 44">
              <a:hlinkClick r:id="" action="ppaction://hlinkshowjump?jump=nextslide"/>
            </p:cNvPr>
            <p:cNvSpPr txBox="1">
              <a:spLocks noChangeArrowheads="1"/>
            </p:cNvSpPr>
            <p:nvPr/>
          </p:nvSpPr>
          <p:spPr bwMode="auto"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0">
                  <a:solidFill>
                    <a:schemeClr val="bg1"/>
                  </a:solidFill>
                  <a:latin typeface="隶书" pitchFamily="49" charset="-122"/>
                  <a:ea typeface="隶书" pitchFamily="49" charset="-122"/>
                </a:rPr>
                <a:t>下 页</a:t>
              </a:r>
            </a:p>
          </p:txBody>
        </p:sp>
      </p:grpSp>
      <p:grpSp>
        <p:nvGrpSpPr>
          <p:cNvPr id="9233" name="Group 45"/>
          <p:cNvGrpSpPr>
            <a:grpSpLocks/>
          </p:cNvGrpSpPr>
          <p:nvPr/>
        </p:nvGrpSpPr>
        <p:grpSpPr bwMode="auto">
          <a:xfrm>
            <a:off x="7453313" y="6446838"/>
            <a:ext cx="792162" cy="366712"/>
            <a:chOff x="4649" y="4020"/>
            <a:chExt cx="499" cy="231"/>
          </a:xfrm>
        </p:grpSpPr>
        <p:pic>
          <p:nvPicPr>
            <p:cNvPr id="9234" name="Picture 46" descr="78900"/>
            <p:cNvPicPr>
              <a:picLocks noChangeAspect="1" noChangeArrowheads="1"/>
            </p:cNvPicPr>
            <p:nvPr/>
          </p:nvPicPr>
          <p:blipFill>
            <a:blip r:embed="rId6"/>
            <a:srcRect/>
            <a:stretch>
              <a:fillRect/>
            </a:stretch>
          </p:blipFill>
          <p:spPr bwMode="auto"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9235" name="Text Box 47">
              <a:hlinkClick r:id="" action="ppaction://hlinkshowjump?jump=previousslide"/>
            </p:cNvPr>
            <p:cNvSpPr txBox="1">
              <a:spLocks noChangeArrowheads="1"/>
            </p:cNvSpPr>
            <p:nvPr/>
          </p:nvSpPr>
          <p:spPr bwMode="auto"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0">
                  <a:solidFill>
                    <a:schemeClr val="bg1"/>
                  </a:solidFill>
                  <a:latin typeface="隶书" pitchFamily="49" charset="-122"/>
                  <a:ea typeface="隶书" pitchFamily="49" charset="-122"/>
                </a:rPr>
                <a:t>上 页</a:t>
              </a:r>
            </a:p>
          </p:txBody>
        </p:sp>
      </p:grpSp>
      <p:grpSp>
        <p:nvGrpSpPr>
          <p:cNvPr id="106544" name="Group 48"/>
          <p:cNvGrpSpPr>
            <a:grpSpLocks/>
          </p:cNvGrpSpPr>
          <p:nvPr/>
        </p:nvGrpSpPr>
        <p:grpSpPr bwMode="auto">
          <a:xfrm>
            <a:off x="468313" y="1773238"/>
            <a:ext cx="4413250" cy="2016125"/>
            <a:chOff x="2290" y="1253"/>
            <a:chExt cx="2780" cy="1270"/>
          </a:xfrm>
        </p:grpSpPr>
        <p:sp>
          <p:nvSpPr>
            <p:cNvPr id="9237" name="Oval 49"/>
            <p:cNvSpPr>
              <a:spLocks noChangeArrowheads="1"/>
            </p:cNvSpPr>
            <p:nvPr/>
          </p:nvSpPr>
          <p:spPr bwMode="auto">
            <a:xfrm>
              <a:off x="2608" y="1752"/>
              <a:ext cx="363" cy="363"/>
            </a:xfrm>
            <a:prstGeom prst="ellipse">
              <a:avLst/>
            </a:prstGeom>
            <a:gradFill rotWithShape="1">
              <a:gsLst>
                <a:gs pos="0">
                  <a:srgbClr val="0099FF"/>
                </a:gs>
                <a:gs pos="100000">
                  <a:srgbClr val="004776"/>
                </a:gs>
              </a:gsLst>
              <a:path path="shape">
                <a:fillToRect l="50000" t="50000" r="50000" b="50000"/>
              </a:path>
            </a:gradFill>
            <a:ln w="38100">
              <a:solidFill>
                <a:srgbClr val="FF99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endParaRPr lang="zh-CN" altLang="zh-CN" sz="2400" b="0">
                <a:ea typeface="仿宋_GB2312" pitchFamily="49" charset="-122"/>
              </a:endParaRPr>
            </a:p>
          </p:txBody>
        </p:sp>
        <p:sp>
          <p:nvSpPr>
            <p:cNvPr id="9238" name="Line 50"/>
            <p:cNvSpPr>
              <a:spLocks noChangeShapeType="1"/>
            </p:cNvSpPr>
            <p:nvPr/>
          </p:nvSpPr>
          <p:spPr bwMode="auto">
            <a:xfrm flipH="1">
              <a:off x="4163" y="1571"/>
              <a:ext cx="227" cy="144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39" name="Text Box 51"/>
            <p:cNvSpPr txBox="1">
              <a:spLocks noChangeArrowheads="1"/>
            </p:cNvSpPr>
            <p:nvPr/>
          </p:nvSpPr>
          <p:spPr bwMode="auto">
            <a:xfrm>
              <a:off x="2575" y="1467"/>
              <a:ext cx="224" cy="865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pPr algn="ctr"/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+</a:t>
              </a:r>
            </a:p>
            <a:p>
              <a:pPr algn="ctr"/>
              <a:endParaRPr lang="en-US" altLang="zh-CN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endParaRPr>
            </a:p>
            <a:p>
              <a:pPr algn="ctr"/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-</a:t>
              </a:r>
            </a:p>
          </p:txBody>
        </p:sp>
        <p:sp>
          <p:nvSpPr>
            <p:cNvPr id="9240" name="Text Box 52"/>
            <p:cNvSpPr txBox="1">
              <a:spLocks noChangeArrowheads="1"/>
            </p:cNvSpPr>
            <p:nvPr/>
          </p:nvSpPr>
          <p:spPr bwMode="auto">
            <a:xfrm>
              <a:off x="2290" y="1752"/>
              <a:ext cx="287" cy="327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u</a:t>
              </a:r>
              <a:r>
                <a:rPr lang="en-US" altLang="zh-CN" b="0" i="1" baseline="-2500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s</a:t>
              </a:r>
              <a:endParaRPr lang="en-US" altLang="zh-CN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9241" name="Text Box 53"/>
            <p:cNvSpPr txBox="1">
              <a:spLocks noChangeArrowheads="1"/>
            </p:cNvSpPr>
            <p:nvPr/>
          </p:nvSpPr>
          <p:spPr bwMode="auto">
            <a:xfrm>
              <a:off x="3243" y="1525"/>
              <a:ext cx="329" cy="327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R</a:t>
              </a:r>
              <a:r>
                <a:rPr lang="en-US" altLang="zh-CN" b="0" baseline="-2500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1</a:t>
              </a:r>
              <a:endParaRPr lang="en-US" altLang="zh-CN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9242" name="Text Box 54"/>
            <p:cNvSpPr txBox="1">
              <a:spLocks noChangeArrowheads="1"/>
            </p:cNvSpPr>
            <p:nvPr/>
          </p:nvSpPr>
          <p:spPr bwMode="auto">
            <a:xfrm>
              <a:off x="3245" y="2051"/>
              <a:ext cx="329" cy="327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R</a:t>
              </a:r>
              <a:r>
                <a:rPr lang="en-US" altLang="zh-CN" b="0" baseline="-2500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2</a:t>
              </a:r>
              <a:endParaRPr lang="en-US" altLang="zh-CN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9243" name="Rectangle 55"/>
            <p:cNvSpPr>
              <a:spLocks noChangeArrowheads="1"/>
            </p:cNvSpPr>
            <p:nvPr/>
          </p:nvSpPr>
          <p:spPr bwMode="auto">
            <a:xfrm>
              <a:off x="2802" y="1389"/>
              <a:ext cx="817" cy="1134"/>
            </a:xfrm>
            <a:prstGeom prst="rect">
              <a:avLst/>
            </a:prstGeom>
            <a:noFill/>
            <a:ln w="28575">
              <a:solidFill>
                <a:srgbClr val="FFCC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244" name="Line 56"/>
            <p:cNvSpPr>
              <a:spLocks noChangeShapeType="1"/>
            </p:cNvSpPr>
            <p:nvPr/>
          </p:nvSpPr>
          <p:spPr bwMode="auto">
            <a:xfrm>
              <a:off x="3619" y="1389"/>
              <a:ext cx="453" cy="0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 type="oval" w="med" len="med"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45" name="Line 57"/>
            <p:cNvSpPr>
              <a:spLocks noChangeShapeType="1"/>
            </p:cNvSpPr>
            <p:nvPr/>
          </p:nvSpPr>
          <p:spPr bwMode="auto">
            <a:xfrm>
              <a:off x="3619" y="1979"/>
              <a:ext cx="453" cy="0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 type="oval" w="med" len="med"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46" name="Line 58"/>
            <p:cNvSpPr>
              <a:spLocks noChangeShapeType="1"/>
            </p:cNvSpPr>
            <p:nvPr/>
          </p:nvSpPr>
          <p:spPr bwMode="auto">
            <a:xfrm>
              <a:off x="4072" y="1389"/>
              <a:ext cx="0" cy="182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47" name="Line 59"/>
            <p:cNvSpPr>
              <a:spLocks noChangeShapeType="1"/>
            </p:cNvSpPr>
            <p:nvPr/>
          </p:nvSpPr>
          <p:spPr bwMode="auto">
            <a:xfrm>
              <a:off x="4072" y="1798"/>
              <a:ext cx="0" cy="181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48" name="Oval 60"/>
            <p:cNvSpPr>
              <a:spLocks noChangeArrowheads="1"/>
            </p:cNvSpPr>
            <p:nvPr/>
          </p:nvSpPr>
          <p:spPr bwMode="auto">
            <a:xfrm>
              <a:off x="4027" y="1707"/>
              <a:ext cx="90" cy="91"/>
            </a:xfrm>
            <a:prstGeom prst="ellips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249" name="Oval 61"/>
            <p:cNvSpPr>
              <a:spLocks noChangeArrowheads="1"/>
            </p:cNvSpPr>
            <p:nvPr/>
          </p:nvSpPr>
          <p:spPr bwMode="auto">
            <a:xfrm>
              <a:off x="4027" y="1570"/>
              <a:ext cx="90" cy="91"/>
            </a:xfrm>
            <a:prstGeom prst="ellips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250" name="Line 62"/>
            <p:cNvSpPr>
              <a:spLocks noChangeShapeType="1"/>
            </p:cNvSpPr>
            <p:nvPr/>
          </p:nvSpPr>
          <p:spPr bwMode="auto">
            <a:xfrm>
              <a:off x="4118" y="1616"/>
              <a:ext cx="136" cy="227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51" name="Text Box 63"/>
            <p:cNvSpPr txBox="1">
              <a:spLocks noChangeArrowheads="1"/>
            </p:cNvSpPr>
            <p:nvPr/>
          </p:nvSpPr>
          <p:spPr bwMode="auto">
            <a:xfrm>
              <a:off x="4027" y="1253"/>
              <a:ext cx="1043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b="0">
                  <a:solidFill>
                    <a:schemeClr val="bg1"/>
                  </a:solidFill>
                  <a:latin typeface="Times New Roman" pitchFamily="18" charset="0"/>
                  <a:ea typeface="仿宋_GB2312" pitchFamily="49" charset="-122"/>
                </a:rPr>
                <a:t>（</a:t>
              </a:r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ea typeface="仿宋_GB2312" pitchFamily="49" charset="-122"/>
                </a:rPr>
                <a:t>t </a:t>
              </a:r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仿宋_GB2312" pitchFamily="49" charset="-122"/>
                </a:rPr>
                <a:t>= 0</a:t>
              </a:r>
              <a:r>
                <a:rPr lang="zh-CN" altLang="en-US" b="0">
                  <a:solidFill>
                    <a:schemeClr val="bg1"/>
                  </a:solidFill>
                  <a:latin typeface="Times New Roman" pitchFamily="18" charset="0"/>
                  <a:ea typeface="仿宋_GB2312" pitchFamily="49" charset="-122"/>
                </a:rPr>
                <a:t>）</a:t>
              </a:r>
            </a:p>
          </p:txBody>
        </p:sp>
        <p:sp>
          <p:nvSpPr>
            <p:cNvPr id="9252" name="Line 64"/>
            <p:cNvSpPr>
              <a:spLocks noChangeShapeType="1"/>
            </p:cNvSpPr>
            <p:nvPr/>
          </p:nvSpPr>
          <p:spPr bwMode="auto">
            <a:xfrm>
              <a:off x="2893" y="1480"/>
              <a:ext cx="363" cy="0"/>
            </a:xfrm>
            <a:prstGeom prst="line">
              <a:avLst/>
            </a:prstGeom>
            <a:noFill/>
            <a:ln w="28575">
              <a:solidFill>
                <a:srgbClr val="33CCFF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53" name="Text Box 65"/>
            <p:cNvSpPr txBox="1">
              <a:spLocks noChangeArrowheads="1"/>
            </p:cNvSpPr>
            <p:nvPr/>
          </p:nvSpPr>
          <p:spPr bwMode="auto">
            <a:xfrm>
              <a:off x="2893" y="1435"/>
              <a:ext cx="408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ea typeface="仿宋_GB2312" pitchFamily="49" charset="-122"/>
                </a:rPr>
                <a:t>i</a:t>
              </a:r>
            </a:p>
          </p:txBody>
        </p:sp>
        <p:sp>
          <p:nvSpPr>
            <p:cNvPr id="9254" name="Rectangle 66"/>
            <p:cNvSpPr>
              <a:spLocks noChangeArrowheads="1"/>
            </p:cNvSpPr>
            <p:nvPr/>
          </p:nvSpPr>
          <p:spPr bwMode="auto">
            <a:xfrm>
              <a:off x="3560" y="2115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</a:gradFill>
            <a:ln w="2857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255" name="Rectangle 67"/>
            <p:cNvSpPr>
              <a:spLocks noChangeArrowheads="1"/>
            </p:cNvSpPr>
            <p:nvPr/>
          </p:nvSpPr>
          <p:spPr bwMode="auto">
            <a:xfrm>
              <a:off x="3560" y="1480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</a:gradFill>
            <a:ln w="2857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9256" name="Group 71"/>
          <p:cNvGrpSpPr>
            <a:grpSpLocks/>
          </p:cNvGrpSpPr>
          <p:nvPr/>
        </p:nvGrpSpPr>
        <p:grpSpPr bwMode="auto">
          <a:xfrm>
            <a:off x="6588125" y="6445250"/>
            <a:ext cx="792163" cy="366713"/>
            <a:chOff x="4649" y="4020"/>
            <a:chExt cx="499" cy="231"/>
          </a:xfrm>
        </p:grpSpPr>
        <p:pic>
          <p:nvPicPr>
            <p:cNvPr id="9257" name="Picture 72" descr="78900"/>
            <p:cNvPicPr>
              <a:picLocks noChangeAspect="1" noChangeArrowheads="1"/>
            </p:cNvPicPr>
            <p:nvPr/>
          </p:nvPicPr>
          <p:blipFill>
            <a:blip r:embed="rId6"/>
            <a:srcRect/>
            <a:stretch>
              <a:fillRect/>
            </a:stretch>
          </p:blipFill>
          <p:spPr bwMode="auto"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9258" name="Text Box 73">
              <a:hlinkClick r:id="rId7" action="ppaction://hlinksldjump"/>
            </p:cNvPr>
            <p:cNvSpPr txBox="1">
              <a:spLocks noChangeArrowheads="1"/>
            </p:cNvSpPr>
            <p:nvPr/>
          </p:nvSpPr>
          <p:spPr bwMode="auto"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0">
                  <a:solidFill>
                    <a:schemeClr val="bg1"/>
                  </a:solidFill>
                  <a:latin typeface="隶书" pitchFamily="49" charset="-122"/>
                  <a:ea typeface="隶书" pitchFamily="49" charset="-122"/>
                </a:rPr>
                <a:t>返 回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0650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650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65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1065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65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065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1065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2000"/>
                                        <p:tgtEl>
                                          <p:spTgt spid="1065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30" dur="2000"/>
                                        <p:tgtEl>
                                          <p:spTgt spid="1065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6504" grpId="0"/>
      <p:bldP spid="106536" grpId="0" animBg="1"/>
      <p:bldP spid="106537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507" name="Text Box 203"/>
          <p:cNvSpPr txBox="1">
            <a:spLocks noChangeArrowheads="1"/>
          </p:cNvSpPr>
          <p:nvPr/>
        </p:nvSpPr>
        <p:spPr bwMode="auto">
          <a:xfrm>
            <a:off x="4586288" y="4581525"/>
            <a:ext cx="2751137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3200" b="0" i="1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i</a:t>
            </a:r>
            <a:r>
              <a:rPr lang="en-US" altLang="zh-CN" sz="3200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 = 0  </a:t>
            </a:r>
            <a:r>
              <a:rPr lang="en-US" altLang="zh-CN" sz="3200" b="0" i="1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,    u</a:t>
            </a:r>
            <a:r>
              <a:rPr lang="en-US" altLang="zh-CN" sz="3200" b="0" i="1" baseline="-2500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C</a:t>
            </a:r>
            <a:r>
              <a:rPr lang="en-US" altLang="zh-CN" sz="3200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= </a:t>
            </a:r>
            <a:r>
              <a:rPr lang="en-US" altLang="zh-CN" sz="3200" b="0" i="1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U</a:t>
            </a:r>
            <a:r>
              <a:rPr lang="en-US" altLang="zh-CN" sz="3200" b="0" i="1" baseline="-2500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s</a:t>
            </a:r>
            <a:endParaRPr lang="en-US" altLang="zh-CN" sz="3200" b="0" baseline="-25000">
              <a:solidFill>
                <a:schemeClr val="bg1"/>
              </a:solidFill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98307" name="Text Box 3"/>
          <p:cNvSpPr txBox="1">
            <a:spLocks noChangeArrowheads="1"/>
          </p:cNvSpPr>
          <p:nvPr/>
        </p:nvSpPr>
        <p:spPr bwMode="auto">
          <a:xfrm>
            <a:off x="5940425" y="3429000"/>
            <a:ext cx="2522538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3200" b="0" i="1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i </a:t>
            </a:r>
            <a:r>
              <a:rPr lang="en-US" altLang="zh-CN" sz="3200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= 0  </a:t>
            </a:r>
            <a:r>
              <a:rPr lang="en-US" altLang="zh-CN" sz="3200" b="0" i="1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,   u</a:t>
            </a:r>
            <a:r>
              <a:rPr lang="en-US" altLang="zh-CN" sz="3200" b="0" i="1" baseline="-2500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C </a:t>
            </a:r>
            <a:r>
              <a:rPr lang="en-US" altLang="zh-CN" sz="3200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= 0</a:t>
            </a:r>
          </a:p>
        </p:txBody>
      </p:sp>
      <p:sp>
        <p:nvSpPr>
          <p:cNvPr id="98373" name="Text Box 69"/>
          <p:cNvSpPr txBox="1">
            <a:spLocks noChangeArrowheads="1"/>
          </p:cNvSpPr>
          <p:nvPr/>
        </p:nvSpPr>
        <p:spPr bwMode="auto">
          <a:xfrm>
            <a:off x="684213" y="4005263"/>
            <a:ext cx="7777162" cy="1117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b="0">
                <a:latin typeface="Times New Roman" pitchFamily="18" charset="0"/>
              </a:rPr>
              <a:t>       k</a:t>
            </a:r>
            <a:r>
              <a:rPr lang="zh-CN" altLang="zh-CN">
                <a:latin typeface="楷体_GB2312" pitchFamily="49" charset="-122"/>
              </a:rPr>
              <a:t>接通电源后很长时间</a:t>
            </a:r>
            <a:r>
              <a:rPr lang="zh-CN" altLang="en-US">
                <a:latin typeface="楷体_GB2312" pitchFamily="49" charset="-122"/>
              </a:rPr>
              <a:t>，电容充电完毕，电路达到新的稳定状态：</a:t>
            </a:r>
          </a:p>
        </p:txBody>
      </p:sp>
      <p:sp>
        <p:nvSpPr>
          <p:cNvPr id="98306" name="Text Box 2"/>
          <p:cNvSpPr txBox="1">
            <a:spLocks noChangeArrowheads="1"/>
          </p:cNvSpPr>
          <p:nvPr/>
        </p:nvSpPr>
        <p:spPr bwMode="auto">
          <a:xfrm>
            <a:off x="611188" y="3429000"/>
            <a:ext cx="5688012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0">
                <a:latin typeface="Times New Roman" pitchFamily="18" charset="0"/>
              </a:rPr>
              <a:t>k</a:t>
            </a:r>
            <a:r>
              <a:rPr lang="zh-CN" altLang="zh-CN">
                <a:latin typeface="楷体_GB2312" pitchFamily="49" charset="-122"/>
              </a:rPr>
              <a:t>未动作前</a:t>
            </a:r>
            <a:r>
              <a:rPr lang="zh-CN" altLang="en-US">
                <a:latin typeface="楷体_GB2312" pitchFamily="49" charset="-122"/>
              </a:rPr>
              <a:t>，电路处于稳定状态：</a:t>
            </a:r>
          </a:p>
        </p:txBody>
      </p:sp>
      <p:sp>
        <p:nvSpPr>
          <p:cNvPr id="98508" name="Rectangle 204"/>
          <p:cNvSpPr>
            <a:spLocks noChangeArrowheads="1"/>
          </p:cNvSpPr>
          <p:nvPr/>
        </p:nvSpPr>
        <p:spPr bwMode="auto">
          <a:xfrm>
            <a:off x="468313" y="3357563"/>
            <a:ext cx="8388350" cy="3024187"/>
          </a:xfrm>
          <a:prstGeom prst="rect">
            <a:avLst/>
          </a:prstGeom>
          <a:solidFill>
            <a:schemeClr val="bg2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8439" name="Text Box 135"/>
          <p:cNvSpPr txBox="1">
            <a:spLocks noChangeArrowheads="1"/>
          </p:cNvSpPr>
          <p:nvPr/>
        </p:nvSpPr>
        <p:spPr bwMode="auto">
          <a:xfrm>
            <a:off x="827088" y="620713"/>
            <a:ext cx="1728787" cy="547687"/>
          </a:xfrm>
          <a:prstGeom prst="rect">
            <a:avLst/>
          </a:prstGeom>
          <a:noFill/>
          <a:ln w="28575">
            <a:solidFill>
              <a:srgbClr val="00FFFF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/>
              <a:t>电容电路</a:t>
            </a:r>
          </a:p>
        </p:txBody>
      </p:sp>
      <p:grpSp>
        <p:nvGrpSpPr>
          <p:cNvPr id="10247" name="Group 139"/>
          <p:cNvGrpSpPr>
            <a:grpSpLocks/>
          </p:cNvGrpSpPr>
          <p:nvPr/>
        </p:nvGrpSpPr>
        <p:grpSpPr bwMode="auto"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10248" name="Picture 140" descr="78900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0249" name="Text Box 141">
              <a:hlinkClick r:id="" action="ppaction://hlinkshowjump?jump=nextslide"/>
            </p:cNvPr>
            <p:cNvSpPr txBox="1">
              <a:spLocks noChangeArrowheads="1"/>
            </p:cNvSpPr>
            <p:nvPr/>
          </p:nvSpPr>
          <p:spPr bwMode="auto"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0">
                  <a:solidFill>
                    <a:schemeClr val="bg1"/>
                  </a:solidFill>
                  <a:latin typeface="隶书" pitchFamily="49" charset="-122"/>
                  <a:ea typeface="隶书" pitchFamily="49" charset="-122"/>
                </a:rPr>
                <a:t>下 页</a:t>
              </a:r>
            </a:p>
          </p:txBody>
        </p:sp>
      </p:grpSp>
      <p:grpSp>
        <p:nvGrpSpPr>
          <p:cNvPr id="10250" name="Group 142"/>
          <p:cNvGrpSpPr>
            <a:grpSpLocks/>
          </p:cNvGrpSpPr>
          <p:nvPr/>
        </p:nvGrpSpPr>
        <p:grpSpPr bwMode="auto">
          <a:xfrm>
            <a:off x="7453313" y="6446838"/>
            <a:ext cx="792162" cy="366712"/>
            <a:chOff x="4649" y="4020"/>
            <a:chExt cx="499" cy="231"/>
          </a:xfrm>
        </p:grpSpPr>
        <p:pic>
          <p:nvPicPr>
            <p:cNvPr id="10251" name="Picture 143" descr="78900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0252" name="Text Box 144">
              <a:hlinkClick r:id="" action="ppaction://hlinkshowjump?jump=previousslide"/>
            </p:cNvPr>
            <p:cNvSpPr txBox="1">
              <a:spLocks noChangeArrowheads="1"/>
            </p:cNvSpPr>
            <p:nvPr/>
          </p:nvSpPr>
          <p:spPr bwMode="auto"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0">
                  <a:solidFill>
                    <a:schemeClr val="bg1"/>
                  </a:solidFill>
                  <a:latin typeface="隶书" pitchFamily="49" charset="-122"/>
                  <a:ea typeface="隶书" pitchFamily="49" charset="-122"/>
                </a:rPr>
                <a:t>上 页</a:t>
              </a:r>
            </a:p>
          </p:txBody>
        </p:sp>
      </p:grpSp>
      <p:grpSp>
        <p:nvGrpSpPr>
          <p:cNvPr id="98452" name="Group 148"/>
          <p:cNvGrpSpPr>
            <a:grpSpLocks/>
          </p:cNvGrpSpPr>
          <p:nvPr/>
        </p:nvGrpSpPr>
        <p:grpSpPr bwMode="auto">
          <a:xfrm>
            <a:off x="539750" y="1125538"/>
            <a:ext cx="3805238" cy="2103437"/>
            <a:chOff x="2381" y="1480"/>
            <a:chExt cx="2397" cy="1325"/>
          </a:xfrm>
        </p:grpSpPr>
        <p:sp>
          <p:nvSpPr>
            <p:cNvPr id="10254" name="Oval 149"/>
            <p:cNvSpPr>
              <a:spLocks noChangeArrowheads="1"/>
            </p:cNvSpPr>
            <p:nvPr/>
          </p:nvSpPr>
          <p:spPr bwMode="auto">
            <a:xfrm>
              <a:off x="2699" y="2115"/>
              <a:ext cx="363" cy="363"/>
            </a:xfrm>
            <a:prstGeom prst="ellipse">
              <a:avLst/>
            </a:prstGeom>
            <a:gradFill rotWithShape="1">
              <a:gsLst>
                <a:gs pos="0">
                  <a:srgbClr val="0099FF"/>
                </a:gs>
                <a:gs pos="100000">
                  <a:srgbClr val="004776"/>
                </a:gs>
              </a:gsLst>
              <a:path path="shape">
                <a:fillToRect l="50000" t="50000" r="50000" b="50000"/>
              </a:path>
            </a:gradFill>
            <a:ln w="38100">
              <a:solidFill>
                <a:srgbClr val="FF99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endParaRPr lang="zh-CN" altLang="zh-CN" sz="2400" b="0">
                <a:ea typeface="仿宋_GB2312" pitchFamily="49" charset="-122"/>
              </a:endParaRPr>
            </a:p>
          </p:txBody>
        </p:sp>
        <p:grpSp>
          <p:nvGrpSpPr>
            <p:cNvPr id="10255" name="Group 150"/>
            <p:cNvGrpSpPr>
              <a:grpSpLocks/>
            </p:cNvGrpSpPr>
            <p:nvPr/>
          </p:nvGrpSpPr>
          <p:grpSpPr bwMode="auto">
            <a:xfrm>
              <a:off x="4220" y="2301"/>
              <a:ext cx="278" cy="69"/>
              <a:chOff x="2112" y="3648"/>
              <a:chExt cx="192" cy="48"/>
            </a:xfrm>
          </p:grpSpPr>
          <p:sp>
            <p:nvSpPr>
              <p:cNvPr id="10256" name="Line 151"/>
              <p:cNvSpPr>
                <a:spLocks noChangeShapeType="1"/>
              </p:cNvSpPr>
              <p:nvPr/>
            </p:nvSpPr>
            <p:spPr bwMode="auto">
              <a:xfrm>
                <a:off x="2112" y="3648"/>
                <a:ext cx="192" cy="0"/>
              </a:xfrm>
              <a:prstGeom prst="line">
                <a:avLst/>
              </a:prstGeom>
              <a:noFill/>
              <a:ln w="38100">
                <a:solidFill>
                  <a:srgbClr val="FF99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257" name="Line 152"/>
              <p:cNvSpPr>
                <a:spLocks noChangeShapeType="1"/>
              </p:cNvSpPr>
              <p:nvPr/>
            </p:nvSpPr>
            <p:spPr bwMode="auto">
              <a:xfrm>
                <a:off x="2112" y="3696"/>
                <a:ext cx="192" cy="0"/>
              </a:xfrm>
              <a:prstGeom prst="line">
                <a:avLst/>
              </a:prstGeom>
              <a:noFill/>
              <a:ln w="38100">
                <a:solidFill>
                  <a:srgbClr val="FF99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0258" name="Text Box 153"/>
            <p:cNvSpPr txBox="1">
              <a:spLocks noChangeArrowheads="1"/>
            </p:cNvSpPr>
            <p:nvPr/>
          </p:nvSpPr>
          <p:spPr bwMode="auto">
            <a:xfrm>
              <a:off x="3112" y="2069"/>
              <a:ext cx="228" cy="327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k</a:t>
              </a:r>
            </a:p>
          </p:txBody>
        </p:sp>
        <p:grpSp>
          <p:nvGrpSpPr>
            <p:cNvPr id="10259" name="Group 154"/>
            <p:cNvGrpSpPr>
              <a:grpSpLocks/>
            </p:cNvGrpSpPr>
            <p:nvPr/>
          </p:nvGrpSpPr>
          <p:grpSpPr bwMode="auto">
            <a:xfrm>
              <a:off x="3878" y="1842"/>
              <a:ext cx="367" cy="877"/>
              <a:chOff x="1576" y="1278"/>
              <a:chExt cx="253" cy="612"/>
            </a:xfrm>
          </p:grpSpPr>
          <p:grpSp>
            <p:nvGrpSpPr>
              <p:cNvPr id="10260" name="Group 155"/>
              <p:cNvGrpSpPr>
                <a:grpSpLocks/>
              </p:cNvGrpSpPr>
              <p:nvPr/>
            </p:nvGrpSpPr>
            <p:grpSpPr bwMode="auto">
              <a:xfrm>
                <a:off x="1658" y="1278"/>
                <a:ext cx="171" cy="612"/>
                <a:chOff x="1658" y="1278"/>
                <a:chExt cx="171" cy="612"/>
              </a:xfrm>
            </p:grpSpPr>
            <p:sp>
              <p:nvSpPr>
                <p:cNvPr id="10261" name="Text Box 156"/>
                <p:cNvSpPr txBox="1">
                  <a:spLocks noChangeArrowheads="1"/>
                </p:cNvSpPr>
                <p:nvPr/>
              </p:nvSpPr>
              <p:spPr bwMode="auto">
                <a:xfrm>
                  <a:off x="1661" y="1278"/>
                  <a:ext cx="168" cy="228"/>
                </a:xfrm>
                <a:prstGeom prst="rect">
                  <a:avLst/>
                </a:prstGeom>
                <a:noFill/>
                <a:ln w="28575">
                  <a:noFill/>
                  <a:miter lim="800000"/>
                  <a:headEnd/>
                  <a:tailEnd/>
                </a:ln>
              </p:spPr>
              <p:txBody>
                <a:bodyPr wrap="none" anchor="ctr">
                  <a:spAutoFit/>
                </a:bodyPr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altLang="zh-CN" b="0">
                      <a:solidFill>
                        <a:schemeClr val="bg1"/>
                      </a:solidFill>
                      <a:latin typeface="Times New Roman" pitchFamily="18" charset="0"/>
                      <a:ea typeface="宋体" pitchFamily="2" charset="-122"/>
                    </a:rPr>
                    <a:t>+</a:t>
                  </a:r>
                </a:p>
              </p:txBody>
            </p:sp>
            <p:sp>
              <p:nvSpPr>
                <p:cNvPr id="10262" name="Text Box 157"/>
                <p:cNvSpPr txBox="1">
                  <a:spLocks noChangeArrowheads="1"/>
                </p:cNvSpPr>
                <p:nvPr/>
              </p:nvSpPr>
              <p:spPr bwMode="auto">
                <a:xfrm>
                  <a:off x="1658" y="1662"/>
                  <a:ext cx="157" cy="228"/>
                </a:xfrm>
                <a:prstGeom prst="rect">
                  <a:avLst/>
                </a:prstGeom>
                <a:noFill/>
                <a:ln w="28575">
                  <a:noFill/>
                  <a:miter lim="800000"/>
                  <a:headEnd/>
                  <a:tailEnd/>
                </a:ln>
              </p:spPr>
              <p:txBody>
                <a:bodyPr wrap="none" anchor="ctr">
                  <a:spAutoFit/>
                </a:bodyPr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altLang="zh-CN" b="0">
                      <a:solidFill>
                        <a:schemeClr val="bg1"/>
                      </a:solidFill>
                      <a:latin typeface="Times New Roman" pitchFamily="18" charset="0"/>
                      <a:ea typeface="宋体" pitchFamily="2" charset="-122"/>
                    </a:rPr>
                    <a:t>–</a:t>
                  </a:r>
                </a:p>
              </p:txBody>
            </p:sp>
          </p:grpSp>
          <p:sp>
            <p:nvSpPr>
              <p:cNvPr id="10263" name="Text Box 158"/>
              <p:cNvSpPr txBox="1">
                <a:spLocks noChangeArrowheads="1"/>
              </p:cNvSpPr>
              <p:nvPr/>
            </p:nvSpPr>
            <p:spPr bwMode="auto">
              <a:xfrm>
                <a:off x="1576" y="1459"/>
                <a:ext cx="250" cy="229"/>
              </a:xfrm>
              <a:prstGeom prst="rect">
                <a:avLst/>
              </a:prstGeom>
              <a:noFill/>
              <a:ln w="28575">
                <a:noFill/>
                <a:miter lim="800000"/>
                <a:headEnd/>
                <a:tailEnd/>
              </a:ln>
            </p:spPr>
            <p:txBody>
              <a:bodyPr anchor="ctr"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altLang="zh-CN" b="0" i="1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rPr>
                  <a:t>u</a:t>
                </a:r>
                <a:r>
                  <a:rPr lang="en-US" altLang="zh-CN" b="0" baseline="-250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rPr>
                  <a:t>C</a:t>
                </a:r>
                <a:endPara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endParaRPr>
              </a:p>
            </p:txBody>
          </p:sp>
        </p:grpSp>
        <p:sp>
          <p:nvSpPr>
            <p:cNvPr id="10264" name="Text Box 159"/>
            <p:cNvSpPr txBox="1">
              <a:spLocks noChangeArrowheads="1"/>
            </p:cNvSpPr>
            <p:nvPr/>
          </p:nvSpPr>
          <p:spPr bwMode="auto">
            <a:xfrm>
              <a:off x="2381" y="2160"/>
              <a:ext cx="337" cy="327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U</a:t>
              </a:r>
              <a:r>
                <a:rPr lang="en-US" altLang="zh-CN" b="0" i="1" baseline="-2500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s</a:t>
              </a:r>
              <a:endParaRPr lang="en-US" altLang="zh-CN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10265" name="Line 160"/>
            <p:cNvSpPr>
              <a:spLocks noChangeShapeType="1"/>
            </p:cNvSpPr>
            <p:nvPr/>
          </p:nvSpPr>
          <p:spPr bwMode="auto">
            <a:xfrm>
              <a:off x="2883" y="1888"/>
              <a:ext cx="416" cy="0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 type="oval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266" name="Line 161"/>
            <p:cNvSpPr>
              <a:spLocks noChangeShapeType="1"/>
            </p:cNvSpPr>
            <p:nvPr/>
          </p:nvSpPr>
          <p:spPr bwMode="auto">
            <a:xfrm>
              <a:off x="2883" y="2712"/>
              <a:ext cx="1456" cy="0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267" name="Line 162"/>
            <p:cNvSpPr>
              <a:spLocks noChangeShapeType="1"/>
            </p:cNvSpPr>
            <p:nvPr/>
          </p:nvSpPr>
          <p:spPr bwMode="auto">
            <a:xfrm flipH="1">
              <a:off x="3507" y="1888"/>
              <a:ext cx="832" cy="0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 type="oval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268" name="Line 163"/>
            <p:cNvSpPr>
              <a:spLocks noChangeShapeType="1"/>
            </p:cNvSpPr>
            <p:nvPr/>
          </p:nvSpPr>
          <p:spPr bwMode="auto">
            <a:xfrm flipH="1">
              <a:off x="2880" y="1888"/>
              <a:ext cx="3" cy="816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269" name="Line 164"/>
            <p:cNvSpPr>
              <a:spLocks noChangeShapeType="1"/>
            </p:cNvSpPr>
            <p:nvPr/>
          </p:nvSpPr>
          <p:spPr bwMode="auto">
            <a:xfrm>
              <a:off x="4339" y="1888"/>
              <a:ext cx="0" cy="412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270" name="Line 165"/>
            <p:cNvSpPr>
              <a:spLocks noChangeShapeType="1"/>
            </p:cNvSpPr>
            <p:nvPr/>
          </p:nvSpPr>
          <p:spPr bwMode="auto">
            <a:xfrm flipV="1">
              <a:off x="4339" y="2369"/>
              <a:ext cx="0" cy="343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271" name="Text Box 166"/>
            <p:cNvSpPr txBox="1">
              <a:spLocks noChangeArrowheads="1"/>
            </p:cNvSpPr>
            <p:nvPr/>
          </p:nvSpPr>
          <p:spPr bwMode="auto">
            <a:xfrm>
              <a:off x="3787" y="1525"/>
              <a:ext cx="253" cy="327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R</a:t>
              </a:r>
              <a:endParaRPr lang="en-US" altLang="zh-CN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10272" name="Text Box 167"/>
            <p:cNvSpPr txBox="1">
              <a:spLocks noChangeArrowheads="1"/>
            </p:cNvSpPr>
            <p:nvPr/>
          </p:nvSpPr>
          <p:spPr bwMode="auto">
            <a:xfrm>
              <a:off x="4513" y="2115"/>
              <a:ext cx="265" cy="327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C</a:t>
              </a:r>
              <a:endParaRPr lang="en-US" altLang="zh-CN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grpSp>
          <p:nvGrpSpPr>
            <p:cNvPr id="10273" name="Group 168"/>
            <p:cNvGrpSpPr>
              <a:grpSpLocks/>
            </p:cNvGrpSpPr>
            <p:nvPr/>
          </p:nvGrpSpPr>
          <p:grpSpPr bwMode="auto">
            <a:xfrm>
              <a:off x="4059" y="1480"/>
              <a:ext cx="238" cy="341"/>
              <a:chOff x="1803" y="2594"/>
              <a:chExt cx="165" cy="238"/>
            </a:xfrm>
          </p:grpSpPr>
          <p:sp>
            <p:nvSpPr>
              <p:cNvPr id="10274" name="Text Box 169"/>
              <p:cNvSpPr txBox="1">
                <a:spLocks noChangeArrowheads="1"/>
              </p:cNvSpPr>
              <p:nvPr/>
            </p:nvSpPr>
            <p:spPr bwMode="auto">
              <a:xfrm>
                <a:off x="1803" y="2594"/>
                <a:ext cx="123" cy="228"/>
              </a:xfrm>
              <a:prstGeom prst="rect">
                <a:avLst/>
              </a:prstGeom>
              <a:noFill/>
              <a:ln w="28575">
                <a:noFill/>
                <a:miter lim="800000"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altLang="zh-CN" b="0" i="1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rPr>
                  <a:t>i</a:t>
                </a:r>
                <a:endPara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endParaRPr>
              </a:p>
            </p:txBody>
          </p:sp>
          <p:sp>
            <p:nvSpPr>
              <p:cNvPr id="10275" name="Line 170"/>
              <p:cNvSpPr>
                <a:spLocks noChangeShapeType="1"/>
              </p:cNvSpPr>
              <p:nvPr/>
            </p:nvSpPr>
            <p:spPr bwMode="auto">
              <a:xfrm>
                <a:off x="1824" y="2832"/>
                <a:ext cx="144" cy="0"/>
              </a:xfrm>
              <a:prstGeom prst="line">
                <a:avLst/>
              </a:prstGeom>
              <a:noFill/>
              <a:ln w="28575">
                <a:solidFill>
                  <a:srgbClr val="00FFFF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0276" name="Line 171"/>
            <p:cNvSpPr>
              <a:spLocks noChangeShapeType="1"/>
            </p:cNvSpPr>
            <p:nvPr/>
          </p:nvSpPr>
          <p:spPr bwMode="auto">
            <a:xfrm flipH="1">
              <a:off x="3179" y="1889"/>
              <a:ext cx="348" cy="137"/>
            </a:xfrm>
            <a:prstGeom prst="line">
              <a:avLst/>
            </a:prstGeom>
            <a:noFill/>
            <a:ln w="38100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277" name="Line 172"/>
            <p:cNvSpPr>
              <a:spLocks noChangeShapeType="1"/>
            </p:cNvSpPr>
            <p:nvPr/>
          </p:nvSpPr>
          <p:spPr bwMode="auto">
            <a:xfrm>
              <a:off x="3387" y="1958"/>
              <a:ext cx="0" cy="755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 type="oval" w="med" len="med"/>
              <a:tailEnd type="oval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278" name="Line 173"/>
            <p:cNvSpPr>
              <a:spLocks noChangeShapeType="1"/>
            </p:cNvSpPr>
            <p:nvPr/>
          </p:nvSpPr>
          <p:spPr bwMode="auto">
            <a:xfrm flipH="1" flipV="1">
              <a:off x="3249" y="2026"/>
              <a:ext cx="70" cy="207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279" name="Text Box 174"/>
            <p:cNvSpPr txBox="1">
              <a:spLocks noChangeArrowheads="1"/>
            </p:cNvSpPr>
            <p:nvPr/>
          </p:nvSpPr>
          <p:spPr bwMode="auto">
            <a:xfrm>
              <a:off x="2952" y="1581"/>
              <a:ext cx="736" cy="327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en-US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 </a:t>
              </a:r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(</a:t>
              </a:r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t </a:t>
              </a:r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= 0)</a:t>
              </a:r>
            </a:p>
          </p:txBody>
        </p:sp>
        <p:sp>
          <p:nvSpPr>
            <p:cNvPr id="10280" name="Text Box 175"/>
            <p:cNvSpPr txBox="1">
              <a:spLocks noChangeArrowheads="1"/>
            </p:cNvSpPr>
            <p:nvPr/>
          </p:nvSpPr>
          <p:spPr bwMode="auto">
            <a:xfrm>
              <a:off x="2517" y="1842"/>
              <a:ext cx="363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>
                  <a:solidFill>
                    <a:schemeClr val="bg1"/>
                  </a:solidFill>
                  <a:latin typeface="Times New Roman" pitchFamily="18" charset="0"/>
                  <a:ea typeface="仿宋_GB2312" pitchFamily="49" charset="-122"/>
                </a:rPr>
                <a:t>+</a:t>
              </a:r>
            </a:p>
          </p:txBody>
        </p:sp>
        <p:sp>
          <p:nvSpPr>
            <p:cNvPr id="10281" name="Text Box 176"/>
            <p:cNvSpPr txBox="1">
              <a:spLocks noChangeArrowheads="1"/>
            </p:cNvSpPr>
            <p:nvPr/>
          </p:nvSpPr>
          <p:spPr bwMode="auto">
            <a:xfrm>
              <a:off x="2517" y="2478"/>
              <a:ext cx="363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>
                  <a:solidFill>
                    <a:schemeClr val="bg1"/>
                  </a:solidFill>
                  <a:latin typeface="宋体" pitchFamily="2" charset="-122"/>
                  <a:ea typeface="宋体" pitchFamily="2" charset="-122"/>
                </a:rPr>
                <a:t>-</a:t>
              </a:r>
            </a:p>
          </p:txBody>
        </p:sp>
        <p:sp>
          <p:nvSpPr>
            <p:cNvPr id="10282" name="Rectangle 177"/>
            <p:cNvSpPr>
              <a:spLocks noChangeArrowheads="1"/>
            </p:cNvSpPr>
            <p:nvPr/>
          </p:nvSpPr>
          <p:spPr bwMode="auto">
            <a:xfrm>
              <a:off x="3742" y="1842"/>
              <a:ext cx="317" cy="136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</a:gradFill>
            <a:ln w="2857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98482" name="Group 178"/>
          <p:cNvGrpSpPr>
            <a:grpSpLocks/>
          </p:cNvGrpSpPr>
          <p:nvPr/>
        </p:nvGrpSpPr>
        <p:grpSpPr bwMode="auto">
          <a:xfrm>
            <a:off x="4500563" y="1052513"/>
            <a:ext cx="3805237" cy="2103437"/>
            <a:chOff x="2699" y="1979"/>
            <a:chExt cx="2397" cy="1325"/>
          </a:xfrm>
        </p:grpSpPr>
        <p:sp>
          <p:nvSpPr>
            <p:cNvPr id="10284" name="Text Box 179"/>
            <p:cNvSpPr txBox="1">
              <a:spLocks noChangeArrowheads="1"/>
            </p:cNvSpPr>
            <p:nvPr/>
          </p:nvSpPr>
          <p:spPr bwMode="auto">
            <a:xfrm>
              <a:off x="3288" y="2024"/>
              <a:ext cx="825" cy="327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en-US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 </a:t>
              </a:r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(</a:t>
              </a:r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t →</a:t>
              </a:r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  <a:sym typeface="Symbol" pitchFamily="18" charset="2"/>
                </a:rPr>
                <a:t></a:t>
              </a:r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)</a:t>
              </a:r>
            </a:p>
          </p:txBody>
        </p:sp>
        <p:sp>
          <p:nvSpPr>
            <p:cNvPr id="10285" name="Oval 180"/>
            <p:cNvSpPr>
              <a:spLocks noChangeArrowheads="1"/>
            </p:cNvSpPr>
            <p:nvPr/>
          </p:nvSpPr>
          <p:spPr bwMode="auto">
            <a:xfrm>
              <a:off x="3017" y="2614"/>
              <a:ext cx="363" cy="363"/>
            </a:xfrm>
            <a:prstGeom prst="ellipse">
              <a:avLst/>
            </a:prstGeom>
            <a:gradFill rotWithShape="1">
              <a:gsLst>
                <a:gs pos="0">
                  <a:srgbClr val="0099FF"/>
                </a:gs>
                <a:gs pos="100000">
                  <a:srgbClr val="004776"/>
                </a:gs>
              </a:gsLst>
              <a:path path="shape">
                <a:fillToRect l="50000" t="50000" r="50000" b="50000"/>
              </a:path>
            </a:gradFill>
            <a:ln w="38100">
              <a:solidFill>
                <a:srgbClr val="FF99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endParaRPr lang="zh-CN" altLang="zh-CN" sz="2400" b="0">
                <a:ea typeface="仿宋_GB2312" pitchFamily="49" charset="-122"/>
              </a:endParaRPr>
            </a:p>
          </p:txBody>
        </p:sp>
        <p:grpSp>
          <p:nvGrpSpPr>
            <p:cNvPr id="10286" name="Group 181"/>
            <p:cNvGrpSpPr>
              <a:grpSpLocks/>
            </p:cNvGrpSpPr>
            <p:nvPr/>
          </p:nvGrpSpPr>
          <p:grpSpPr bwMode="auto">
            <a:xfrm>
              <a:off x="4538" y="2800"/>
              <a:ext cx="278" cy="69"/>
              <a:chOff x="2112" y="3648"/>
              <a:chExt cx="192" cy="48"/>
            </a:xfrm>
          </p:grpSpPr>
          <p:sp>
            <p:nvSpPr>
              <p:cNvPr id="10287" name="Line 182"/>
              <p:cNvSpPr>
                <a:spLocks noChangeShapeType="1"/>
              </p:cNvSpPr>
              <p:nvPr/>
            </p:nvSpPr>
            <p:spPr bwMode="auto">
              <a:xfrm>
                <a:off x="2112" y="3648"/>
                <a:ext cx="192" cy="0"/>
              </a:xfrm>
              <a:prstGeom prst="line">
                <a:avLst/>
              </a:prstGeom>
              <a:noFill/>
              <a:ln w="38100">
                <a:solidFill>
                  <a:srgbClr val="FF99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288" name="Line 183"/>
              <p:cNvSpPr>
                <a:spLocks noChangeShapeType="1"/>
              </p:cNvSpPr>
              <p:nvPr/>
            </p:nvSpPr>
            <p:spPr bwMode="auto">
              <a:xfrm>
                <a:off x="2112" y="3696"/>
                <a:ext cx="192" cy="0"/>
              </a:xfrm>
              <a:prstGeom prst="line">
                <a:avLst/>
              </a:prstGeom>
              <a:noFill/>
              <a:ln w="38100">
                <a:solidFill>
                  <a:srgbClr val="FF99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10289" name="Group 184"/>
            <p:cNvGrpSpPr>
              <a:grpSpLocks/>
            </p:cNvGrpSpPr>
            <p:nvPr/>
          </p:nvGrpSpPr>
          <p:grpSpPr bwMode="auto">
            <a:xfrm>
              <a:off x="4196" y="2341"/>
              <a:ext cx="367" cy="877"/>
              <a:chOff x="1576" y="1278"/>
              <a:chExt cx="253" cy="612"/>
            </a:xfrm>
          </p:grpSpPr>
          <p:grpSp>
            <p:nvGrpSpPr>
              <p:cNvPr id="10290" name="Group 185"/>
              <p:cNvGrpSpPr>
                <a:grpSpLocks/>
              </p:cNvGrpSpPr>
              <p:nvPr/>
            </p:nvGrpSpPr>
            <p:grpSpPr bwMode="auto">
              <a:xfrm>
                <a:off x="1658" y="1278"/>
                <a:ext cx="171" cy="612"/>
                <a:chOff x="1658" y="1278"/>
                <a:chExt cx="171" cy="612"/>
              </a:xfrm>
            </p:grpSpPr>
            <p:sp>
              <p:nvSpPr>
                <p:cNvPr id="10291" name="Text Box 186"/>
                <p:cNvSpPr txBox="1">
                  <a:spLocks noChangeArrowheads="1"/>
                </p:cNvSpPr>
                <p:nvPr/>
              </p:nvSpPr>
              <p:spPr bwMode="auto">
                <a:xfrm>
                  <a:off x="1661" y="1278"/>
                  <a:ext cx="168" cy="228"/>
                </a:xfrm>
                <a:prstGeom prst="rect">
                  <a:avLst/>
                </a:prstGeom>
                <a:noFill/>
                <a:ln w="28575">
                  <a:noFill/>
                  <a:miter lim="800000"/>
                  <a:headEnd/>
                  <a:tailEnd/>
                </a:ln>
              </p:spPr>
              <p:txBody>
                <a:bodyPr wrap="none" anchor="ctr">
                  <a:spAutoFit/>
                </a:bodyPr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altLang="zh-CN" b="0">
                      <a:solidFill>
                        <a:schemeClr val="bg1"/>
                      </a:solidFill>
                      <a:latin typeface="Times New Roman" pitchFamily="18" charset="0"/>
                      <a:ea typeface="宋体" pitchFamily="2" charset="-122"/>
                    </a:rPr>
                    <a:t>+</a:t>
                  </a:r>
                </a:p>
              </p:txBody>
            </p:sp>
            <p:sp>
              <p:nvSpPr>
                <p:cNvPr id="10292" name="Text Box 187"/>
                <p:cNvSpPr txBox="1">
                  <a:spLocks noChangeArrowheads="1"/>
                </p:cNvSpPr>
                <p:nvPr/>
              </p:nvSpPr>
              <p:spPr bwMode="auto">
                <a:xfrm>
                  <a:off x="1658" y="1662"/>
                  <a:ext cx="157" cy="228"/>
                </a:xfrm>
                <a:prstGeom prst="rect">
                  <a:avLst/>
                </a:prstGeom>
                <a:noFill/>
                <a:ln w="28575">
                  <a:noFill/>
                  <a:miter lim="800000"/>
                  <a:headEnd/>
                  <a:tailEnd/>
                </a:ln>
              </p:spPr>
              <p:txBody>
                <a:bodyPr wrap="none" anchor="ctr">
                  <a:spAutoFit/>
                </a:bodyPr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altLang="zh-CN" b="0">
                      <a:solidFill>
                        <a:schemeClr val="bg1"/>
                      </a:solidFill>
                      <a:latin typeface="Times New Roman" pitchFamily="18" charset="0"/>
                      <a:ea typeface="宋体" pitchFamily="2" charset="-122"/>
                    </a:rPr>
                    <a:t>–</a:t>
                  </a:r>
                </a:p>
              </p:txBody>
            </p:sp>
          </p:grpSp>
          <p:sp>
            <p:nvSpPr>
              <p:cNvPr id="10293" name="Text Box 188"/>
              <p:cNvSpPr txBox="1">
                <a:spLocks noChangeArrowheads="1"/>
              </p:cNvSpPr>
              <p:nvPr/>
            </p:nvSpPr>
            <p:spPr bwMode="auto">
              <a:xfrm>
                <a:off x="1576" y="1459"/>
                <a:ext cx="250" cy="229"/>
              </a:xfrm>
              <a:prstGeom prst="rect">
                <a:avLst/>
              </a:prstGeom>
              <a:noFill/>
              <a:ln w="28575">
                <a:noFill/>
                <a:miter lim="800000"/>
                <a:headEnd/>
                <a:tailEnd/>
              </a:ln>
            </p:spPr>
            <p:txBody>
              <a:bodyPr anchor="ctr"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altLang="zh-CN" b="0" i="1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rPr>
                  <a:t>u</a:t>
                </a:r>
                <a:r>
                  <a:rPr lang="en-US" altLang="zh-CN" b="0" baseline="-250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rPr>
                  <a:t>C</a:t>
                </a:r>
                <a:endPara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endParaRPr>
              </a:p>
            </p:txBody>
          </p:sp>
        </p:grpSp>
        <p:sp>
          <p:nvSpPr>
            <p:cNvPr id="10294" name="Text Box 189"/>
            <p:cNvSpPr txBox="1">
              <a:spLocks noChangeArrowheads="1"/>
            </p:cNvSpPr>
            <p:nvPr/>
          </p:nvSpPr>
          <p:spPr bwMode="auto">
            <a:xfrm>
              <a:off x="2699" y="2659"/>
              <a:ext cx="337" cy="327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U</a:t>
              </a:r>
              <a:r>
                <a:rPr lang="en-US" altLang="zh-CN" b="0" i="1" baseline="-2500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s</a:t>
              </a:r>
              <a:endParaRPr lang="en-US" altLang="zh-CN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10295" name="Line 190"/>
            <p:cNvSpPr>
              <a:spLocks noChangeShapeType="1"/>
            </p:cNvSpPr>
            <p:nvPr/>
          </p:nvSpPr>
          <p:spPr bwMode="auto">
            <a:xfrm>
              <a:off x="3201" y="2387"/>
              <a:ext cx="1448" cy="0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296" name="Line 191"/>
            <p:cNvSpPr>
              <a:spLocks noChangeShapeType="1"/>
            </p:cNvSpPr>
            <p:nvPr/>
          </p:nvSpPr>
          <p:spPr bwMode="auto">
            <a:xfrm>
              <a:off x="3201" y="3211"/>
              <a:ext cx="1456" cy="0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297" name="Line 192"/>
            <p:cNvSpPr>
              <a:spLocks noChangeShapeType="1"/>
            </p:cNvSpPr>
            <p:nvPr/>
          </p:nvSpPr>
          <p:spPr bwMode="auto">
            <a:xfrm flipH="1">
              <a:off x="3198" y="2387"/>
              <a:ext cx="3" cy="816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298" name="Line 193"/>
            <p:cNvSpPr>
              <a:spLocks noChangeShapeType="1"/>
            </p:cNvSpPr>
            <p:nvPr/>
          </p:nvSpPr>
          <p:spPr bwMode="auto">
            <a:xfrm>
              <a:off x="4657" y="2387"/>
              <a:ext cx="0" cy="412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299" name="Line 194"/>
            <p:cNvSpPr>
              <a:spLocks noChangeShapeType="1"/>
            </p:cNvSpPr>
            <p:nvPr/>
          </p:nvSpPr>
          <p:spPr bwMode="auto">
            <a:xfrm flipV="1">
              <a:off x="4657" y="2868"/>
              <a:ext cx="0" cy="343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00" name="Text Box 195"/>
            <p:cNvSpPr txBox="1">
              <a:spLocks noChangeArrowheads="1"/>
            </p:cNvSpPr>
            <p:nvPr/>
          </p:nvSpPr>
          <p:spPr bwMode="auto">
            <a:xfrm>
              <a:off x="4105" y="2024"/>
              <a:ext cx="253" cy="327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R</a:t>
              </a:r>
              <a:endParaRPr lang="en-US" altLang="zh-CN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10301" name="Text Box 196"/>
            <p:cNvSpPr txBox="1">
              <a:spLocks noChangeArrowheads="1"/>
            </p:cNvSpPr>
            <p:nvPr/>
          </p:nvSpPr>
          <p:spPr bwMode="auto">
            <a:xfrm>
              <a:off x="4831" y="2614"/>
              <a:ext cx="265" cy="327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C</a:t>
              </a:r>
              <a:endParaRPr lang="en-US" altLang="zh-CN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grpSp>
          <p:nvGrpSpPr>
            <p:cNvPr id="10302" name="Group 197"/>
            <p:cNvGrpSpPr>
              <a:grpSpLocks/>
            </p:cNvGrpSpPr>
            <p:nvPr/>
          </p:nvGrpSpPr>
          <p:grpSpPr bwMode="auto">
            <a:xfrm>
              <a:off x="4377" y="1979"/>
              <a:ext cx="238" cy="341"/>
              <a:chOff x="1803" y="2594"/>
              <a:chExt cx="165" cy="238"/>
            </a:xfrm>
          </p:grpSpPr>
          <p:sp>
            <p:nvSpPr>
              <p:cNvPr id="10303" name="Text Box 198"/>
              <p:cNvSpPr txBox="1">
                <a:spLocks noChangeArrowheads="1"/>
              </p:cNvSpPr>
              <p:nvPr/>
            </p:nvSpPr>
            <p:spPr bwMode="auto">
              <a:xfrm>
                <a:off x="1803" y="2594"/>
                <a:ext cx="123" cy="228"/>
              </a:xfrm>
              <a:prstGeom prst="rect">
                <a:avLst/>
              </a:prstGeom>
              <a:noFill/>
              <a:ln w="28575">
                <a:noFill/>
                <a:miter lim="800000"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altLang="zh-CN" b="0" i="1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rPr>
                  <a:t>i</a:t>
                </a:r>
                <a:endPara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endParaRPr>
              </a:p>
            </p:txBody>
          </p:sp>
          <p:sp>
            <p:nvSpPr>
              <p:cNvPr id="10304" name="Line 199"/>
              <p:cNvSpPr>
                <a:spLocks noChangeShapeType="1"/>
              </p:cNvSpPr>
              <p:nvPr/>
            </p:nvSpPr>
            <p:spPr bwMode="auto">
              <a:xfrm>
                <a:off x="1824" y="2832"/>
                <a:ext cx="144" cy="0"/>
              </a:xfrm>
              <a:prstGeom prst="line">
                <a:avLst/>
              </a:prstGeom>
              <a:noFill/>
              <a:ln w="28575">
                <a:solidFill>
                  <a:srgbClr val="00FFFF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0305" name="Text Box 200"/>
            <p:cNvSpPr txBox="1">
              <a:spLocks noChangeArrowheads="1"/>
            </p:cNvSpPr>
            <p:nvPr/>
          </p:nvSpPr>
          <p:spPr bwMode="auto">
            <a:xfrm>
              <a:off x="2835" y="2341"/>
              <a:ext cx="363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>
                  <a:solidFill>
                    <a:schemeClr val="bg1"/>
                  </a:solidFill>
                  <a:latin typeface="Times New Roman" pitchFamily="18" charset="0"/>
                  <a:ea typeface="仿宋_GB2312" pitchFamily="49" charset="-122"/>
                </a:rPr>
                <a:t>+</a:t>
              </a:r>
            </a:p>
          </p:txBody>
        </p:sp>
        <p:sp>
          <p:nvSpPr>
            <p:cNvPr id="10306" name="Text Box 201"/>
            <p:cNvSpPr txBox="1">
              <a:spLocks noChangeArrowheads="1"/>
            </p:cNvSpPr>
            <p:nvPr/>
          </p:nvSpPr>
          <p:spPr bwMode="auto">
            <a:xfrm>
              <a:off x="2835" y="2977"/>
              <a:ext cx="363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>
                  <a:solidFill>
                    <a:schemeClr val="bg1"/>
                  </a:solidFill>
                  <a:latin typeface="宋体" pitchFamily="2" charset="-122"/>
                  <a:ea typeface="宋体" pitchFamily="2" charset="-122"/>
                </a:rPr>
                <a:t>-</a:t>
              </a:r>
            </a:p>
          </p:txBody>
        </p:sp>
        <p:sp>
          <p:nvSpPr>
            <p:cNvPr id="10307" name="Rectangle 202"/>
            <p:cNvSpPr>
              <a:spLocks noChangeArrowheads="1"/>
            </p:cNvSpPr>
            <p:nvPr/>
          </p:nvSpPr>
          <p:spPr bwMode="auto">
            <a:xfrm>
              <a:off x="4060" y="2341"/>
              <a:ext cx="317" cy="136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</a:gradFill>
            <a:ln w="2857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98509" name="Text Box 205"/>
          <p:cNvSpPr txBox="1">
            <a:spLocks noChangeArrowheads="1"/>
          </p:cNvSpPr>
          <p:nvPr/>
        </p:nvSpPr>
        <p:spPr bwMode="auto">
          <a:xfrm>
            <a:off x="719138" y="5708650"/>
            <a:ext cx="27368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98000" rIns="198000" anchor="ctr">
            <a:spAutoFit/>
          </a:bodyPr>
          <a:lstStyle/>
          <a:p>
            <a:r>
              <a:rPr lang="zh-CN" altLang="en-US" sz="2400">
                <a:latin typeface="Times New Roman" pitchFamily="18" charset="0"/>
              </a:rPr>
              <a:t>前一个稳定状态</a:t>
            </a:r>
          </a:p>
        </p:txBody>
      </p:sp>
      <p:sp>
        <p:nvSpPr>
          <p:cNvPr id="98510" name="Text Box 206"/>
          <p:cNvSpPr txBox="1">
            <a:spLocks noChangeArrowheads="1"/>
          </p:cNvSpPr>
          <p:nvPr/>
        </p:nvSpPr>
        <p:spPr bwMode="auto">
          <a:xfrm>
            <a:off x="3311525" y="5734050"/>
            <a:ext cx="172878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98000" rIns="198000" anchor="ctr">
            <a:spAutoFit/>
          </a:bodyPr>
          <a:lstStyle/>
          <a:p>
            <a:r>
              <a:rPr lang="zh-CN" altLang="en-US" sz="2400">
                <a:latin typeface="Times New Roman" pitchFamily="18" charset="0"/>
              </a:rPr>
              <a:t>过渡状态</a:t>
            </a:r>
          </a:p>
        </p:txBody>
      </p:sp>
      <p:sp>
        <p:nvSpPr>
          <p:cNvPr id="98511" name="Text Box 207"/>
          <p:cNvSpPr txBox="1">
            <a:spLocks noChangeArrowheads="1"/>
          </p:cNvSpPr>
          <p:nvPr/>
        </p:nvSpPr>
        <p:spPr bwMode="auto">
          <a:xfrm>
            <a:off x="6048375" y="3862388"/>
            <a:ext cx="259238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98000" rIns="198000" anchor="ctr">
            <a:spAutoFit/>
          </a:bodyPr>
          <a:lstStyle/>
          <a:p>
            <a:r>
              <a:rPr lang="zh-CN" altLang="en-US" sz="2400">
                <a:latin typeface="Times New Roman" pitchFamily="18" charset="0"/>
              </a:rPr>
              <a:t>新的稳定状态</a:t>
            </a:r>
          </a:p>
        </p:txBody>
      </p:sp>
      <p:grpSp>
        <p:nvGrpSpPr>
          <p:cNvPr id="98512" name="Group 208"/>
          <p:cNvGrpSpPr>
            <a:grpSpLocks/>
          </p:cNvGrpSpPr>
          <p:nvPr/>
        </p:nvGrpSpPr>
        <p:grpSpPr bwMode="auto">
          <a:xfrm>
            <a:off x="4392613" y="3789363"/>
            <a:ext cx="403225" cy="1968500"/>
            <a:chOff x="3714" y="336"/>
            <a:chExt cx="254" cy="1106"/>
          </a:xfrm>
        </p:grpSpPr>
        <p:sp>
          <p:nvSpPr>
            <p:cNvPr id="10312" name="Text Box 209"/>
            <p:cNvSpPr txBox="1">
              <a:spLocks noChangeArrowheads="1"/>
            </p:cNvSpPr>
            <p:nvPr/>
          </p:nvSpPr>
          <p:spPr bwMode="auto">
            <a:xfrm>
              <a:off x="3714" y="1150"/>
              <a:ext cx="254" cy="292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t</a:t>
              </a:r>
              <a:r>
                <a:rPr lang="en-US" altLang="zh-CN" b="0" baseline="-2500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1</a:t>
              </a:r>
              <a:endParaRPr lang="en-US" altLang="zh-CN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10313" name="Line 210"/>
            <p:cNvSpPr>
              <a:spLocks noChangeShapeType="1"/>
            </p:cNvSpPr>
            <p:nvPr/>
          </p:nvSpPr>
          <p:spPr bwMode="auto">
            <a:xfrm>
              <a:off x="3840" y="336"/>
              <a:ext cx="0" cy="912"/>
            </a:xfrm>
            <a:prstGeom prst="line">
              <a:avLst/>
            </a:prstGeom>
            <a:noFill/>
            <a:ln w="28575">
              <a:solidFill>
                <a:srgbClr val="00FF00"/>
              </a:solidFill>
              <a:prstDash val="dash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98515" name="Group 211"/>
          <p:cNvGrpSpPr>
            <a:grpSpLocks/>
          </p:cNvGrpSpPr>
          <p:nvPr/>
        </p:nvGrpSpPr>
        <p:grpSpPr bwMode="auto">
          <a:xfrm>
            <a:off x="4608513" y="3514725"/>
            <a:ext cx="1447800" cy="563563"/>
            <a:chOff x="3840" y="221"/>
            <a:chExt cx="912" cy="355"/>
          </a:xfrm>
        </p:grpSpPr>
        <p:sp>
          <p:nvSpPr>
            <p:cNvPr id="10315" name="Line 212"/>
            <p:cNvSpPr>
              <a:spLocks noChangeShapeType="1"/>
            </p:cNvSpPr>
            <p:nvPr/>
          </p:nvSpPr>
          <p:spPr bwMode="auto">
            <a:xfrm>
              <a:off x="3840" y="576"/>
              <a:ext cx="912" cy="0"/>
            </a:xfrm>
            <a:prstGeom prst="line">
              <a:avLst/>
            </a:prstGeom>
            <a:noFill/>
            <a:ln w="28575">
              <a:solidFill>
                <a:srgbClr val="FF00FF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16" name="Text Box 213"/>
            <p:cNvSpPr txBox="1">
              <a:spLocks noChangeArrowheads="1"/>
            </p:cNvSpPr>
            <p:nvPr/>
          </p:nvSpPr>
          <p:spPr bwMode="auto">
            <a:xfrm>
              <a:off x="4158" y="221"/>
              <a:ext cx="363" cy="32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U</a:t>
              </a:r>
              <a:r>
                <a:rPr lang="en-US" altLang="zh-CN" b="0" baseline="-2500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S</a:t>
              </a:r>
              <a:endParaRPr lang="en-US" altLang="zh-CN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</p:grpSp>
      <p:grpSp>
        <p:nvGrpSpPr>
          <p:cNvPr id="98518" name="Group 214"/>
          <p:cNvGrpSpPr>
            <a:grpSpLocks/>
          </p:cNvGrpSpPr>
          <p:nvPr/>
        </p:nvGrpSpPr>
        <p:grpSpPr bwMode="auto">
          <a:xfrm>
            <a:off x="1655763" y="3357563"/>
            <a:ext cx="5105400" cy="2608262"/>
            <a:chOff x="748" y="164"/>
            <a:chExt cx="3216" cy="1643"/>
          </a:xfrm>
        </p:grpSpPr>
        <p:sp>
          <p:nvSpPr>
            <p:cNvPr id="10318" name="Line 215"/>
            <p:cNvSpPr>
              <a:spLocks noChangeShapeType="1"/>
            </p:cNvSpPr>
            <p:nvPr/>
          </p:nvSpPr>
          <p:spPr bwMode="auto">
            <a:xfrm>
              <a:off x="748" y="1480"/>
              <a:ext cx="3085" cy="0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19" name="Line 216"/>
            <p:cNvSpPr>
              <a:spLocks noChangeShapeType="1"/>
            </p:cNvSpPr>
            <p:nvPr/>
          </p:nvSpPr>
          <p:spPr bwMode="auto">
            <a:xfrm flipV="1">
              <a:off x="1655" y="300"/>
              <a:ext cx="19" cy="1379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20" name="Text Box 217"/>
            <p:cNvSpPr txBox="1">
              <a:spLocks noChangeArrowheads="1"/>
            </p:cNvSpPr>
            <p:nvPr/>
          </p:nvSpPr>
          <p:spPr bwMode="auto">
            <a:xfrm>
              <a:off x="1701" y="164"/>
              <a:ext cx="295" cy="327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u</a:t>
              </a:r>
              <a:r>
                <a:rPr lang="en-US" altLang="zh-CN" b="0" i="1" baseline="-2500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c</a:t>
              </a:r>
              <a:endParaRPr lang="en-US" altLang="zh-CN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10321" name="Text Box 218"/>
            <p:cNvSpPr txBox="1">
              <a:spLocks noChangeArrowheads="1"/>
            </p:cNvSpPr>
            <p:nvPr/>
          </p:nvSpPr>
          <p:spPr bwMode="auto">
            <a:xfrm>
              <a:off x="3786" y="1420"/>
              <a:ext cx="178" cy="327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t</a:t>
              </a:r>
              <a:endParaRPr lang="en-US" altLang="zh-CN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10322" name="Text Box 219"/>
            <p:cNvSpPr txBox="1">
              <a:spLocks noChangeArrowheads="1"/>
            </p:cNvSpPr>
            <p:nvPr/>
          </p:nvSpPr>
          <p:spPr bwMode="auto">
            <a:xfrm>
              <a:off x="1701" y="1480"/>
              <a:ext cx="228" cy="327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0</a:t>
              </a:r>
            </a:p>
          </p:txBody>
        </p:sp>
      </p:grpSp>
      <p:sp>
        <p:nvSpPr>
          <p:cNvPr id="98524" name="Line 220"/>
          <p:cNvSpPr>
            <a:spLocks noChangeShapeType="1"/>
          </p:cNvSpPr>
          <p:nvPr/>
        </p:nvSpPr>
        <p:spPr bwMode="auto">
          <a:xfrm>
            <a:off x="2016125" y="5446713"/>
            <a:ext cx="1066800" cy="0"/>
          </a:xfrm>
          <a:prstGeom prst="line">
            <a:avLst/>
          </a:prstGeom>
          <a:noFill/>
          <a:ln w="28575">
            <a:solidFill>
              <a:srgbClr val="FF00FF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8525" name="Text Box 221"/>
          <p:cNvSpPr txBox="1">
            <a:spLocks noChangeArrowheads="1"/>
          </p:cNvSpPr>
          <p:nvPr/>
        </p:nvSpPr>
        <p:spPr bwMode="auto">
          <a:xfrm>
            <a:off x="3600450" y="4365625"/>
            <a:ext cx="869950" cy="823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algn="ctr"/>
            <a:r>
              <a:rPr lang="en-US" altLang="zh-CN" sz="4800" b="0">
                <a:latin typeface="Times New Roman" pitchFamily="18" charset="0"/>
                <a:ea typeface="宋体" pitchFamily="2" charset="-122"/>
              </a:rPr>
              <a:t>?</a:t>
            </a:r>
            <a:endParaRPr lang="en-US" altLang="zh-CN" sz="2400" b="0"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98526" name="Freeform 222"/>
          <p:cNvSpPr>
            <a:spLocks noChangeArrowheads="1"/>
          </p:cNvSpPr>
          <p:nvPr/>
        </p:nvSpPr>
        <p:spPr bwMode="auto">
          <a:xfrm>
            <a:off x="3095625" y="4078288"/>
            <a:ext cx="1512888" cy="1344612"/>
          </a:xfrm>
          <a:custGeom>
            <a:avLst/>
            <a:gdLst/>
            <a:ahLst/>
            <a:cxnLst>
              <a:cxn ang="0">
                <a:pos x="0" y="530"/>
              </a:cxn>
              <a:cxn ang="0">
                <a:pos x="94" y="276"/>
              </a:cxn>
              <a:cxn ang="0">
                <a:pos x="220" y="90"/>
              </a:cxn>
              <a:cxn ang="0">
                <a:pos x="409" y="21"/>
              </a:cxn>
              <a:cxn ang="0">
                <a:pos x="582" y="3"/>
              </a:cxn>
              <a:cxn ang="0">
                <a:pos x="663" y="3"/>
              </a:cxn>
            </a:cxnLst>
            <a:rect l="0" t="0" r="r" b="b"/>
            <a:pathLst>
              <a:path w="663" h="530">
                <a:moveTo>
                  <a:pt x="0" y="530"/>
                </a:moveTo>
                <a:cubicBezTo>
                  <a:pt x="16" y="488"/>
                  <a:pt x="57" y="349"/>
                  <a:pt x="94" y="276"/>
                </a:cubicBezTo>
                <a:cubicBezTo>
                  <a:pt x="131" y="203"/>
                  <a:pt x="168" y="132"/>
                  <a:pt x="220" y="90"/>
                </a:cubicBezTo>
                <a:cubicBezTo>
                  <a:pt x="272" y="48"/>
                  <a:pt x="349" y="36"/>
                  <a:pt x="409" y="21"/>
                </a:cubicBezTo>
                <a:cubicBezTo>
                  <a:pt x="469" y="6"/>
                  <a:pt x="540" y="6"/>
                  <a:pt x="582" y="3"/>
                </a:cubicBezTo>
                <a:cubicBezTo>
                  <a:pt x="624" y="0"/>
                  <a:pt x="651" y="3"/>
                  <a:pt x="663" y="3"/>
                </a:cubicBezTo>
              </a:path>
            </a:pathLst>
          </a:custGeom>
          <a:noFill/>
          <a:ln w="28575">
            <a:solidFill>
              <a:srgbClr val="00FFFF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grpSp>
        <p:nvGrpSpPr>
          <p:cNvPr id="98527" name="Group 223"/>
          <p:cNvGrpSpPr>
            <a:grpSpLocks/>
          </p:cNvGrpSpPr>
          <p:nvPr/>
        </p:nvGrpSpPr>
        <p:grpSpPr bwMode="auto">
          <a:xfrm>
            <a:off x="2087563" y="3933825"/>
            <a:ext cx="4400550" cy="1528763"/>
            <a:chOff x="1020" y="1616"/>
            <a:chExt cx="2772" cy="963"/>
          </a:xfrm>
        </p:grpSpPr>
        <p:sp>
          <p:nvSpPr>
            <p:cNvPr id="10327" name="Line 224"/>
            <p:cNvSpPr>
              <a:spLocks noChangeShapeType="1"/>
            </p:cNvSpPr>
            <p:nvPr/>
          </p:nvSpPr>
          <p:spPr bwMode="auto">
            <a:xfrm>
              <a:off x="1020" y="2579"/>
              <a:ext cx="648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28" name="Line 225"/>
            <p:cNvSpPr>
              <a:spLocks noChangeShapeType="1"/>
            </p:cNvSpPr>
            <p:nvPr/>
          </p:nvSpPr>
          <p:spPr bwMode="auto">
            <a:xfrm>
              <a:off x="2880" y="2568"/>
              <a:ext cx="912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29" name="Freeform 226"/>
            <p:cNvSpPr>
              <a:spLocks noChangeArrowheads="1"/>
            </p:cNvSpPr>
            <p:nvPr/>
          </p:nvSpPr>
          <p:spPr bwMode="auto">
            <a:xfrm flipV="1">
              <a:off x="1655" y="1933"/>
              <a:ext cx="1225" cy="635"/>
            </a:xfrm>
            <a:custGeom>
              <a:avLst/>
              <a:gdLst/>
              <a:ahLst/>
              <a:cxnLst>
                <a:cxn ang="0">
                  <a:pos x="0" y="530"/>
                </a:cxn>
                <a:cxn ang="0">
                  <a:pos x="94" y="276"/>
                </a:cxn>
                <a:cxn ang="0">
                  <a:pos x="220" y="90"/>
                </a:cxn>
                <a:cxn ang="0">
                  <a:pos x="409" y="21"/>
                </a:cxn>
                <a:cxn ang="0">
                  <a:pos x="582" y="3"/>
                </a:cxn>
                <a:cxn ang="0">
                  <a:pos x="663" y="3"/>
                </a:cxn>
              </a:cxnLst>
              <a:rect l="0" t="0" r="r" b="b"/>
              <a:pathLst>
                <a:path w="663" h="530">
                  <a:moveTo>
                    <a:pt x="0" y="530"/>
                  </a:moveTo>
                  <a:cubicBezTo>
                    <a:pt x="16" y="488"/>
                    <a:pt x="57" y="349"/>
                    <a:pt x="94" y="276"/>
                  </a:cubicBezTo>
                  <a:cubicBezTo>
                    <a:pt x="131" y="203"/>
                    <a:pt x="168" y="132"/>
                    <a:pt x="220" y="90"/>
                  </a:cubicBezTo>
                  <a:cubicBezTo>
                    <a:pt x="272" y="48"/>
                    <a:pt x="349" y="36"/>
                    <a:pt x="409" y="21"/>
                  </a:cubicBezTo>
                  <a:cubicBezTo>
                    <a:pt x="469" y="6"/>
                    <a:pt x="540" y="6"/>
                    <a:pt x="582" y="3"/>
                  </a:cubicBezTo>
                  <a:cubicBezTo>
                    <a:pt x="624" y="0"/>
                    <a:pt x="651" y="3"/>
                    <a:pt x="663" y="3"/>
                  </a:cubicBez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30" name="Line 227"/>
            <p:cNvSpPr>
              <a:spLocks noChangeShapeType="1"/>
            </p:cNvSpPr>
            <p:nvPr/>
          </p:nvSpPr>
          <p:spPr bwMode="auto">
            <a:xfrm>
              <a:off x="1655" y="1933"/>
              <a:ext cx="0" cy="635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31" name="Line 228"/>
            <p:cNvSpPr>
              <a:spLocks noChangeShapeType="1"/>
            </p:cNvSpPr>
            <p:nvPr/>
          </p:nvSpPr>
          <p:spPr bwMode="auto">
            <a:xfrm flipV="1">
              <a:off x="2109" y="2251"/>
              <a:ext cx="1032" cy="204"/>
            </a:xfrm>
            <a:prstGeom prst="line">
              <a:avLst/>
            </a:prstGeom>
            <a:noFill/>
            <a:ln w="28575">
              <a:solidFill>
                <a:srgbClr val="FFFFFF"/>
              </a:solidFill>
              <a:prstDash val="dash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32" name="Text Box 229"/>
            <p:cNvSpPr txBox="1">
              <a:spLocks noChangeArrowheads="1"/>
            </p:cNvSpPr>
            <p:nvPr/>
          </p:nvSpPr>
          <p:spPr bwMode="auto">
            <a:xfrm>
              <a:off x="3198" y="2024"/>
              <a:ext cx="178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i</a:t>
              </a:r>
            </a:p>
          </p:txBody>
        </p:sp>
        <p:graphicFrame>
          <p:nvGraphicFramePr>
            <p:cNvPr id="10333" name="Object 230"/>
            <p:cNvGraphicFramePr>
              <a:graphicFrameLocks noChangeAspect="1"/>
            </p:cNvGraphicFramePr>
            <p:nvPr/>
          </p:nvGraphicFramePr>
          <p:xfrm>
            <a:off x="1066" y="1616"/>
            <a:ext cx="306" cy="509"/>
          </p:xfrm>
          <a:graphic>
            <a:graphicData uri="http://schemas.openxmlformats.org/presentationml/2006/ole">
              <p:oleObj spid="_x0000_s10333" r:id="rId4" imgW="231840" imgH="392040" progId="Equation.3">
                <p:embed/>
              </p:oleObj>
            </a:graphicData>
          </a:graphic>
        </p:graphicFrame>
      </p:grpSp>
      <p:sp>
        <p:nvSpPr>
          <p:cNvPr id="98535" name="AutoShape 231" descr="羊皮纸"/>
          <p:cNvSpPr>
            <a:spLocks noChangeArrowheads="1"/>
          </p:cNvSpPr>
          <p:nvPr/>
        </p:nvSpPr>
        <p:spPr bwMode="auto">
          <a:xfrm>
            <a:off x="5867400" y="4797425"/>
            <a:ext cx="2592388" cy="576263"/>
          </a:xfrm>
          <a:prstGeom prst="wedgeRoundRectCallout">
            <a:avLst>
              <a:gd name="adj1" fmla="val -118218"/>
              <a:gd name="adj2" fmla="val 45866"/>
              <a:gd name="adj3" fmla="val 16667"/>
            </a:avLst>
          </a:prstGeom>
          <a:blipFill dpi="0" rotWithShape="1">
            <a:blip r:embed="rId5"/>
            <a:srcRect/>
            <a:tile tx="0" ty="0" sx="100000" sy="100000" flip="none" algn="tl"/>
          </a:blipFill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/>
            <a:r>
              <a:rPr lang="zh-CN" altLang="en-US">
                <a:solidFill>
                  <a:schemeClr val="tx1"/>
                </a:solidFill>
              </a:rPr>
              <a:t>有一过渡期</a:t>
            </a:r>
          </a:p>
        </p:txBody>
      </p:sp>
      <p:grpSp>
        <p:nvGrpSpPr>
          <p:cNvPr id="10335" name="Group 235"/>
          <p:cNvGrpSpPr>
            <a:grpSpLocks/>
          </p:cNvGrpSpPr>
          <p:nvPr/>
        </p:nvGrpSpPr>
        <p:grpSpPr bwMode="auto">
          <a:xfrm>
            <a:off x="6588125" y="6445250"/>
            <a:ext cx="792163" cy="366713"/>
            <a:chOff x="4649" y="4020"/>
            <a:chExt cx="499" cy="231"/>
          </a:xfrm>
        </p:grpSpPr>
        <p:pic>
          <p:nvPicPr>
            <p:cNvPr id="10336" name="Picture 236" descr="78900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0337" name="Text Box 237">
              <a:hlinkClick r:id="rId6" action="ppaction://hlinksldjump"/>
            </p:cNvPr>
            <p:cNvSpPr txBox="1">
              <a:spLocks noChangeArrowheads="1"/>
            </p:cNvSpPr>
            <p:nvPr/>
          </p:nvSpPr>
          <p:spPr bwMode="auto"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0">
                  <a:solidFill>
                    <a:schemeClr val="bg1"/>
                  </a:solidFill>
                  <a:latin typeface="隶书" pitchFamily="49" charset="-122"/>
                  <a:ea typeface="隶书" pitchFamily="49" charset="-122"/>
                </a:rPr>
                <a:t>返 回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84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84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984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2000"/>
                                        <p:tgtEl>
                                          <p:spTgt spid="983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3000"/>
                                        <p:tgtEl>
                                          <p:spTgt spid="983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984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983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983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3000"/>
                                        <p:tgtEl>
                                          <p:spTgt spid="985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500"/>
                                        <p:tgtEl>
                                          <p:spTgt spid="985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500"/>
                            </p:stCondLst>
                            <p:childTnLst>
                              <p:par>
                                <p:cTn id="4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985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5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985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5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8" dur="500"/>
                                        <p:tgtEl>
                                          <p:spTgt spid="985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5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3" dur="500"/>
                                        <p:tgtEl>
                                          <p:spTgt spid="985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5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985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3" dur="500"/>
                                        <p:tgtEl>
                                          <p:spTgt spid="985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9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5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8" dur="3000" fill="hold"/>
                                        <p:tgtEl>
                                          <p:spTgt spid="985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3000" fill="hold"/>
                                        <p:tgtEl>
                                          <p:spTgt spid="985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985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5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4" dur="500"/>
                                        <p:tgtEl>
                                          <p:spTgt spid="985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5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985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2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94" dur="2000"/>
                                        <p:tgtEl>
                                          <p:spTgt spid="985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5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9" dur="500"/>
                                        <p:tgtEl>
                                          <p:spTgt spid="985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8507" grpId="0"/>
      <p:bldP spid="98307" grpId="0"/>
      <p:bldP spid="98373" grpId="0"/>
      <p:bldP spid="98306" grpId="0"/>
      <p:bldP spid="98508" grpId="0" animBg="1"/>
      <p:bldP spid="98439" grpId="0" animBg="1"/>
      <p:bldP spid="98509" grpId="0" build="p"/>
      <p:bldP spid="98510" grpId="0" build="p"/>
      <p:bldP spid="98511" grpId="0" build="p"/>
      <p:bldP spid="98524" grpId="0" animBg="1"/>
      <p:bldP spid="98525" grpId="0"/>
      <p:bldP spid="98535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873" name="Text Box 153"/>
          <p:cNvSpPr txBox="1">
            <a:spLocks noChangeArrowheads="1"/>
          </p:cNvSpPr>
          <p:nvPr/>
        </p:nvSpPr>
        <p:spPr bwMode="auto">
          <a:xfrm>
            <a:off x="4716463" y="4508500"/>
            <a:ext cx="2741612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3200" b="0" i="1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u</a:t>
            </a:r>
            <a:r>
              <a:rPr lang="en-US" altLang="zh-CN" sz="3200" b="0" i="1" baseline="-2500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L</a:t>
            </a:r>
            <a:r>
              <a:rPr lang="en-US" altLang="zh-CN" sz="3200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= 0,    </a:t>
            </a:r>
            <a:r>
              <a:rPr lang="en-US" altLang="zh-CN" sz="3200" b="0" i="1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i</a:t>
            </a:r>
            <a:r>
              <a:rPr lang="en-US" altLang="zh-CN" sz="3200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=</a:t>
            </a:r>
            <a:r>
              <a:rPr lang="en-US" altLang="zh-CN" sz="3200" b="0" i="1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U</a:t>
            </a:r>
            <a:r>
              <a:rPr lang="en-US" altLang="zh-CN" sz="3200" b="0" i="1" baseline="-2500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s </a:t>
            </a:r>
            <a:r>
              <a:rPr lang="en-US" altLang="zh-CN" sz="3200" b="0" i="1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/R</a:t>
            </a:r>
            <a:endParaRPr lang="en-US" altLang="zh-CN" sz="3200" b="0" baseline="-25000">
              <a:solidFill>
                <a:schemeClr val="bg1"/>
              </a:solidFill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158872" name="Text Box 152"/>
          <p:cNvSpPr txBox="1">
            <a:spLocks noChangeArrowheads="1"/>
          </p:cNvSpPr>
          <p:nvPr/>
        </p:nvSpPr>
        <p:spPr bwMode="auto">
          <a:xfrm>
            <a:off x="5940425" y="3357563"/>
            <a:ext cx="2492375" cy="579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3200" b="0" i="1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i </a:t>
            </a:r>
            <a:r>
              <a:rPr lang="en-US" altLang="zh-CN" sz="3200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= 0  </a:t>
            </a:r>
            <a:r>
              <a:rPr lang="en-US" altLang="zh-CN" sz="3200" b="0" i="1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,   u</a:t>
            </a:r>
            <a:r>
              <a:rPr lang="en-US" altLang="zh-CN" sz="3200" b="0" i="1" baseline="-2500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L </a:t>
            </a:r>
            <a:r>
              <a:rPr lang="en-US" altLang="zh-CN" sz="3200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= 0</a:t>
            </a:r>
          </a:p>
        </p:txBody>
      </p:sp>
      <p:sp>
        <p:nvSpPr>
          <p:cNvPr id="158902" name="Text Box 182"/>
          <p:cNvSpPr txBox="1">
            <a:spLocks noChangeArrowheads="1"/>
          </p:cNvSpPr>
          <p:nvPr/>
        </p:nvSpPr>
        <p:spPr bwMode="auto">
          <a:xfrm>
            <a:off x="611188" y="3933825"/>
            <a:ext cx="7559675" cy="1117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b="0">
                <a:latin typeface="Times New Roman" pitchFamily="18" charset="0"/>
              </a:rPr>
              <a:t>        k</a:t>
            </a:r>
            <a:r>
              <a:rPr lang="zh-CN" altLang="zh-CN">
                <a:latin typeface="楷体_GB2312" pitchFamily="49" charset="-122"/>
              </a:rPr>
              <a:t>接通电源后很长时间</a:t>
            </a:r>
            <a:r>
              <a:rPr lang="zh-CN" altLang="en-US">
                <a:latin typeface="楷体_GB2312" pitchFamily="49" charset="-122"/>
              </a:rPr>
              <a:t>，电路达到新的稳定状态，电感视为短路：</a:t>
            </a:r>
          </a:p>
        </p:txBody>
      </p:sp>
      <p:sp>
        <p:nvSpPr>
          <p:cNvPr id="158722" name="Text Box 2"/>
          <p:cNvSpPr txBox="1">
            <a:spLocks noChangeArrowheads="1"/>
          </p:cNvSpPr>
          <p:nvPr/>
        </p:nvSpPr>
        <p:spPr bwMode="auto">
          <a:xfrm>
            <a:off x="611188" y="3429000"/>
            <a:ext cx="5688012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0">
                <a:latin typeface="Times New Roman" pitchFamily="18" charset="0"/>
              </a:rPr>
              <a:t>k</a:t>
            </a:r>
            <a:r>
              <a:rPr lang="zh-CN" altLang="zh-CN">
                <a:latin typeface="楷体_GB2312" pitchFamily="49" charset="-122"/>
              </a:rPr>
              <a:t>未动作前</a:t>
            </a:r>
            <a:r>
              <a:rPr lang="zh-CN" altLang="en-US">
                <a:latin typeface="楷体_GB2312" pitchFamily="49" charset="-122"/>
              </a:rPr>
              <a:t>，电路处于稳定状态：</a:t>
            </a:r>
          </a:p>
        </p:txBody>
      </p:sp>
      <p:sp>
        <p:nvSpPr>
          <p:cNvPr id="158903" name="Rectangle 183"/>
          <p:cNvSpPr>
            <a:spLocks noChangeArrowheads="1"/>
          </p:cNvSpPr>
          <p:nvPr/>
        </p:nvSpPr>
        <p:spPr bwMode="auto">
          <a:xfrm>
            <a:off x="395288" y="3284538"/>
            <a:ext cx="8388350" cy="3024187"/>
          </a:xfrm>
          <a:prstGeom prst="rect">
            <a:avLst/>
          </a:prstGeom>
          <a:solidFill>
            <a:schemeClr val="bg2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8725" name="Text Box 5"/>
          <p:cNvSpPr txBox="1">
            <a:spLocks noChangeArrowheads="1"/>
          </p:cNvSpPr>
          <p:nvPr/>
        </p:nvSpPr>
        <p:spPr bwMode="auto">
          <a:xfrm>
            <a:off x="684213" y="549275"/>
            <a:ext cx="1728787" cy="547688"/>
          </a:xfrm>
          <a:prstGeom prst="rect">
            <a:avLst/>
          </a:prstGeom>
          <a:noFill/>
          <a:ln w="28575">
            <a:solidFill>
              <a:srgbClr val="00FFFF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/>
              <a:t>电感电路</a:t>
            </a:r>
          </a:p>
        </p:txBody>
      </p:sp>
      <p:grpSp>
        <p:nvGrpSpPr>
          <p:cNvPr id="11271" name="Group 6"/>
          <p:cNvGrpSpPr>
            <a:grpSpLocks/>
          </p:cNvGrpSpPr>
          <p:nvPr/>
        </p:nvGrpSpPr>
        <p:grpSpPr bwMode="auto"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11272" name="Picture 7" descr="78900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1273" name="Text Box 8">
              <a:hlinkClick r:id="" action="ppaction://hlinkshowjump?jump=nextslide"/>
            </p:cNvPr>
            <p:cNvSpPr txBox="1">
              <a:spLocks noChangeArrowheads="1"/>
            </p:cNvSpPr>
            <p:nvPr/>
          </p:nvSpPr>
          <p:spPr bwMode="auto"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0">
                  <a:solidFill>
                    <a:schemeClr val="bg1"/>
                  </a:solidFill>
                  <a:latin typeface="隶书" pitchFamily="49" charset="-122"/>
                  <a:ea typeface="隶书" pitchFamily="49" charset="-122"/>
                </a:rPr>
                <a:t>下 页</a:t>
              </a:r>
            </a:p>
          </p:txBody>
        </p:sp>
      </p:grpSp>
      <p:grpSp>
        <p:nvGrpSpPr>
          <p:cNvPr id="11274" name="Group 9"/>
          <p:cNvGrpSpPr>
            <a:grpSpLocks/>
          </p:cNvGrpSpPr>
          <p:nvPr/>
        </p:nvGrpSpPr>
        <p:grpSpPr bwMode="auto">
          <a:xfrm>
            <a:off x="7453313" y="6446838"/>
            <a:ext cx="792162" cy="366712"/>
            <a:chOff x="4649" y="4020"/>
            <a:chExt cx="499" cy="231"/>
          </a:xfrm>
        </p:grpSpPr>
        <p:pic>
          <p:nvPicPr>
            <p:cNvPr id="11275" name="Picture 10" descr="78900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1276" name="Text Box 11">
              <a:hlinkClick r:id="" action="ppaction://hlinkshowjump?jump=previousslide"/>
            </p:cNvPr>
            <p:cNvSpPr txBox="1">
              <a:spLocks noChangeArrowheads="1"/>
            </p:cNvSpPr>
            <p:nvPr/>
          </p:nvSpPr>
          <p:spPr bwMode="auto"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0">
                  <a:solidFill>
                    <a:schemeClr val="bg1"/>
                  </a:solidFill>
                  <a:latin typeface="隶书" pitchFamily="49" charset="-122"/>
                  <a:ea typeface="隶书" pitchFamily="49" charset="-122"/>
                </a:rPr>
                <a:t>上 页</a:t>
              </a:r>
            </a:p>
          </p:txBody>
        </p:sp>
      </p:grpSp>
      <p:grpSp>
        <p:nvGrpSpPr>
          <p:cNvPr id="158816" name="Group 96"/>
          <p:cNvGrpSpPr>
            <a:grpSpLocks/>
          </p:cNvGrpSpPr>
          <p:nvPr/>
        </p:nvGrpSpPr>
        <p:grpSpPr bwMode="auto">
          <a:xfrm>
            <a:off x="827088" y="1052513"/>
            <a:ext cx="3695700" cy="2103437"/>
            <a:chOff x="748" y="2296"/>
            <a:chExt cx="2328" cy="1325"/>
          </a:xfrm>
        </p:grpSpPr>
        <p:sp>
          <p:nvSpPr>
            <p:cNvPr id="11278" name="Oval 97"/>
            <p:cNvSpPr>
              <a:spLocks noChangeArrowheads="1"/>
            </p:cNvSpPr>
            <p:nvPr/>
          </p:nvSpPr>
          <p:spPr bwMode="auto">
            <a:xfrm>
              <a:off x="1066" y="2931"/>
              <a:ext cx="363" cy="363"/>
            </a:xfrm>
            <a:prstGeom prst="ellipse">
              <a:avLst/>
            </a:prstGeom>
            <a:gradFill rotWithShape="1">
              <a:gsLst>
                <a:gs pos="0">
                  <a:srgbClr val="0099FF"/>
                </a:gs>
                <a:gs pos="100000">
                  <a:srgbClr val="004776"/>
                </a:gs>
              </a:gsLst>
              <a:path path="shape">
                <a:fillToRect l="50000" t="50000" r="50000" b="50000"/>
              </a:path>
            </a:gradFill>
            <a:ln w="38100">
              <a:solidFill>
                <a:srgbClr val="FF99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endParaRPr lang="zh-CN" altLang="zh-CN" sz="2400" b="0">
                <a:ea typeface="仿宋_GB2312" pitchFamily="49" charset="-122"/>
              </a:endParaRPr>
            </a:p>
          </p:txBody>
        </p:sp>
        <p:sp>
          <p:nvSpPr>
            <p:cNvPr id="11279" name="Text Box 98"/>
            <p:cNvSpPr txBox="1">
              <a:spLocks noChangeArrowheads="1"/>
            </p:cNvSpPr>
            <p:nvPr/>
          </p:nvSpPr>
          <p:spPr bwMode="auto">
            <a:xfrm>
              <a:off x="1479" y="2885"/>
              <a:ext cx="228" cy="327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k</a:t>
              </a:r>
            </a:p>
          </p:txBody>
        </p:sp>
        <p:grpSp>
          <p:nvGrpSpPr>
            <p:cNvPr id="11280" name="Group 99"/>
            <p:cNvGrpSpPr>
              <a:grpSpLocks/>
            </p:cNvGrpSpPr>
            <p:nvPr/>
          </p:nvGrpSpPr>
          <p:grpSpPr bwMode="auto">
            <a:xfrm>
              <a:off x="2245" y="2658"/>
              <a:ext cx="367" cy="877"/>
              <a:chOff x="1576" y="1278"/>
              <a:chExt cx="253" cy="612"/>
            </a:xfrm>
          </p:grpSpPr>
          <p:grpSp>
            <p:nvGrpSpPr>
              <p:cNvPr id="11281" name="Group 100"/>
              <p:cNvGrpSpPr>
                <a:grpSpLocks/>
              </p:cNvGrpSpPr>
              <p:nvPr/>
            </p:nvGrpSpPr>
            <p:grpSpPr bwMode="auto">
              <a:xfrm>
                <a:off x="1658" y="1278"/>
                <a:ext cx="171" cy="612"/>
                <a:chOff x="1658" y="1278"/>
                <a:chExt cx="171" cy="612"/>
              </a:xfrm>
            </p:grpSpPr>
            <p:sp>
              <p:nvSpPr>
                <p:cNvPr id="11282" name="Text Box 101"/>
                <p:cNvSpPr txBox="1">
                  <a:spLocks noChangeArrowheads="1"/>
                </p:cNvSpPr>
                <p:nvPr/>
              </p:nvSpPr>
              <p:spPr bwMode="auto">
                <a:xfrm>
                  <a:off x="1661" y="1278"/>
                  <a:ext cx="168" cy="228"/>
                </a:xfrm>
                <a:prstGeom prst="rect">
                  <a:avLst/>
                </a:prstGeom>
                <a:noFill/>
                <a:ln w="28575">
                  <a:noFill/>
                  <a:miter lim="800000"/>
                  <a:headEnd/>
                  <a:tailEnd/>
                </a:ln>
              </p:spPr>
              <p:txBody>
                <a:bodyPr wrap="none" anchor="ctr">
                  <a:spAutoFit/>
                </a:bodyPr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altLang="zh-CN" b="0">
                      <a:solidFill>
                        <a:schemeClr val="bg1"/>
                      </a:solidFill>
                      <a:latin typeface="Times New Roman" pitchFamily="18" charset="0"/>
                      <a:ea typeface="宋体" pitchFamily="2" charset="-122"/>
                    </a:rPr>
                    <a:t>+</a:t>
                  </a:r>
                </a:p>
              </p:txBody>
            </p:sp>
            <p:sp>
              <p:nvSpPr>
                <p:cNvPr id="11283" name="Text Box 102"/>
                <p:cNvSpPr txBox="1">
                  <a:spLocks noChangeArrowheads="1"/>
                </p:cNvSpPr>
                <p:nvPr/>
              </p:nvSpPr>
              <p:spPr bwMode="auto">
                <a:xfrm>
                  <a:off x="1658" y="1662"/>
                  <a:ext cx="157" cy="228"/>
                </a:xfrm>
                <a:prstGeom prst="rect">
                  <a:avLst/>
                </a:prstGeom>
                <a:noFill/>
                <a:ln w="28575">
                  <a:noFill/>
                  <a:miter lim="800000"/>
                  <a:headEnd/>
                  <a:tailEnd/>
                </a:ln>
              </p:spPr>
              <p:txBody>
                <a:bodyPr wrap="none" anchor="ctr">
                  <a:spAutoFit/>
                </a:bodyPr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altLang="zh-CN" b="0">
                      <a:solidFill>
                        <a:schemeClr val="bg1"/>
                      </a:solidFill>
                      <a:latin typeface="Times New Roman" pitchFamily="18" charset="0"/>
                      <a:ea typeface="宋体" pitchFamily="2" charset="-122"/>
                    </a:rPr>
                    <a:t>–</a:t>
                  </a:r>
                </a:p>
              </p:txBody>
            </p:sp>
          </p:grpSp>
          <p:sp>
            <p:nvSpPr>
              <p:cNvPr id="11284" name="Text Box 103"/>
              <p:cNvSpPr txBox="1">
                <a:spLocks noChangeArrowheads="1"/>
              </p:cNvSpPr>
              <p:nvPr/>
            </p:nvSpPr>
            <p:spPr bwMode="auto">
              <a:xfrm>
                <a:off x="1576" y="1459"/>
                <a:ext cx="250" cy="229"/>
              </a:xfrm>
              <a:prstGeom prst="rect">
                <a:avLst/>
              </a:prstGeom>
              <a:noFill/>
              <a:ln w="28575">
                <a:noFill/>
                <a:miter lim="800000"/>
                <a:headEnd/>
                <a:tailEnd/>
              </a:ln>
            </p:spPr>
            <p:txBody>
              <a:bodyPr anchor="ctr"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altLang="zh-CN" b="0" i="1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rPr>
                  <a:t>u</a:t>
                </a:r>
                <a:r>
                  <a:rPr lang="en-US" altLang="zh-CN" b="0" baseline="-250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rPr>
                  <a:t>L</a:t>
                </a:r>
                <a:endPara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endParaRPr>
              </a:p>
            </p:txBody>
          </p:sp>
        </p:grpSp>
        <p:sp>
          <p:nvSpPr>
            <p:cNvPr id="11285" name="Text Box 104"/>
            <p:cNvSpPr txBox="1">
              <a:spLocks noChangeArrowheads="1"/>
            </p:cNvSpPr>
            <p:nvPr/>
          </p:nvSpPr>
          <p:spPr bwMode="auto">
            <a:xfrm>
              <a:off x="748" y="2976"/>
              <a:ext cx="337" cy="327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U</a:t>
              </a:r>
              <a:r>
                <a:rPr lang="en-US" altLang="zh-CN" b="0" i="1" baseline="-2500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s</a:t>
              </a:r>
              <a:endParaRPr lang="en-US" altLang="zh-CN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11286" name="Line 105"/>
            <p:cNvSpPr>
              <a:spLocks noChangeShapeType="1"/>
            </p:cNvSpPr>
            <p:nvPr/>
          </p:nvSpPr>
          <p:spPr bwMode="auto">
            <a:xfrm>
              <a:off x="1250" y="2704"/>
              <a:ext cx="416" cy="0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 type="oval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287" name="Line 106"/>
            <p:cNvSpPr>
              <a:spLocks noChangeShapeType="1"/>
            </p:cNvSpPr>
            <p:nvPr/>
          </p:nvSpPr>
          <p:spPr bwMode="auto">
            <a:xfrm>
              <a:off x="1250" y="3528"/>
              <a:ext cx="1456" cy="0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288" name="Line 107"/>
            <p:cNvSpPr>
              <a:spLocks noChangeShapeType="1"/>
            </p:cNvSpPr>
            <p:nvPr/>
          </p:nvSpPr>
          <p:spPr bwMode="auto">
            <a:xfrm flipH="1">
              <a:off x="1874" y="2704"/>
              <a:ext cx="832" cy="0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 type="oval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289" name="Line 108"/>
            <p:cNvSpPr>
              <a:spLocks noChangeShapeType="1"/>
            </p:cNvSpPr>
            <p:nvPr/>
          </p:nvSpPr>
          <p:spPr bwMode="auto">
            <a:xfrm flipH="1">
              <a:off x="1247" y="2704"/>
              <a:ext cx="3" cy="816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290" name="Line 109"/>
            <p:cNvSpPr>
              <a:spLocks noChangeShapeType="1"/>
            </p:cNvSpPr>
            <p:nvPr/>
          </p:nvSpPr>
          <p:spPr bwMode="auto">
            <a:xfrm flipH="1">
              <a:off x="2699" y="2704"/>
              <a:ext cx="7" cy="227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291" name="Line 110"/>
            <p:cNvSpPr>
              <a:spLocks noChangeShapeType="1"/>
            </p:cNvSpPr>
            <p:nvPr/>
          </p:nvSpPr>
          <p:spPr bwMode="auto">
            <a:xfrm flipH="1" flipV="1">
              <a:off x="2699" y="3294"/>
              <a:ext cx="7" cy="234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292" name="Text Box 111"/>
            <p:cNvSpPr txBox="1">
              <a:spLocks noChangeArrowheads="1"/>
            </p:cNvSpPr>
            <p:nvPr/>
          </p:nvSpPr>
          <p:spPr bwMode="auto">
            <a:xfrm>
              <a:off x="2154" y="2341"/>
              <a:ext cx="253" cy="327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R</a:t>
              </a:r>
              <a:endParaRPr lang="en-US" altLang="zh-CN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grpSp>
          <p:nvGrpSpPr>
            <p:cNvPr id="11293" name="Group 112"/>
            <p:cNvGrpSpPr>
              <a:grpSpLocks/>
            </p:cNvGrpSpPr>
            <p:nvPr/>
          </p:nvGrpSpPr>
          <p:grpSpPr bwMode="auto">
            <a:xfrm>
              <a:off x="2426" y="2296"/>
              <a:ext cx="238" cy="341"/>
              <a:chOff x="1803" y="2594"/>
              <a:chExt cx="165" cy="238"/>
            </a:xfrm>
          </p:grpSpPr>
          <p:sp>
            <p:nvSpPr>
              <p:cNvPr id="11294" name="Text Box 113"/>
              <p:cNvSpPr txBox="1">
                <a:spLocks noChangeArrowheads="1"/>
              </p:cNvSpPr>
              <p:nvPr/>
            </p:nvSpPr>
            <p:spPr bwMode="auto">
              <a:xfrm>
                <a:off x="1803" y="2594"/>
                <a:ext cx="123" cy="228"/>
              </a:xfrm>
              <a:prstGeom prst="rect">
                <a:avLst/>
              </a:prstGeom>
              <a:noFill/>
              <a:ln w="28575">
                <a:noFill/>
                <a:miter lim="800000"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altLang="zh-CN" b="0" i="1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rPr>
                  <a:t>i</a:t>
                </a:r>
                <a:endPara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endParaRPr>
              </a:p>
            </p:txBody>
          </p:sp>
          <p:sp>
            <p:nvSpPr>
              <p:cNvPr id="11295" name="Line 114"/>
              <p:cNvSpPr>
                <a:spLocks noChangeShapeType="1"/>
              </p:cNvSpPr>
              <p:nvPr/>
            </p:nvSpPr>
            <p:spPr bwMode="auto">
              <a:xfrm>
                <a:off x="1824" y="2832"/>
                <a:ext cx="144" cy="0"/>
              </a:xfrm>
              <a:prstGeom prst="line">
                <a:avLst/>
              </a:prstGeom>
              <a:noFill/>
              <a:ln w="28575">
                <a:solidFill>
                  <a:srgbClr val="00FFFF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1296" name="Line 115"/>
            <p:cNvSpPr>
              <a:spLocks noChangeShapeType="1"/>
            </p:cNvSpPr>
            <p:nvPr/>
          </p:nvSpPr>
          <p:spPr bwMode="auto">
            <a:xfrm flipH="1">
              <a:off x="1546" y="2705"/>
              <a:ext cx="348" cy="137"/>
            </a:xfrm>
            <a:prstGeom prst="line">
              <a:avLst/>
            </a:prstGeom>
            <a:noFill/>
            <a:ln w="38100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297" name="Line 116"/>
            <p:cNvSpPr>
              <a:spLocks noChangeShapeType="1"/>
            </p:cNvSpPr>
            <p:nvPr/>
          </p:nvSpPr>
          <p:spPr bwMode="auto">
            <a:xfrm>
              <a:off x="1754" y="2774"/>
              <a:ext cx="0" cy="755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 type="oval" w="med" len="med"/>
              <a:tailEnd type="oval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298" name="Line 117"/>
            <p:cNvSpPr>
              <a:spLocks noChangeShapeType="1"/>
            </p:cNvSpPr>
            <p:nvPr/>
          </p:nvSpPr>
          <p:spPr bwMode="auto">
            <a:xfrm flipH="1" flipV="1">
              <a:off x="1616" y="2842"/>
              <a:ext cx="70" cy="207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299" name="Text Box 118"/>
            <p:cNvSpPr txBox="1">
              <a:spLocks noChangeArrowheads="1"/>
            </p:cNvSpPr>
            <p:nvPr/>
          </p:nvSpPr>
          <p:spPr bwMode="auto">
            <a:xfrm>
              <a:off x="1319" y="2397"/>
              <a:ext cx="736" cy="327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en-US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 </a:t>
              </a:r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(</a:t>
              </a:r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t </a:t>
              </a:r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= 0)</a:t>
              </a:r>
            </a:p>
          </p:txBody>
        </p:sp>
        <p:sp>
          <p:nvSpPr>
            <p:cNvPr id="11300" name="Text Box 119"/>
            <p:cNvSpPr txBox="1">
              <a:spLocks noChangeArrowheads="1"/>
            </p:cNvSpPr>
            <p:nvPr/>
          </p:nvSpPr>
          <p:spPr bwMode="auto">
            <a:xfrm>
              <a:off x="884" y="2658"/>
              <a:ext cx="363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>
                  <a:solidFill>
                    <a:schemeClr val="bg1"/>
                  </a:solidFill>
                  <a:latin typeface="Times New Roman" pitchFamily="18" charset="0"/>
                  <a:ea typeface="仿宋_GB2312" pitchFamily="49" charset="-122"/>
                </a:rPr>
                <a:t>+</a:t>
              </a:r>
            </a:p>
          </p:txBody>
        </p:sp>
        <p:sp>
          <p:nvSpPr>
            <p:cNvPr id="11301" name="Text Box 120"/>
            <p:cNvSpPr txBox="1">
              <a:spLocks noChangeArrowheads="1"/>
            </p:cNvSpPr>
            <p:nvPr/>
          </p:nvSpPr>
          <p:spPr bwMode="auto">
            <a:xfrm>
              <a:off x="884" y="3294"/>
              <a:ext cx="363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>
                  <a:solidFill>
                    <a:schemeClr val="bg1"/>
                  </a:solidFill>
                  <a:latin typeface="宋体" pitchFamily="2" charset="-122"/>
                  <a:ea typeface="宋体" pitchFamily="2" charset="-122"/>
                </a:rPr>
                <a:t>-</a:t>
              </a:r>
            </a:p>
          </p:txBody>
        </p:sp>
        <p:sp>
          <p:nvSpPr>
            <p:cNvPr id="11302" name="Rectangle 121"/>
            <p:cNvSpPr>
              <a:spLocks noChangeArrowheads="1"/>
            </p:cNvSpPr>
            <p:nvPr/>
          </p:nvSpPr>
          <p:spPr bwMode="auto">
            <a:xfrm>
              <a:off x="2109" y="2658"/>
              <a:ext cx="317" cy="136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</a:gradFill>
            <a:ln w="2857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303" name="Text Box 122"/>
            <p:cNvSpPr txBox="1">
              <a:spLocks noChangeArrowheads="1"/>
            </p:cNvSpPr>
            <p:nvPr/>
          </p:nvSpPr>
          <p:spPr bwMode="auto">
            <a:xfrm>
              <a:off x="2835" y="2931"/>
              <a:ext cx="241" cy="327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L</a:t>
              </a:r>
              <a:endParaRPr lang="en-US" altLang="zh-CN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grpSp>
          <p:nvGrpSpPr>
            <p:cNvPr id="11304" name="Group 123"/>
            <p:cNvGrpSpPr>
              <a:grpSpLocks/>
            </p:cNvGrpSpPr>
            <p:nvPr/>
          </p:nvGrpSpPr>
          <p:grpSpPr bwMode="auto">
            <a:xfrm>
              <a:off x="2699" y="2931"/>
              <a:ext cx="91" cy="363"/>
              <a:chOff x="2744" y="2931"/>
              <a:chExt cx="57" cy="283"/>
            </a:xfrm>
          </p:grpSpPr>
          <p:sp>
            <p:nvSpPr>
              <p:cNvPr id="11305" name="Arc 124"/>
              <p:cNvSpPr>
                <a:spLocks noChangeArrowheads="1"/>
              </p:cNvSpPr>
              <p:nvPr/>
            </p:nvSpPr>
            <p:spPr bwMode="auto">
              <a:xfrm rot="10800000" flipH="1" flipV="1">
                <a:off x="2744" y="2931"/>
                <a:ext cx="57" cy="91"/>
              </a:xfrm>
              <a:custGeom>
                <a:avLst/>
                <a:gdLst/>
                <a:ahLst/>
                <a:cxnLst>
                  <a:cxn ang="0">
                    <a:pos x="1123" y="0"/>
                  </a:cxn>
                  <a:cxn ang="0">
                    <a:pos x="22723" y="21600"/>
                  </a:cxn>
                  <a:cxn ang="0">
                    <a:pos x="1123" y="43200"/>
                  </a:cxn>
                  <a:cxn ang="0">
                    <a:pos x="0" y="43170"/>
                  </a:cxn>
                  <a:cxn ang="0">
                    <a:pos x="1123" y="0"/>
                  </a:cxn>
                  <a:cxn ang="0">
                    <a:pos x="22723" y="21600"/>
                  </a:cxn>
                  <a:cxn ang="0">
                    <a:pos x="1123" y="43200"/>
                  </a:cxn>
                  <a:cxn ang="0">
                    <a:pos x="0" y="43170"/>
                  </a:cxn>
                  <a:cxn ang="0">
                    <a:pos x="1123" y="21600"/>
                  </a:cxn>
                  <a:cxn ang="0">
                    <a:pos x="1123" y="0"/>
                  </a:cxn>
                </a:cxnLst>
                <a:rect l="0" t="0" r="r" b="b"/>
                <a:pathLst>
                  <a:path w="22723" h="43200" fill="none">
                    <a:moveTo>
                      <a:pt x="1123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>
                    <a:moveTo>
                      <a:pt x="1123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lnTo>
                      <a:pt x="1123" y="0"/>
                    </a:lnTo>
                    <a:close/>
                  </a:path>
                </a:pathLst>
              </a:custGeom>
              <a:noFill/>
              <a:ln w="38100">
                <a:solidFill>
                  <a:srgbClr val="FF99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306" name="Arc 125"/>
              <p:cNvSpPr>
                <a:spLocks noChangeArrowheads="1"/>
              </p:cNvSpPr>
              <p:nvPr/>
            </p:nvSpPr>
            <p:spPr bwMode="auto">
              <a:xfrm rot="10800000" flipH="1" flipV="1">
                <a:off x="2744" y="3027"/>
                <a:ext cx="57" cy="91"/>
              </a:xfrm>
              <a:custGeom>
                <a:avLst/>
                <a:gdLst/>
                <a:ahLst/>
                <a:cxnLst>
                  <a:cxn ang="0">
                    <a:pos x="1123" y="0"/>
                  </a:cxn>
                  <a:cxn ang="0">
                    <a:pos x="22723" y="21600"/>
                  </a:cxn>
                  <a:cxn ang="0">
                    <a:pos x="1123" y="43200"/>
                  </a:cxn>
                  <a:cxn ang="0">
                    <a:pos x="0" y="43170"/>
                  </a:cxn>
                  <a:cxn ang="0">
                    <a:pos x="1123" y="0"/>
                  </a:cxn>
                  <a:cxn ang="0">
                    <a:pos x="22723" y="21600"/>
                  </a:cxn>
                  <a:cxn ang="0">
                    <a:pos x="1123" y="43200"/>
                  </a:cxn>
                  <a:cxn ang="0">
                    <a:pos x="0" y="43170"/>
                  </a:cxn>
                  <a:cxn ang="0">
                    <a:pos x="1123" y="21600"/>
                  </a:cxn>
                  <a:cxn ang="0">
                    <a:pos x="1123" y="0"/>
                  </a:cxn>
                </a:cxnLst>
                <a:rect l="0" t="0" r="r" b="b"/>
                <a:pathLst>
                  <a:path w="22723" h="43200" fill="none">
                    <a:moveTo>
                      <a:pt x="1123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>
                    <a:moveTo>
                      <a:pt x="1123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lnTo>
                      <a:pt x="1123" y="0"/>
                    </a:lnTo>
                    <a:close/>
                  </a:path>
                </a:pathLst>
              </a:custGeom>
              <a:noFill/>
              <a:ln w="38100">
                <a:solidFill>
                  <a:srgbClr val="FF99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307" name="Arc 126"/>
              <p:cNvSpPr>
                <a:spLocks noChangeArrowheads="1"/>
              </p:cNvSpPr>
              <p:nvPr/>
            </p:nvSpPr>
            <p:spPr bwMode="auto">
              <a:xfrm rot="10800000" flipH="1" flipV="1">
                <a:off x="2744" y="3123"/>
                <a:ext cx="57" cy="91"/>
              </a:xfrm>
              <a:custGeom>
                <a:avLst/>
                <a:gdLst/>
                <a:ahLst/>
                <a:cxnLst>
                  <a:cxn ang="0">
                    <a:pos x="1123" y="0"/>
                  </a:cxn>
                  <a:cxn ang="0">
                    <a:pos x="22723" y="21600"/>
                  </a:cxn>
                  <a:cxn ang="0">
                    <a:pos x="1123" y="43200"/>
                  </a:cxn>
                  <a:cxn ang="0">
                    <a:pos x="0" y="43170"/>
                  </a:cxn>
                  <a:cxn ang="0">
                    <a:pos x="1123" y="0"/>
                  </a:cxn>
                  <a:cxn ang="0">
                    <a:pos x="22723" y="21600"/>
                  </a:cxn>
                  <a:cxn ang="0">
                    <a:pos x="1123" y="43200"/>
                  </a:cxn>
                  <a:cxn ang="0">
                    <a:pos x="0" y="43170"/>
                  </a:cxn>
                  <a:cxn ang="0">
                    <a:pos x="1123" y="21600"/>
                  </a:cxn>
                  <a:cxn ang="0">
                    <a:pos x="1123" y="0"/>
                  </a:cxn>
                </a:cxnLst>
                <a:rect l="0" t="0" r="r" b="b"/>
                <a:pathLst>
                  <a:path w="22723" h="43200" fill="none">
                    <a:moveTo>
                      <a:pt x="1123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>
                    <a:moveTo>
                      <a:pt x="1123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lnTo>
                      <a:pt x="1123" y="0"/>
                    </a:lnTo>
                    <a:close/>
                  </a:path>
                </a:pathLst>
              </a:custGeom>
              <a:noFill/>
              <a:ln w="38100">
                <a:solidFill>
                  <a:srgbClr val="FF99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grpSp>
        <p:nvGrpSpPr>
          <p:cNvPr id="158847" name="Group 127"/>
          <p:cNvGrpSpPr>
            <a:grpSpLocks/>
          </p:cNvGrpSpPr>
          <p:nvPr/>
        </p:nvGrpSpPr>
        <p:grpSpPr bwMode="auto">
          <a:xfrm>
            <a:off x="4787900" y="981075"/>
            <a:ext cx="3240088" cy="2103438"/>
            <a:chOff x="431" y="2069"/>
            <a:chExt cx="2041" cy="1325"/>
          </a:xfrm>
        </p:grpSpPr>
        <p:sp>
          <p:nvSpPr>
            <p:cNvPr id="11309" name="Text Box 128"/>
            <p:cNvSpPr txBox="1">
              <a:spLocks noChangeArrowheads="1"/>
            </p:cNvSpPr>
            <p:nvPr/>
          </p:nvSpPr>
          <p:spPr bwMode="auto">
            <a:xfrm>
              <a:off x="1020" y="2114"/>
              <a:ext cx="825" cy="327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en-US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 </a:t>
              </a:r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(</a:t>
              </a:r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t →</a:t>
              </a:r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  <a:sym typeface="Symbol" pitchFamily="18" charset="2"/>
                </a:rPr>
                <a:t></a:t>
              </a:r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)</a:t>
              </a:r>
            </a:p>
          </p:txBody>
        </p:sp>
        <p:sp>
          <p:nvSpPr>
            <p:cNvPr id="11310" name="Oval 129"/>
            <p:cNvSpPr>
              <a:spLocks noChangeArrowheads="1"/>
            </p:cNvSpPr>
            <p:nvPr/>
          </p:nvSpPr>
          <p:spPr bwMode="auto">
            <a:xfrm>
              <a:off x="749" y="2704"/>
              <a:ext cx="363" cy="363"/>
            </a:xfrm>
            <a:prstGeom prst="ellipse">
              <a:avLst/>
            </a:prstGeom>
            <a:gradFill rotWithShape="1">
              <a:gsLst>
                <a:gs pos="0">
                  <a:srgbClr val="0099FF"/>
                </a:gs>
                <a:gs pos="100000">
                  <a:srgbClr val="004776"/>
                </a:gs>
              </a:gsLst>
              <a:path path="shape">
                <a:fillToRect l="50000" t="50000" r="50000" b="50000"/>
              </a:path>
            </a:gradFill>
            <a:ln w="38100">
              <a:solidFill>
                <a:srgbClr val="FF99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endParaRPr lang="zh-CN" altLang="zh-CN" sz="2400" b="0">
                <a:ea typeface="仿宋_GB2312" pitchFamily="49" charset="-122"/>
              </a:endParaRPr>
            </a:p>
          </p:txBody>
        </p:sp>
        <p:grpSp>
          <p:nvGrpSpPr>
            <p:cNvPr id="11311" name="Group 130"/>
            <p:cNvGrpSpPr>
              <a:grpSpLocks/>
            </p:cNvGrpSpPr>
            <p:nvPr/>
          </p:nvGrpSpPr>
          <p:grpSpPr bwMode="auto">
            <a:xfrm>
              <a:off x="1928" y="2431"/>
              <a:ext cx="367" cy="877"/>
              <a:chOff x="1576" y="1278"/>
              <a:chExt cx="253" cy="612"/>
            </a:xfrm>
          </p:grpSpPr>
          <p:grpSp>
            <p:nvGrpSpPr>
              <p:cNvPr id="11312" name="Group 131"/>
              <p:cNvGrpSpPr>
                <a:grpSpLocks/>
              </p:cNvGrpSpPr>
              <p:nvPr/>
            </p:nvGrpSpPr>
            <p:grpSpPr bwMode="auto">
              <a:xfrm>
                <a:off x="1658" y="1278"/>
                <a:ext cx="171" cy="612"/>
                <a:chOff x="1658" y="1278"/>
                <a:chExt cx="171" cy="612"/>
              </a:xfrm>
            </p:grpSpPr>
            <p:sp>
              <p:nvSpPr>
                <p:cNvPr id="11313" name="Text Box 132"/>
                <p:cNvSpPr txBox="1">
                  <a:spLocks noChangeArrowheads="1"/>
                </p:cNvSpPr>
                <p:nvPr/>
              </p:nvSpPr>
              <p:spPr bwMode="auto">
                <a:xfrm>
                  <a:off x="1661" y="1278"/>
                  <a:ext cx="168" cy="228"/>
                </a:xfrm>
                <a:prstGeom prst="rect">
                  <a:avLst/>
                </a:prstGeom>
                <a:noFill/>
                <a:ln w="28575">
                  <a:noFill/>
                  <a:miter lim="800000"/>
                  <a:headEnd/>
                  <a:tailEnd/>
                </a:ln>
              </p:spPr>
              <p:txBody>
                <a:bodyPr wrap="none" anchor="ctr">
                  <a:spAutoFit/>
                </a:bodyPr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altLang="zh-CN" b="0">
                      <a:solidFill>
                        <a:schemeClr val="bg1"/>
                      </a:solidFill>
                      <a:latin typeface="Times New Roman" pitchFamily="18" charset="0"/>
                      <a:ea typeface="宋体" pitchFamily="2" charset="-122"/>
                    </a:rPr>
                    <a:t>+</a:t>
                  </a:r>
                </a:p>
              </p:txBody>
            </p:sp>
            <p:sp>
              <p:nvSpPr>
                <p:cNvPr id="11314" name="Text Box 133"/>
                <p:cNvSpPr txBox="1">
                  <a:spLocks noChangeArrowheads="1"/>
                </p:cNvSpPr>
                <p:nvPr/>
              </p:nvSpPr>
              <p:spPr bwMode="auto">
                <a:xfrm>
                  <a:off x="1658" y="1662"/>
                  <a:ext cx="157" cy="228"/>
                </a:xfrm>
                <a:prstGeom prst="rect">
                  <a:avLst/>
                </a:prstGeom>
                <a:noFill/>
                <a:ln w="28575">
                  <a:noFill/>
                  <a:miter lim="800000"/>
                  <a:headEnd/>
                  <a:tailEnd/>
                </a:ln>
              </p:spPr>
              <p:txBody>
                <a:bodyPr wrap="none" anchor="ctr">
                  <a:spAutoFit/>
                </a:bodyPr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altLang="zh-CN" b="0">
                      <a:solidFill>
                        <a:schemeClr val="bg1"/>
                      </a:solidFill>
                      <a:latin typeface="Times New Roman" pitchFamily="18" charset="0"/>
                      <a:ea typeface="宋体" pitchFamily="2" charset="-122"/>
                    </a:rPr>
                    <a:t>–</a:t>
                  </a:r>
                </a:p>
              </p:txBody>
            </p:sp>
          </p:grpSp>
          <p:sp>
            <p:nvSpPr>
              <p:cNvPr id="11315" name="Text Box 134"/>
              <p:cNvSpPr txBox="1">
                <a:spLocks noChangeArrowheads="1"/>
              </p:cNvSpPr>
              <p:nvPr/>
            </p:nvSpPr>
            <p:spPr bwMode="auto">
              <a:xfrm>
                <a:off x="1576" y="1459"/>
                <a:ext cx="250" cy="229"/>
              </a:xfrm>
              <a:prstGeom prst="rect">
                <a:avLst/>
              </a:prstGeom>
              <a:noFill/>
              <a:ln w="28575">
                <a:noFill/>
                <a:miter lim="800000"/>
                <a:headEnd/>
                <a:tailEnd/>
              </a:ln>
            </p:spPr>
            <p:txBody>
              <a:bodyPr anchor="ctr"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altLang="zh-CN" b="0" i="1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rPr>
                  <a:t>u</a:t>
                </a:r>
                <a:r>
                  <a:rPr lang="en-US" altLang="zh-CN" b="0" baseline="-250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rPr>
                  <a:t>L</a:t>
                </a:r>
                <a:endPara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endParaRPr>
              </a:p>
            </p:txBody>
          </p:sp>
        </p:grpSp>
        <p:sp>
          <p:nvSpPr>
            <p:cNvPr id="11316" name="Text Box 135"/>
            <p:cNvSpPr txBox="1">
              <a:spLocks noChangeArrowheads="1"/>
            </p:cNvSpPr>
            <p:nvPr/>
          </p:nvSpPr>
          <p:spPr bwMode="auto">
            <a:xfrm>
              <a:off x="431" y="2749"/>
              <a:ext cx="337" cy="327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U</a:t>
              </a:r>
              <a:r>
                <a:rPr lang="en-US" altLang="zh-CN" b="0" i="1" baseline="-2500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s</a:t>
              </a:r>
              <a:endParaRPr lang="en-US" altLang="zh-CN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11317" name="Line 136"/>
            <p:cNvSpPr>
              <a:spLocks noChangeShapeType="1"/>
            </p:cNvSpPr>
            <p:nvPr/>
          </p:nvSpPr>
          <p:spPr bwMode="auto">
            <a:xfrm>
              <a:off x="933" y="2477"/>
              <a:ext cx="1448" cy="0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18" name="Line 137"/>
            <p:cNvSpPr>
              <a:spLocks noChangeShapeType="1"/>
            </p:cNvSpPr>
            <p:nvPr/>
          </p:nvSpPr>
          <p:spPr bwMode="auto">
            <a:xfrm>
              <a:off x="933" y="3301"/>
              <a:ext cx="1456" cy="0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19" name="Line 138"/>
            <p:cNvSpPr>
              <a:spLocks noChangeShapeType="1"/>
            </p:cNvSpPr>
            <p:nvPr/>
          </p:nvSpPr>
          <p:spPr bwMode="auto">
            <a:xfrm flipH="1">
              <a:off x="930" y="2477"/>
              <a:ext cx="3" cy="816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20" name="Line 139"/>
            <p:cNvSpPr>
              <a:spLocks noChangeShapeType="1"/>
            </p:cNvSpPr>
            <p:nvPr/>
          </p:nvSpPr>
          <p:spPr bwMode="auto">
            <a:xfrm flipH="1">
              <a:off x="2381" y="2477"/>
              <a:ext cx="8" cy="182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21" name="Line 140"/>
            <p:cNvSpPr>
              <a:spLocks noChangeShapeType="1"/>
            </p:cNvSpPr>
            <p:nvPr/>
          </p:nvSpPr>
          <p:spPr bwMode="auto">
            <a:xfrm flipH="1" flipV="1">
              <a:off x="2381" y="3022"/>
              <a:ext cx="0" cy="272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22" name="Text Box 141"/>
            <p:cNvSpPr txBox="1">
              <a:spLocks noChangeArrowheads="1"/>
            </p:cNvSpPr>
            <p:nvPr/>
          </p:nvSpPr>
          <p:spPr bwMode="auto">
            <a:xfrm>
              <a:off x="1837" y="2114"/>
              <a:ext cx="253" cy="327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R</a:t>
              </a:r>
              <a:endParaRPr lang="en-US" altLang="zh-CN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grpSp>
          <p:nvGrpSpPr>
            <p:cNvPr id="11323" name="Group 142"/>
            <p:cNvGrpSpPr>
              <a:grpSpLocks/>
            </p:cNvGrpSpPr>
            <p:nvPr/>
          </p:nvGrpSpPr>
          <p:grpSpPr bwMode="auto">
            <a:xfrm>
              <a:off x="2109" y="2069"/>
              <a:ext cx="238" cy="341"/>
              <a:chOff x="1803" y="2594"/>
              <a:chExt cx="165" cy="238"/>
            </a:xfrm>
          </p:grpSpPr>
          <p:sp>
            <p:nvSpPr>
              <p:cNvPr id="11324" name="Text Box 143"/>
              <p:cNvSpPr txBox="1">
                <a:spLocks noChangeArrowheads="1"/>
              </p:cNvSpPr>
              <p:nvPr/>
            </p:nvSpPr>
            <p:spPr bwMode="auto">
              <a:xfrm>
                <a:off x="1803" y="2594"/>
                <a:ext cx="123" cy="228"/>
              </a:xfrm>
              <a:prstGeom prst="rect">
                <a:avLst/>
              </a:prstGeom>
              <a:noFill/>
              <a:ln w="28575">
                <a:noFill/>
                <a:miter lim="800000"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altLang="zh-CN" b="0" i="1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rPr>
                  <a:t>i</a:t>
                </a:r>
                <a:endPara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endParaRPr>
              </a:p>
            </p:txBody>
          </p:sp>
          <p:sp>
            <p:nvSpPr>
              <p:cNvPr id="11325" name="Line 144"/>
              <p:cNvSpPr>
                <a:spLocks noChangeShapeType="1"/>
              </p:cNvSpPr>
              <p:nvPr/>
            </p:nvSpPr>
            <p:spPr bwMode="auto">
              <a:xfrm>
                <a:off x="1824" y="2832"/>
                <a:ext cx="144" cy="0"/>
              </a:xfrm>
              <a:prstGeom prst="line">
                <a:avLst/>
              </a:prstGeom>
              <a:noFill/>
              <a:ln w="28575">
                <a:solidFill>
                  <a:srgbClr val="00FFFF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1326" name="Text Box 145"/>
            <p:cNvSpPr txBox="1">
              <a:spLocks noChangeArrowheads="1"/>
            </p:cNvSpPr>
            <p:nvPr/>
          </p:nvSpPr>
          <p:spPr bwMode="auto">
            <a:xfrm>
              <a:off x="567" y="2431"/>
              <a:ext cx="363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>
                  <a:solidFill>
                    <a:schemeClr val="bg1"/>
                  </a:solidFill>
                  <a:latin typeface="Times New Roman" pitchFamily="18" charset="0"/>
                  <a:ea typeface="仿宋_GB2312" pitchFamily="49" charset="-122"/>
                </a:rPr>
                <a:t>+</a:t>
              </a:r>
            </a:p>
          </p:txBody>
        </p:sp>
        <p:sp>
          <p:nvSpPr>
            <p:cNvPr id="11327" name="Text Box 146"/>
            <p:cNvSpPr txBox="1">
              <a:spLocks noChangeArrowheads="1"/>
            </p:cNvSpPr>
            <p:nvPr/>
          </p:nvSpPr>
          <p:spPr bwMode="auto">
            <a:xfrm>
              <a:off x="567" y="3067"/>
              <a:ext cx="363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>
                  <a:solidFill>
                    <a:schemeClr val="bg1"/>
                  </a:solidFill>
                  <a:latin typeface="宋体" pitchFamily="2" charset="-122"/>
                  <a:ea typeface="宋体" pitchFamily="2" charset="-122"/>
                </a:rPr>
                <a:t>-</a:t>
              </a:r>
            </a:p>
          </p:txBody>
        </p:sp>
        <p:sp>
          <p:nvSpPr>
            <p:cNvPr id="11328" name="Rectangle 147"/>
            <p:cNvSpPr>
              <a:spLocks noChangeArrowheads="1"/>
            </p:cNvSpPr>
            <p:nvPr/>
          </p:nvSpPr>
          <p:spPr bwMode="auto">
            <a:xfrm>
              <a:off x="1792" y="2431"/>
              <a:ext cx="317" cy="136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</a:gradFill>
            <a:ln w="2857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11329" name="Group 148"/>
            <p:cNvGrpSpPr>
              <a:grpSpLocks/>
            </p:cNvGrpSpPr>
            <p:nvPr/>
          </p:nvGrpSpPr>
          <p:grpSpPr bwMode="auto">
            <a:xfrm>
              <a:off x="2381" y="2659"/>
              <a:ext cx="91" cy="363"/>
              <a:chOff x="2744" y="2931"/>
              <a:chExt cx="57" cy="283"/>
            </a:xfrm>
          </p:grpSpPr>
          <p:sp>
            <p:nvSpPr>
              <p:cNvPr id="11330" name="Arc 149"/>
              <p:cNvSpPr>
                <a:spLocks noChangeArrowheads="1"/>
              </p:cNvSpPr>
              <p:nvPr/>
            </p:nvSpPr>
            <p:spPr bwMode="auto">
              <a:xfrm rot="10800000" flipH="1" flipV="1">
                <a:off x="2744" y="2931"/>
                <a:ext cx="57" cy="91"/>
              </a:xfrm>
              <a:custGeom>
                <a:avLst/>
                <a:gdLst/>
                <a:ahLst/>
                <a:cxnLst>
                  <a:cxn ang="0">
                    <a:pos x="1123" y="0"/>
                  </a:cxn>
                  <a:cxn ang="0">
                    <a:pos x="22723" y="21600"/>
                  </a:cxn>
                  <a:cxn ang="0">
                    <a:pos x="1123" y="43200"/>
                  </a:cxn>
                  <a:cxn ang="0">
                    <a:pos x="0" y="43170"/>
                  </a:cxn>
                  <a:cxn ang="0">
                    <a:pos x="1123" y="0"/>
                  </a:cxn>
                  <a:cxn ang="0">
                    <a:pos x="22723" y="21600"/>
                  </a:cxn>
                  <a:cxn ang="0">
                    <a:pos x="1123" y="43200"/>
                  </a:cxn>
                  <a:cxn ang="0">
                    <a:pos x="0" y="43170"/>
                  </a:cxn>
                  <a:cxn ang="0">
                    <a:pos x="1123" y="21600"/>
                  </a:cxn>
                  <a:cxn ang="0">
                    <a:pos x="1123" y="0"/>
                  </a:cxn>
                </a:cxnLst>
                <a:rect l="0" t="0" r="r" b="b"/>
                <a:pathLst>
                  <a:path w="22723" h="43200" fill="none">
                    <a:moveTo>
                      <a:pt x="1123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>
                    <a:moveTo>
                      <a:pt x="1123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lnTo>
                      <a:pt x="1123" y="0"/>
                    </a:lnTo>
                    <a:close/>
                  </a:path>
                </a:pathLst>
              </a:custGeom>
              <a:noFill/>
              <a:ln w="38100">
                <a:solidFill>
                  <a:srgbClr val="FF99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331" name="Arc 150"/>
              <p:cNvSpPr>
                <a:spLocks noChangeArrowheads="1"/>
              </p:cNvSpPr>
              <p:nvPr/>
            </p:nvSpPr>
            <p:spPr bwMode="auto">
              <a:xfrm rot="10800000" flipH="1" flipV="1">
                <a:off x="2744" y="3027"/>
                <a:ext cx="57" cy="91"/>
              </a:xfrm>
              <a:custGeom>
                <a:avLst/>
                <a:gdLst/>
                <a:ahLst/>
                <a:cxnLst>
                  <a:cxn ang="0">
                    <a:pos x="1123" y="0"/>
                  </a:cxn>
                  <a:cxn ang="0">
                    <a:pos x="22723" y="21600"/>
                  </a:cxn>
                  <a:cxn ang="0">
                    <a:pos x="1123" y="43200"/>
                  </a:cxn>
                  <a:cxn ang="0">
                    <a:pos x="0" y="43170"/>
                  </a:cxn>
                  <a:cxn ang="0">
                    <a:pos x="1123" y="0"/>
                  </a:cxn>
                  <a:cxn ang="0">
                    <a:pos x="22723" y="21600"/>
                  </a:cxn>
                  <a:cxn ang="0">
                    <a:pos x="1123" y="43200"/>
                  </a:cxn>
                  <a:cxn ang="0">
                    <a:pos x="0" y="43170"/>
                  </a:cxn>
                  <a:cxn ang="0">
                    <a:pos x="1123" y="21600"/>
                  </a:cxn>
                  <a:cxn ang="0">
                    <a:pos x="1123" y="0"/>
                  </a:cxn>
                </a:cxnLst>
                <a:rect l="0" t="0" r="r" b="b"/>
                <a:pathLst>
                  <a:path w="22723" h="43200" fill="none">
                    <a:moveTo>
                      <a:pt x="1123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>
                    <a:moveTo>
                      <a:pt x="1123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lnTo>
                      <a:pt x="1123" y="0"/>
                    </a:lnTo>
                    <a:close/>
                  </a:path>
                </a:pathLst>
              </a:custGeom>
              <a:noFill/>
              <a:ln w="38100">
                <a:solidFill>
                  <a:srgbClr val="FF99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332" name="Arc 151"/>
              <p:cNvSpPr>
                <a:spLocks noChangeArrowheads="1"/>
              </p:cNvSpPr>
              <p:nvPr/>
            </p:nvSpPr>
            <p:spPr bwMode="auto">
              <a:xfrm rot="10800000" flipH="1" flipV="1">
                <a:off x="2744" y="3123"/>
                <a:ext cx="57" cy="91"/>
              </a:xfrm>
              <a:custGeom>
                <a:avLst/>
                <a:gdLst/>
                <a:ahLst/>
                <a:cxnLst>
                  <a:cxn ang="0">
                    <a:pos x="1123" y="0"/>
                  </a:cxn>
                  <a:cxn ang="0">
                    <a:pos x="22723" y="21600"/>
                  </a:cxn>
                  <a:cxn ang="0">
                    <a:pos x="1123" y="43200"/>
                  </a:cxn>
                  <a:cxn ang="0">
                    <a:pos x="0" y="43170"/>
                  </a:cxn>
                  <a:cxn ang="0">
                    <a:pos x="1123" y="0"/>
                  </a:cxn>
                  <a:cxn ang="0">
                    <a:pos x="22723" y="21600"/>
                  </a:cxn>
                  <a:cxn ang="0">
                    <a:pos x="1123" y="43200"/>
                  </a:cxn>
                  <a:cxn ang="0">
                    <a:pos x="0" y="43170"/>
                  </a:cxn>
                  <a:cxn ang="0">
                    <a:pos x="1123" y="21600"/>
                  </a:cxn>
                  <a:cxn ang="0">
                    <a:pos x="1123" y="0"/>
                  </a:cxn>
                </a:cxnLst>
                <a:rect l="0" t="0" r="r" b="b"/>
                <a:pathLst>
                  <a:path w="22723" h="43200" fill="none">
                    <a:moveTo>
                      <a:pt x="1123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>
                    <a:moveTo>
                      <a:pt x="1123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lnTo>
                      <a:pt x="1123" y="0"/>
                    </a:lnTo>
                    <a:close/>
                  </a:path>
                </a:pathLst>
              </a:custGeom>
              <a:noFill/>
              <a:ln w="38100">
                <a:solidFill>
                  <a:srgbClr val="FF99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sp>
        <p:nvSpPr>
          <p:cNvPr id="158904" name="Text Box 184"/>
          <p:cNvSpPr txBox="1">
            <a:spLocks noChangeArrowheads="1"/>
          </p:cNvSpPr>
          <p:nvPr/>
        </p:nvSpPr>
        <p:spPr bwMode="auto">
          <a:xfrm>
            <a:off x="719138" y="5635625"/>
            <a:ext cx="27368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98000" rIns="198000" anchor="ctr">
            <a:spAutoFit/>
          </a:bodyPr>
          <a:lstStyle/>
          <a:p>
            <a:r>
              <a:rPr lang="zh-CN" altLang="en-US" sz="2400">
                <a:latin typeface="Times New Roman" pitchFamily="18" charset="0"/>
              </a:rPr>
              <a:t>前一个稳定状态</a:t>
            </a:r>
          </a:p>
        </p:txBody>
      </p:sp>
      <p:sp>
        <p:nvSpPr>
          <p:cNvPr id="158905" name="Text Box 185"/>
          <p:cNvSpPr txBox="1">
            <a:spLocks noChangeArrowheads="1"/>
          </p:cNvSpPr>
          <p:nvPr/>
        </p:nvSpPr>
        <p:spPr bwMode="auto">
          <a:xfrm>
            <a:off x="3311525" y="5661025"/>
            <a:ext cx="172878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98000" rIns="198000" anchor="ctr">
            <a:spAutoFit/>
          </a:bodyPr>
          <a:lstStyle/>
          <a:p>
            <a:r>
              <a:rPr lang="zh-CN" altLang="en-US" sz="2400">
                <a:latin typeface="Times New Roman" pitchFamily="18" charset="0"/>
              </a:rPr>
              <a:t>过渡状态</a:t>
            </a:r>
          </a:p>
        </p:txBody>
      </p:sp>
      <p:sp>
        <p:nvSpPr>
          <p:cNvPr id="158906" name="Text Box 186"/>
          <p:cNvSpPr txBox="1">
            <a:spLocks noChangeArrowheads="1"/>
          </p:cNvSpPr>
          <p:nvPr/>
        </p:nvSpPr>
        <p:spPr bwMode="auto">
          <a:xfrm>
            <a:off x="6048375" y="3789363"/>
            <a:ext cx="259238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98000" rIns="198000" anchor="ctr">
            <a:spAutoFit/>
          </a:bodyPr>
          <a:lstStyle/>
          <a:p>
            <a:r>
              <a:rPr lang="zh-CN" altLang="en-US" sz="2400">
                <a:latin typeface="Times New Roman" pitchFamily="18" charset="0"/>
              </a:rPr>
              <a:t>新的稳定状态</a:t>
            </a:r>
          </a:p>
        </p:txBody>
      </p:sp>
      <p:grpSp>
        <p:nvGrpSpPr>
          <p:cNvPr id="158907" name="Group 187"/>
          <p:cNvGrpSpPr>
            <a:grpSpLocks/>
          </p:cNvGrpSpPr>
          <p:nvPr/>
        </p:nvGrpSpPr>
        <p:grpSpPr bwMode="auto">
          <a:xfrm>
            <a:off x="4392613" y="3716338"/>
            <a:ext cx="403225" cy="1968500"/>
            <a:chOff x="3714" y="336"/>
            <a:chExt cx="254" cy="1106"/>
          </a:xfrm>
        </p:grpSpPr>
        <p:sp>
          <p:nvSpPr>
            <p:cNvPr id="11337" name="Text Box 188"/>
            <p:cNvSpPr txBox="1">
              <a:spLocks noChangeArrowheads="1"/>
            </p:cNvSpPr>
            <p:nvPr/>
          </p:nvSpPr>
          <p:spPr bwMode="auto">
            <a:xfrm>
              <a:off x="3714" y="1150"/>
              <a:ext cx="254" cy="292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t</a:t>
              </a:r>
              <a:r>
                <a:rPr lang="en-US" altLang="zh-CN" b="0" baseline="-2500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1</a:t>
              </a:r>
              <a:endParaRPr lang="en-US" altLang="zh-CN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11338" name="Line 189"/>
            <p:cNvSpPr>
              <a:spLocks noChangeShapeType="1"/>
            </p:cNvSpPr>
            <p:nvPr/>
          </p:nvSpPr>
          <p:spPr bwMode="auto">
            <a:xfrm>
              <a:off x="3840" y="336"/>
              <a:ext cx="0" cy="912"/>
            </a:xfrm>
            <a:prstGeom prst="line">
              <a:avLst/>
            </a:prstGeom>
            <a:noFill/>
            <a:ln w="28575">
              <a:solidFill>
                <a:srgbClr val="00FF00"/>
              </a:solidFill>
              <a:prstDash val="dash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58910" name="Group 190"/>
          <p:cNvGrpSpPr>
            <a:grpSpLocks/>
          </p:cNvGrpSpPr>
          <p:nvPr/>
        </p:nvGrpSpPr>
        <p:grpSpPr bwMode="auto">
          <a:xfrm>
            <a:off x="4608513" y="3441700"/>
            <a:ext cx="1447800" cy="563563"/>
            <a:chOff x="3840" y="221"/>
            <a:chExt cx="912" cy="355"/>
          </a:xfrm>
        </p:grpSpPr>
        <p:sp>
          <p:nvSpPr>
            <p:cNvPr id="11340" name="Line 191"/>
            <p:cNvSpPr>
              <a:spLocks noChangeShapeType="1"/>
            </p:cNvSpPr>
            <p:nvPr/>
          </p:nvSpPr>
          <p:spPr bwMode="auto">
            <a:xfrm>
              <a:off x="3840" y="576"/>
              <a:ext cx="912" cy="0"/>
            </a:xfrm>
            <a:prstGeom prst="line">
              <a:avLst/>
            </a:prstGeom>
            <a:noFill/>
            <a:ln w="28575">
              <a:solidFill>
                <a:srgbClr val="FF00FF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41" name="Text Box 192"/>
            <p:cNvSpPr txBox="1">
              <a:spLocks noChangeArrowheads="1"/>
            </p:cNvSpPr>
            <p:nvPr/>
          </p:nvSpPr>
          <p:spPr bwMode="auto">
            <a:xfrm>
              <a:off x="4059" y="221"/>
              <a:ext cx="562" cy="32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U</a:t>
              </a:r>
              <a:r>
                <a:rPr lang="en-US" altLang="zh-CN" b="0" baseline="-2500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S</a:t>
              </a:r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/</a:t>
              </a:r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R</a:t>
              </a:r>
            </a:p>
          </p:txBody>
        </p:sp>
      </p:grpSp>
      <p:grpSp>
        <p:nvGrpSpPr>
          <p:cNvPr id="158913" name="Group 193"/>
          <p:cNvGrpSpPr>
            <a:grpSpLocks/>
          </p:cNvGrpSpPr>
          <p:nvPr/>
        </p:nvGrpSpPr>
        <p:grpSpPr bwMode="auto">
          <a:xfrm>
            <a:off x="1655763" y="3284538"/>
            <a:ext cx="5105400" cy="2608262"/>
            <a:chOff x="748" y="164"/>
            <a:chExt cx="3216" cy="1643"/>
          </a:xfrm>
        </p:grpSpPr>
        <p:sp>
          <p:nvSpPr>
            <p:cNvPr id="11343" name="Line 194"/>
            <p:cNvSpPr>
              <a:spLocks noChangeShapeType="1"/>
            </p:cNvSpPr>
            <p:nvPr/>
          </p:nvSpPr>
          <p:spPr bwMode="auto">
            <a:xfrm>
              <a:off x="748" y="1480"/>
              <a:ext cx="3085" cy="0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44" name="Line 195"/>
            <p:cNvSpPr>
              <a:spLocks noChangeShapeType="1"/>
            </p:cNvSpPr>
            <p:nvPr/>
          </p:nvSpPr>
          <p:spPr bwMode="auto">
            <a:xfrm flipV="1">
              <a:off x="1655" y="300"/>
              <a:ext cx="19" cy="1379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45" name="Text Box 196"/>
            <p:cNvSpPr txBox="1">
              <a:spLocks noChangeArrowheads="1"/>
            </p:cNvSpPr>
            <p:nvPr/>
          </p:nvSpPr>
          <p:spPr bwMode="auto">
            <a:xfrm>
              <a:off x="1759" y="164"/>
              <a:ext cx="178" cy="327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i</a:t>
              </a:r>
              <a:endParaRPr lang="en-US" altLang="zh-CN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11346" name="Text Box 197"/>
            <p:cNvSpPr txBox="1">
              <a:spLocks noChangeArrowheads="1"/>
            </p:cNvSpPr>
            <p:nvPr/>
          </p:nvSpPr>
          <p:spPr bwMode="auto">
            <a:xfrm>
              <a:off x="3786" y="1420"/>
              <a:ext cx="178" cy="327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t</a:t>
              </a:r>
              <a:endParaRPr lang="en-US" altLang="zh-CN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11347" name="Text Box 198"/>
            <p:cNvSpPr txBox="1">
              <a:spLocks noChangeArrowheads="1"/>
            </p:cNvSpPr>
            <p:nvPr/>
          </p:nvSpPr>
          <p:spPr bwMode="auto">
            <a:xfrm>
              <a:off x="1701" y="1480"/>
              <a:ext cx="228" cy="327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0</a:t>
              </a:r>
            </a:p>
          </p:txBody>
        </p:sp>
      </p:grpSp>
      <p:sp>
        <p:nvSpPr>
          <p:cNvPr id="158919" name="Line 199"/>
          <p:cNvSpPr>
            <a:spLocks noChangeShapeType="1"/>
          </p:cNvSpPr>
          <p:nvPr/>
        </p:nvSpPr>
        <p:spPr bwMode="auto">
          <a:xfrm>
            <a:off x="2016125" y="5373688"/>
            <a:ext cx="1066800" cy="0"/>
          </a:xfrm>
          <a:prstGeom prst="line">
            <a:avLst/>
          </a:prstGeom>
          <a:noFill/>
          <a:ln w="28575">
            <a:solidFill>
              <a:srgbClr val="FF00FF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8920" name="Text Box 200"/>
          <p:cNvSpPr txBox="1">
            <a:spLocks noChangeArrowheads="1"/>
          </p:cNvSpPr>
          <p:nvPr/>
        </p:nvSpPr>
        <p:spPr bwMode="auto">
          <a:xfrm>
            <a:off x="3600450" y="4292600"/>
            <a:ext cx="869950" cy="823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algn="ctr"/>
            <a:r>
              <a:rPr lang="en-US" altLang="zh-CN" sz="4800" b="0">
                <a:latin typeface="Times New Roman" pitchFamily="18" charset="0"/>
                <a:ea typeface="宋体" pitchFamily="2" charset="-122"/>
              </a:rPr>
              <a:t>?</a:t>
            </a:r>
            <a:endParaRPr lang="en-US" altLang="zh-CN" sz="2400" b="0"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158921" name="Freeform 201"/>
          <p:cNvSpPr>
            <a:spLocks noChangeArrowheads="1"/>
          </p:cNvSpPr>
          <p:nvPr/>
        </p:nvSpPr>
        <p:spPr bwMode="auto">
          <a:xfrm>
            <a:off x="3095625" y="4005263"/>
            <a:ext cx="1512888" cy="1344612"/>
          </a:xfrm>
          <a:custGeom>
            <a:avLst/>
            <a:gdLst/>
            <a:ahLst/>
            <a:cxnLst>
              <a:cxn ang="0">
                <a:pos x="0" y="530"/>
              </a:cxn>
              <a:cxn ang="0">
                <a:pos x="94" y="276"/>
              </a:cxn>
              <a:cxn ang="0">
                <a:pos x="220" y="90"/>
              </a:cxn>
              <a:cxn ang="0">
                <a:pos x="409" y="21"/>
              </a:cxn>
              <a:cxn ang="0">
                <a:pos x="582" y="3"/>
              </a:cxn>
              <a:cxn ang="0">
                <a:pos x="663" y="3"/>
              </a:cxn>
            </a:cxnLst>
            <a:rect l="0" t="0" r="r" b="b"/>
            <a:pathLst>
              <a:path w="663" h="530">
                <a:moveTo>
                  <a:pt x="0" y="530"/>
                </a:moveTo>
                <a:cubicBezTo>
                  <a:pt x="16" y="488"/>
                  <a:pt x="57" y="349"/>
                  <a:pt x="94" y="276"/>
                </a:cubicBezTo>
                <a:cubicBezTo>
                  <a:pt x="131" y="203"/>
                  <a:pt x="168" y="132"/>
                  <a:pt x="220" y="90"/>
                </a:cubicBezTo>
                <a:cubicBezTo>
                  <a:pt x="272" y="48"/>
                  <a:pt x="349" y="36"/>
                  <a:pt x="409" y="21"/>
                </a:cubicBezTo>
                <a:cubicBezTo>
                  <a:pt x="469" y="6"/>
                  <a:pt x="540" y="6"/>
                  <a:pt x="582" y="3"/>
                </a:cubicBezTo>
                <a:cubicBezTo>
                  <a:pt x="624" y="0"/>
                  <a:pt x="651" y="3"/>
                  <a:pt x="663" y="3"/>
                </a:cubicBezTo>
              </a:path>
            </a:pathLst>
          </a:custGeom>
          <a:noFill/>
          <a:ln w="28575">
            <a:solidFill>
              <a:srgbClr val="00FFFF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grpSp>
        <p:nvGrpSpPr>
          <p:cNvPr id="158922" name="Group 202"/>
          <p:cNvGrpSpPr>
            <a:grpSpLocks/>
          </p:cNvGrpSpPr>
          <p:nvPr/>
        </p:nvGrpSpPr>
        <p:grpSpPr bwMode="auto">
          <a:xfrm>
            <a:off x="2087563" y="4044950"/>
            <a:ext cx="4400550" cy="1344613"/>
            <a:chOff x="1020" y="1732"/>
            <a:chExt cx="2772" cy="847"/>
          </a:xfrm>
        </p:grpSpPr>
        <p:sp>
          <p:nvSpPr>
            <p:cNvPr id="11352" name="Line 203"/>
            <p:cNvSpPr>
              <a:spLocks noChangeShapeType="1"/>
            </p:cNvSpPr>
            <p:nvPr/>
          </p:nvSpPr>
          <p:spPr bwMode="auto">
            <a:xfrm>
              <a:off x="1020" y="2579"/>
              <a:ext cx="648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53" name="Line 204"/>
            <p:cNvSpPr>
              <a:spLocks noChangeShapeType="1"/>
            </p:cNvSpPr>
            <p:nvPr/>
          </p:nvSpPr>
          <p:spPr bwMode="auto">
            <a:xfrm>
              <a:off x="2880" y="2568"/>
              <a:ext cx="912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54" name="Freeform 205"/>
            <p:cNvSpPr>
              <a:spLocks noChangeArrowheads="1"/>
            </p:cNvSpPr>
            <p:nvPr/>
          </p:nvSpPr>
          <p:spPr bwMode="auto">
            <a:xfrm flipV="1">
              <a:off x="1655" y="1933"/>
              <a:ext cx="1225" cy="635"/>
            </a:xfrm>
            <a:custGeom>
              <a:avLst/>
              <a:gdLst/>
              <a:ahLst/>
              <a:cxnLst>
                <a:cxn ang="0">
                  <a:pos x="0" y="530"/>
                </a:cxn>
                <a:cxn ang="0">
                  <a:pos x="94" y="276"/>
                </a:cxn>
                <a:cxn ang="0">
                  <a:pos x="220" y="90"/>
                </a:cxn>
                <a:cxn ang="0">
                  <a:pos x="409" y="21"/>
                </a:cxn>
                <a:cxn ang="0">
                  <a:pos x="582" y="3"/>
                </a:cxn>
                <a:cxn ang="0">
                  <a:pos x="663" y="3"/>
                </a:cxn>
              </a:cxnLst>
              <a:rect l="0" t="0" r="r" b="b"/>
              <a:pathLst>
                <a:path w="663" h="530">
                  <a:moveTo>
                    <a:pt x="0" y="530"/>
                  </a:moveTo>
                  <a:cubicBezTo>
                    <a:pt x="16" y="488"/>
                    <a:pt x="57" y="349"/>
                    <a:pt x="94" y="276"/>
                  </a:cubicBezTo>
                  <a:cubicBezTo>
                    <a:pt x="131" y="203"/>
                    <a:pt x="168" y="132"/>
                    <a:pt x="220" y="90"/>
                  </a:cubicBezTo>
                  <a:cubicBezTo>
                    <a:pt x="272" y="48"/>
                    <a:pt x="349" y="36"/>
                    <a:pt x="409" y="21"/>
                  </a:cubicBezTo>
                  <a:cubicBezTo>
                    <a:pt x="469" y="6"/>
                    <a:pt x="540" y="6"/>
                    <a:pt x="582" y="3"/>
                  </a:cubicBezTo>
                  <a:cubicBezTo>
                    <a:pt x="624" y="0"/>
                    <a:pt x="651" y="3"/>
                    <a:pt x="663" y="3"/>
                  </a:cubicBez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55" name="Line 206"/>
            <p:cNvSpPr>
              <a:spLocks noChangeShapeType="1"/>
            </p:cNvSpPr>
            <p:nvPr/>
          </p:nvSpPr>
          <p:spPr bwMode="auto">
            <a:xfrm>
              <a:off x="1655" y="1933"/>
              <a:ext cx="0" cy="635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56" name="Line 207"/>
            <p:cNvSpPr>
              <a:spLocks noChangeShapeType="1"/>
            </p:cNvSpPr>
            <p:nvPr/>
          </p:nvSpPr>
          <p:spPr bwMode="auto">
            <a:xfrm flipV="1">
              <a:off x="2109" y="2251"/>
              <a:ext cx="1032" cy="204"/>
            </a:xfrm>
            <a:prstGeom prst="line">
              <a:avLst/>
            </a:prstGeom>
            <a:noFill/>
            <a:ln w="28575">
              <a:solidFill>
                <a:srgbClr val="FFFFFF"/>
              </a:solidFill>
              <a:prstDash val="dash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57" name="Text Box 208"/>
            <p:cNvSpPr txBox="1">
              <a:spLocks noChangeArrowheads="1"/>
            </p:cNvSpPr>
            <p:nvPr/>
          </p:nvSpPr>
          <p:spPr bwMode="auto">
            <a:xfrm>
              <a:off x="3127" y="2024"/>
              <a:ext cx="321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u</a:t>
              </a:r>
              <a:r>
                <a:rPr lang="en-US" altLang="zh-CN" b="0" baseline="-2500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L</a:t>
              </a:r>
              <a:endParaRPr lang="en-US" altLang="zh-CN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graphicFrame>
          <p:nvGraphicFramePr>
            <p:cNvPr id="11358" name="Object 209"/>
            <p:cNvGraphicFramePr>
              <a:graphicFrameLocks noChangeAspect="1"/>
            </p:cNvGraphicFramePr>
            <p:nvPr/>
          </p:nvGraphicFramePr>
          <p:xfrm>
            <a:off x="1096" y="1732"/>
            <a:ext cx="247" cy="277"/>
          </p:xfrm>
          <a:graphic>
            <a:graphicData uri="http://schemas.openxmlformats.org/presentationml/2006/ole">
              <p:oleObj spid="_x0000_s11358" r:id="rId4" imgW="185400" imgH="207720" progId="Equation.3">
                <p:embed/>
              </p:oleObj>
            </a:graphicData>
          </a:graphic>
        </p:graphicFrame>
      </p:grpSp>
      <p:sp>
        <p:nvSpPr>
          <p:cNvPr id="158930" name="AutoShape 210" descr="羊皮纸"/>
          <p:cNvSpPr>
            <a:spLocks noChangeArrowheads="1"/>
          </p:cNvSpPr>
          <p:nvPr/>
        </p:nvSpPr>
        <p:spPr bwMode="auto">
          <a:xfrm>
            <a:off x="6227763" y="4724400"/>
            <a:ext cx="2376487" cy="576263"/>
          </a:xfrm>
          <a:prstGeom prst="wedgeRoundRectCallout">
            <a:avLst>
              <a:gd name="adj1" fmla="val -130759"/>
              <a:gd name="adj2" fmla="val 37329"/>
              <a:gd name="adj3" fmla="val 16667"/>
            </a:avLst>
          </a:prstGeom>
          <a:blipFill dpi="0" rotWithShape="1">
            <a:blip r:embed="rId5"/>
            <a:srcRect/>
            <a:tile tx="0" ty="0" sx="100000" sy="100000" flip="none" algn="tl"/>
          </a:blipFill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/>
            <a:r>
              <a:rPr lang="zh-CN" altLang="en-US">
                <a:solidFill>
                  <a:schemeClr val="tx1"/>
                </a:solidFill>
              </a:rPr>
              <a:t>有一过渡期</a:t>
            </a:r>
          </a:p>
        </p:txBody>
      </p:sp>
      <p:grpSp>
        <p:nvGrpSpPr>
          <p:cNvPr id="11360" name="Group 217"/>
          <p:cNvGrpSpPr>
            <a:grpSpLocks/>
          </p:cNvGrpSpPr>
          <p:nvPr/>
        </p:nvGrpSpPr>
        <p:grpSpPr bwMode="auto">
          <a:xfrm>
            <a:off x="6588125" y="6445250"/>
            <a:ext cx="792163" cy="366713"/>
            <a:chOff x="4649" y="4020"/>
            <a:chExt cx="499" cy="231"/>
          </a:xfrm>
        </p:grpSpPr>
        <p:pic>
          <p:nvPicPr>
            <p:cNvPr id="11361" name="Picture 218" descr="78900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1362" name="Text Box 219">
              <a:hlinkClick r:id="rId6" action="ppaction://hlinksldjump"/>
            </p:cNvPr>
            <p:cNvSpPr txBox="1">
              <a:spLocks noChangeArrowheads="1"/>
            </p:cNvSpPr>
            <p:nvPr/>
          </p:nvSpPr>
          <p:spPr bwMode="auto"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0">
                  <a:solidFill>
                    <a:schemeClr val="bg1"/>
                  </a:solidFill>
                  <a:latin typeface="隶书" pitchFamily="49" charset="-122"/>
                  <a:ea typeface="隶书" pitchFamily="49" charset="-122"/>
                </a:rPr>
                <a:t>返 回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87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87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8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1588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2000"/>
                                        <p:tgtEl>
                                          <p:spTgt spid="1587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8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3000"/>
                                        <p:tgtEl>
                                          <p:spTgt spid="1588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8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1588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9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589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589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8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3000"/>
                                        <p:tgtEl>
                                          <p:spTgt spid="1588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9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500"/>
                                        <p:tgtEl>
                                          <p:spTgt spid="1589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500"/>
                            </p:stCondLst>
                            <p:childTnLst>
                              <p:par>
                                <p:cTn id="4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9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1589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9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1589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9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8" dur="500"/>
                                        <p:tgtEl>
                                          <p:spTgt spid="1589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9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3" dur="500"/>
                                        <p:tgtEl>
                                          <p:spTgt spid="1589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9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8" dur="500"/>
                                        <p:tgtEl>
                                          <p:spTgt spid="1589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9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1589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9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9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8" dur="3000" fill="hold"/>
                                        <p:tgtEl>
                                          <p:spTgt spid="1589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3000" fill="hold"/>
                                        <p:tgtEl>
                                          <p:spTgt spid="1589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589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9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4" dur="500"/>
                                        <p:tgtEl>
                                          <p:spTgt spid="1589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90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15890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2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9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94" dur="2000"/>
                                        <p:tgtEl>
                                          <p:spTgt spid="1589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9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9" dur="500"/>
                                        <p:tgtEl>
                                          <p:spTgt spid="1589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8873" grpId="0"/>
      <p:bldP spid="158872" grpId="0"/>
      <p:bldP spid="158902" grpId="0"/>
      <p:bldP spid="158722" grpId="0"/>
      <p:bldP spid="158903" grpId="0" animBg="1"/>
      <p:bldP spid="158725" grpId="0" animBg="1"/>
      <p:bldP spid="158904" grpId="0" build="p"/>
      <p:bldP spid="158905" grpId="0" build="p"/>
      <p:bldP spid="158906" grpId="0" build="p"/>
      <p:bldP spid="158919" grpId="0" animBg="1"/>
      <p:bldP spid="158920" grpId="0"/>
      <p:bldP spid="158930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289" name="Group 3"/>
          <p:cNvGrpSpPr>
            <a:grpSpLocks/>
          </p:cNvGrpSpPr>
          <p:nvPr/>
        </p:nvGrpSpPr>
        <p:grpSpPr bwMode="auto"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12290" name="Picture 4" descr="78900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2291" name="Text Box 5">
              <a:hlinkClick r:id="" action="ppaction://hlinkshowjump?jump=nextslide"/>
            </p:cNvPr>
            <p:cNvSpPr txBox="1">
              <a:spLocks noChangeArrowheads="1"/>
            </p:cNvSpPr>
            <p:nvPr/>
          </p:nvSpPr>
          <p:spPr bwMode="auto"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0">
                  <a:solidFill>
                    <a:schemeClr val="bg1"/>
                  </a:solidFill>
                  <a:latin typeface="隶书" pitchFamily="49" charset="-122"/>
                  <a:ea typeface="隶书" pitchFamily="49" charset="-122"/>
                </a:rPr>
                <a:t>下 页</a:t>
              </a:r>
            </a:p>
          </p:txBody>
        </p:sp>
      </p:grpSp>
      <p:grpSp>
        <p:nvGrpSpPr>
          <p:cNvPr id="12292" name="Group 6"/>
          <p:cNvGrpSpPr>
            <a:grpSpLocks/>
          </p:cNvGrpSpPr>
          <p:nvPr/>
        </p:nvGrpSpPr>
        <p:grpSpPr bwMode="auto">
          <a:xfrm>
            <a:off x="7453313" y="6446838"/>
            <a:ext cx="792162" cy="366712"/>
            <a:chOff x="4649" y="4020"/>
            <a:chExt cx="499" cy="231"/>
          </a:xfrm>
        </p:grpSpPr>
        <p:pic>
          <p:nvPicPr>
            <p:cNvPr id="12293" name="Picture 7" descr="78900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2294" name="Text Box 8">
              <a:hlinkClick r:id="" action="ppaction://hlinkshowjump?jump=previousslide"/>
            </p:cNvPr>
            <p:cNvSpPr txBox="1">
              <a:spLocks noChangeArrowheads="1"/>
            </p:cNvSpPr>
            <p:nvPr/>
          </p:nvSpPr>
          <p:spPr bwMode="auto"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0">
                  <a:solidFill>
                    <a:schemeClr val="bg1"/>
                  </a:solidFill>
                  <a:latin typeface="隶书" pitchFamily="49" charset="-122"/>
                  <a:ea typeface="隶书" pitchFamily="49" charset="-122"/>
                </a:rPr>
                <a:t>上 页</a:t>
              </a:r>
            </a:p>
          </p:txBody>
        </p:sp>
      </p:grpSp>
      <p:grpSp>
        <p:nvGrpSpPr>
          <p:cNvPr id="160864" name="Group 96"/>
          <p:cNvGrpSpPr>
            <a:grpSpLocks/>
          </p:cNvGrpSpPr>
          <p:nvPr/>
        </p:nvGrpSpPr>
        <p:grpSpPr bwMode="auto">
          <a:xfrm>
            <a:off x="900113" y="549275"/>
            <a:ext cx="3240087" cy="2103438"/>
            <a:chOff x="431" y="2069"/>
            <a:chExt cx="2041" cy="1325"/>
          </a:xfrm>
        </p:grpSpPr>
        <p:sp>
          <p:nvSpPr>
            <p:cNvPr id="12296" name="Text Box 97"/>
            <p:cNvSpPr txBox="1">
              <a:spLocks noChangeArrowheads="1"/>
            </p:cNvSpPr>
            <p:nvPr/>
          </p:nvSpPr>
          <p:spPr bwMode="auto">
            <a:xfrm>
              <a:off x="1020" y="2114"/>
              <a:ext cx="825" cy="327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en-US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 </a:t>
              </a:r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(</a:t>
              </a:r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t →</a:t>
              </a:r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  <a:sym typeface="Symbol" pitchFamily="18" charset="2"/>
                </a:rPr>
                <a:t></a:t>
              </a:r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)</a:t>
              </a:r>
            </a:p>
          </p:txBody>
        </p:sp>
        <p:sp>
          <p:nvSpPr>
            <p:cNvPr id="12297" name="Oval 98"/>
            <p:cNvSpPr>
              <a:spLocks noChangeArrowheads="1"/>
            </p:cNvSpPr>
            <p:nvPr/>
          </p:nvSpPr>
          <p:spPr bwMode="auto">
            <a:xfrm>
              <a:off x="749" y="2704"/>
              <a:ext cx="363" cy="363"/>
            </a:xfrm>
            <a:prstGeom prst="ellipse">
              <a:avLst/>
            </a:prstGeom>
            <a:gradFill rotWithShape="1">
              <a:gsLst>
                <a:gs pos="0">
                  <a:srgbClr val="0099FF"/>
                </a:gs>
                <a:gs pos="100000">
                  <a:srgbClr val="004776"/>
                </a:gs>
              </a:gsLst>
              <a:path path="shape">
                <a:fillToRect l="50000" t="50000" r="50000" b="50000"/>
              </a:path>
            </a:gradFill>
            <a:ln w="38100">
              <a:solidFill>
                <a:srgbClr val="FF99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endParaRPr lang="zh-CN" altLang="zh-CN" sz="2400" b="0">
                <a:ea typeface="仿宋_GB2312" pitchFamily="49" charset="-122"/>
              </a:endParaRPr>
            </a:p>
          </p:txBody>
        </p:sp>
        <p:grpSp>
          <p:nvGrpSpPr>
            <p:cNvPr id="12298" name="Group 99"/>
            <p:cNvGrpSpPr>
              <a:grpSpLocks/>
            </p:cNvGrpSpPr>
            <p:nvPr/>
          </p:nvGrpSpPr>
          <p:grpSpPr bwMode="auto">
            <a:xfrm>
              <a:off x="1928" y="2431"/>
              <a:ext cx="367" cy="877"/>
              <a:chOff x="1576" y="1278"/>
              <a:chExt cx="253" cy="612"/>
            </a:xfrm>
          </p:grpSpPr>
          <p:grpSp>
            <p:nvGrpSpPr>
              <p:cNvPr id="12299" name="Group 100"/>
              <p:cNvGrpSpPr>
                <a:grpSpLocks/>
              </p:cNvGrpSpPr>
              <p:nvPr/>
            </p:nvGrpSpPr>
            <p:grpSpPr bwMode="auto">
              <a:xfrm>
                <a:off x="1658" y="1278"/>
                <a:ext cx="171" cy="612"/>
                <a:chOff x="1658" y="1278"/>
                <a:chExt cx="171" cy="612"/>
              </a:xfrm>
            </p:grpSpPr>
            <p:sp>
              <p:nvSpPr>
                <p:cNvPr id="12300" name="Text Box 101"/>
                <p:cNvSpPr txBox="1">
                  <a:spLocks noChangeArrowheads="1"/>
                </p:cNvSpPr>
                <p:nvPr/>
              </p:nvSpPr>
              <p:spPr bwMode="auto">
                <a:xfrm>
                  <a:off x="1661" y="1278"/>
                  <a:ext cx="168" cy="228"/>
                </a:xfrm>
                <a:prstGeom prst="rect">
                  <a:avLst/>
                </a:prstGeom>
                <a:noFill/>
                <a:ln w="28575">
                  <a:noFill/>
                  <a:miter lim="800000"/>
                  <a:headEnd/>
                  <a:tailEnd/>
                </a:ln>
              </p:spPr>
              <p:txBody>
                <a:bodyPr wrap="none" anchor="ctr">
                  <a:spAutoFit/>
                </a:bodyPr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altLang="zh-CN" b="0">
                      <a:solidFill>
                        <a:schemeClr val="bg1"/>
                      </a:solidFill>
                      <a:latin typeface="Times New Roman" pitchFamily="18" charset="0"/>
                      <a:ea typeface="宋体" pitchFamily="2" charset="-122"/>
                    </a:rPr>
                    <a:t>+</a:t>
                  </a:r>
                </a:p>
              </p:txBody>
            </p:sp>
            <p:sp>
              <p:nvSpPr>
                <p:cNvPr id="12301" name="Text Box 102"/>
                <p:cNvSpPr txBox="1">
                  <a:spLocks noChangeArrowheads="1"/>
                </p:cNvSpPr>
                <p:nvPr/>
              </p:nvSpPr>
              <p:spPr bwMode="auto">
                <a:xfrm>
                  <a:off x="1658" y="1662"/>
                  <a:ext cx="157" cy="228"/>
                </a:xfrm>
                <a:prstGeom prst="rect">
                  <a:avLst/>
                </a:prstGeom>
                <a:noFill/>
                <a:ln w="28575">
                  <a:noFill/>
                  <a:miter lim="800000"/>
                  <a:headEnd/>
                  <a:tailEnd/>
                </a:ln>
              </p:spPr>
              <p:txBody>
                <a:bodyPr wrap="none" anchor="ctr">
                  <a:spAutoFit/>
                </a:bodyPr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altLang="zh-CN" b="0">
                      <a:solidFill>
                        <a:schemeClr val="bg1"/>
                      </a:solidFill>
                      <a:latin typeface="Times New Roman" pitchFamily="18" charset="0"/>
                      <a:ea typeface="宋体" pitchFamily="2" charset="-122"/>
                    </a:rPr>
                    <a:t>–</a:t>
                  </a:r>
                </a:p>
              </p:txBody>
            </p:sp>
          </p:grpSp>
          <p:sp>
            <p:nvSpPr>
              <p:cNvPr id="12302" name="Text Box 103"/>
              <p:cNvSpPr txBox="1">
                <a:spLocks noChangeArrowheads="1"/>
              </p:cNvSpPr>
              <p:nvPr/>
            </p:nvSpPr>
            <p:spPr bwMode="auto">
              <a:xfrm>
                <a:off x="1576" y="1459"/>
                <a:ext cx="250" cy="229"/>
              </a:xfrm>
              <a:prstGeom prst="rect">
                <a:avLst/>
              </a:prstGeom>
              <a:noFill/>
              <a:ln w="28575">
                <a:noFill/>
                <a:miter lim="800000"/>
                <a:headEnd/>
                <a:tailEnd/>
              </a:ln>
            </p:spPr>
            <p:txBody>
              <a:bodyPr anchor="ctr"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altLang="zh-CN" b="0" i="1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rPr>
                  <a:t>u</a:t>
                </a:r>
                <a:r>
                  <a:rPr lang="en-US" altLang="zh-CN" b="0" baseline="-250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rPr>
                  <a:t>L</a:t>
                </a:r>
                <a:endPara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endParaRPr>
              </a:p>
            </p:txBody>
          </p:sp>
        </p:grpSp>
        <p:sp>
          <p:nvSpPr>
            <p:cNvPr id="12303" name="Text Box 104"/>
            <p:cNvSpPr txBox="1">
              <a:spLocks noChangeArrowheads="1"/>
            </p:cNvSpPr>
            <p:nvPr/>
          </p:nvSpPr>
          <p:spPr bwMode="auto">
            <a:xfrm>
              <a:off x="431" y="2749"/>
              <a:ext cx="337" cy="327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U</a:t>
              </a:r>
              <a:r>
                <a:rPr lang="en-US" altLang="zh-CN" b="0" i="1" baseline="-2500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s</a:t>
              </a:r>
              <a:endParaRPr lang="en-US" altLang="zh-CN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12304" name="Line 105"/>
            <p:cNvSpPr>
              <a:spLocks noChangeShapeType="1"/>
            </p:cNvSpPr>
            <p:nvPr/>
          </p:nvSpPr>
          <p:spPr bwMode="auto">
            <a:xfrm>
              <a:off x="933" y="2477"/>
              <a:ext cx="1448" cy="0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05" name="Line 106"/>
            <p:cNvSpPr>
              <a:spLocks noChangeShapeType="1"/>
            </p:cNvSpPr>
            <p:nvPr/>
          </p:nvSpPr>
          <p:spPr bwMode="auto">
            <a:xfrm>
              <a:off x="933" y="3301"/>
              <a:ext cx="1456" cy="0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06" name="Line 107"/>
            <p:cNvSpPr>
              <a:spLocks noChangeShapeType="1"/>
            </p:cNvSpPr>
            <p:nvPr/>
          </p:nvSpPr>
          <p:spPr bwMode="auto">
            <a:xfrm flipH="1">
              <a:off x="930" y="2477"/>
              <a:ext cx="3" cy="816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07" name="Line 108"/>
            <p:cNvSpPr>
              <a:spLocks noChangeShapeType="1"/>
            </p:cNvSpPr>
            <p:nvPr/>
          </p:nvSpPr>
          <p:spPr bwMode="auto">
            <a:xfrm flipH="1">
              <a:off x="2381" y="2477"/>
              <a:ext cx="8" cy="182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08" name="Line 109"/>
            <p:cNvSpPr>
              <a:spLocks noChangeShapeType="1"/>
            </p:cNvSpPr>
            <p:nvPr/>
          </p:nvSpPr>
          <p:spPr bwMode="auto">
            <a:xfrm flipH="1" flipV="1">
              <a:off x="2381" y="3022"/>
              <a:ext cx="0" cy="272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09" name="Text Box 110"/>
            <p:cNvSpPr txBox="1">
              <a:spLocks noChangeArrowheads="1"/>
            </p:cNvSpPr>
            <p:nvPr/>
          </p:nvSpPr>
          <p:spPr bwMode="auto">
            <a:xfrm>
              <a:off x="1837" y="2114"/>
              <a:ext cx="253" cy="327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R</a:t>
              </a:r>
              <a:endParaRPr lang="en-US" altLang="zh-CN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grpSp>
          <p:nvGrpSpPr>
            <p:cNvPr id="12310" name="Group 111"/>
            <p:cNvGrpSpPr>
              <a:grpSpLocks/>
            </p:cNvGrpSpPr>
            <p:nvPr/>
          </p:nvGrpSpPr>
          <p:grpSpPr bwMode="auto">
            <a:xfrm>
              <a:off x="2109" y="2069"/>
              <a:ext cx="238" cy="341"/>
              <a:chOff x="1803" y="2594"/>
              <a:chExt cx="165" cy="238"/>
            </a:xfrm>
          </p:grpSpPr>
          <p:sp>
            <p:nvSpPr>
              <p:cNvPr id="12311" name="Text Box 112"/>
              <p:cNvSpPr txBox="1">
                <a:spLocks noChangeArrowheads="1"/>
              </p:cNvSpPr>
              <p:nvPr/>
            </p:nvSpPr>
            <p:spPr bwMode="auto">
              <a:xfrm>
                <a:off x="1803" y="2594"/>
                <a:ext cx="123" cy="228"/>
              </a:xfrm>
              <a:prstGeom prst="rect">
                <a:avLst/>
              </a:prstGeom>
              <a:noFill/>
              <a:ln w="28575">
                <a:noFill/>
                <a:miter lim="800000"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altLang="zh-CN" b="0" i="1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rPr>
                  <a:t>i</a:t>
                </a:r>
                <a:endPara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endParaRPr>
              </a:p>
            </p:txBody>
          </p:sp>
          <p:sp>
            <p:nvSpPr>
              <p:cNvPr id="12312" name="Line 113"/>
              <p:cNvSpPr>
                <a:spLocks noChangeShapeType="1"/>
              </p:cNvSpPr>
              <p:nvPr/>
            </p:nvSpPr>
            <p:spPr bwMode="auto">
              <a:xfrm>
                <a:off x="1824" y="2832"/>
                <a:ext cx="144" cy="0"/>
              </a:xfrm>
              <a:prstGeom prst="line">
                <a:avLst/>
              </a:prstGeom>
              <a:noFill/>
              <a:ln w="28575">
                <a:solidFill>
                  <a:srgbClr val="00FFFF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2313" name="Text Box 114"/>
            <p:cNvSpPr txBox="1">
              <a:spLocks noChangeArrowheads="1"/>
            </p:cNvSpPr>
            <p:nvPr/>
          </p:nvSpPr>
          <p:spPr bwMode="auto">
            <a:xfrm>
              <a:off x="567" y="2431"/>
              <a:ext cx="363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>
                  <a:solidFill>
                    <a:schemeClr val="bg1"/>
                  </a:solidFill>
                  <a:latin typeface="Times New Roman" pitchFamily="18" charset="0"/>
                  <a:ea typeface="仿宋_GB2312" pitchFamily="49" charset="-122"/>
                </a:rPr>
                <a:t>+</a:t>
              </a:r>
            </a:p>
          </p:txBody>
        </p:sp>
        <p:sp>
          <p:nvSpPr>
            <p:cNvPr id="12314" name="Text Box 115"/>
            <p:cNvSpPr txBox="1">
              <a:spLocks noChangeArrowheads="1"/>
            </p:cNvSpPr>
            <p:nvPr/>
          </p:nvSpPr>
          <p:spPr bwMode="auto">
            <a:xfrm>
              <a:off x="567" y="3067"/>
              <a:ext cx="363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>
                  <a:solidFill>
                    <a:schemeClr val="bg1"/>
                  </a:solidFill>
                  <a:latin typeface="宋体" pitchFamily="2" charset="-122"/>
                  <a:ea typeface="宋体" pitchFamily="2" charset="-122"/>
                </a:rPr>
                <a:t>-</a:t>
              </a:r>
            </a:p>
          </p:txBody>
        </p:sp>
        <p:sp>
          <p:nvSpPr>
            <p:cNvPr id="12315" name="Rectangle 116"/>
            <p:cNvSpPr>
              <a:spLocks noChangeArrowheads="1"/>
            </p:cNvSpPr>
            <p:nvPr/>
          </p:nvSpPr>
          <p:spPr bwMode="auto">
            <a:xfrm>
              <a:off x="1792" y="2431"/>
              <a:ext cx="317" cy="136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</a:gradFill>
            <a:ln w="2857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12316" name="Group 117"/>
            <p:cNvGrpSpPr>
              <a:grpSpLocks/>
            </p:cNvGrpSpPr>
            <p:nvPr/>
          </p:nvGrpSpPr>
          <p:grpSpPr bwMode="auto">
            <a:xfrm>
              <a:off x="2381" y="2659"/>
              <a:ext cx="91" cy="363"/>
              <a:chOff x="2744" y="2931"/>
              <a:chExt cx="57" cy="283"/>
            </a:xfrm>
          </p:grpSpPr>
          <p:sp>
            <p:nvSpPr>
              <p:cNvPr id="12317" name="Arc 118"/>
              <p:cNvSpPr>
                <a:spLocks noChangeArrowheads="1"/>
              </p:cNvSpPr>
              <p:nvPr/>
            </p:nvSpPr>
            <p:spPr bwMode="auto">
              <a:xfrm rot="10800000" flipH="1" flipV="1">
                <a:off x="2744" y="2931"/>
                <a:ext cx="57" cy="91"/>
              </a:xfrm>
              <a:custGeom>
                <a:avLst/>
                <a:gdLst/>
                <a:ahLst/>
                <a:cxnLst>
                  <a:cxn ang="0">
                    <a:pos x="1123" y="0"/>
                  </a:cxn>
                  <a:cxn ang="0">
                    <a:pos x="22723" y="21600"/>
                  </a:cxn>
                  <a:cxn ang="0">
                    <a:pos x="1123" y="43200"/>
                  </a:cxn>
                  <a:cxn ang="0">
                    <a:pos x="0" y="43170"/>
                  </a:cxn>
                  <a:cxn ang="0">
                    <a:pos x="1123" y="0"/>
                  </a:cxn>
                  <a:cxn ang="0">
                    <a:pos x="22723" y="21600"/>
                  </a:cxn>
                  <a:cxn ang="0">
                    <a:pos x="1123" y="43200"/>
                  </a:cxn>
                  <a:cxn ang="0">
                    <a:pos x="0" y="43170"/>
                  </a:cxn>
                  <a:cxn ang="0">
                    <a:pos x="1123" y="21600"/>
                  </a:cxn>
                  <a:cxn ang="0">
                    <a:pos x="1123" y="0"/>
                  </a:cxn>
                </a:cxnLst>
                <a:rect l="0" t="0" r="r" b="b"/>
                <a:pathLst>
                  <a:path w="22723" h="43200" fill="none">
                    <a:moveTo>
                      <a:pt x="1123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>
                    <a:moveTo>
                      <a:pt x="1123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lnTo>
                      <a:pt x="1123" y="0"/>
                    </a:lnTo>
                    <a:close/>
                  </a:path>
                </a:pathLst>
              </a:custGeom>
              <a:noFill/>
              <a:ln w="38100">
                <a:solidFill>
                  <a:srgbClr val="FF99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318" name="Arc 119"/>
              <p:cNvSpPr>
                <a:spLocks noChangeArrowheads="1"/>
              </p:cNvSpPr>
              <p:nvPr/>
            </p:nvSpPr>
            <p:spPr bwMode="auto">
              <a:xfrm rot="10800000" flipH="1" flipV="1">
                <a:off x="2744" y="3027"/>
                <a:ext cx="57" cy="91"/>
              </a:xfrm>
              <a:custGeom>
                <a:avLst/>
                <a:gdLst/>
                <a:ahLst/>
                <a:cxnLst>
                  <a:cxn ang="0">
                    <a:pos x="1123" y="0"/>
                  </a:cxn>
                  <a:cxn ang="0">
                    <a:pos x="22723" y="21600"/>
                  </a:cxn>
                  <a:cxn ang="0">
                    <a:pos x="1123" y="43200"/>
                  </a:cxn>
                  <a:cxn ang="0">
                    <a:pos x="0" y="43170"/>
                  </a:cxn>
                  <a:cxn ang="0">
                    <a:pos x="1123" y="0"/>
                  </a:cxn>
                  <a:cxn ang="0">
                    <a:pos x="22723" y="21600"/>
                  </a:cxn>
                  <a:cxn ang="0">
                    <a:pos x="1123" y="43200"/>
                  </a:cxn>
                  <a:cxn ang="0">
                    <a:pos x="0" y="43170"/>
                  </a:cxn>
                  <a:cxn ang="0">
                    <a:pos x="1123" y="21600"/>
                  </a:cxn>
                  <a:cxn ang="0">
                    <a:pos x="1123" y="0"/>
                  </a:cxn>
                </a:cxnLst>
                <a:rect l="0" t="0" r="r" b="b"/>
                <a:pathLst>
                  <a:path w="22723" h="43200" fill="none">
                    <a:moveTo>
                      <a:pt x="1123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>
                    <a:moveTo>
                      <a:pt x="1123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lnTo>
                      <a:pt x="1123" y="0"/>
                    </a:lnTo>
                    <a:close/>
                  </a:path>
                </a:pathLst>
              </a:custGeom>
              <a:noFill/>
              <a:ln w="38100">
                <a:solidFill>
                  <a:srgbClr val="FF99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319" name="Arc 120"/>
              <p:cNvSpPr>
                <a:spLocks noChangeArrowheads="1"/>
              </p:cNvSpPr>
              <p:nvPr/>
            </p:nvSpPr>
            <p:spPr bwMode="auto">
              <a:xfrm rot="10800000" flipH="1" flipV="1">
                <a:off x="2744" y="3123"/>
                <a:ext cx="57" cy="91"/>
              </a:xfrm>
              <a:custGeom>
                <a:avLst/>
                <a:gdLst/>
                <a:ahLst/>
                <a:cxnLst>
                  <a:cxn ang="0">
                    <a:pos x="1123" y="0"/>
                  </a:cxn>
                  <a:cxn ang="0">
                    <a:pos x="22723" y="21600"/>
                  </a:cxn>
                  <a:cxn ang="0">
                    <a:pos x="1123" y="43200"/>
                  </a:cxn>
                  <a:cxn ang="0">
                    <a:pos x="0" y="43170"/>
                  </a:cxn>
                  <a:cxn ang="0">
                    <a:pos x="1123" y="0"/>
                  </a:cxn>
                  <a:cxn ang="0">
                    <a:pos x="22723" y="21600"/>
                  </a:cxn>
                  <a:cxn ang="0">
                    <a:pos x="1123" y="43200"/>
                  </a:cxn>
                  <a:cxn ang="0">
                    <a:pos x="0" y="43170"/>
                  </a:cxn>
                  <a:cxn ang="0">
                    <a:pos x="1123" y="21600"/>
                  </a:cxn>
                  <a:cxn ang="0">
                    <a:pos x="1123" y="0"/>
                  </a:cxn>
                </a:cxnLst>
                <a:rect l="0" t="0" r="r" b="b"/>
                <a:pathLst>
                  <a:path w="22723" h="43200" fill="none">
                    <a:moveTo>
                      <a:pt x="1123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>
                    <a:moveTo>
                      <a:pt x="1123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lnTo>
                      <a:pt x="1123" y="0"/>
                    </a:lnTo>
                    <a:close/>
                  </a:path>
                </a:pathLst>
              </a:custGeom>
              <a:noFill/>
              <a:ln w="38100">
                <a:solidFill>
                  <a:srgbClr val="FF99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sp>
        <p:nvSpPr>
          <p:cNvPr id="160889" name="Text Box 121"/>
          <p:cNvSpPr txBox="1">
            <a:spLocks noChangeArrowheads="1"/>
          </p:cNvSpPr>
          <p:nvPr/>
        </p:nvSpPr>
        <p:spPr bwMode="auto">
          <a:xfrm>
            <a:off x="709613" y="2924175"/>
            <a:ext cx="534035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b="0">
                <a:latin typeface="Times New Roman" pitchFamily="18" charset="0"/>
              </a:rPr>
              <a:t>k</a:t>
            </a:r>
            <a:r>
              <a:rPr lang="zh-CN" altLang="zh-CN">
                <a:latin typeface="楷体_GB2312" pitchFamily="49" charset="-122"/>
              </a:rPr>
              <a:t>未动作前</a:t>
            </a:r>
            <a:r>
              <a:rPr lang="zh-CN" altLang="en-US">
                <a:latin typeface="楷体_GB2312" pitchFamily="49" charset="-122"/>
              </a:rPr>
              <a:t>，电路处于稳定状态：</a:t>
            </a:r>
          </a:p>
        </p:txBody>
      </p:sp>
      <p:sp>
        <p:nvSpPr>
          <p:cNvPr id="160890" name="Text Box 122"/>
          <p:cNvSpPr txBox="1">
            <a:spLocks noChangeArrowheads="1"/>
          </p:cNvSpPr>
          <p:nvPr/>
        </p:nvSpPr>
        <p:spPr bwMode="auto">
          <a:xfrm>
            <a:off x="5973763" y="2852738"/>
            <a:ext cx="2741612" cy="579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3200" b="0" i="1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u</a:t>
            </a:r>
            <a:r>
              <a:rPr lang="en-US" altLang="zh-CN" sz="3200" b="0" i="1" baseline="-2500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L</a:t>
            </a:r>
            <a:r>
              <a:rPr lang="en-US" altLang="zh-CN" sz="3200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= 0,    </a:t>
            </a:r>
            <a:r>
              <a:rPr lang="en-US" altLang="zh-CN" sz="3200" b="0" i="1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i</a:t>
            </a:r>
            <a:r>
              <a:rPr lang="en-US" altLang="zh-CN" sz="3200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=</a:t>
            </a:r>
            <a:r>
              <a:rPr lang="en-US" altLang="zh-CN" sz="3200" b="0" i="1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U</a:t>
            </a:r>
            <a:r>
              <a:rPr lang="en-US" altLang="zh-CN" sz="3200" b="0" i="1" baseline="-2500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s </a:t>
            </a:r>
            <a:r>
              <a:rPr lang="en-US" altLang="zh-CN" sz="3200" b="0" i="1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/R</a:t>
            </a:r>
            <a:endParaRPr lang="en-US" altLang="zh-CN" sz="3200" b="0" baseline="-25000">
              <a:solidFill>
                <a:schemeClr val="bg1"/>
              </a:solidFill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160891" name="Text Box 123"/>
          <p:cNvSpPr txBox="1">
            <a:spLocks noChangeArrowheads="1"/>
          </p:cNvSpPr>
          <p:nvPr/>
        </p:nvSpPr>
        <p:spPr bwMode="auto">
          <a:xfrm>
            <a:off x="684213" y="3644900"/>
            <a:ext cx="2303462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r>
              <a:rPr lang="en-US" altLang="zh-CN" b="0">
                <a:latin typeface="Times New Roman" pitchFamily="18" charset="0"/>
                <a:ea typeface="宋体" pitchFamily="2" charset="-122"/>
              </a:rPr>
              <a:t>k</a:t>
            </a:r>
            <a:r>
              <a:rPr lang="zh-CN" altLang="en-US">
                <a:latin typeface="Times New Roman" pitchFamily="18" charset="0"/>
              </a:rPr>
              <a:t>断开瞬间</a:t>
            </a:r>
          </a:p>
        </p:txBody>
      </p:sp>
      <p:sp>
        <p:nvSpPr>
          <p:cNvPr id="160892" name="Text Box 124"/>
          <p:cNvSpPr txBox="1">
            <a:spLocks noChangeArrowheads="1"/>
          </p:cNvSpPr>
          <p:nvPr/>
        </p:nvSpPr>
        <p:spPr bwMode="auto">
          <a:xfrm>
            <a:off x="2843213" y="3573463"/>
            <a:ext cx="2579687" cy="579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3200" b="0" i="1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i </a:t>
            </a:r>
            <a:r>
              <a:rPr lang="en-US" altLang="zh-CN" sz="3200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= 0  </a:t>
            </a:r>
            <a:r>
              <a:rPr lang="en-US" altLang="zh-CN" sz="3200" b="0" i="1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,   u</a:t>
            </a:r>
            <a:r>
              <a:rPr lang="en-US" altLang="zh-CN" sz="3200" b="0" i="1" baseline="-2500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L </a:t>
            </a:r>
            <a:r>
              <a:rPr lang="en-US" altLang="zh-CN" sz="3200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= </a:t>
            </a:r>
            <a:r>
              <a:rPr lang="en-US" altLang="zh-CN" sz="3200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</a:t>
            </a:r>
          </a:p>
        </p:txBody>
      </p:sp>
      <p:sp>
        <p:nvSpPr>
          <p:cNvPr id="160893" name="Text Box 125"/>
          <p:cNvSpPr txBox="1">
            <a:spLocks noChangeArrowheads="1"/>
          </p:cNvSpPr>
          <p:nvPr/>
        </p:nvSpPr>
        <p:spPr bwMode="auto">
          <a:xfrm>
            <a:off x="2268538" y="4292600"/>
            <a:ext cx="5905500" cy="1117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>
                <a:latin typeface="Times New Roman" pitchFamily="18" charset="0"/>
              </a:rPr>
              <a:t>工程实际中在切断电容或电感电路时会出现过电压和过电流现象。</a:t>
            </a:r>
          </a:p>
        </p:txBody>
      </p:sp>
      <p:grpSp>
        <p:nvGrpSpPr>
          <p:cNvPr id="160894" name="Group 126"/>
          <p:cNvGrpSpPr>
            <a:grpSpLocks/>
          </p:cNvGrpSpPr>
          <p:nvPr/>
        </p:nvGrpSpPr>
        <p:grpSpPr bwMode="auto">
          <a:xfrm>
            <a:off x="539750" y="4292600"/>
            <a:ext cx="1644650" cy="850900"/>
            <a:chOff x="385" y="3022"/>
            <a:chExt cx="1036" cy="536"/>
          </a:xfrm>
        </p:grpSpPr>
        <p:pic>
          <p:nvPicPr>
            <p:cNvPr id="12326" name="Picture 127" descr="123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385" y="3022"/>
              <a:ext cx="590" cy="53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2327" name="Text Box 128"/>
            <p:cNvSpPr txBox="1">
              <a:spLocks noChangeArrowheads="1"/>
            </p:cNvSpPr>
            <p:nvPr/>
          </p:nvSpPr>
          <p:spPr bwMode="auto">
            <a:xfrm>
              <a:off x="793" y="3125"/>
              <a:ext cx="628" cy="3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zh-CN" altLang="en-US" sz="3200" b="0">
                  <a:solidFill>
                    <a:srgbClr val="CC6600"/>
                  </a:solidFill>
                  <a:ea typeface="华文行楷" pitchFamily="2" charset="-122"/>
                </a:rPr>
                <a:t>注意</a:t>
              </a:r>
            </a:p>
          </p:txBody>
        </p:sp>
      </p:grpSp>
      <p:grpSp>
        <p:nvGrpSpPr>
          <p:cNvPr id="160897" name="Group 129"/>
          <p:cNvGrpSpPr>
            <a:grpSpLocks/>
          </p:cNvGrpSpPr>
          <p:nvPr/>
        </p:nvGrpSpPr>
        <p:grpSpPr bwMode="auto">
          <a:xfrm>
            <a:off x="4932363" y="620713"/>
            <a:ext cx="3240087" cy="2103437"/>
            <a:chOff x="3107" y="981"/>
            <a:chExt cx="2041" cy="1325"/>
          </a:xfrm>
        </p:grpSpPr>
        <p:sp>
          <p:nvSpPr>
            <p:cNvPr id="12329" name="Text Box 130"/>
            <p:cNvSpPr txBox="1">
              <a:spLocks noChangeArrowheads="1"/>
            </p:cNvSpPr>
            <p:nvPr/>
          </p:nvSpPr>
          <p:spPr bwMode="auto">
            <a:xfrm>
              <a:off x="3923" y="1522"/>
              <a:ext cx="228" cy="327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k</a:t>
              </a:r>
            </a:p>
          </p:txBody>
        </p:sp>
        <p:sp>
          <p:nvSpPr>
            <p:cNvPr id="12330" name="Line 131"/>
            <p:cNvSpPr>
              <a:spLocks noChangeShapeType="1"/>
            </p:cNvSpPr>
            <p:nvPr/>
          </p:nvSpPr>
          <p:spPr bwMode="auto">
            <a:xfrm>
              <a:off x="3606" y="1389"/>
              <a:ext cx="416" cy="0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31" name="Line 132"/>
            <p:cNvSpPr>
              <a:spLocks noChangeShapeType="1"/>
            </p:cNvSpPr>
            <p:nvPr/>
          </p:nvSpPr>
          <p:spPr bwMode="auto">
            <a:xfrm flipH="1">
              <a:off x="3923" y="1434"/>
              <a:ext cx="347" cy="137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32" name="Line 133"/>
            <p:cNvSpPr>
              <a:spLocks noChangeShapeType="1"/>
            </p:cNvSpPr>
            <p:nvPr/>
          </p:nvSpPr>
          <p:spPr bwMode="auto">
            <a:xfrm flipH="1" flipV="1">
              <a:off x="4105" y="1480"/>
              <a:ext cx="70" cy="207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 type="triangle" w="med" len="med"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33" name="Text Box 134"/>
            <p:cNvSpPr txBox="1">
              <a:spLocks noChangeArrowheads="1"/>
            </p:cNvSpPr>
            <p:nvPr/>
          </p:nvSpPr>
          <p:spPr bwMode="auto">
            <a:xfrm>
              <a:off x="3696" y="1026"/>
              <a:ext cx="825" cy="327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en-US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 </a:t>
              </a:r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(</a:t>
              </a:r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t →</a:t>
              </a:r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  <a:sym typeface="Symbol" pitchFamily="18" charset="2"/>
                </a:rPr>
                <a:t></a:t>
              </a:r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)</a:t>
              </a:r>
            </a:p>
          </p:txBody>
        </p:sp>
        <p:sp>
          <p:nvSpPr>
            <p:cNvPr id="12334" name="Oval 135"/>
            <p:cNvSpPr>
              <a:spLocks noChangeArrowheads="1"/>
            </p:cNvSpPr>
            <p:nvPr/>
          </p:nvSpPr>
          <p:spPr bwMode="auto">
            <a:xfrm>
              <a:off x="3425" y="1616"/>
              <a:ext cx="363" cy="363"/>
            </a:xfrm>
            <a:prstGeom prst="ellipse">
              <a:avLst/>
            </a:prstGeom>
            <a:gradFill rotWithShape="1">
              <a:gsLst>
                <a:gs pos="0">
                  <a:srgbClr val="0099FF"/>
                </a:gs>
                <a:gs pos="100000">
                  <a:srgbClr val="004776"/>
                </a:gs>
              </a:gsLst>
              <a:path path="shape">
                <a:fillToRect l="50000" t="50000" r="50000" b="50000"/>
              </a:path>
            </a:gradFill>
            <a:ln w="38100">
              <a:solidFill>
                <a:srgbClr val="FF99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endParaRPr lang="zh-CN" altLang="zh-CN" sz="2400" b="0">
                <a:ea typeface="仿宋_GB2312" pitchFamily="49" charset="-122"/>
              </a:endParaRPr>
            </a:p>
          </p:txBody>
        </p:sp>
        <p:grpSp>
          <p:nvGrpSpPr>
            <p:cNvPr id="12335" name="Group 136"/>
            <p:cNvGrpSpPr>
              <a:grpSpLocks/>
            </p:cNvGrpSpPr>
            <p:nvPr/>
          </p:nvGrpSpPr>
          <p:grpSpPr bwMode="auto">
            <a:xfrm>
              <a:off x="4604" y="1343"/>
              <a:ext cx="367" cy="877"/>
              <a:chOff x="1576" y="1278"/>
              <a:chExt cx="253" cy="612"/>
            </a:xfrm>
          </p:grpSpPr>
          <p:grpSp>
            <p:nvGrpSpPr>
              <p:cNvPr id="12336" name="Group 137"/>
              <p:cNvGrpSpPr>
                <a:grpSpLocks/>
              </p:cNvGrpSpPr>
              <p:nvPr/>
            </p:nvGrpSpPr>
            <p:grpSpPr bwMode="auto">
              <a:xfrm>
                <a:off x="1658" y="1278"/>
                <a:ext cx="171" cy="612"/>
                <a:chOff x="1658" y="1278"/>
                <a:chExt cx="171" cy="612"/>
              </a:xfrm>
            </p:grpSpPr>
            <p:sp>
              <p:nvSpPr>
                <p:cNvPr id="12337" name="Text Box 138"/>
                <p:cNvSpPr txBox="1">
                  <a:spLocks noChangeArrowheads="1"/>
                </p:cNvSpPr>
                <p:nvPr/>
              </p:nvSpPr>
              <p:spPr bwMode="auto">
                <a:xfrm>
                  <a:off x="1661" y="1278"/>
                  <a:ext cx="168" cy="228"/>
                </a:xfrm>
                <a:prstGeom prst="rect">
                  <a:avLst/>
                </a:prstGeom>
                <a:noFill/>
                <a:ln w="28575">
                  <a:noFill/>
                  <a:miter lim="800000"/>
                  <a:headEnd/>
                  <a:tailEnd/>
                </a:ln>
              </p:spPr>
              <p:txBody>
                <a:bodyPr wrap="none" anchor="ctr">
                  <a:spAutoFit/>
                </a:bodyPr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altLang="zh-CN" b="0">
                      <a:solidFill>
                        <a:schemeClr val="bg1"/>
                      </a:solidFill>
                      <a:latin typeface="Times New Roman" pitchFamily="18" charset="0"/>
                      <a:ea typeface="宋体" pitchFamily="2" charset="-122"/>
                    </a:rPr>
                    <a:t>+</a:t>
                  </a:r>
                </a:p>
              </p:txBody>
            </p:sp>
            <p:sp>
              <p:nvSpPr>
                <p:cNvPr id="12338" name="Text Box 139"/>
                <p:cNvSpPr txBox="1">
                  <a:spLocks noChangeArrowheads="1"/>
                </p:cNvSpPr>
                <p:nvPr/>
              </p:nvSpPr>
              <p:spPr bwMode="auto">
                <a:xfrm>
                  <a:off x="1658" y="1662"/>
                  <a:ext cx="157" cy="228"/>
                </a:xfrm>
                <a:prstGeom prst="rect">
                  <a:avLst/>
                </a:prstGeom>
                <a:noFill/>
                <a:ln w="28575">
                  <a:noFill/>
                  <a:miter lim="800000"/>
                  <a:headEnd/>
                  <a:tailEnd/>
                </a:ln>
              </p:spPr>
              <p:txBody>
                <a:bodyPr wrap="none" anchor="ctr">
                  <a:spAutoFit/>
                </a:bodyPr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altLang="zh-CN" b="0">
                      <a:solidFill>
                        <a:schemeClr val="bg1"/>
                      </a:solidFill>
                      <a:latin typeface="Times New Roman" pitchFamily="18" charset="0"/>
                      <a:ea typeface="宋体" pitchFamily="2" charset="-122"/>
                    </a:rPr>
                    <a:t>–</a:t>
                  </a:r>
                </a:p>
              </p:txBody>
            </p:sp>
          </p:grpSp>
          <p:sp>
            <p:nvSpPr>
              <p:cNvPr id="12339" name="Text Box 140"/>
              <p:cNvSpPr txBox="1">
                <a:spLocks noChangeArrowheads="1"/>
              </p:cNvSpPr>
              <p:nvPr/>
            </p:nvSpPr>
            <p:spPr bwMode="auto">
              <a:xfrm>
                <a:off x="1576" y="1459"/>
                <a:ext cx="250" cy="229"/>
              </a:xfrm>
              <a:prstGeom prst="rect">
                <a:avLst/>
              </a:prstGeom>
              <a:noFill/>
              <a:ln w="28575">
                <a:noFill/>
                <a:miter lim="800000"/>
                <a:headEnd/>
                <a:tailEnd/>
              </a:ln>
            </p:spPr>
            <p:txBody>
              <a:bodyPr anchor="ctr"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altLang="zh-CN" b="0" i="1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rPr>
                  <a:t>u</a:t>
                </a:r>
                <a:r>
                  <a:rPr lang="en-US" altLang="zh-CN" b="0" baseline="-250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rPr>
                  <a:t>L</a:t>
                </a:r>
                <a:endPara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endParaRPr>
              </a:p>
            </p:txBody>
          </p:sp>
        </p:grpSp>
        <p:sp>
          <p:nvSpPr>
            <p:cNvPr id="12340" name="Text Box 141"/>
            <p:cNvSpPr txBox="1">
              <a:spLocks noChangeArrowheads="1"/>
            </p:cNvSpPr>
            <p:nvPr/>
          </p:nvSpPr>
          <p:spPr bwMode="auto">
            <a:xfrm>
              <a:off x="3107" y="1661"/>
              <a:ext cx="337" cy="327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U</a:t>
              </a:r>
              <a:r>
                <a:rPr lang="en-US" altLang="zh-CN" b="0" i="1" baseline="-2500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s</a:t>
              </a:r>
              <a:endParaRPr lang="en-US" altLang="zh-CN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12341" name="Line 142"/>
            <p:cNvSpPr>
              <a:spLocks noChangeShapeType="1"/>
            </p:cNvSpPr>
            <p:nvPr/>
          </p:nvSpPr>
          <p:spPr bwMode="auto">
            <a:xfrm>
              <a:off x="4286" y="1389"/>
              <a:ext cx="771" cy="0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42" name="Line 143"/>
            <p:cNvSpPr>
              <a:spLocks noChangeShapeType="1"/>
            </p:cNvSpPr>
            <p:nvPr/>
          </p:nvSpPr>
          <p:spPr bwMode="auto">
            <a:xfrm>
              <a:off x="3609" y="2213"/>
              <a:ext cx="1456" cy="0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43" name="Line 144"/>
            <p:cNvSpPr>
              <a:spLocks noChangeShapeType="1"/>
            </p:cNvSpPr>
            <p:nvPr/>
          </p:nvSpPr>
          <p:spPr bwMode="auto">
            <a:xfrm flipH="1">
              <a:off x="3606" y="1389"/>
              <a:ext cx="3" cy="816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44" name="Line 145"/>
            <p:cNvSpPr>
              <a:spLocks noChangeShapeType="1"/>
            </p:cNvSpPr>
            <p:nvPr/>
          </p:nvSpPr>
          <p:spPr bwMode="auto">
            <a:xfrm flipH="1">
              <a:off x="5057" y="1389"/>
              <a:ext cx="8" cy="182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45" name="Line 146"/>
            <p:cNvSpPr>
              <a:spLocks noChangeShapeType="1"/>
            </p:cNvSpPr>
            <p:nvPr/>
          </p:nvSpPr>
          <p:spPr bwMode="auto">
            <a:xfrm flipH="1" flipV="1">
              <a:off x="5057" y="1934"/>
              <a:ext cx="0" cy="272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46" name="Text Box 147"/>
            <p:cNvSpPr txBox="1">
              <a:spLocks noChangeArrowheads="1"/>
            </p:cNvSpPr>
            <p:nvPr/>
          </p:nvSpPr>
          <p:spPr bwMode="auto">
            <a:xfrm>
              <a:off x="4513" y="1026"/>
              <a:ext cx="253" cy="327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R</a:t>
              </a:r>
              <a:endParaRPr lang="en-US" altLang="zh-CN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grpSp>
          <p:nvGrpSpPr>
            <p:cNvPr id="12347" name="Group 148"/>
            <p:cNvGrpSpPr>
              <a:grpSpLocks/>
            </p:cNvGrpSpPr>
            <p:nvPr/>
          </p:nvGrpSpPr>
          <p:grpSpPr bwMode="auto">
            <a:xfrm>
              <a:off x="4785" y="981"/>
              <a:ext cx="238" cy="341"/>
              <a:chOff x="1803" y="2594"/>
              <a:chExt cx="165" cy="238"/>
            </a:xfrm>
          </p:grpSpPr>
          <p:sp>
            <p:nvSpPr>
              <p:cNvPr id="12348" name="Text Box 149"/>
              <p:cNvSpPr txBox="1">
                <a:spLocks noChangeArrowheads="1"/>
              </p:cNvSpPr>
              <p:nvPr/>
            </p:nvSpPr>
            <p:spPr bwMode="auto">
              <a:xfrm>
                <a:off x="1803" y="2594"/>
                <a:ext cx="123" cy="228"/>
              </a:xfrm>
              <a:prstGeom prst="rect">
                <a:avLst/>
              </a:prstGeom>
              <a:noFill/>
              <a:ln w="28575">
                <a:noFill/>
                <a:miter lim="800000"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altLang="zh-CN" b="0" i="1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rPr>
                  <a:t>i</a:t>
                </a:r>
                <a:endPara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endParaRPr>
              </a:p>
            </p:txBody>
          </p:sp>
          <p:sp>
            <p:nvSpPr>
              <p:cNvPr id="12349" name="Line 150"/>
              <p:cNvSpPr>
                <a:spLocks noChangeShapeType="1"/>
              </p:cNvSpPr>
              <p:nvPr/>
            </p:nvSpPr>
            <p:spPr bwMode="auto">
              <a:xfrm>
                <a:off x="1824" y="2832"/>
                <a:ext cx="144" cy="0"/>
              </a:xfrm>
              <a:prstGeom prst="line">
                <a:avLst/>
              </a:prstGeom>
              <a:noFill/>
              <a:ln w="28575">
                <a:solidFill>
                  <a:srgbClr val="00FFFF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2350" name="Text Box 151"/>
            <p:cNvSpPr txBox="1">
              <a:spLocks noChangeArrowheads="1"/>
            </p:cNvSpPr>
            <p:nvPr/>
          </p:nvSpPr>
          <p:spPr bwMode="auto">
            <a:xfrm>
              <a:off x="3243" y="1343"/>
              <a:ext cx="363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>
                  <a:solidFill>
                    <a:schemeClr val="bg1"/>
                  </a:solidFill>
                  <a:latin typeface="Times New Roman" pitchFamily="18" charset="0"/>
                  <a:ea typeface="仿宋_GB2312" pitchFamily="49" charset="-122"/>
                </a:rPr>
                <a:t>+</a:t>
              </a:r>
            </a:p>
          </p:txBody>
        </p:sp>
        <p:sp>
          <p:nvSpPr>
            <p:cNvPr id="12351" name="Text Box 152"/>
            <p:cNvSpPr txBox="1">
              <a:spLocks noChangeArrowheads="1"/>
            </p:cNvSpPr>
            <p:nvPr/>
          </p:nvSpPr>
          <p:spPr bwMode="auto">
            <a:xfrm>
              <a:off x="3243" y="1979"/>
              <a:ext cx="363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>
                  <a:solidFill>
                    <a:schemeClr val="bg1"/>
                  </a:solidFill>
                  <a:latin typeface="宋体" pitchFamily="2" charset="-122"/>
                  <a:ea typeface="宋体" pitchFamily="2" charset="-122"/>
                </a:rPr>
                <a:t>-</a:t>
              </a:r>
            </a:p>
          </p:txBody>
        </p:sp>
        <p:sp>
          <p:nvSpPr>
            <p:cNvPr id="12352" name="Rectangle 153"/>
            <p:cNvSpPr>
              <a:spLocks noChangeArrowheads="1"/>
            </p:cNvSpPr>
            <p:nvPr/>
          </p:nvSpPr>
          <p:spPr bwMode="auto">
            <a:xfrm>
              <a:off x="4468" y="1343"/>
              <a:ext cx="317" cy="136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</a:gradFill>
            <a:ln w="2857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12353" name="Group 154"/>
            <p:cNvGrpSpPr>
              <a:grpSpLocks/>
            </p:cNvGrpSpPr>
            <p:nvPr/>
          </p:nvGrpSpPr>
          <p:grpSpPr bwMode="auto">
            <a:xfrm>
              <a:off x="5057" y="1571"/>
              <a:ext cx="91" cy="363"/>
              <a:chOff x="2744" y="2931"/>
              <a:chExt cx="57" cy="283"/>
            </a:xfrm>
          </p:grpSpPr>
          <p:sp>
            <p:nvSpPr>
              <p:cNvPr id="12354" name="Arc 155"/>
              <p:cNvSpPr>
                <a:spLocks noChangeArrowheads="1"/>
              </p:cNvSpPr>
              <p:nvPr/>
            </p:nvSpPr>
            <p:spPr bwMode="auto">
              <a:xfrm rot="10800000" flipH="1" flipV="1">
                <a:off x="2744" y="2931"/>
                <a:ext cx="57" cy="91"/>
              </a:xfrm>
              <a:custGeom>
                <a:avLst/>
                <a:gdLst/>
                <a:ahLst/>
                <a:cxnLst>
                  <a:cxn ang="0">
                    <a:pos x="1123" y="0"/>
                  </a:cxn>
                  <a:cxn ang="0">
                    <a:pos x="22723" y="21600"/>
                  </a:cxn>
                  <a:cxn ang="0">
                    <a:pos x="1123" y="43200"/>
                  </a:cxn>
                  <a:cxn ang="0">
                    <a:pos x="0" y="43170"/>
                  </a:cxn>
                  <a:cxn ang="0">
                    <a:pos x="1123" y="0"/>
                  </a:cxn>
                  <a:cxn ang="0">
                    <a:pos x="22723" y="21600"/>
                  </a:cxn>
                  <a:cxn ang="0">
                    <a:pos x="1123" y="43200"/>
                  </a:cxn>
                  <a:cxn ang="0">
                    <a:pos x="0" y="43170"/>
                  </a:cxn>
                  <a:cxn ang="0">
                    <a:pos x="1123" y="21600"/>
                  </a:cxn>
                  <a:cxn ang="0">
                    <a:pos x="1123" y="0"/>
                  </a:cxn>
                </a:cxnLst>
                <a:rect l="0" t="0" r="r" b="b"/>
                <a:pathLst>
                  <a:path w="22723" h="43200" fill="none">
                    <a:moveTo>
                      <a:pt x="1123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>
                    <a:moveTo>
                      <a:pt x="1123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lnTo>
                      <a:pt x="1123" y="0"/>
                    </a:lnTo>
                    <a:close/>
                  </a:path>
                </a:pathLst>
              </a:custGeom>
              <a:noFill/>
              <a:ln w="38100">
                <a:solidFill>
                  <a:srgbClr val="FF99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355" name="Arc 156"/>
              <p:cNvSpPr>
                <a:spLocks noChangeArrowheads="1"/>
              </p:cNvSpPr>
              <p:nvPr/>
            </p:nvSpPr>
            <p:spPr bwMode="auto">
              <a:xfrm rot="10800000" flipH="1" flipV="1">
                <a:off x="2744" y="3027"/>
                <a:ext cx="57" cy="91"/>
              </a:xfrm>
              <a:custGeom>
                <a:avLst/>
                <a:gdLst/>
                <a:ahLst/>
                <a:cxnLst>
                  <a:cxn ang="0">
                    <a:pos x="1123" y="0"/>
                  </a:cxn>
                  <a:cxn ang="0">
                    <a:pos x="22723" y="21600"/>
                  </a:cxn>
                  <a:cxn ang="0">
                    <a:pos x="1123" y="43200"/>
                  </a:cxn>
                  <a:cxn ang="0">
                    <a:pos x="0" y="43170"/>
                  </a:cxn>
                  <a:cxn ang="0">
                    <a:pos x="1123" y="0"/>
                  </a:cxn>
                  <a:cxn ang="0">
                    <a:pos x="22723" y="21600"/>
                  </a:cxn>
                  <a:cxn ang="0">
                    <a:pos x="1123" y="43200"/>
                  </a:cxn>
                  <a:cxn ang="0">
                    <a:pos x="0" y="43170"/>
                  </a:cxn>
                  <a:cxn ang="0">
                    <a:pos x="1123" y="21600"/>
                  </a:cxn>
                  <a:cxn ang="0">
                    <a:pos x="1123" y="0"/>
                  </a:cxn>
                </a:cxnLst>
                <a:rect l="0" t="0" r="r" b="b"/>
                <a:pathLst>
                  <a:path w="22723" h="43200" fill="none">
                    <a:moveTo>
                      <a:pt x="1123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>
                    <a:moveTo>
                      <a:pt x="1123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lnTo>
                      <a:pt x="1123" y="0"/>
                    </a:lnTo>
                    <a:close/>
                  </a:path>
                </a:pathLst>
              </a:custGeom>
              <a:noFill/>
              <a:ln w="38100">
                <a:solidFill>
                  <a:srgbClr val="FF99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356" name="Arc 157"/>
              <p:cNvSpPr>
                <a:spLocks noChangeArrowheads="1"/>
              </p:cNvSpPr>
              <p:nvPr/>
            </p:nvSpPr>
            <p:spPr bwMode="auto">
              <a:xfrm rot="10800000" flipH="1" flipV="1">
                <a:off x="2744" y="3123"/>
                <a:ext cx="57" cy="91"/>
              </a:xfrm>
              <a:custGeom>
                <a:avLst/>
                <a:gdLst/>
                <a:ahLst/>
                <a:cxnLst>
                  <a:cxn ang="0">
                    <a:pos x="1123" y="0"/>
                  </a:cxn>
                  <a:cxn ang="0">
                    <a:pos x="22723" y="21600"/>
                  </a:cxn>
                  <a:cxn ang="0">
                    <a:pos x="1123" y="43200"/>
                  </a:cxn>
                  <a:cxn ang="0">
                    <a:pos x="0" y="43170"/>
                  </a:cxn>
                  <a:cxn ang="0">
                    <a:pos x="1123" y="0"/>
                  </a:cxn>
                  <a:cxn ang="0">
                    <a:pos x="22723" y="21600"/>
                  </a:cxn>
                  <a:cxn ang="0">
                    <a:pos x="1123" y="43200"/>
                  </a:cxn>
                  <a:cxn ang="0">
                    <a:pos x="0" y="43170"/>
                  </a:cxn>
                  <a:cxn ang="0">
                    <a:pos x="1123" y="21600"/>
                  </a:cxn>
                  <a:cxn ang="0">
                    <a:pos x="1123" y="0"/>
                  </a:cxn>
                </a:cxnLst>
                <a:rect l="0" t="0" r="r" b="b"/>
                <a:pathLst>
                  <a:path w="22723" h="43200" fill="none">
                    <a:moveTo>
                      <a:pt x="1123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>
                    <a:moveTo>
                      <a:pt x="1123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lnTo>
                      <a:pt x="1123" y="0"/>
                    </a:lnTo>
                    <a:close/>
                  </a:path>
                </a:pathLst>
              </a:custGeom>
              <a:noFill/>
              <a:ln w="38100">
                <a:solidFill>
                  <a:srgbClr val="FF99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2357" name="Oval 158"/>
            <p:cNvSpPr>
              <a:spLocks noChangeArrowheads="1"/>
            </p:cNvSpPr>
            <p:nvPr/>
          </p:nvSpPr>
          <p:spPr bwMode="auto">
            <a:xfrm>
              <a:off x="3969" y="1389"/>
              <a:ext cx="71" cy="68"/>
            </a:xfrm>
            <a:prstGeom prst="ellips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358" name="Oval 159"/>
            <p:cNvSpPr>
              <a:spLocks noChangeArrowheads="1"/>
            </p:cNvSpPr>
            <p:nvPr/>
          </p:nvSpPr>
          <p:spPr bwMode="auto">
            <a:xfrm>
              <a:off x="4241" y="1389"/>
              <a:ext cx="71" cy="68"/>
            </a:xfrm>
            <a:prstGeom prst="ellips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60928" name="AutoShape 160"/>
          <p:cNvSpPr>
            <a:spLocks noChangeArrowheads="1"/>
          </p:cNvSpPr>
          <p:nvPr/>
        </p:nvSpPr>
        <p:spPr bwMode="auto">
          <a:xfrm>
            <a:off x="5724525" y="1052513"/>
            <a:ext cx="576263" cy="503237"/>
          </a:xfrm>
          <a:prstGeom prst="irregularSeal1">
            <a:avLst/>
          </a:prstGeom>
          <a:gradFill rotWithShape="1">
            <a:gsLst>
              <a:gs pos="0">
                <a:srgbClr val="FFFF00"/>
              </a:gs>
              <a:gs pos="100000">
                <a:srgbClr val="FF3300"/>
              </a:gs>
            </a:gsLst>
            <a:lin ang="5400000" scaled="1"/>
          </a:gra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12360" name="Group 167"/>
          <p:cNvGrpSpPr>
            <a:grpSpLocks/>
          </p:cNvGrpSpPr>
          <p:nvPr/>
        </p:nvGrpSpPr>
        <p:grpSpPr bwMode="auto">
          <a:xfrm>
            <a:off x="6588125" y="6445250"/>
            <a:ext cx="792163" cy="366713"/>
            <a:chOff x="4649" y="4020"/>
            <a:chExt cx="499" cy="231"/>
          </a:xfrm>
        </p:grpSpPr>
        <p:pic>
          <p:nvPicPr>
            <p:cNvPr id="12361" name="Picture 168" descr="78900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2362" name="Text Box 169">
              <a:hlinkClick r:id="rId4" action="ppaction://hlinksldjump"/>
            </p:cNvPr>
            <p:cNvSpPr txBox="1">
              <a:spLocks noChangeArrowheads="1"/>
            </p:cNvSpPr>
            <p:nvPr/>
          </p:nvSpPr>
          <p:spPr bwMode="auto"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0">
                  <a:solidFill>
                    <a:schemeClr val="bg1"/>
                  </a:solidFill>
                  <a:latin typeface="隶书" pitchFamily="49" charset="-122"/>
                  <a:ea typeface="隶书" pitchFamily="49" charset="-122"/>
                </a:rPr>
                <a:t>返 回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8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608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8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1608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3000"/>
                                        <p:tgtEl>
                                          <p:spTgt spid="1608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8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608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608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608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3000"/>
                                        <p:tgtEl>
                                          <p:spTgt spid="1608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9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609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609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"/>
                            </p:stCondLst>
                            <p:childTnLst>
                              <p:par>
                                <p:cTn id="41" presetID="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42" dur="2000" fill="hold"/>
                                        <p:tgtEl>
                                          <p:spTgt spid="160928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8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1608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8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608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608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0889" grpId="0"/>
      <p:bldP spid="160890" grpId="0"/>
      <p:bldP spid="160891" grpId="0"/>
      <p:bldP spid="160892" grpId="0"/>
      <p:bldP spid="160893" grpId="0"/>
      <p:bldP spid="160928" grpId="0" animBg="1"/>
      <p:bldP spid="160928" grpId="1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90" name="Text Box 34"/>
          <p:cNvSpPr txBox="1">
            <a:spLocks noChangeArrowheads="1"/>
          </p:cNvSpPr>
          <p:nvPr/>
        </p:nvSpPr>
        <p:spPr bwMode="auto">
          <a:xfrm>
            <a:off x="755650" y="2497138"/>
            <a:ext cx="3427413" cy="547687"/>
          </a:xfrm>
          <a:prstGeom prst="rect">
            <a:avLst/>
          </a:prstGeom>
          <a:noFill/>
          <a:ln w="28575">
            <a:solidFill>
              <a:srgbClr val="00FFFF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zh-CN" altLang="en-US">
                <a:solidFill>
                  <a:srgbClr val="FF9900"/>
                </a:solidFill>
                <a:latin typeface="Times New Roman" pitchFamily="18" charset="0"/>
              </a:rPr>
              <a:t>过渡过程产生的原因</a:t>
            </a:r>
          </a:p>
        </p:txBody>
      </p:sp>
      <p:sp>
        <p:nvSpPr>
          <p:cNvPr id="96291" name="Text Box 35"/>
          <p:cNvSpPr txBox="1">
            <a:spLocks noChangeArrowheads="1"/>
          </p:cNvSpPr>
          <p:nvPr/>
        </p:nvSpPr>
        <p:spPr bwMode="auto">
          <a:xfrm>
            <a:off x="684213" y="3141663"/>
            <a:ext cx="8135937" cy="1630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>
                <a:latin typeface="楷体_GB2312" pitchFamily="49" charset="-122"/>
              </a:rPr>
              <a:t>    </a:t>
            </a:r>
            <a:r>
              <a:rPr lang="zh-CN" altLang="en-US">
                <a:latin typeface="楷体_GB2312" pitchFamily="49" charset="-122"/>
              </a:rPr>
              <a:t>电路内部含有储能元件 </a:t>
            </a:r>
            <a:r>
              <a:rPr lang="en-US" altLang="zh-CN" b="0" i="1">
                <a:latin typeface="Times New Roman" pitchFamily="18" charset="0"/>
              </a:rPr>
              <a:t>L</a:t>
            </a:r>
            <a:r>
              <a:rPr lang="zh-CN" altLang="en-US" b="0" i="1">
                <a:latin typeface="Times New Roman" pitchFamily="18" charset="0"/>
              </a:rPr>
              <a:t>、</a:t>
            </a:r>
            <a:r>
              <a:rPr lang="en-US" altLang="zh-CN" b="0" i="1">
                <a:latin typeface="Times New Roman" pitchFamily="18" charset="0"/>
              </a:rPr>
              <a:t>C</a:t>
            </a:r>
            <a:r>
              <a:rPr lang="zh-CN" altLang="en-US">
                <a:latin typeface="楷体_GB2312" pitchFamily="49" charset="-122"/>
              </a:rPr>
              <a:t>，电路在换路时能量发生变化，而能量的储存和释放都需要一定的时间来完成。</a:t>
            </a:r>
          </a:p>
        </p:txBody>
      </p:sp>
      <p:graphicFrame>
        <p:nvGraphicFramePr>
          <p:cNvPr id="96293" name="Object 37"/>
          <p:cNvGraphicFramePr>
            <a:graphicFrameLocks noChangeAspect="1"/>
          </p:cNvGraphicFramePr>
          <p:nvPr/>
        </p:nvGraphicFramePr>
        <p:xfrm>
          <a:off x="1331913" y="4724400"/>
          <a:ext cx="1690687" cy="1320800"/>
        </p:xfrm>
        <a:graphic>
          <a:graphicData uri="http://schemas.openxmlformats.org/presentationml/2006/ole">
            <p:oleObj spid="_x0000_s13315" r:id="rId3" imgW="521280" imgH="403560" progId="Equation.3">
              <p:embed/>
            </p:oleObj>
          </a:graphicData>
        </a:graphic>
      </p:graphicFrame>
      <p:sp>
        <p:nvSpPr>
          <p:cNvPr id="96294" name="Text Box 38"/>
          <p:cNvSpPr txBox="1">
            <a:spLocks noChangeArrowheads="1"/>
          </p:cNvSpPr>
          <p:nvPr/>
        </p:nvSpPr>
        <p:spPr bwMode="auto">
          <a:xfrm>
            <a:off x="2843213" y="692150"/>
            <a:ext cx="409575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zh-CN" altLang="en-US">
                <a:latin typeface="Times New Roman" pitchFamily="18" charset="0"/>
              </a:rPr>
              <a:t>电路结构、状态发生变化</a:t>
            </a:r>
          </a:p>
        </p:txBody>
      </p:sp>
      <p:sp>
        <p:nvSpPr>
          <p:cNvPr id="96299" name="Text Box 43"/>
          <p:cNvSpPr txBox="1">
            <a:spLocks noChangeArrowheads="1"/>
          </p:cNvSpPr>
          <p:nvPr/>
        </p:nvSpPr>
        <p:spPr bwMode="auto">
          <a:xfrm>
            <a:off x="755650" y="765175"/>
            <a:ext cx="1079500" cy="547688"/>
          </a:xfrm>
          <a:prstGeom prst="rect">
            <a:avLst/>
          </a:prstGeom>
          <a:noFill/>
          <a:ln w="28575">
            <a:solidFill>
              <a:srgbClr val="00FFFF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>
                <a:solidFill>
                  <a:srgbClr val="FF9900"/>
                </a:solidFill>
              </a:rPr>
              <a:t>换路</a:t>
            </a:r>
          </a:p>
        </p:txBody>
      </p:sp>
      <p:sp>
        <p:nvSpPr>
          <p:cNvPr id="96300" name="AutoShape 44"/>
          <p:cNvSpPr>
            <a:spLocks noChangeArrowheads="1"/>
          </p:cNvSpPr>
          <p:nvPr/>
        </p:nvSpPr>
        <p:spPr bwMode="auto">
          <a:xfrm>
            <a:off x="1979613" y="908050"/>
            <a:ext cx="720725" cy="215900"/>
          </a:xfrm>
          <a:prstGeom prst="rightArrow">
            <a:avLst>
              <a:gd name="adj1" fmla="val 50000"/>
              <a:gd name="adj2" fmla="val 83410"/>
            </a:avLst>
          </a:prstGeom>
          <a:solidFill>
            <a:srgbClr val="0099FF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96366" name="Group 110"/>
          <p:cNvGrpSpPr>
            <a:grpSpLocks/>
          </p:cNvGrpSpPr>
          <p:nvPr/>
        </p:nvGrpSpPr>
        <p:grpSpPr bwMode="auto">
          <a:xfrm>
            <a:off x="2987675" y="1254125"/>
            <a:ext cx="2808288" cy="1022350"/>
            <a:chOff x="1882" y="790"/>
            <a:chExt cx="1769" cy="644"/>
          </a:xfrm>
        </p:grpSpPr>
        <p:sp>
          <p:nvSpPr>
            <p:cNvPr id="13320" name="Text Box 39"/>
            <p:cNvSpPr txBox="1">
              <a:spLocks noChangeArrowheads="1"/>
            </p:cNvSpPr>
            <p:nvPr/>
          </p:nvSpPr>
          <p:spPr bwMode="auto">
            <a:xfrm>
              <a:off x="1960" y="790"/>
              <a:ext cx="1691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zh-CN" altLang="en-US">
                  <a:solidFill>
                    <a:schemeClr val="bg1"/>
                  </a:solidFill>
                  <a:latin typeface="Times New Roman" pitchFamily="18" charset="0"/>
                </a:rPr>
                <a:t>支路接入或断开</a:t>
              </a:r>
            </a:p>
          </p:txBody>
        </p:sp>
        <p:sp>
          <p:nvSpPr>
            <p:cNvPr id="13321" name="AutoShape 45"/>
            <p:cNvSpPr>
              <a:spLocks/>
            </p:cNvSpPr>
            <p:nvPr/>
          </p:nvSpPr>
          <p:spPr bwMode="auto">
            <a:xfrm>
              <a:off x="1882" y="844"/>
              <a:ext cx="91" cy="590"/>
            </a:xfrm>
            <a:prstGeom prst="leftBrace">
              <a:avLst>
                <a:gd name="adj1" fmla="val 53939"/>
                <a:gd name="adj2" fmla="val 50000"/>
              </a:avLst>
            </a:prstGeom>
            <a:noFill/>
            <a:ln w="28575">
              <a:solidFill>
                <a:schemeClr val="bg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322" name="Text Box 46"/>
            <p:cNvSpPr txBox="1">
              <a:spLocks noChangeArrowheads="1"/>
            </p:cNvSpPr>
            <p:nvPr/>
          </p:nvSpPr>
          <p:spPr bwMode="auto">
            <a:xfrm>
              <a:off x="1970" y="1107"/>
              <a:ext cx="1466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zh-CN" altLang="en-US">
                  <a:solidFill>
                    <a:schemeClr val="bg1"/>
                  </a:solidFill>
                  <a:latin typeface="Times New Roman" pitchFamily="18" charset="0"/>
                </a:rPr>
                <a:t>电路参数变化</a:t>
              </a:r>
            </a:p>
          </p:txBody>
        </p:sp>
      </p:grpSp>
      <p:sp>
        <p:nvSpPr>
          <p:cNvPr id="96304" name="AutoShape 48"/>
          <p:cNvSpPr>
            <a:spLocks noChangeArrowheads="1"/>
          </p:cNvSpPr>
          <p:nvPr/>
        </p:nvSpPr>
        <p:spPr bwMode="auto">
          <a:xfrm>
            <a:off x="4427538" y="2708275"/>
            <a:ext cx="720725" cy="215900"/>
          </a:xfrm>
          <a:prstGeom prst="rightArrow">
            <a:avLst>
              <a:gd name="adj1" fmla="val 50000"/>
              <a:gd name="adj2" fmla="val 83410"/>
            </a:avLst>
          </a:prstGeom>
          <a:solidFill>
            <a:srgbClr val="0099FF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96345" name="Object 89"/>
          <p:cNvGraphicFramePr>
            <a:graphicFrameLocks noChangeAspect="1"/>
          </p:cNvGraphicFramePr>
          <p:nvPr/>
        </p:nvGraphicFramePr>
        <p:xfrm>
          <a:off x="5580063" y="5157788"/>
          <a:ext cx="1565275" cy="595312"/>
        </p:xfrm>
        <a:graphic>
          <a:graphicData uri="http://schemas.openxmlformats.org/presentationml/2006/ole">
            <p:oleObj spid="_x0000_s13324" r:id="rId4" imgW="475200" imgH="173160" progId="Equation.3">
              <p:embed/>
            </p:oleObj>
          </a:graphicData>
        </a:graphic>
      </p:graphicFrame>
      <p:graphicFrame>
        <p:nvGraphicFramePr>
          <p:cNvPr id="96346" name="Object 90"/>
          <p:cNvGraphicFramePr>
            <a:graphicFrameLocks noChangeAspect="1"/>
          </p:cNvGraphicFramePr>
          <p:nvPr/>
        </p:nvGraphicFramePr>
        <p:xfrm>
          <a:off x="3779838" y="5157788"/>
          <a:ext cx="1308100" cy="455612"/>
        </p:xfrm>
        <a:graphic>
          <a:graphicData uri="http://schemas.openxmlformats.org/presentationml/2006/ole">
            <p:oleObj spid="_x0000_s13325" r:id="rId5" imgW="486720" imgH="161640" progId="Equation.3">
              <p:embed/>
            </p:oleObj>
          </a:graphicData>
        </a:graphic>
      </p:graphicFrame>
      <p:grpSp>
        <p:nvGrpSpPr>
          <p:cNvPr id="13326" name="Group 92"/>
          <p:cNvGrpSpPr>
            <a:grpSpLocks/>
          </p:cNvGrpSpPr>
          <p:nvPr/>
        </p:nvGrpSpPr>
        <p:grpSpPr bwMode="auto"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13327" name="Picture 93" descr="78900"/>
            <p:cNvPicPr>
              <a:picLocks noChangeAspect="1" noChangeArrowheads="1"/>
            </p:cNvPicPr>
            <p:nvPr/>
          </p:nvPicPr>
          <p:blipFill>
            <a:blip r:embed="rId6"/>
            <a:srcRect/>
            <a:stretch>
              <a:fillRect/>
            </a:stretch>
          </p:blipFill>
          <p:spPr bwMode="auto"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3328" name="Text Box 94">
              <a:hlinkClick r:id="" action="ppaction://hlinkshowjump?jump=nextslide"/>
            </p:cNvPr>
            <p:cNvSpPr txBox="1">
              <a:spLocks noChangeArrowheads="1"/>
            </p:cNvSpPr>
            <p:nvPr/>
          </p:nvSpPr>
          <p:spPr bwMode="auto"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0">
                  <a:solidFill>
                    <a:schemeClr val="bg1"/>
                  </a:solidFill>
                  <a:latin typeface="隶书" pitchFamily="49" charset="-122"/>
                  <a:ea typeface="隶书" pitchFamily="49" charset="-122"/>
                </a:rPr>
                <a:t>下 页</a:t>
              </a:r>
            </a:p>
          </p:txBody>
        </p:sp>
      </p:grpSp>
      <p:grpSp>
        <p:nvGrpSpPr>
          <p:cNvPr id="13329" name="Group 95"/>
          <p:cNvGrpSpPr>
            <a:grpSpLocks/>
          </p:cNvGrpSpPr>
          <p:nvPr/>
        </p:nvGrpSpPr>
        <p:grpSpPr bwMode="auto">
          <a:xfrm>
            <a:off x="7453313" y="6446838"/>
            <a:ext cx="792162" cy="366712"/>
            <a:chOff x="4649" y="4020"/>
            <a:chExt cx="499" cy="231"/>
          </a:xfrm>
        </p:grpSpPr>
        <p:pic>
          <p:nvPicPr>
            <p:cNvPr id="13330" name="Picture 96" descr="78900"/>
            <p:cNvPicPr>
              <a:picLocks noChangeAspect="1" noChangeArrowheads="1"/>
            </p:cNvPicPr>
            <p:nvPr/>
          </p:nvPicPr>
          <p:blipFill>
            <a:blip r:embed="rId6"/>
            <a:srcRect/>
            <a:stretch>
              <a:fillRect/>
            </a:stretch>
          </p:blipFill>
          <p:spPr bwMode="auto"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3331" name="Text Box 97">
              <a:hlinkClick r:id="" action="ppaction://hlinkshowjump?jump=previousslide"/>
            </p:cNvPr>
            <p:cNvSpPr txBox="1">
              <a:spLocks noChangeArrowheads="1"/>
            </p:cNvSpPr>
            <p:nvPr/>
          </p:nvSpPr>
          <p:spPr bwMode="auto"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0">
                  <a:solidFill>
                    <a:schemeClr val="bg1"/>
                  </a:solidFill>
                  <a:latin typeface="隶书" pitchFamily="49" charset="-122"/>
                  <a:ea typeface="隶书" pitchFamily="49" charset="-122"/>
                </a:rPr>
                <a:t>上 页</a:t>
              </a:r>
            </a:p>
          </p:txBody>
        </p:sp>
      </p:grpSp>
      <p:grpSp>
        <p:nvGrpSpPr>
          <p:cNvPr id="13332" name="Group 107"/>
          <p:cNvGrpSpPr>
            <a:grpSpLocks/>
          </p:cNvGrpSpPr>
          <p:nvPr/>
        </p:nvGrpSpPr>
        <p:grpSpPr bwMode="auto">
          <a:xfrm>
            <a:off x="6588125" y="6445250"/>
            <a:ext cx="792163" cy="366713"/>
            <a:chOff x="4649" y="4020"/>
            <a:chExt cx="499" cy="231"/>
          </a:xfrm>
        </p:grpSpPr>
        <p:pic>
          <p:nvPicPr>
            <p:cNvPr id="13333" name="Picture 108" descr="78900"/>
            <p:cNvPicPr>
              <a:picLocks noChangeAspect="1" noChangeArrowheads="1"/>
            </p:cNvPicPr>
            <p:nvPr/>
          </p:nvPicPr>
          <p:blipFill>
            <a:blip r:embed="rId6"/>
            <a:srcRect/>
            <a:stretch>
              <a:fillRect/>
            </a:stretch>
          </p:blipFill>
          <p:spPr bwMode="auto"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3334" name="Text Box 109">
              <a:hlinkClick r:id="rId7" action="ppaction://hlinksldjump"/>
            </p:cNvPr>
            <p:cNvSpPr txBox="1">
              <a:spLocks noChangeArrowheads="1"/>
            </p:cNvSpPr>
            <p:nvPr/>
          </p:nvSpPr>
          <p:spPr bwMode="auto"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0">
                  <a:solidFill>
                    <a:schemeClr val="bg1"/>
                  </a:solidFill>
                  <a:latin typeface="隶书" pitchFamily="49" charset="-122"/>
                  <a:ea typeface="隶书" pitchFamily="49" charset="-122"/>
                </a:rPr>
                <a:t>返 回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62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62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3" dur="500"/>
                                        <p:tgtEl>
                                          <p:spTgt spid="963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62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63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962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962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3" dur="500"/>
                                        <p:tgtEl>
                                          <p:spTgt spid="963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00"/>
                                        <p:tgtEl>
                                          <p:spTgt spid="962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800"/>
                            </p:stCondLst>
                            <p:childTnLst>
                              <p:par>
                                <p:cTn id="39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1" dur="3000"/>
                                        <p:tgtEl>
                                          <p:spTgt spid="962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6" dur="3000"/>
                                        <p:tgtEl>
                                          <p:spTgt spid="963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3000"/>
                            </p:stCondLst>
                            <p:childTnLst>
                              <p:par>
                                <p:cTn id="48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50" dur="3000"/>
                                        <p:tgtEl>
                                          <p:spTgt spid="963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6290" grpId="0" animBg="1"/>
      <p:bldP spid="96291" grpId="0" build="p"/>
      <p:bldP spid="96294" grpId="0" build="p"/>
      <p:bldP spid="96299" grpId="0" animBg="1"/>
      <p:bldP spid="96300" grpId="0" animBg="1"/>
      <p:bldP spid="96304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1390" name="Object 14"/>
          <p:cNvGraphicFramePr>
            <a:graphicFrameLocks noChangeAspect="1"/>
          </p:cNvGraphicFramePr>
          <p:nvPr/>
        </p:nvGraphicFramePr>
        <p:xfrm>
          <a:off x="4827588" y="2492375"/>
          <a:ext cx="3575050" cy="1247775"/>
        </p:xfrm>
        <a:graphic>
          <a:graphicData uri="http://schemas.openxmlformats.org/presentationml/2006/ole">
            <p:oleObj spid="_x0000_s14337" r:id="rId3" imgW="1286280" imgH="438120" progId="Equation.3">
              <p:embed/>
            </p:oleObj>
          </a:graphicData>
        </a:graphic>
      </p:graphicFrame>
      <p:sp>
        <p:nvSpPr>
          <p:cNvPr id="101421" name="AutoShape 45"/>
          <p:cNvSpPr>
            <a:spLocks noChangeArrowheads="1"/>
          </p:cNvSpPr>
          <p:nvPr/>
        </p:nvSpPr>
        <p:spPr bwMode="auto">
          <a:xfrm>
            <a:off x="3995738" y="3141663"/>
            <a:ext cx="649287" cy="144462"/>
          </a:xfrm>
          <a:prstGeom prst="rightArrow">
            <a:avLst>
              <a:gd name="adj1" fmla="val 50000"/>
              <a:gd name="adj2" fmla="val 112301"/>
            </a:avLst>
          </a:prstGeom>
          <a:solidFill>
            <a:srgbClr val="0099FF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1422" name="Text Box 46"/>
          <p:cNvSpPr txBox="1">
            <a:spLocks noChangeArrowheads="1"/>
          </p:cNvSpPr>
          <p:nvPr/>
        </p:nvSpPr>
        <p:spPr bwMode="auto">
          <a:xfrm>
            <a:off x="612775" y="1820863"/>
            <a:ext cx="4679950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>
                <a:latin typeface="楷体_GB2312" pitchFamily="49" charset="-122"/>
              </a:rPr>
              <a:t>应用</a:t>
            </a:r>
            <a:r>
              <a:rPr lang="en-US" altLang="zh-CN" b="0">
                <a:latin typeface="Times New Roman" pitchFamily="18" charset="0"/>
              </a:rPr>
              <a:t>KVL</a:t>
            </a:r>
            <a:r>
              <a:rPr lang="zh-CN" altLang="en-US">
                <a:latin typeface="楷体_GB2312" pitchFamily="49" charset="-122"/>
              </a:rPr>
              <a:t>和电容的</a:t>
            </a:r>
            <a:r>
              <a:rPr lang="en-US" altLang="zh-CN" b="0">
                <a:latin typeface="Times New Roman" pitchFamily="18" charset="0"/>
              </a:rPr>
              <a:t>VCR</a:t>
            </a:r>
            <a:r>
              <a:rPr lang="zh-CN" altLang="en-US">
                <a:latin typeface="楷体_GB2312" pitchFamily="49" charset="-122"/>
              </a:rPr>
              <a:t>得：</a:t>
            </a:r>
          </a:p>
        </p:txBody>
      </p:sp>
      <p:sp>
        <p:nvSpPr>
          <p:cNvPr id="101426" name="Text Box 50"/>
          <p:cNvSpPr txBox="1">
            <a:spLocks noChangeArrowheads="1"/>
          </p:cNvSpPr>
          <p:nvPr/>
        </p:nvSpPr>
        <p:spPr bwMode="auto">
          <a:xfrm>
            <a:off x="611188" y="4221163"/>
            <a:ext cx="3313112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/>
              <a:t>若以电流为变量：</a:t>
            </a:r>
          </a:p>
        </p:txBody>
      </p:sp>
      <p:graphicFrame>
        <p:nvGraphicFramePr>
          <p:cNvPr id="101427" name="Object 51"/>
          <p:cNvGraphicFramePr>
            <a:graphicFrameLocks noChangeAspect="1"/>
          </p:cNvGraphicFramePr>
          <p:nvPr/>
        </p:nvGraphicFramePr>
        <p:xfrm>
          <a:off x="4227513" y="3789363"/>
          <a:ext cx="3335337" cy="1147762"/>
        </p:xfrm>
        <a:graphic>
          <a:graphicData uri="http://schemas.openxmlformats.org/presentationml/2006/ole">
            <p:oleObj spid="_x0000_s14341" r:id="rId4" imgW="1205280" imgH="403560" progId="Equation.3">
              <p:embed/>
            </p:oleObj>
          </a:graphicData>
        </a:graphic>
      </p:graphicFrame>
      <p:sp>
        <p:nvSpPr>
          <p:cNvPr id="101457" name="AutoShape 81"/>
          <p:cNvSpPr>
            <a:spLocks noChangeArrowheads="1"/>
          </p:cNvSpPr>
          <p:nvPr/>
        </p:nvSpPr>
        <p:spPr bwMode="auto">
          <a:xfrm>
            <a:off x="1763713" y="5373688"/>
            <a:ext cx="647700" cy="144462"/>
          </a:xfrm>
          <a:prstGeom prst="rightArrow">
            <a:avLst>
              <a:gd name="adj1" fmla="val 50000"/>
              <a:gd name="adj2" fmla="val 112026"/>
            </a:avLst>
          </a:prstGeom>
          <a:solidFill>
            <a:srgbClr val="0099FF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101458" name="Object 82"/>
          <p:cNvGraphicFramePr>
            <a:graphicFrameLocks noChangeAspect="1"/>
          </p:cNvGraphicFramePr>
          <p:nvPr/>
        </p:nvGraphicFramePr>
        <p:xfrm>
          <a:off x="2641600" y="5013325"/>
          <a:ext cx="3033713" cy="1176338"/>
        </p:xfrm>
        <a:graphic>
          <a:graphicData uri="http://schemas.openxmlformats.org/presentationml/2006/ole">
            <p:oleObj spid="_x0000_s14343" r:id="rId5" imgW="1158840" imgH="438120" progId="Equation.3">
              <p:embed/>
            </p:oleObj>
          </a:graphicData>
        </a:graphic>
      </p:graphicFrame>
      <p:sp>
        <p:nvSpPr>
          <p:cNvPr id="101459" name="Text Box 83"/>
          <p:cNvSpPr txBox="1">
            <a:spLocks noChangeArrowheads="1"/>
          </p:cNvSpPr>
          <p:nvPr/>
        </p:nvSpPr>
        <p:spPr bwMode="auto">
          <a:xfrm>
            <a:off x="611188" y="476250"/>
            <a:ext cx="4679950" cy="57943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92075" tIns="46038" rIns="92075" bIns="46038" anchor="ctr">
            <a:spAutoFit/>
          </a:bodyPr>
          <a:lstStyle/>
          <a:p>
            <a:pPr>
              <a:spcBef>
                <a:spcPct val="50000"/>
              </a:spcBef>
              <a:buClr>
                <a:schemeClr val="accent2"/>
              </a:buClr>
              <a:buSzPct val="75000"/>
              <a:buFont typeface="Monotype Sorts" pitchFamily="2" charset="2"/>
              <a:buNone/>
            </a:pPr>
            <a:r>
              <a:rPr lang="en-US" altLang="zh-CN" sz="3200">
                <a:solidFill>
                  <a:schemeClr val="bg1"/>
                </a:solidFill>
                <a:latin typeface="楷体_GB2312" pitchFamily="49" charset="-122"/>
              </a:rPr>
              <a:t>2</a:t>
            </a:r>
            <a:r>
              <a:rPr lang="en-US" altLang="zh-CN" sz="3200" i="1">
                <a:solidFill>
                  <a:schemeClr val="bg1"/>
                </a:solidFill>
                <a:latin typeface="楷体_GB2312" pitchFamily="49" charset="-122"/>
              </a:rPr>
              <a:t>. </a:t>
            </a:r>
            <a:r>
              <a:rPr lang="zh-CN" altLang="en-US" sz="3200">
                <a:solidFill>
                  <a:schemeClr val="bg1"/>
                </a:solidFill>
                <a:latin typeface="楷体_GB2312" pitchFamily="49" charset="-122"/>
              </a:rPr>
              <a:t>动态电路的方程</a:t>
            </a:r>
          </a:p>
        </p:txBody>
      </p:sp>
      <p:grpSp>
        <p:nvGrpSpPr>
          <p:cNvPr id="14345" name="Group 86"/>
          <p:cNvGrpSpPr>
            <a:grpSpLocks/>
          </p:cNvGrpSpPr>
          <p:nvPr/>
        </p:nvGrpSpPr>
        <p:grpSpPr bwMode="auto"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14346" name="Picture 87" descr="78900"/>
            <p:cNvPicPr>
              <a:picLocks noChangeAspect="1" noChangeArrowheads="1"/>
            </p:cNvPicPr>
            <p:nvPr/>
          </p:nvPicPr>
          <p:blipFill>
            <a:blip r:embed="rId6"/>
            <a:srcRect/>
            <a:stretch>
              <a:fillRect/>
            </a:stretch>
          </p:blipFill>
          <p:spPr bwMode="auto"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4347" name="Text Box 88">
              <a:hlinkClick r:id="" action="ppaction://hlinkshowjump?jump=nextslide"/>
            </p:cNvPr>
            <p:cNvSpPr txBox="1">
              <a:spLocks noChangeArrowheads="1"/>
            </p:cNvSpPr>
            <p:nvPr/>
          </p:nvSpPr>
          <p:spPr bwMode="auto"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0">
                  <a:solidFill>
                    <a:schemeClr val="bg1"/>
                  </a:solidFill>
                  <a:latin typeface="隶书" pitchFamily="49" charset="-122"/>
                  <a:ea typeface="隶书" pitchFamily="49" charset="-122"/>
                </a:rPr>
                <a:t>下 页</a:t>
              </a:r>
            </a:p>
          </p:txBody>
        </p:sp>
      </p:grpSp>
      <p:grpSp>
        <p:nvGrpSpPr>
          <p:cNvPr id="14348" name="Group 89"/>
          <p:cNvGrpSpPr>
            <a:grpSpLocks/>
          </p:cNvGrpSpPr>
          <p:nvPr/>
        </p:nvGrpSpPr>
        <p:grpSpPr bwMode="auto">
          <a:xfrm>
            <a:off x="7453313" y="6446838"/>
            <a:ext cx="792162" cy="366712"/>
            <a:chOff x="4649" y="4020"/>
            <a:chExt cx="499" cy="231"/>
          </a:xfrm>
        </p:grpSpPr>
        <p:pic>
          <p:nvPicPr>
            <p:cNvPr id="14349" name="Picture 90" descr="78900"/>
            <p:cNvPicPr>
              <a:picLocks noChangeAspect="1" noChangeArrowheads="1"/>
            </p:cNvPicPr>
            <p:nvPr/>
          </p:nvPicPr>
          <p:blipFill>
            <a:blip r:embed="rId6"/>
            <a:srcRect/>
            <a:stretch>
              <a:fillRect/>
            </a:stretch>
          </p:blipFill>
          <p:spPr bwMode="auto"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4350" name="Text Box 91">
              <a:hlinkClick r:id="" action="ppaction://hlinkshowjump?jump=previousslide"/>
            </p:cNvPr>
            <p:cNvSpPr txBox="1">
              <a:spLocks noChangeArrowheads="1"/>
            </p:cNvSpPr>
            <p:nvPr/>
          </p:nvSpPr>
          <p:spPr bwMode="auto"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0">
                  <a:solidFill>
                    <a:schemeClr val="bg1"/>
                  </a:solidFill>
                  <a:latin typeface="隶书" pitchFamily="49" charset="-122"/>
                  <a:ea typeface="隶书" pitchFamily="49" charset="-122"/>
                </a:rPr>
                <a:t>上 页</a:t>
              </a:r>
            </a:p>
          </p:txBody>
        </p:sp>
      </p:grpSp>
      <p:grpSp>
        <p:nvGrpSpPr>
          <p:cNvPr id="101496" name="Group 120"/>
          <p:cNvGrpSpPr>
            <a:grpSpLocks/>
          </p:cNvGrpSpPr>
          <p:nvPr/>
        </p:nvGrpSpPr>
        <p:grpSpPr bwMode="auto">
          <a:xfrm>
            <a:off x="5364163" y="404813"/>
            <a:ext cx="3300412" cy="1966912"/>
            <a:chOff x="3516" y="346"/>
            <a:chExt cx="2079" cy="1239"/>
          </a:xfrm>
        </p:grpSpPr>
        <p:sp>
          <p:nvSpPr>
            <p:cNvPr id="14352" name="Text Box 96"/>
            <p:cNvSpPr txBox="1">
              <a:spLocks noChangeArrowheads="1"/>
            </p:cNvSpPr>
            <p:nvPr/>
          </p:nvSpPr>
          <p:spPr bwMode="auto">
            <a:xfrm>
              <a:off x="3781" y="391"/>
              <a:ext cx="703" cy="327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en-US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 </a:t>
              </a:r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(</a:t>
              </a:r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t &gt;</a:t>
              </a:r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0)</a:t>
              </a:r>
            </a:p>
          </p:txBody>
        </p:sp>
        <p:sp>
          <p:nvSpPr>
            <p:cNvPr id="14353" name="Oval 97"/>
            <p:cNvSpPr>
              <a:spLocks noChangeArrowheads="1"/>
            </p:cNvSpPr>
            <p:nvPr/>
          </p:nvSpPr>
          <p:spPr bwMode="auto">
            <a:xfrm>
              <a:off x="3516" y="981"/>
              <a:ext cx="363" cy="363"/>
            </a:xfrm>
            <a:prstGeom prst="ellipse">
              <a:avLst/>
            </a:prstGeom>
            <a:gradFill rotWithShape="1">
              <a:gsLst>
                <a:gs pos="0">
                  <a:srgbClr val="0099FF"/>
                </a:gs>
                <a:gs pos="100000">
                  <a:srgbClr val="004776"/>
                </a:gs>
              </a:gsLst>
              <a:path path="shape">
                <a:fillToRect l="50000" t="50000" r="50000" b="50000"/>
              </a:path>
            </a:gradFill>
            <a:ln w="38100">
              <a:solidFill>
                <a:srgbClr val="FF99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endParaRPr lang="zh-CN" altLang="zh-CN" sz="2400" b="0">
                <a:ea typeface="仿宋_GB2312" pitchFamily="49" charset="-122"/>
              </a:endParaRPr>
            </a:p>
          </p:txBody>
        </p:sp>
        <p:grpSp>
          <p:nvGrpSpPr>
            <p:cNvPr id="14354" name="Group 98"/>
            <p:cNvGrpSpPr>
              <a:grpSpLocks/>
            </p:cNvGrpSpPr>
            <p:nvPr/>
          </p:nvGrpSpPr>
          <p:grpSpPr bwMode="auto">
            <a:xfrm>
              <a:off x="5037" y="1167"/>
              <a:ext cx="278" cy="69"/>
              <a:chOff x="2112" y="3648"/>
              <a:chExt cx="192" cy="48"/>
            </a:xfrm>
          </p:grpSpPr>
          <p:sp>
            <p:nvSpPr>
              <p:cNvPr id="14355" name="Line 99"/>
              <p:cNvSpPr>
                <a:spLocks noChangeShapeType="1"/>
              </p:cNvSpPr>
              <p:nvPr/>
            </p:nvSpPr>
            <p:spPr bwMode="auto">
              <a:xfrm>
                <a:off x="2112" y="3648"/>
                <a:ext cx="192" cy="0"/>
              </a:xfrm>
              <a:prstGeom prst="line">
                <a:avLst/>
              </a:prstGeom>
              <a:noFill/>
              <a:ln w="38100">
                <a:solidFill>
                  <a:srgbClr val="FF99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356" name="Line 100"/>
              <p:cNvSpPr>
                <a:spLocks noChangeShapeType="1"/>
              </p:cNvSpPr>
              <p:nvPr/>
            </p:nvSpPr>
            <p:spPr bwMode="auto">
              <a:xfrm>
                <a:off x="2112" y="3696"/>
                <a:ext cx="192" cy="0"/>
              </a:xfrm>
              <a:prstGeom prst="line">
                <a:avLst/>
              </a:prstGeom>
              <a:noFill/>
              <a:ln w="38100">
                <a:solidFill>
                  <a:srgbClr val="FF99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14357" name="Group 101"/>
            <p:cNvGrpSpPr>
              <a:grpSpLocks/>
            </p:cNvGrpSpPr>
            <p:nvPr/>
          </p:nvGrpSpPr>
          <p:grpSpPr bwMode="auto">
            <a:xfrm>
              <a:off x="4695" y="708"/>
              <a:ext cx="367" cy="877"/>
              <a:chOff x="1576" y="1278"/>
              <a:chExt cx="253" cy="612"/>
            </a:xfrm>
          </p:grpSpPr>
          <p:grpSp>
            <p:nvGrpSpPr>
              <p:cNvPr id="14358" name="Group 102"/>
              <p:cNvGrpSpPr>
                <a:grpSpLocks/>
              </p:cNvGrpSpPr>
              <p:nvPr/>
            </p:nvGrpSpPr>
            <p:grpSpPr bwMode="auto">
              <a:xfrm>
                <a:off x="1658" y="1278"/>
                <a:ext cx="171" cy="612"/>
                <a:chOff x="1658" y="1278"/>
                <a:chExt cx="171" cy="612"/>
              </a:xfrm>
            </p:grpSpPr>
            <p:sp>
              <p:nvSpPr>
                <p:cNvPr id="14359" name="Text Box 103"/>
                <p:cNvSpPr txBox="1">
                  <a:spLocks noChangeArrowheads="1"/>
                </p:cNvSpPr>
                <p:nvPr/>
              </p:nvSpPr>
              <p:spPr bwMode="auto">
                <a:xfrm>
                  <a:off x="1661" y="1278"/>
                  <a:ext cx="168" cy="228"/>
                </a:xfrm>
                <a:prstGeom prst="rect">
                  <a:avLst/>
                </a:prstGeom>
                <a:noFill/>
                <a:ln w="28575">
                  <a:noFill/>
                  <a:miter lim="800000"/>
                  <a:headEnd/>
                  <a:tailEnd/>
                </a:ln>
              </p:spPr>
              <p:txBody>
                <a:bodyPr wrap="none" anchor="ctr">
                  <a:spAutoFit/>
                </a:bodyPr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altLang="zh-CN" b="0">
                      <a:solidFill>
                        <a:schemeClr val="bg1"/>
                      </a:solidFill>
                      <a:latin typeface="Times New Roman" pitchFamily="18" charset="0"/>
                      <a:ea typeface="宋体" pitchFamily="2" charset="-122"/>
                    </a:rPr>
                    <a:t>+</a:t>
                  </a:r>
                </a:p>
              </p:txBody>
            </p:sp>
            <p:sp>
              <p:nvSpPr>
                <p:cNvPr id="14360" name="Text Box 104"/>
                <p:cNvSpPr txBox="1">
                  <a:spLocks noChangeArrowheads="1"/>
                </p:cNvSpPr>
                <p:nvPr/>
              </p:nvSpPr>
              <p:spPr bwMode="auto">
                <a:xfrm>
                  <a:off x="1658" y="1662"/>
                  <a:ext cx="157" cy="228"/>
                </a:xfrm>
                <a:prstGeom prst="rect">
                  <a:avLst/>
                </a:prstGeom>
                <a:noFill/>
                <a:ln w="28575">
                  <a:noFill/>
                  <a:miter lim="800000"/>
                  <a:headEnd/>
                  <a:tailEnd/>
                </a:ln>
              </p:spPr>
              <p:txBody>
                <a:bodyPr wrap="none" anchor="ctr">
                  <a:spAutoFit/>
                </a:bodyPr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altLang="zh-CN" b="0">
                      <a:solidFill>
                        <a:schemeClr val="bg1"/>
                      </a:solidFill>
                      <a:latin typeface="Times New Roman" pitchFamily="18" charset="0"/>
                      <a:ea typeface="宋体" pitchFamily="2" charset="-122"/>
                    </a:rPr>
                    <a:t>–</a:t>
                  </a:r>
                </a:p>
              </p:txBody>
            </p:sp>
          </p:grpSp>
          <p:sp>
            <p:nvSpPr>
              <p:cNvPr id="14361" name="Text Box 105"/>
              <p:cNvSpPr txBox="1">
                <a:spLocks noChangeArrowheads="1"/>
              </p:cNvSpPr>
              <p:nvPr/>
            </p:nvSpPr>
            <p:spPr bwMode="auto">
              <a:xfrm>
                <a:off x="1576" y="1459"/>
                <a:ext cx="250" cy="229"/>
              </a:xfrm>
              <a:prstGeom prst="rect">
                <a:avLst/>
              </a:prstGeom>
              <a:noFill/>
              <a:ln w="28575">
                <a:noFill/>
                <a:miter lim="800000"/>
                <a:headEnd/>
                <a:tailEnd/>
              </a:ln>
            </p:spPr>
            <p:txBody>
              <a:bodyPr anchor="ctr"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altLang="zh-CN" b="0" i="1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rPr>
                  <a:t>u</a:t>
                </a:r>
                <a:r>
                  <a:rPr lang="en-US" altLang="zh-CN" b="0" baseline="-250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rPr>
                  <a:t>C</a:t>
                </a:r>
                <a:endPara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endParaRPr>
              </a:p>
            </p:txBody>
          </p:sp>
        </p:grpSp>
        <p:sp>
          <p:nvSpPr>
            <p:cNvPr id="14362" name="Text Box 106"/>
            <p:cNvSpPr txBox="1">
              <a:spLocks noChangeArrowheads="1"/>
            </p:cNvSpPr>
            <p:nvPr/>
          </p:nvSpPr>
          <p:spPr bwMode="auto">
            <a:xfrm>
              <a:off x="3923" y="1026"/>
              <a:ext cx="337" cy="327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U</a:t>
              </a:r>
              <a:r>
                <a:rPr lang="en-US" altLang="zh-CN" b="0" i="1" baseline="-2500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s</a:t>
              </a:r>
              <a:endParaRPr lang="en-US" altLang="zh-CN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14363" name="Line 107"/>
            <p:cNvSpPr>
              <a:spLocks noChangeShapeType="1"/>
            </p:cNvSpPr>
            <p:nvPr/>
          </p:nvSpPr>
          <p:spPr bwMode="auto">
            <a:xfrm>
              <a:off x="3700" y="754"/>
              <a:ext cx="1448" cy="0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364" name="Line 108"/>
            <p:cNvSpPr>
              <a:spLocks noChangeShapeType="1"/>
            </p:cNvSpPr>
            <p:nvPr/>
          </p:nvSpPr>
          <p:spPr bwMode="auto">
            <a:xfrm>
              <a:off x="3700" y="1578"/>
              <a:ext cx="1456" cy="0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365" name="Line 109"/>
            <p:cNvSpPr>
              <a:spLocks noChangeShapeType="1"/>
            </p:cNvSpPr>
            <p:nvPr/>
          </p:nvSpPr>
          <p:spPr bwMode="auto">
            <a:xfrm flipH="1">
              <a:off x="3697" y="754"/>
              <a:ext cx="3" cy="816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366" name="Line 110"/>
            <p:cNvSpPr>
              <a:spLocks noChangeShapeType="1"/>
            </p:cNvSpPr>
            <p:nvPr/>
          </p:nvSpPr>
          <p:spPr bwMode="auto">
            <a:xfrm>
              <a:off x="5156" y="754"/>
              <a:ext cx="0" cy="412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367" name="Line 111"/>
            <p:cNvSpPr>
              <a:spLocks noChangeShapeType="1"/>
            </p:cNvSpPr>
            <p:nvPr/>
          </p:nvSpPr>
          <p:spPr bwMode="auto">
            <a:xfrm flipV="1">
              <a:off x="5156" y="1235"/>
              <a:ext cx="0" cy="343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368" name="Text Box 112"/>
            <p:cNvSpPr txBox="1">
              <a:spLocks noChangeArrowheads="1"/>
            </p:cNvSpPr>
            <p:nvPr/>
          </p:nvSpPr>
          <p:spPr bwMode="auto">
            <a:xfrm>
              <a:off x="4604" y="391"/>
              <a:ext cx="253" cy="327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R</a:t>
              </a:r>
              <a:endParaRPr lang="en-US" altLang="zh-CN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14369" name="Text Box 113"/>
            <p:cNvSpPr txBox="1">
              <a:spLocks noChangeArrowheads="1"/>
            </p:cNvSpPr>
            <p:nvPr/>
          </p:nvSpPr>
          <p:spPr bwMode="auto">
            <a:xfrm>
              <a:off x="5330" y="981"/>
              <a:ext cx="265" cy="327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C</a:t>
              </a:r>
              <a:endParaRPr lang="en-US" altLang="zh-CN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grpSp>
          <p:nvGrpSpPr>
            <p:cNvPr id="14370" name="Group 114"/>
            <p:cNvGrpSpPr>
              <a:grpSpLocks/>
            </p:cNvGrpSpPr>
            <p:nvPr/>
          </p:nvGrpSpPr>
          <p:grpSpPr bwMode="auto">
            <a:xfrm>
              <a:off x="4876" y="346"/>
              <a:ext cx="238" cy="341"/>
              <a:chOff x="1803" y="2594"/>
              <a:chExt cx="165" cy="238"/>
            </a:xfrm>
          </p:grpSpPr>
          <p:sp>
            <p:nvSpPr>
              <p:cNvPr id="14371" name="Text Box 115"/>
              <p:cNvSpPr txBox="1">
                <a:spLocks noChangeArrowheads="1"/>
              </p:cNvSpPr>
              <p:nvPr/>
            </p:nvSpPr>
            <p:spPr bwMode="auto">
              <a:xfrm>
                <a:off x="1803" y="2594"/>
                <a:ext cx="123" cy="228"/>
              </a:xfrm>
              <a:prstGeom prst="rect">
                <a:avLst/>
              </a:prstGeom>
              <a:noFill/>
              <a:ln w="28575">
                <a:noFill/>
                <a:miter lim="800000"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altLang="zh-CN" b="0" i="1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rPr>
                  <a:t>i</a:t>
                </a:r>
                <a:endPara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endParaRPr>
              </a:p>
            </p:txBody>
          </p:sp>
          <p:sp>
            <p:nvSpPr>
              <p:cNvPr id="14372" name="Line 116"/>
              <p:cNvSpPr>
                <a:spLocks noChangeShapeType="1"/>
              </p:cNvSpPr>
              <p:nvPr/>
            </p:nvSpPr>
            <p:spPr bwMode="auto">
              <a:xfrm>
                <a:off x="1824" y="2832"/>
                <a:ext cx="144" cy="0"/>
              </a:xfrm>
              <a:prstGeom prst="line">
                <a:avLst/>
              </a:prstGeom>
              <a:noFill/>
              <a:ln w="28575">
                <a:solidFill>
                  <a:srgbClr val="00FFFF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4373" name="Text Box 117"/>
            <p:cNvSpPr txBox="1">
              <a:spLocks noChangeArrowheads="1"/>
            </p:cNvSpPr>
            <p:nvPr/>
          </p:nvSpPr>
          <p:spPr bwMode="auto">
            <a:xfrm>
              <a:off x="3742" y="709"/>
              <a:ext cx="363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>
                  <a:solidFill>
                    <a:schemeClr val="bg1"/>
                  </a:solidFill>
                  <a:latin typeface="Times New Roman" pitchFamily="18" charset="0"/>
                  <a:ea typeface="仿宋_GB2312" pitchFamily="49" charset="-122"/>
                </a:rPr>
                <a:t>+</a:t>
              </a:r>
            </a:p>
          </p:txBody>
        </p:sp>
        <p:sp>
          <p:nvSpPr>
            <p:cNvPr id="14374" name="Text Box 118"/>
            <p:cNvSpPr txBox="1">
              <a:spLocks noChangeArrowheads="1"/>
            </p:cNvSpPr>
            <p:nvPr/>
          </p:nvSpPr>
          <p:spPr bwMode="auto">
            <a:xfrm>
              <a:off x="3787" y="1253"/>
              <a:ext cx="363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>
                  <a:solidFill>
                    <a:schemeClr val="bg1"/>
                  </a:solidFill>
                  <a:latin typeface="宋体" pitchFamily="2" charset="-122"/>
                  <a:ea typeface="宋体" pitchFamily="2" charset="-122"/>
                </a:rPr>
                <a:t>-</a:t>
              </a:r>
            </a:p>
          </p:txBody>
        </p:sp>
        <p:sp>
          <p:nvSpPr>
            <p:cNvPr id="14375" name="Rectangle 119"/>
            <p:cNvSpPr>
              <a:spLocks noChangeArrowheads="1"/>
            </p:cNvSpPr>
            <p:nvPr/>
          </p:nvSpPr>
          <p:spPr bwMode="auto">
            <a:xfrm>
              <a:off x="4559" y="708"/>
              <a:ext cx="317" cy="136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</a:gradFill>
            <a:ln w="2857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01498" name="Group 122"/>
          <p:cNvGrpSpPr>
            <a:grpSpLocks/>
          </p:cNvGrpSpPr>
          <p:nvPr/>
        </p:nvGrpSpPr>
        <p:grpSpPr bwMode="auto">
          <a:xfrm>
            <a:off x="900113" y="2420938"/>
            <a:ext cx="2889250" cy="1912937"/>
            <a:chOff x="657" y="1207"/>
            <a:chExt cx="1820" cy="1205"/>
          </a:xfrm>
        </p:grpSpPr>
        <p:graphicFrame>
          <p:nvGraphicFramePr>
            <p:cNvPr id="14377" name="Object 44"/>
            <p:cNvGraphicFramePr>
              <a:graphicFrameLocks noChangeAspect="1"/>
            </p:cNvGraphicFramePr>
            <p:nvPr/>
          </p:nvGraphicFramePr>
          <p:xfrm>
            <a:off x="793" y="1207"/>
            <a:ext cx="1684" cy="392"/>
          </p:xfrm>
          <a:graphic>
            <a:graphicData uri="http://schemas.openxmlformats.org/presentationml/2006/ole">
              <p:oleObj spid="_x0000_s14377" r:id="rId7" imgW="938520" imgH="207720" progId="Equation.3">
                <p:embed/>
              </p:oleObj>
            </a:graphicData>
          </a:graphic>
        </p:graphicFrame>
        <p:graphicFrame>
          <p:nvGraphicFramePr>
            <p:cNvPr id="14378" name="Object 49"/>
            <p:cNvGraphicFramePr>
              <a:graphicFrameLocks noChangeAspect="1"/>
            </p:cNvGraphicFramePr>
            <p:nvPr/>
          </p:nvGraphicFramePr>
          <p:xfrm>
            <a:off x="783" y="1616"/>
            <a:ext cx="1100" cy="796"/>
          </p:xfrm>
          <a:graphic>
            <a:graphicData uri="http://schemas.openxmlformats.org/presentationml/2006/ole">
              <p:oleObj spid="_x0000_s14378" r:id="rId8" imgW="614160" imgH="438120" progId="Equation.3">
                <p:embed/>
              </p:oleObj>
            </a:graphicData>
          </a:graphic>
        </p:graphicFrame>
        <p:sp>
          <p:nvSpPr>
            <p:cNvPr id="14379" name="AutoShape 121"/>
            <p:cNvSpPr>
              <a:spLocks/>
            </p:cNvSpPr>
            <p:nvPr/>
          </p:nvSpPr>
          <p:spPr bwMode="auto">
            <a:xfrm>
              <a:off x="657" y="1207"/>
              <a:ext cx="46" cy="953"/>
            </a:xfrm>
            <a:prstGeom prst="leftBrace">
              <a:avLst>
                <a:gd name="adj1" fmla="val 172357"/>
                <a:gd name="adj2" fmla="val 50000"/>
              </a:avLst>
            </a:prstGeom>
            <a:noFill/>
            <a:ln w="28575">
              <a:solidFill>
                <a:schemeClr val="bg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01499" name="Text Box 123"/>
          <p:cNvSpPr txBox="1">
            <a:spLocks noChangeArrowheads="1"/>
          </p:cNvSpPr>
          <p:nvPr/>
        </p:nvSpPr>
        <p:spPr bwMode="auto">
          <a:xfrm>
            <a:off x="611188" y="1125538"/>
            <a:ext cx="503237" cy="579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3200">
                <a:solidFill>
                  <a:schemeClr val="bg1"/>
                </a:solidFill>
                <a:ea typeface="宋体" pitchFamily="2" charset="-122"/>
              </a:rPr>
              <a:t>例</a:t>
            </a:r>
          </a:p>
        </p:txBody>
      </p:sp>
      <p:sp>
        <p:nvSpPr>
          <p:cNvPr id="101500" name="Text Box 124"/>
          <p:cNvSpPr txBox="1">
            <a:spLocks noChangeArrowheads="1"/>
          </p:cNvSpPr>
          <p:nvPr/>
        </p:nvSpPr>
        <p:spPr bwMode="auto">
          <a:xfrm>
            <a:off x="1258888" y="1125538"/>
            <a:ext cx="1657350" cy="547687"/>
          </a:xfrm>
          <a:prstGeom prst="rect">
            <a:avLst/>
          </a:prstGeom>
          <a:noFill/>
          <a:ln w="28575">
            <a:solidFill>
              <a:srgbClr val="00CCFF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0" i="1">
                <a:solidFill>
                  <a:schemeClr val="bg1"/>
                </a:solidFill>
                <a:latin typeface="Times New Roman" pitchFamily="18" charset="0"/>
              </a:rPr>
              <a:t>RC</a:t>
            </a:r>
            <a:r>
              <a:rPr lang="zh-CN" altLang="en-US">
                <a:solidFill>
                  <a:schemeClr val="bg1"/>
                </a:solidFill>
              </a:rPr>
              <a:t>电路</a:t>
            </a:r>
          </a:p>
        </p:txBody>
      </p:sp>
      <p:grpSp>
        <p:nvGrpSpPr>
          <p:cNvPr id="14382" name="Group 131"/>
          <p:cNvGrpSpPr>
            <a:grpSpLocks/>
          </p:cNvGrpSpPr>
          <p:nvPr/>
        </p:nvGrpSpPr>
        <p:grpSpPr bwMode="auto">
          <a:xfrm>
            <a:off x="6588125" y="6445250"/>
            <a:ext cx="792163" cy="366713"/>
            <a:chOff x="4649" y="4020"/>
            <a:chExt cx="499" cy="231"/>
          </a:xfrm>
        </p:grpSpPr>
        <p:pic>
          <p:nvPicPr>
            <p:cNvPr id="14383" name="Picture 132" descr="78900"/>
            <p:cNvPicPr>
              <a:picLocks noChangeAspect="1" noChangeArrowheads="1"/>
            </p:cNvPicPr>
            <p:nvPr/>
          </p:nvPicPr>
          <p:blipFill>
            <a:blip r:embed="rId6"/>
            <a:srcRect/>
            <a:stretch>
              <a:fillRect/>
            </a:stretch>
          </p:blipFill>
          <p:spPr bwMode="auto"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4384" name="Text Box 133">
              <a:hlinkClick r:id="rId9" action="ppaction://hlinksldjump"/>
            </p:cNvPr>
            <p:cNvSpPr txBox="1">
              <a:spLocks noChangeArrowheads="1"/>
            </p:cNvSpPr>
            <p:nvPr/>
          </p:nvSpPr>
          <p:spPr bwMode="auto"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0">
                  <a:solidFill>
                    <a:schemeClr val="bg1"/>
                  </a:solidFill>
                  <a:latin typeface="隶书" pitchFamily="49" charset="-122"/>
                  <a:ea typeface="隶书" pitchFamily="49" charset="-122"/>
                </a:rPr>
                <a:t>返 回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14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14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4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0149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0149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014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014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5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15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015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1014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014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014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4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014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42" dur="500"/>
                                        <p:tgtEl>
                                          <p:spTgt spid="1014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500"/>
                            </p:stCondLst>
                            <p:childTnLst>
                              <p:par>
                                <p:cTn id="44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6" dur="3000"/>
                                        <p:tgtEl>
                                          <p:spTgt spid="1013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014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014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3000"/>
                                        <p:tgtEl>
                                          <p:spTgt spid="1014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4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62" dur="500"/>
                                        <p:tgtEl>
                                          <p:spTgt spid="1014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500"/>
                            </p:stCondLst>
                            <p:childTnLst>
                              <p:par>
                                <p:cTn id="64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66" dur="3000"/>
                                        <p:tgtEl>
                                          <p:spTgt spid="1014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1421" grpId="0" animBg="1"/>
      <p:bldP spid="101422" grpId="0"/>
      <p:bldP spid="101426" grpId="0"/>
      <p:bldP spid="101457" grpId="0" animBg="1"/>
      <p:bldP spid="101459" grpId="0"/>
      <p:bldP spid="101499" grpId="0"/>
      <p:bldP spid="101500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5316" name="Object 84"/>
          <p:cNvGraphicFramePr>
            <a:graphicFrameLocks noChangeAspect="1"/>
          </p:cNvGraphicFramePr>
          <p:nvPr/>
        </p:nvGraphicFramePr>
        <p:xfrm>
          <a:off x="842963" y="2052638"/>
          <a:ext cx="2632075" cy="612775"/>
        </p:xfrm>
        <a:graphic>
          <a:graphicData uri="http://schemas.openxmlformats.org/presentationml/2006/ole">
            <p:oleObj spid="_x0000_s15361" r:id="rId3" imgW="938520" imgH="207720" progId="Equation.3">
              <p:embed/>
            </p:oleObj>
          </a:graphicData>
        </a:graphic>
      </p:graphicFrame>
      <p:sp>
        <p:nvSpPr>
          <p:cNvPr id="95317" name="AutoShape 85"/>
          <p:cNvSpPr>
            <a:spLocks noChangeArrowheads="1"/>
          </p:cNvSpPr>
          <p:nvPr/>
        </p:nvSpPr>
        <p:spPr bwMode="auto">
          <a:xfrm>
            <a:off x="3563938" y="3098800"/>
            <a:ext cx="649287" cy="142875"/>
          </a:xfrm>
          <a:prstGeom prst="rightArrow">
            <a:avLst>
              <a:gd name="adj1" fmla="val 50000"/>
              <a:gd name="adj2" fmla="val 113548"/>
            </a:avLst>
          </a:prstGeom>
          <a:solidFill>
            <a:srgbClr val="0099FF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95318" name="Object 86"/>
          <p:cNvGraphicFramePr>
            <a:graphicFrameLocks noChangeAspect="1"/>
          </p:cNvGraphicFramePr>
          <p:nvPr/>
        </p:nvGraphicFramePr>
        <p:xfrm>
          <a:off x="4427538" y="2667000"/>
          <a:ext cx="2592387" cy="1090613"/>
        </p:xfrm>
        <a:graphic>
          <a:graphicData uri="http://schemas.openxmlformats.org/presentationml/2006/ole">
            <p:oleObj spid="_x0000_s15363" r:id="rId4" imgW="1065960" imgH="438120" progId="Equation.3">
              <p:embed/>
            </p:oleObj>
          </a:graphicData>
        </a:graphic>
      </p:graphicFrame>
      <p:sp>
        <p:nvSpPr>
          <p:cNvPr id="95366" name="Text Box 134"/>
          <p:cNvSpPr txBox="1">
            <a:spLocks noChangeArrowheads="1"/>
          </p:cNvSpPr>
          <p:nvPr/>
        </p:nvSpPr>
        <p:spPr bwMode="auto">
          <a:xfrm>
            <a:off x="468313" y="1371600"/>
            <a:ext cx="4897437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/>
              <a:t>应用</a:t>
            </a:r>
            <a:r>
              <a:rPr lang="en-US" altLang="zh-CN" b="0">
                <a:latin typeface="Times New Roman" pitchFamily="18" charset="0"/>
                <a:ea typeface="仿宋_GB2312" pitchFamily="49" charset="-122"/>
              </a:rPr>
              <a:t>KVL</a:t>
            </a:r>
            <a:r>
              <a:rPr lang="zh-CN" altLang="en-US"/>
              <a:t>和电感的</a:t>
            </a:r>
            <a:r>
              <a:rPr lang="en-US" altLang="zh-CN" b="0">
                <a:latin typeface="Times New Roman" pitchFamily="18" charset="0"/>
                <a:ea typeface="仿宋_GB2312" pitchFamily="49" charset="-122"/>
              </a:rPr>
              <a:t>VCR</a:t>
            </a:r>
            <a:r>
              <a:rPr lang="zh-CN" altLang="en-US"/>
              <a:t>得</a:t>
            </a:r>
            <a:r>
              <a:rPr lang="zh-CN" altLang="en-US">
                <a:ea typeface="仿宋_GB2312" pitchFamily="49" charset="-122"/>
              </a:rPr>
              <a:t>：</a:t>
            </a:r>
          </a:p>
        </p:txBody>
      </p:sp>
      <p:graphicFrame>
        <p:nvGraphicFramePr>
          <p:cNvPr id="95367" name="Object 135"/>
          <p:cNvGraphicFramePr>
            <a:graphicFrameLocks noChangeAspect="1"/>
          </p:cNvGraphicFramePr>
          <p:nvPr/>
        </p:nvGraphicFramePr>
        <p:xfrm>
          <a:off x="755650" y="2628900"/>
          <a:ext cx="1571625" cy="1160463"/>
        </p:xfrm>
        <a:graphic>
          <a:graphicData uri="http://schemas.openxmlformats.org/presentationml/2006/ole">
            <p:oleObj spid="_x0000_s15365" r:id="rId5" imgW="602640" imgH="438120" progId="Equation.3">
              <p:embed/>
            </p:oleObj>
          </a:graphicData>
        </a:graphic>
      </p:graphicFrame>
      <p:sp>
        <p:nvSpPr>
          <p:cNvPr id="95368" name="Text Box 136"/>
          <p:cNvSpPr txBox="1">
            <a:spLocks noChangeArrowheads="1"/>
          </p:cNvSpPr>
          <p:nvPr/>
        </p:nvSpPr>
        <p:spPr bwMode="auto">
          <a:xfrm>
            <a:off x="539750" y="3819525"/>
            <a:ext cx="381635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/>
              <a:t>若以电感电压为变量：</a:t>
            </a:r>
          </a:p>
        </p:txBody>
      </p:sp>
      <p:graphicFrame>
        <p:nvGraphicFramePr>
          <p:cNvPr id="95369" name="Object 137"/>
          <p:cNvGraphicFramePr>
            <a:graphicFrameLocks noChangeAspect="1"/>
          </p:cNvGraphicFramePr>
          <p:nvPr/>
        </p:nvGraphicFramePr>
        <p:xfrm>
          <a:off x="4225925" y="3573463"/>
          <a:ext cx="3324225" cy="1044575"/>
        </p:xfrm>
        <a:graphic>
          <a:graphicData uri="http://schemas.openxmlformats.org/presentationml/2006/ole">
            <p:oleObj spid="_x0000_s15367" r:id="rId6" imgW="1286280" imgH="392040" progId="Equation.3">
              <p:embed/>
            </p:oleObj>
          </a:graphicData>
        </a:graphic>
      </p:graphicFrame>
      <p:sp>
        <p:nvSpPr>
          <p:cNvPr id="95370" name="AutoShape 138"/>
          <p:cNvSpPr>
            <a:spLocks noChangeArrowheads="1"/>
          </p:cNvSpPr>
          <p:nvPr/>
        </p:nvSpPr>
        <p:spPr bwMode="auto">
          <a:xfrm>
            <a:off x="1835150" y="5229225"/>
            <a:ext cx="720725" cy="142875"/>
          </a:xfrm>
          <a:prstGeom prst="rightArrow">
            <a:avLst>
              <a:gd name="adj1" fmla="val 50000"/>
              <a:gd name="adj2" fmla="val 126041"/>
            </a:avLst>
          </a:prstGeom>
          <a:solidFill>
            <a:srgbClr val="0099FF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95371" name="Object 139"/>
          <p:cNvGraphicFramePr>
            <a:graphicFrameLocks noChangeAspect="1"/>
          </p:cNvGraphicFramePr>
          <p:nvPr/>
        </p:nvGraphicFramePr>
        <p:xfrm>
          <a:off x="2771775" y="4868863"/>
          <a:ext cx="3282950" cy="1050925"/>
        </p:xfrm>
        <a:graphic>
          <a:graphicData uri="http://schemas.openxmlformats.org/presentationml/2006/ole">
            <p:oleObj spid="_x0000_s15369" r:id="rId7" imgW="1297800" imgH="403560" progId="Equation.3">
              <p:embed/>
            </p:oleObj>
          </a:graphicData>
        </a:graphic>
      </p:graphicFrame>
      <p:grpSp>
        <p:nvGrpSpPr>
          <p:cNvPr id="15370" name="Group 141"/>
          <p:cNvGrpSpPr>
            <a:grpSpLocks/>
          </p:cNvGrpSpPr>
          <p:nvPr/>
        </p:nvGrpSpPr>
        <p:grpSpPr bwMode="auto"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15371" name="Picture 142" descr="78900"/>
            <p:cNvPicPr>
              <a:picLocks noChangeAspect="1" noChangeArrowheads="1"/>
            </p:cNvPicPr>
            <p:nvPr/>
          </p:nvPicPr>
          <p:blipFill>
            <a:blip r:embed="rId8"/>
            <a:srcRect/>
            <a:stretch>
              <a:fillRect/>
            </a:stretch>
          </p:blipFill>
          <p:spPr bwMode="auto"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5372" name="Text Box 143">
              <a:hlinkClick r:id="" action="ppaction://hlinkshowjump?jump=nextslide"/>
            </p:cNvPr>
            <p:cNvSpPr txBox="1">
              <a:spLocks noChangeArrowheads="1"/>
            </p:cNvSpPr>
            <p:nvPr/>
          </p:nvSpPr>
          <p:spPr bwMode="auto"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0">
                  <a:solidFill>
                    <a:schemeClr val="bg1"/>
                  </a:solidFill>
                  <a:latin typeface="隶书" pitchFamily="49" charset="-122"/>
                  <a:ea typeface="隶书" pitchFamily="49" charset="-122"/>
                </a:rPr>
                <a:t>下 页</a:t>
              </a:r>
            </a:p>
          </p:txBody>
        </p:sp>
      </p:grpSp>
      <p:grpSp>
        <p:nvGrpSpPr>
          <p:cNvPr id="15373" name="Group 144"/>
          <p:cNvGrpSpPr>
            <a:grpSpLocks/>
          </p:cNvGrpSpPr>
          <p:nvPr/>
        </p:nvGrpSpPr>
        <p:grpSpPr bwMode="auto">
          <a:xfrm>
            <a:off x="7453313" y="6446838"/>
            <a:ext cx="792162" cy="366712"/>
            <a:chOff x="4649" y="4020"/>
            <a:chExt cx="499" cy="231"/>
          </a:xfrm>
        </p:grpSpPr>
        <p:pic>
          <p:nvPicPr>
            <p:cNvPr id="15374" name="Picture 145" descr="78900"/>
            <p:cNvPicPr>
              <a:picLocks noChangeAspect="1" noChangeArrowheads="1"/>
            </p:cNvPicPr>
            <p:nvPr/>
          </p:nvPicPr>
          <p:blipFill>
            <a:blip r:embed="rId8"/>
            <a:srcRect/>
            <a:stretch>
              <a:fillRect/>
            </a:stretch>
          </p:blipFill>
          <p:spPr bwMode="auto"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5375" name="Text Box 146">
              <a:hlinkClick r:id="" action="ppaction://hlinkshowjump?jump=previousslide"/>
            </p:cNvPr>
            <p:cNvSpPr txBox="1">
              <a:spLocks noChangeArrowheads="1"/>
            </p:cNvSpPr>
            <p:nvPr/>
          </p:nvSpPr>
          <p:spPr bwMode="auto"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0">
                  <a:solidFill>
                    <a:schemeClr val="bg1"/>
                  </a:solidFill>
                  <a:latin typeface="隶书" pitchFamily="49" charset="-122"/>
                  <a:ea typeface="隶书" pitchFamily="49" charset="-122"/>
                </a:rPr>
                <a:t>上 页</a:t>
              </a:r>
            </a:p>
          </p:txBody>
        </p:sp>
      </p:grpSp>
      <p:grpSp>
        <p:nvGrpSpPr>
          <p:cNvPr id="95408" name="Group 176"/>
          <p:cNvGrpSpPr>
            <a:grpSpLocks/>
          </p:cNvGrpSpPr>
          <p:nvPr/>
        </p:nvGrpSpPr>
        <p:grpSpPr bwMode="auto">
          <a:xfrm>
            <a:off x="5435600" y="650875"/>
            <a:ext cx="2735263" cy="1966913"/>
            <a:chOff x="3697" y="391"/>
            <a:chExt cx="1723" cy="1239"/>
          </a:xfrm>
        </p:grpSpPr>
        <p:sp>
          <p:nvSpPr>
            <p:cNvPr id="15377" name="Text Box 152"/>
            <p:cNvSpPr txBox="1">
              <a:spLocks noChangeArrowheads="1"/>
            </p:cNvSpPr>
            <p:nvPr/>
          </p:nvSpPr>
          <p:spPr bwMode="auto">
            <a:xfrm>
              <a:off x="4028" y="436"/>
              <a:ext cx="703" cy="327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en-US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 </a:t>
              </a:r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(</a:t>
              </a:r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t &gt;</a:t>
              </a:r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0)</a:t>
              </a:r>
            </a:p>
          </p:txBody>
        </p:sp>
        <p:sp>
          <p:nvSpPr>
            <p:cNvPr id="15378" name="Oval 153"/>
            <p:cNvSpPr>
              <a:spLocks noChangeArrowheads="1"/>
            </p:cNvSpPr>
            <p:nvPr/>
          </p:nvSpPr>
          <p:spPr bwMode="auto">
            <a:xfrm>
              <a:off x="3697" y="1026"/>
              <a:ext cx="363" cy="363"/>
            </a:xfrm>
            <a:prstGeom prst="ellipse">
              <a:avLst/>
            </a:prstGeom>
            <a:gradFill rotWithShape="1">
              <a:gsLst>
                <a:gs pos="0">
                  <a:srgbClr val="0099FF"/>
                </a:gs>
                <a:gs pos="100000">
                  <a:srgbClr val="004776"/>
                </a:gs>
              </a:gsLst>
              <a:path path="shape">
                <a:fillToRect l="50000" t="50000" r="50000" b="50000"/>
              </a:path>
            </a:gradFill>
            <a:ln w="38100">
              <a:solidFill>
                <a:srgbClr val="FF99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endParaRPr lang="zh-CN" altLang="zh-CN" sz="2400" b="0">
                <a:ea typeface="仿宋_GB2312" pitchFamily="49" charset="-122"/>
              </a:endParaRPr>
            </a:p>
          </p:txBody>
        </p:sp>
        <p:grpSp>
          <p:nvGrpSpPr>
            <p:cNvPr id="15379" name="Group 154"/>
            <p:cNvGrpSpPr>
              <a:grpSpLocks/>
            </p:cNvGrpSpPr>
            <p:nvPr/>
          </p:nvGrpSpPr>
          <p:grpSpPr bwMode="auto">
            <a:xfrm>
              <a:off x="4876" y="753"/>
              <a:ext cx="367" cy="877"/>
              <a:chOff x="1576" y="1278"/>
              <a:chExt cx="253" cy="612"/>
            </a:xfrm>
          </p:grpSpPr>
          <p:grpSp>
            <p:nvGrpSpPr>
              <p:cNvPr id="15380" name="Group 155"/>
              <p:cNvGrpSpPr>
                <a:grpSpLocks/>
              </p:cNvGrpSpPr>
              <p:nvPr/>
            </p:nvGrpSpPr>
            <p:grpSpPr bwMode="auto">
              <a:xfrm>
                <a:off x="1658" y="1278"/>
                <a:ext cx="171" cy="612"/>
                <a:chOff x="1658" y="1278"/>
                <a:chExt cx="171" cy="612"/>
              </a:xfrm>
            </p:grpSpPr>
            <p:sp>
              <p:nvSpPr>
                <p:cNvPr id="15381" name="Text Box 156"/>
                <p:cNvSpPr txBox="1">
                  <a:spLocks noChangeArrowheads="1"/>
                </p:cNvSpPr>
                <p:nvPr/>
              </p:nvSpPr>
              <p:spPr bwMode="auto">
                <a:xfrm>
                  <a:off x="1661" y="1278"/>
                  <a:ext cx="168" cy="228"/>
                </a:xfrm>
                <a:prstGeom prst="rect">
                  <a:avLst/>
                </a:prstGeom>
                <a:noFill/>
                <a:ln w="28575">
                  <a:noFill/>
                  <a:miter lim="800000"/>
                  <a:headEnd/>
                  <a:tailEnd/>
                </a:ln>
              </p:spPr>
              <p:txBody>
                <a:bodyPr wrap="none" anchor="ctr">
                  <a:spAutoFit/>
                </a:bodyPr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altLang="zh-CN" b="0">
                      <a:solidFill>
                        <a:schemeClr val="bg1"/>
                      </a:solidFill>
                      <a:latin typeface="Times New Roman" pitchFamily="18" charset="0"/>
                      <a:ea typeface="宋体" pitchFamily="2" charset="-122"/>
                    </a:rPr>
                    <a:t>+</a:t>
                  </a:r>
                </a:p>
              </p:txBody>
            </p:sp>
            <p:sp>
              <p:nvSpPr>
                <p:cNvPr id="15382" name="Text Box 157"/>
                <p:cNvSpPr txBox="1">
                  <a:spLocks noChangeArrowheads="1"/>
                </p:cNvSpPr>
                <p:nvPr/>
              </p:nvSpPr>
              <p:spPr bwMode="auto">
                <a:xfrm>
                  <a:off x="1658" y="1662"/>
                  <a:ext cx="157" cy="228"/>
                </a:xfrm>
                <a:prstGeom prst="rect">
                  <a:avLst/>
                </a:prstGeom>
                <a:noFill/>
                <a:ln w="28575">
                  <a:noFill/>
                  <a:miter lim="800000"/>
                  <a:headEnd/>
                  <a:tailEnd/>
                </a:ln>
              </p:spPr>
              <p:txBody>
                <a:bodyPr wrap="none" anchor="ctr">
                  <a:spAutoFit/>
                </a:bodyPr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altLang="zh-CN" b="0">
                      <a:solidFill>
                        <a:schemeClr val="bg1"/>
                      </a:solidFill>
                      <a:latin typeface="Times New Roman" pitchFamily="18" charset="0"/>
                      <a:ea typeface="宋体" pitchFamily="2" charset="-122"/>
                    </a:rPr>
                    <a:t>–</a:t>
                  </a:r>
                </a:p>
              </p:txBody>
            </p:sp>
          </p:grpSp>
          <p:sp>
            <p:nvSpPr>
              <p:cNvPr id="15383" name="Text Box 158"/>
              <p:cNvSpPr txBox="1">
                <a:spLocks noChangeArrowheads="1"/>
              </p:cNvSpPr>
              <p:nvPr/>
            </p:nvSpPr>
            <p:spPr bwMode="auto">
              <a:xfrm>
                <a:off x="1576" y="1459"/>
                <a:ext cx="250" cy="229"/>
              </a:xfrm>
              <a:prstGeom prst="rect">
                <a:avLst/>
              </a:prstGeom>
              <a:noFill/>
              <a:ln w="28575">
                <a:noFill/>
                <a:miter lim="800000"/>
                <a:headEnd/>
                <a:tailEnd/>
              </a:ln>
            </p:spPr>
            <p:txBody>
              <a:bodyPr anchor="ctr"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altLang="zh-CN" b="0" i="1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rPr>
                  <a:t>u</a:t>
                </a:r>
                <a:r>
                  <a:rPr lang="en-US" altLang="zh-CN" b="0" baseline="-250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rPr>
                  <a:t>L</a:t>
                </a:r>
                <a:endPara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endParaRPr>
              </a:p>
            </p:txBody>
          </p:sp>
        </p:grpSp>
        <p:sp>
          <p:nvSpPr>
            <p:cNvPr id="15384" name="Text Box 159"/>
            <p:cNvSpPr txBox="1">
              <a:spLocks noChangeArrowheads="1"/>
            </p:cNvSpPr>
            <p:nvPr/>
          </p:nvSpPr>
          <p:spPr bwMode="auto">
            <a:xfrm>
              <a:off x="4059" y="1026"/>
              <a:ext cx="337" cy="327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U</a:t>
              </a:r>
              <a:r>
                <a:rPr lang="en-US" altLang="zh-CN" b="0" i="1" baseline="-2500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s</a:t>
              </a:r>
              <a:endParaRPr lang="en-US" altLang="zh-CN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15385" name="Line 160"/>
            <p:cNvSpPr>
              <a:spLocks noChangeShapeType="1"/>
            </p:cNvSpPr>
            <p:nvPr/>
          </p:nvSpPr>
          <p:spPr bwMode="auto">
            <a:xfrm>
              <a:off x="3881" y="799"/>
              <a:ext cx="1448" cy="0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386" name="Line 161"/>
            <p:cNvSpPr>
              <a:spLocks noChangeShapeType="1"/>
            </p:cNvSpPr>
            <p:nvPr/>
          </p:nvSpPr>
          <p:spPr bwMode="auto">
            <a:xfrm>
              <a:off x="3881" y="1623"/>
              <a:ext cx="1456" cy="0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387" name="Line 162"/>
            <p:cNvSpPr>
              <a:spLocks noChangeShapeType="1"/>
            </p:cNvSpPr>
            <p:nvPr/>
          </p:nvSpPr>
          <p:spPr bwMode="auto">
            <a:xfrm flipH="1">
              <a:off x="3878" y="799"/>
              <a:ext cx="3" cy="816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388" name="Line 163"/>
            <p:cNvSpPr>
              <a:spLocks noChangeShapeType="1"/>
            </p:cNvSpPr>
            <p:nvPr/>
          </p:nvSpPr>
          <p:spPr bwMode="auto">
            <a:xfrm flipH="1">
              <a:off x="5329" y="799"/>
              <a:ext cx="8" cy="182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389" name="Line 164"/>
            <p:cNvSpPr>
              <a:spLocks noChangeShapeType="1"/>
            </p:cNvSpPr>
            <p:nvPr/>
          </p:nvSpPr>
          <p:spPr bwMode="auto">
            <a:xfrm flipH="1" flipV="1">
              <a:off x="5329" y="1344"/>
              <a:ext cx="0" cy="272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390" name="Text Box 165"/>
            <p:cNvSpPr txBox="1">
              <a:spLocks noChangeArrowheads="1"/>
            </p:cNvSpPr>
            <p:nvPr/>
          </p:nvSpPr>
          <p:spPr bwMode="auto">
            <a:xfrm>
              <a:off x="4785" y="436"/>
              <a:ext cx="253" cy="327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R</a:t>
              </a:r>
              <a:endParaRPr lang="en-US" altLang="zh-CN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grpSp>
          <p:nvGrpSpPr>
            <p:cNvPr id="15391" name="Group 166"/>
            <p:cNvGrpSpPr>
              <a:grpSpLocks/>
            </p:cNvGrpSpPr>
            <p:nvPr/>
          </p:nvGrpSpPr>
          <p:grpSpPr bwMode="auto">
            <a:xfrm>
              <a:off x="5057" y="391"/>
              <a:ext cx="238" cy="341"/>
              <a:chOff x="1803" y="2594"/>
              <a:chExt cx="165" cy="238"/>
            </a:xfrm>
          </p:grpSpPr>
          <p:sp>
            <p:nvSpPr>
              <p:cNvPr id="15392" name="Text Box 167"/>
              <p:cNvSpPr txBox="1">
                <a:spLocks noChangeArrowheads="1"/>
              </p:cNvSpPr>
              <p:nvPr/>
            </p:nvSpPr>
            <p:spPr bwMode="auto">
              <a:xfrm>
                <a:off x="1803" y="2594"/>
                <a:ext cx="123" cy="228"/>
              </a:xfrm>
              <a:prstGeom prst="rect">
                <a:avLst/>
              </a:prstGeom>
              <a:noFill/>
              <a:ln w="28575">
                <a:noFill/>
                <a:miter lim="800000"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altLang="zh-CN" b="0" i="1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rPr>
                  <a:t>i</a:t>
                </a:r>
                <a:endPara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endParaRPr>
              </a:p>
            </p:txBody>
          </p:sp>
          <p:sp>
            <p:nvSpPr>
              <p:cNvPr id="15393" name="Line 168"/>
              <p:cNvSpPr>
                <a:spLocks noChangeShapeType="1"/>
              </p:cNvSpPr>
              <p:nvPr/>
            </p:nvSpPr>
            <p:spPr bwMode="auto">
              <a:xfrm>
                <a:off x="1824" y="2832"/>
                <a:ext cx="144" cy="0"/>
              </a:xfrm>
              <a:prstGeom prst="line">
                <a:avLst/>
              </a:prstGeom>
              <a:noFill/>
              <a:ln w="28575">
                <a:solidFill>
                  <a:srgbClr val="00FFFF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5394" name="Text Box 169"/>
            <p:cNvSpPr txBox="1">
              <a:spLocks noChangeArrowheads="1"/>
            </p:cNvSpPr>
            <p:nvPr/>
          </p:nvSpPr>
          <p:spPr bwMode="auto">
            <a:xfrm>
              <a:off x="3923" y="754"/>
              <a:ext cx="363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>
                  <a:solidFill>
                    <a:schemeClr val="bg1"/>
                  </a:solidFill>
                  <a:latin typeface="Times New Roman" pitchFamily="18" charset="0"/>
                  <a:ea typeface="仿宋_GB2312" pitchFamily="49" charset="-122"/>
                </a:rPr>
                <a:t>+</a:t>
              </a:r>
            </a:p>
          </p:txBody>
        </p:sp>
        <p:sp>
          <p:nvSpPr>
            <p:cNvPr id="15395" name="Text Box 170"/>
            <p:cNvSpPr txBox="1">
              <a:spLocks noChangeArrowheads="1"/>
            </p:cNvSpPr>
            <p:nvPr/>
          </p:nvSpPr>
          <p:spPr bwMode="auto">
            <a:xfrm>
              <a:off x="3923" y="1298"/>
              <a:ext cx="363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>
                  <a:solidFill>
                    <a:schemeClr val="bg1"/>
                  </a:solidFill>
                  <a:latin typeface="宋体" pitchFamily="2" charset="-122"/>
                  <a:ea typeface="宋体" pitchFamily="2" charset="-122"/>
                </a:rPr>
                <a:t>-</a:t>
              </a:r>
            </a:p>
          </p:txBody>
        </p:sp>
        <p:sp>
          <p:nvSpPr>
            <p:cNvPr id="15396" name="Rectangle 171"/>
            <p:cNvSpPr>
              <a:spLocks noChangeArrowheads="1"/>
            </p:cNvSpPr>
            <p:nvPr/>
          </p:nvSpPr>
          <p:spPr bwMode="auto">
            <a:xfrm>
              <a:off x="4740" y="753"/>
              <a:ext cx="317" cy="136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</a:gradFill>
            <a:ln w="2857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15397" name="Group 172"/>
            <p:cNvGrpSpPr>
              <a:grpSpLocks/>
            </p:cNvGrpSpPr>
            <p:nvPr/>
          </p:nvGrpSpPr>
          <p:grpSpPr bwMode="auto">
            <a:xfrm>
              <a:off x="5329" y="981"/>
              <a:ext cx="91" cy="363"/>
              <a:chOff x="2744" y="2931"/>
              <a:chExt cx="57" cy="283"/>
            </a:xfrm>
          </p:grpSpPr>
          <p:sp>
            <p:nvSpPr>
              <p:cNvPr id="15398" name="Arc 173"/>
              <p:cNvSpPr>
                <a:spLocks noChangeArrowheads="1"/>
              </p:cNvSpPr>
              <p:nvPr/>
            </p:nvSpPr>
            <p:spPr bwMode="auto">
              <a:xfrm rot="10800000" flipH="1" flipV="1">
                <a:off x="2744" y="2931"/>
                <a:ext cx="57" cy="91"/>
              </a:xfrm>
              <a:custGeom>
                <a:avLst/>
                <a:gdLst/>
                <a:ahLst/>
                <a:cxnLst>
                  <a:cxn ang="0">
                    <a:pos x="1123" y="0"/>
                  </a:cxn>
                  <a:cxn ang="0">
                    <a:pos x="22723" y="21600"/>
                  </a:cxn>
                  <a:cxn ang="0">
                    <a:pos x="1123" y="43200"/>
                  </a:cxn>
                  <a:cxn ang="0">
                    <a:pos x="0" y="43170"/>
                  </a:cxn>
                  <a:cxn ang="0">
                    <a:pos x="1123" y="0"/>
                  </a:cxn>
                  <a:cxn ang="0">
                    <a:pos x="22723" y="21600"/>
                  </a:cxn>
                  <a:cxn ang="0">
                    <a:pos x="1123" y="43200"/>
                  </a:cxn>
                  <a:cxn ang="0">
                    <a:pos x="0" y="43170"/>
                  </a:cxn>
                  <a:cxn ang="0">
                    <a:pos x="1123" y="21600"/>
                  </a:cxn>
                  <a:cxn ang="0">
                    <a:pos x="1123" y="0"/>
                  </a:cxn>
                </a:cxnLst>
                <a:rect l="0" t="0" r="r" b="b"/>
                <a:pathLst>
                  <a:path w="22723" h="43200" fill="none">
                    <a:moveTo>
                      <a:pt x="1123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>
                    <a:moveTo>
                      <a:pt x="1123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lnTo>
                      <a:pt x="1123" y="0"/>
                    </a:lnTo>
                    <a:close/>
                  </a:path>
                </a:pathLst>
              </a:custGeom>
              <a:noFill/>
              <a:ln w="38100">
                <a:solidFill>
                  <a:srgbClr val="FF99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399" name="Arc 174"/>
              <p:cNvSpPr>
                <a:spLocks noChangeArrowheads="1"/>
              </p:cNvSpPr>
              <p:nvPr/>
            </p:nvSpPr>
            <p:spPr bwMode="auto">
              <a:xfrm rot="10800000" flipH="1" flipV="1">
                <a:off x="2744" y="3027"/>
                <a:ext cx="57" cy="91"/>
              </a:xfrm>
              <a:custGeom>
                <a:avLst/>
                <a:gdLst/>
                <a:ahLst/>
                <a:cxnLst>
                  <a:cxn ang="0">
                    <a:pos x="1123" y="0"/>
                  </a:cxn>
                  <a:cxn ang="0">
                    <a:pos x="22723" y="21600"/>
                  </a:cxn>
                  <a:cxn ang="0">
                    <a:pos x="1123" y="43200"/>
                  </a:cxn>
                  <a:cxn ang="0">
                    <a:pos x="0" y="43170"/>
                  </a:cxn>
                  <a:cxn ang="0">
                    <a:pos x="1123" y="0"/>
                  </a:cxn>
                  <a:cxn ang="0">
                    <a:pos x="22723" y="21600"/>
                  </a:cxn>
                  <a:cxn ang="0">
                    <a:pos x="1123" y="43200"/>
                  </a:cxn>
                  <a:cxn ang="0">
                    <a:pos x="0" y="43170"/>
                  </a:cxn>
                  <a:cxn ang="0">
                    <a:pos x="1123" y="21600"/>
                  </a:cxn>
                  <a:cxn ang="0">
                    <a:pos x="1123" y="0"/>
                  </a:cxn>
                </a:cxnLst>
                <a:rect l="0" t="0" r="r" b="b"/>
                <a:pathLst>
                  <a:path w="22723" h="43200" fill="none">
                    <a:moveTo>
                      <a:pt x="1123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>
                    <a:moveTo>
                      <a:pt x="1123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lnTo>
                      <a:pt x="1123" y="0"/>
                    </a:lnTo>
                    <a:close/>
                  </a:path>
                </a:pathLst>
              </a:custGeom>
              <a:noFill/>
              <a:ln w="38100">
                <a:solidFill>
                  <a:srgbClr val="FF99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400" name="Arc 175"/>
              <p:cNvSpPr>
                <a:spLocks noChangeArrowheads="1"/>
              </p:cNvSpPr>
              <p:nvPr/>
            </p:nvSpPr>
            <p:spPr bwMode="auto">
              <a:xfrm rot="10800000" flipH="1" flipV="1">
                <a:off x="2744" y="3123"/>
                <a:ext cx="57" cy="91"/>
              </a:xfrm>
              <a:custGeom>
                <a:avLst/>
                <a:gdLst/>
                <a:ahLst/>
                <a:cxnLst>
                  <a:cxn ang="0">
                    <a:pos x="1123" y="0"/>
                  </a:cxn>
                  <a:cxn ang="0">
                    <a:pos x="22723" y="21600"/>
                  </a:cxn>
                  <a:cxn ang="0">
                    <a:pos x="1123" y="43200"/>
                  </a:cxn>
                  <a:cxn ang="0">
                    <a:pos x="0" y="43170"/>
                  </a:cxn>
                  <a:cxn ang="0">
                    <a:pos x="1123" y="0"/>
                  </a:cxn>
                  <a:cxn ang="0">
                    <a:pos x="22723" y="21600"/>
                  </a:cxn>
                  <a:cxn ang="0">
                    <a:pos x="1123" y="43200"/>
                  </a:cxn>
                  <a:cxn ang="0">
                    <a:pos x="0" y="43170"/>
                  </a:cxn>
                  <a:cxn ang="0">
                    <a:pos x="1123" y="21600"/>
                  </a:cxn>
                  <a:cxn ang="0">
                    <a:pos x="1123" y="0"/>
                  </a:cxn>
                </a:cxnLst>
                <a:rect l="0" t="0" r="r" b="b"/>
                <a:pathLst>
                  <a:path w="22723" h="43200" fill="none">
                    <a:moveTo>
                      <a:pt x="1123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>
                    <a:moveTo>
                      <a:pt x="1123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lnTo>
                      <a:pt x="1123" y="0"/>
                    </a:lnTo>
                    <a:close/>
                  </a:path>
                </a:pathLst>
              </a:custGeom>
              <a:noFill/>
              <a:ln w="38100">
                <a:solidFill>
                  <a:srgbClr val="FF99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sp>
        <p:nvSpPr>
          <p:cNvPr id="95419" name="Text Box 187"/>
          <p:cNvSpPr txBox="1">
            <a:spLocks noChangeArrowheads="1"/>
          </p:cNvSpPr>
          <p:nvPr/>
        </p:nvSpPr>
        <p:spPr bwMode="auto">
          <a:xfrm>
            <a:off x="611188" y="620713"/>
            <a:ext cx="1657350" cy="547687"/>
          </a:xfrm>
          <a:prstGeom prst="rect">
            <a:avLst/>
          </a:prstGeom>
          <a:noFill/>
          <a:ln w="28575">
            <a:solidFill>
              <a:srgbClr val="00CCFF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0" i="1">
                <a:solidFill>
                  <a:schemeClr val="bg1"/>
                </a:solidFill>
                <a:latin typeface="Times New Roman" pitchFamily="18" charset="0"/>
              </a:rPr>
              <a:t>RL</a:t>
            </a:r>
            <a:r>
              <a:rPr lang="zh-CN" altLang="en-US">
                <a:solidFill>
                  <a:schemeClr val="bg1"/>
                </a:solidFill>
              </a:rPr>
              <a:t>电路</a:t>
            </a:r>
          </a:p>
        </p:txBody>
      </p:sp>
      <p:sp>
        <p:nvSpPr>
          <p:cNvPr id="95420" name="AutoShape 188"/>
          <p:cNvSpPr>
            <a:spLocks/>
          </p:cNvSpPr>
          <p:nvPr/>
        </p:nvSpPr>
        <p:spPr bwMode="auto">
          <a:xfrm>
            <a:off x="539750" y="2068513"/>
            <a:ext cx="144463" cy="1431925"/>
          </a:xfrm>
          <a:prstGeom prst="leftBrace">
            <a:avLst>
              <a:gd name="adj1" fmla="val 82463"/>
              <a:gd name="adj2" fmla="val 50000"/>
            </a:avLst>
          </a:prstGeom>
          <a:noFill/>
          <a:ln w="28575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15403" name="Group 192"/>
          <p:cNvGrpSpPr>
            <a:grpSpLocks/>
          </p:cNvGrpSpPr>
          <p:nvPr/>
        </p:nvGrpSpPr>
        <p:grpSpPr bwMode="auto">
          <a:xfrm>
            <a:off x="6588125" y="6445250"/>
            <a:ext cx="792163" cy="366713"/>
            <a:chOff x="4649" y="4020"/>
            <a:chExt cx="499" cy="231"/>
          </a:xfrm>
        </p:grpSpPr>
        <p:pic>
          <p:nvPicPr>
            <p:cNvPr id="15404" name="Picture 193" descr="78900"/>
            <p:cNvPicPr>
              <a:picLocks noChangeAspect="1" noChangeArrowheads="1"/>
            </p:cNvPicPr>
            <p:nvPr/>
          </p:nvPicPr>
          <p:blipFill>
            <a:blip r:embed="rId8"/>
            <a:srcRect/>
            <a:stretch>
              <a:fillRect/>
            </a:stretch>
          </p:blipFill>
          <p:spPr bwMode="auto"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5405" name="Text Box 194">
              <a:hlinkClick r:id="rId9" action="ppaction://hlinksldjump"/>
            </p:cNvPr>
            <p:cNvSpPr txBox="1">
              <a:spLocks noChangeArrowheads="1"/>
            </p:cNvSpPr>
            <p:nvPr/>
          </p:nvSpPr>
          <p:spPr bwMode="auto"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0">
                  <a:solidFill>
                    <a:schemeClr val="bg1"/>
                  </a:solidFill>
                  <a:latin typeface="隶书" pitchFamily="49" charset="-122"/>
                  <a:ea typeface="隶书" pitchFamily="49" charset="-122"/>
                </a:rPr>
                <a:t>返 回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54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54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954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953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53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954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1000"/>
                                        <p:tgtEl>
                                          <p:spTgt spid="953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500"/>
                            </p:stCondLst>
                            <p:childTnLst>
                              <p:par>
                                <p:cTn id="30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2" dur="3000"/>
                                        <p:tgtEl>
                                          <p:spTgt spid="953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7" dur="500"/>
                                        <p:tgtEl>
                                          <p:spTgt spid="953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1" dur="3000"/>
                                        <p:tgtEl>
                                          <p:spTgt spid="953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953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953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953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57" dur="500"/>
                                        <p:tgtEl>
                                          <p:spTgt spid="953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500"/>
                            </p:stCondLst>
                            <p:childTnLst>
                              <p:par>
                                <p:cTn id="5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953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5317" grpId="0" animBg="1"/>
      <p:bldP spid="95366" grpId="0"/>
      <p:bldP spid="95368" grpId="0"/>
      <p:bldP spid="95370" grpId="0" animBg="1"/>
      <p:bldP spid="95419" grpId="0" animBg="1"/>
      <p:bldP spid="95420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1973" name="Group 5"/>
          <p:cNvGrpSpPr>
            <a:grpSpLocks/>
          </p:cNvGrpSpPr>
          <p:nvPr/>
        </p:nvGrpSpPr>
        <p:grpSpPr bwMode="auto">
          <a:xfrm>
            <a:off x="2555875" y="935038"/>
            <a:ext cx="3529013" cy="1512887"/>
            <a:chOff x="1610" y="3067"/>
            <a:chExt cx="2223" cy="953"/>
          </a:xfrm>
        </p:grpSpPr>
        <p:sp>
          <p:nvSpPr>
            <p:cNvPr id="16386" name="Rectangle 6"/>
            <p:cNvSpPr>
              <a:spLocks noChangeArrowheads="1"/>
            </p:cNvSpPr>
            <p:nvPr/>
          </p:nvSpPr>
          <p:spPr bwMode="auto">
            <a:xfrm>
              <a:off x="2290" y="3158"/>
              <a:ext cx="1026" cy="793"/>
            </a:xfrm>
            <a:prstGeom prst="rect">
              <a:avLst/>
            </a:prstGeom>
            <a:noFill/>
            <a:ln w="28575">
              <a:solidFill>
                <a:srgbClr val="FFCC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387" name="Rectangle 7"/>
            <p:cNvSpPr>
              <a:spLocks noChangeArrowheads="1"/>
            </p:cNvSpPr>
            <p:nvPr/>
          </p:nvSpPr>
          <p:spPr bwMode="auto">
            <a:xfrm>
              <a:off x="1610" y="3067"/>
              <a:ext cx="817" cy="953"/>
            </a:xfrm>
            <a:prstGeom prst="rect">
              <a:avLst/>
            </a:prstGeom>
            <a:gradFill rotWithShape="1">
              <a:gsLst>
                <a:gs pos="0">
                  <a:srgbClr val="FF9900"/>
                </a:gs>
                <a:gs pos="100000">
                  <a:srgbClr val="764700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miter lim="800000"/>
              <a:headEnd/>
              <a:tailEnd/>
            </a:ln>
          </p:spPr>
          <p:txBody>
            <a:bodyPr wrap="none" lIns="198000" rIns="198000" anchor="ctr"/>
            <a:lstStyle/>
            <a:p>
              <a:pPr algn="ctr"/>
              <a:r>
                <a:rPr lang="zh-CN" altLang="en-US">
                  <a:solidFill>
                    <a:schemeClr val="bg1"/>
                  </a:solidFill>
                  <a:latin typeface="楷体_GB2312" pitchFamily="49" charset="-122"/>
                </a:rPr>
                <a:t>有源 </a:t>
              </a:r>
            </a:p>
            <a:p>
              <a:pPr algn="ctr"/>
              <a:r>
                <a:rPr lang="zh-CN" altLang="en-US">
                  <a:solidFill>
                    <a:schemeClr val="bg1"/>
                  </a:solidFill>
                  <a:latin typeface="楷体_GB2312" pitchFamily="49" charset="-122"/>
                </a:rPr>
                <a:t>电阻 </a:t>
              </a:r>
            </a:p>
            <a:p>
              <a:pPr algn="ctr"/>
              <a:r>
                <a:rPr lang="zh-CN" altLang="en-US">
                  <a:solidFill>
                    <a:schemeClr val="bg1"/>
                  </a:solidFill>
                  <a:latin typeface="楷体_GB2312" pitchFamily="49" charset="-122"/>
                </a:rPr>
                <a:t>电路 </a:t>
              </a:r>
            </a:p>
          </p:txBody>
        </p:sp>
        <p:sp>
          <p:nvSpPr>
            <p:cNvPr id="16388" name="Rectangle 8" descr="水滴"/>
            <p:cNvSpPr>
              <a:spLocks noChangeArrowheads="1"/>
            </p:cNvSpPr>
            <p:nvPr/>
          </p:nvSpPr>
          <p:spPr bwMode="auto">
            <a:xfrm>
              <a:off x="2880" y="3203"/>
              <a:ext cx="953" cy="635"/>
            </a:xfrm>
            <a:prstGeom prst="rect">
              <a:avLst/>
            </a:prstGeom>
            <a:blipFill dpi="0" rotWithShape="1">
              <a:blip r:embed="rId2"/>
              <a:srcRect/>
              <a:tile tx="0" ty="0" sx="100000" sy="100000" flip="none" algn="tl"/>
            </a:blipFill>
            <a:ln w="9525">
              <a:noFill/>
              <a:miter lim="800000"/>
              <a:headEnd/>
              <a:tailEnd/>
            </a:ln>
          </p:spPr>
          <p:txBody>
            <a:bodyPr wrap="none" lIns="198000" rIns="198000" anchor="ctr"/>
            <a:lstStyle/>
            <a:p>
              <a:pPr algn="ctr"/>
              <a:r>
                <a:rPr lang="zh-CN" altLang="en-US">
                  <a:solidFill>
                    <a:schemeClr val="tx1"/>
                  </a:solidFill>
                </a:rPr>
                <a:t>一个动</a:t>
              </a:r>
            </a:p>
            <a:p>
              <a:pPr algn="ctr"/>
              <a:r>
                <a:rPr lang="zh-CN" altLang="en-US">
                  <a:solidFill>
                    <a:schemeClr val="tx1"/>
                  </a:solidFill>
                </a:rPr>
                <a:t>态元件</a:t>
              </a:r>
            </a:p>
          </p:txBody>
        </p:sp>
      </p:grpSp>
      <p:sp>
        <p:nvSpPr>
          <p:cNvPr id="211977" name="AutoShape 9"/>
          <p:cNvSpPr>
            <a:spLocks noChangeArrowheads="1"/>
          </p:cNvSpPr>
          <p:nvPr/>
        </p:nvSpPr>
        <p:spPr bwMode="auto">
          <a:xfrm>
            <a:off x="7308850" y="719138"/>
            <a:ext cx="1008063" cy="1081087"/>
          </a:xfrm>
          <a:prstGeom prst="wedgeRoundRectCallout">
            <a:avLst>
              <a:gd name="adj1" fmla="val -167639"/>
              <a:gd name="adj2" fmla="val 67472"/>
              <a:gd name="adj3" fmla="val 16667"/>
            </a:avLst>
          </a:prstGeom>
          <a:gradFill rotWithShape="1">
            <a:gsLst>
              <a:gs pos="0">
                <a:srgbClr val="F3ABF1"/>
              </a:gs>
              <a:gs pos="100000">
                <a:schemeClr val="bg1"/>
              </a:gs>
            </a:gsLst>
            <a:lin ang="5400000" scaled="1"/>
          </a:gradFill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/>
            <a:r>
              <a:rPr lang="zh-CN" altLang="en-US">
                <a:solidFill>
                  <a:schemeClr val="tx1"/>
                </a:solidFill>
              </a:rPr>
              <a:t>一阶电路</a:t>
            </a:r>
          </a:p>
        </p:txBody>
      </p:sp>
      <p:grpSp>
        <p:nvGrpSpPr>
          <p:cNvPr id="16390" name="Group 16"/>
          <p:cNvGrpSpPr>
            <a:grpSpLocks/>
          </p:cNvGrpSpPr>
          <p:nvPr/>
        </p:nvGrpSpPr>
        <p:grpSpPr bwMode="auto"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16391" name="Picture 17" descr="78900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6392" name="Text Box 18">
              <a:hlinkClick r:id="" action="ppaction://hlinkshowjump?jump=nextslide"/>
            </p:cNvPr>
            <p:cNvSpPr txBox="1">
              <a:spLocks noChangeArrowheads="1"/>
            </p:cNvSpPr>
            <p:nvPr/>
          </p:nvSpPr>
          <p:spPr bwMode="auto"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0">
                  <a:solidFill>
                    <a:schemeClr val="bg1"/>
                  </a:solidFill>
                  <a:latin typeface="隶书" pitchFamily="49" charset="-122"/>
                  <a:ea typeface="隶书" pitchFamily="49" charset="-122"/>
                </a:rPr>
                <a:t>下 页</a:t>
              </a:r>
            </a:p>
          </p:txBody>
        </p:sp>
      </p:grpSp>
      <p:grpSp>
        <p:nvGrpSpPr>
          <p:cNvPr id="16393" name="Group 19"/>
          <p:cNvGrpSpPr>
            <a:grpSpLocks/>
          </p:cNvGrpSpPr>
          <p:nvPr/>
        </p:nvGrpSpPr>
        <p:grpSpPr bwMode="auto">
          <a:xfrm>
            <a:off x="7453313" y="6446838"/>
            <a:ext cx="792162" cy="366712"/>
            <a:chOff x="4649" y="4020"/>
            <a:chExt cx="499" cy="231"/>
          </a:xfrm>
        </p:grpSpPr>
        <p:pic>
          <p:nvPicPr>
            <p:cNvPr id="16394" name="Picture 20" descr="78900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6395" name="Text Box 21">
              <a:hlinkClick r:id="" action="ppaction://hlinkshowjump?jump=previousslide"/>
            </p:cNvPr>
            <p:cNvSpPr txBox="1">
              <a:spLocks noChangeArrowheads="1"/>
            </p:cNvSpPr>
            <p:nvPr/>
          </p:nvSpPr>
          <p:spPr bwMode="auto"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0">
                  <a:solidFill>
                    <a:schemeClr val="bg1"/>
                  </a:solidFill>
                  <a:latin typeface="隶书" pitchFamily="49" charset="-122"/>
                  <a:ea typeface="隶书" pitchFamily="49" charset="-122"/>
                </a:rPr>
                <a:t>上 页</a:t>
              </a:r>
            </a:p>
          </p:txBody>
        </p:sp>
      </p:grpSp>
      <p:grpSp>
        <p:nvGrpSpPr>
          <p:cNvPr id="212015" name="Group 47"/>
          <p:cNvGrpSpPr>
            <a:grpSpLocks/>
          </p:cNvGrpSpPr>
          <p:nvPr/>
        </p:nvGrpSpPr>
        <p:grpSpPr bwMode="auto">
          <a:xfrm>
            <a:off x="755650" y="935038"/>
            <a:ext cx="1644650" cy="850900"/>
            <a:chOff x="385" y="3022"/>
            <a:chExt cx="1036" cy="536"/>
          </a:xfrm>
        </p:grpSpPr>
        <p:pic>
          <p:nvPicPr>
            <p:cNvPr id="16397" name="Picture 48" descr="123"/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>
              <a:off x="385" y="3022"/>
              <a:ext cx="590" cy="53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6398" name="Text Box 49"/>
            <p:cNvSpPr txBox="1">
              <a:spLocks noChangeArrowheads="1"/>
            </p:cNvSpPr>
            <p:nvPr/>
          </p:nvSpPr>
          <p:spPr bwMode="auto">
            <a:xfrm>
              <a:off x="793" y="3125"/>
              <a:ext cx="628" cy="3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zh-CN" altLang="en-US" sz="3200" b="0">
                  <a:solidFill>
                    <a:srgbClr val="CC6600"/>
                  </a:solidFill>
                  <a:ea typeface="华文行楷" pitchFamily="2" charset="-122"/>
                </a:rPr>
                <a:t>结论</a:t>
              </a:r>
            </a:p>
          </p:txBody>
        </p:sp>
      </p:grpSp>
      <p:sp>
        <p:nvSpPr>
          <p:cNvPr id="212020" name="Text Box 52"/>
          <p:cNvSpPr txBox="1">
            <a:spLocks noChangeArrowheads="1"/>
          </p:cNvSpPr>
          <p:nvPr/>
        </p:nvSpPr>
        <p:spPr bwMode="auto">
          <a:xfrm>
            <a:off x="1116013" y="2519363"/>
            <a:ext cx="6985000" cy="1630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>
                <a:latin typeface="Times New Roman" pitchFamily="18" charset="0"/>
              </a:rPr>
              <a:t>      </a:t>
            </a:r>
            <a:r>
              <a:rPr lang="zh-CN" altLang="en-US">
                <a:latin typeface="Times New Roman" pitchFamily="18" charset="0"/>
              </a:rPr>
              <a:t>含有一个动态元件电容或电感的线性电路，其电路方程为一阶线性常微分方程，称一阶电路。</a:t>
            </a:r>
          </a:p>
        </p:txBody>
      </p:sp>
      <p:grpSp>
        <p:nvGrpSpPr>
          <p:cNvPr id="16400" name="Group 56"/>
          <p:cNvGrpSpPr>
            <a:grpSpLocks/>
          </p:cNvGrpSpPr>
          <p:nvPr/>
        </p:nvGrpSpPr>
        <p:grpSpPr bwMode="auto">
          <a:xfrm>
            <a:off x="6588125" y="6445250"/>
            <a:ext cx="792163" cy="366713"/>
            <a:chOff x="4649" y="4020"/>
            <a:chExt cx="499" cy="231"/>
          </a:xfrm>
        </p:grpSpPr>
        <p:pic>
          <p:nvPicPr>
            <p:cNvPr id="16401" name="Picture 57" descr="78900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6402" name="Text Box 58">
              <a:hlinkClick r:id="rId5" action="ppaction://hlinksldjump"/>
            </p:cNvPr>
            <p:cNvSpPr txBox="1">
              <a:spLocks noChangeArrowheads="1"/>
            </p:cNvSpPr>
            <p:nvPr/>
          </p:nvSpPr>
          <p:spPr bwMode="auto"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0">
                  <a:solidFill>
                    <a:schemeClr val="bg1"/>
                  </a:solidFill>
                  <a:latin typeface="隶书" pitchFamily="49" charset="-122"/>
                  <a:ea typeface="隶书" pitchFamily="49" charset="-122"/>
                </a:rPr>
                <a:t>返 回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0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120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9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119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9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6" dur="2000"/>
                                        <p:tgtEl>
                                          <p:spTgt spid="2119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0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120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120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1977" grpId="0" animBg="1"/>
      <p:bldP spid="212020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2469" name="Object 69"/>
          <p:cNvGraphicFramePr>
            <a:graphicFrameLocks noChangeAspect="1"/>
          </p:cNvGraphicFramePr>
          <p:nvPr/>
        </p:nvGraphicFramePr>
        <p:xfrm>
          <a:off x="1428750" y="4005263"/>
          <a:ext cx="5400675" cy="1268412"/>
        </p:xfrm>
        <a:graphic>
          <a:graphicData uri="http://schemas.openxmlformats.org/presentationml/2006/ole">
            <p:oleObj spid="_x0000_s17409" r:id="rId3" imgW="1969920" imgH="449640" progId="Equation.3">
              <p:embed/>
            </p:oleObj>
          </a:graphicData>
        </a:graphic>
      </p:graphicFrame>
      <p:graphicFrame>
        <p:nvGraphicFramePr>
          <p:cNvPr id="102470" name="Object 70"/>
          <p:cNvGraphicFramePr>
            <a:graphicFrameLocks noChangeAspect="1"/>
          </p:cNvGraphicFramePr>
          <p:nvPr/>
        </p:nvGraphicFramePr>
        <p:xfrm>
          <a:off x="738188" y="1989138"/>
          <a:ext cx="3743325" cy="660400"/>
        </p:xfrm>
        <a:graphic>
          <a:graphicData uri="http://schemas.openxmlformats.org/presentationml/2006/ole">
            <p:oleObj spid="_x0000_s17410" r:id="rId4" imgW="1239840" imgH="207720" progId="Equation.3">
              <p:embed/>
            </p:oleObj>
          </a:graphicData>
        </a:graphic>
      </p:graphicFrame>
      <p:sp>
        <p:nvSpPr>
          <p:cNvPr id="102471" name="AutoShape 71"/>
          <p:cNvSpPr>
            <a:spLocks noChangeArrowheads="1"/>
          </p:cNvSpPr>
          <p:nvPr/>
        </p:nvSpPr>
        <p:spPr bwMode="auto">
          <a:xfrm>
            <a:off x="755650" y="4508500"/>
            <a:ext cx="647700" cy="144463"/>
          </a:xfrm>
          <a:prstGeom prst="rightArrow">
            <a:avLst>
              <a:gd name="adj1" fmla="val 50000"/>
              <a:gd name="adj2" fmla="val 112025"/>
            </a:avLst>
          </a:prstGeom>
          <a:solidFill>
            <a:srgbClr val="0099FF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2472" name="AutoShape 72"/>
          <p:cNvSpPr>
            <a:spLocks noChangeArrowheads="1"/>
          </p:cNvSpPr>
          <p:nvPr/>
        </p:nvSpPr>
        <p:spPr bwMode="auto">
          <a:xfrm>
            <a:off x="7092950" y="3284538"/>
            <a:ext cx="1871663" cy="649287"/>
          </a:xfrm>
          <a:prstGeom prst="wedgeRoundRectCallout">
            <a:avLst>
              <a:gd name="adj1" fmla="val -39824"/>
              <a:gd name="adj2" fmla="val -170292"/>
              <a:gd name="adj3" fmla="val 16667"/>
            </a:avLst>
          </a:prstGeom>
          <a:gradFill rotWithShape="1">
            <a:gsLst>
              <a:gs pos="0">
                <a:srgbClr val="F3ABF1"/>
              </a:gs>
              <a:gs pos="100000">
                <a:schemeClr val="bg1"/>
              </a:gs>
            </a:gsLst>
            <a:lin ang="5400000" scaled="1"/>
          </a:gradFill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/>
            <a:r>
              <a:rPr lang="zh-CN" altLang="en-US">
                <a:solidFill>
                  <a:schemeClr val="tx1"/>
                </a:solidFill>
              </a:rPr>
              <a:t>二阶电路</a:t>
            </a:r>
          </a:p>
        </p:txBody>
      </p:sp>
      <p:graphicFrame>
        <p:nvGraphicFramePr>
          <p:cNvPr id="102475" name="Object 75"/>
          <p:cNvGraphicFramePr>
            <a:graphicFrameLocks noChangeAspect="1"/>
          </p:cNvGraphicFramePr>
          <p:nvPr/>
        </p:nvGraphicFramePr>
        <p:xfrm>
          <a:off x="739775" y="2781300"/>
          <a:ext cx="1728788" cy="1252538"/>
        </p:xfrm>
        <a:graphic>
          <a:graphicData uri="http://schemas.openxmlformats.org/presentationml/2006/ole">
            <p:oleObj spid="_x0000_s17413" r:id="rId5" imgW="614160" imgH="438120" progId="Equation.3">
              <p:embed/>
            </p:oleObj>
          </a:graphicData>
        </a:graphic>
      </p:graphicFrame>
      <p:graphicFrame>
        <p:nvGraphicFramePr>
          <p:cNvPr id="102476" name="Object 76"/>
          <p:cNvGraphicFramePr>
            <a:graphicFrameLocks noChangeAspect="1"/>
          </p:cNvGraphicFramePr>
          <p:nvPr/>
        </p:nvGraphicFramePr>
        <p:xfrm>
          <a:off x="2700338" y="2781300"/>
          <a:ext cx="3349625" cy="1190625"/>
        </p:xfrm>
        <a:graphic>
          <a:graphicData uri="http://schemas.openxmlformats.org/presentationml/2006/ole">
            <p:oleObj spid="_x0000_s17414" r:id="rId6" imgW="1297800" imgH="449640" progId="Equation.3">
              <p:embed/>
            </p:oleObj>
          </a:graphicData>
        </a:graphic>
      </p:graphicFrame>
      <p:grpSp>
        <p:nvGrpSpPr>
          <p:cNvPr id="17415" name="Group 82"/>
          <p:cNvGrpSpPr>
            <a:grpSpLocks/>
          </p:cNvGrpSpPr>
          <p:nvPr/>
        </p:nvGrpSpPr>
        <p:grpSpPr bwMode="auto"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17416" name="Picture 83" descr="78900"/>
            <p:cNvPicPr>
              <a:picLocks noChangeAspect="1" noChangeArrowheads="1"/>
            </p:cNvPicPr>
            <p:nvPr/>
          </p:nvPicPr>
          <p:blipFill>
            <a:blip r:embed="rId7"/>
            <a:srcRect/>
            <a:stretch>
              <a:fillRect/>
            </a:stretch>
          </p:blipFill>
          <p:spPr bwMode="auto"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7417" name="Text Box 84">
              <a:hlinkClick r:id="" action="ppaction://hlinkshowjump?jump=nextslide"/>
            </p:cNvPr>
            <p:cNvSpPr txBox="1">
              <a:spLocks noChangeArrowheads="1"/>
            </p:cNvSpPr>
            <p:nvPr/>
          </p:nvSpPr>
          <p:spPr bwMode="auto"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0">
                  <a:solidFill>
                    <a:schemeClr val="bg1"/>
                  </a:solidFill>
                  <a:latin typeface="隶书" pitchFamily="49" charset="-122"/>
                  <a:ea typeface="隶书" pitchFamily="49" charset="-122"/>
                </a:rPr>
                <a:t>下 页</a:t>
              </a:r>
            </a:p>
          </p:txBody>
        </p:sp>
      </p:grpSp>
      <p:grpSp>
        <p:nvGrpSpPr>
          <p:cNvPr id="17418" name="Group 85"/>
          <p:cNvGrpSpPr>
            <a:grpSpLocks/>
          </p:cNvGrpSpPr>
          <p:nvPr/>
        </p:nvGrpSpPr>
        <p:grpSpPr bwMode="auto">
          <a:xfrm>
            <a:off x="7453313" y="6446838"/>
            <a:ext cx="792162" cy="366712"/>
            <a:chOff x="4649" y="4020"/>
            <a:chExt cx="499" cy="231"/>
          </a:xfrm>
        </p:grpSpPr>
        <p:pic>
          <p:nvPicPr>
            <p:cNvPr id="17419" name="Picture 86" descr="78900"/>
            <p:cNvPicPr>
              <a:picLocks noChangeAspect="1" noChangeArrowheads="1"/>
            </p:cNvPicPr>
            <p:nvPr/>
          </p:nvPicPr>
          <p:blipFill>
            <a:blip r:embed="rId7"/>
            <a:srcRect/>
            <a:stretch>
              <a:fillRect/>
            </a:stretch>
          </p:blipFill>
          <p:spPr bwMode="auto"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7420" name="Text Box 87">
              <a:hlinkClick r:id="" action="ppaction://hlinkshowjump?jump=previousslide"/>
            </p:cNvPr>
            <p:cNvSpPr txBox="1">
              <a:spLocks noChangeArrowheads="1"/>
            </p:cNvSpPr>
            <p:nvPr/>
          </p:nvSpPr>
          <p:spPr bwMode="auto"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0">
                  <a:solidFill>
                    <a:schemeClr val="bg1"/>
                  </a:solidFill>
                  <a:latin typeface="隶书" pitchFamily="49" charset="-122"/>
                  <a:ea typeface="隶书" pitchFamily="49" charset="-122"/>
                </a:rPr>
                <a:t>上 页</a:t>
              </a:r>
            </a:p>
          </p:txBody>
        </p:sp>
      </p:grpSp>
      <p:grpSp>
        <p:nvGrpSpPr>
          <p:cNvPr id="102491" name="Group 91"/>
          <p:cNvGrpSpPr>
            <a:grpSpLocks/>
          </p:cNvGrpSpPr>
          <p:nvPr/>
        </p:nvGrpSpPr>
        <p:grpSpPr bwMode="auto">
          <a:xfrm>
            <a:off x="5364163" y="476250"/>
            <a:ext cx="2735262" cy="2565400"/>
            <a:chOff x="3243" y="482"/>
            <a:chExt cx="1723" cy="1616"/>
          </a:xfrm>
        </p:grpSpPr>
        <p:sp>
          <p:nvSpPr>
            <p:cNvPr id="17422" name="Text Box 92"/>
            <p:cNvSpPr txBox="1">
              <a:spLocks noChangeArrowheads="1"/>
            </p:cNvSpPr>
            <p:nvPr/>
          </p:nvSpPr>
          <p:spPr bwMode="auto">
            <a:xfrm>
              <a:off x="3574" y="527"/>
              <a:ext cx="703" cy="327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en-US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 </a:t>
              </a:r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(</a:t>
              </a:r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t &gt;</a:t>
              </a:r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0)</a:t>
              </a:r>
            </a:p>
          </p:txBody>
        </p:sp>
        <p:sp>
          <p:nvSpPr>
            <p:cNvPr id="17423" name="Oval 93"/>
            <p:cNvSpPr>
              <a:spLocks noChangeArrowheads="1"/>
            </p:cNvSpPr>
            <p:nvPr/>
          </p:nvSpPr>
          <p:spPr bwMode="auto">
            <a:xfrm>
              <a:off x="3243" y="1117"/>
              <a:ext cx="363" cy="363"/>
            </a:xfrm>
            <a:prstGeom prst="ellipse">
              <a:avLst/>
            </a:prstGeom>
            <a:gradFill rotWithShape="1">
              <a:gsLst>
                <a:gs pos="0">
                  <a:srgbClr val="0099FF"/>
                </a:gs>
                <a:gs pos="100000">
                  <a:srgbClr val="004776"/>
                </a:gs>
              </a:gsLst>
              <a:path path="shape">
                <a:fillToRect l="50000" t="50000" r="50000" b="50000"/>
              </a:path>
            </a:gradFill>
            <a:ln w="38100">
              <a:solidFill>
                <a:srgbClr val="FF99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endParaRPr lang="zh-CN" altLang="zh-CN" sz="2400" b="0">
                <a:ea typeface="仿宋_GB2312" pitchFamily="49" charset="-122"/>
              </a:endParaRPr>
            </a:p>
          </p:txBody>
        </p:sp>
        <p:grpSp>
          <p:nvGrpSpPr>
            <p:cNvPr id="17424" name="Group 94"/>
            <p:cNvGrpSpPr>
              <a:grpSpLocks/>
            </p:cNvGrpSpPr>
            <p:nvPr/>
          </p:nvGrpSpPr>
          <p:grpSpPr bwMode="auto">
            <a:xfrm>
              <a:off x="4422" y="844"/>
              <a:ext cx="367" cy="877"/>
              <a:chOff x="1576" y="1278"/>
              <a:chExt cx="253" cy="612"/>
            </a:xfrm>
          </p:grpSpPr>
          <p:grpSp>
            <p:nvGrpSpPr>
              <p:cNvPr id="17425" name="Group 95"/>
              <p:cNvGrpSpPr>
                <a:grpSpLocks/>
              </p:cNvGrpSpPr>
              <p:nvPr/>
            </p:nvGrpSpPr>
            <p:grpSpPr bwMode="auto">
              <a:xfrm>
                <a:off x="1658" y="1278"/>
                <a:ext cx="171" cy="612"/>
                <a:chOff x="1658" y="1278"/>
                <a:chExt cx="171" cy="612"/>
              </a:xfrm>
            </p:grpSpPr>
            <p:sp>
              <p:nvSpPr>
                <p:cNvPr id="17426" name="Text Box 96"/>
                <p:cNvSpPr txBox="1">
                  <a:spLocks noChangeArrowheads="1"/>
                </p:cNvSpPr>
                <p:nvPr/>
              </p:nvSpPr>
              <p:spPr bwMode="auto">
                <a:xfrm>
                  <a:off x="1661" y="1278"/>
                  <a:ext cx="168" cy="228"/>
                </a:xfrm>
                <a:prstGeom prst="rect">
                  <a:avLst/>
                </a:prstGeom>
                <a:noFill/>
                <a:ln w="28575">
                  <a:noFill/>
                  <a:miter lim="800000"/>
                  <a:headEnd/>
                  <a:tailEnd/>
                </a:ln>
              </p:spPr>
              <p:txBody>
                <a:bodyPr wrap="none" anchor="ctr">
                  <a:spAutoFit/>
                </a:bodyPr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altLang="zh-CN" b="0">
                      <a:solidFill>
                        <a:schemeClr val="bg1"/>
                      </a:solidFill>
                      <a:latin typeface="Times New Roman" pitchFamily="18" charset="0"/>
                      <a:ea typeface="宋体" pitchFamily="2" charset="-122"/>
                    </a:rPr>
                    <a:t>+</a:t>
                  </a:r>
                </a:p>
              </p:txBody>
            </p:sp>
            <p:sp>
              <p:nvSpPr>
                <p:cNvPr id="17427" name="Text Box 97"/>
                <p:cNvSpPr txBox="1">
                  <a:spLocks noChangeArrowheads="1"/>
                </p:cNvSpPr>
                <p:nvPr/>
              </p:nvSpPr>
              <p:spPr bwMode="auto">
                <a:xfrm>
                  <a:off x="1658" y="1662"/>
                  <a:ext cx="157" cy="228"/>
                </a:xfrm>
                <a:prstGeom prst="rect">
                  <a:avLst/>
                </a:prstGeom>
                <a:noFill/>
                <a:ln w="28575">
                  <a:noFill/>
                  <a:miter lim="800000"/>
                  <a:headEnd/>
                  <a:tailEnd/>
                </a:ln>
              </p:spPr>
              <p:txBody>
                <a:bodyPr wrap="none" anchor="ctr">
                  <a:spAutoFit/>
                </a:bodyPr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altLang="zh-CN" b="0">
                      <a:solidFill>
                        <a:schemeClr val="bg1"/>
                      </a:solidFill>
                      <a:latin typeface="Times New Roman" pitchFamily="18" charset="0"/>
                      <a:ea typeface="宋体" pitchFamily="2" charset="-122"/>
                    </a:rPr>
                    <a:t>–</a:t>
                  </a:r>
                </a:p>
              </p:txBody>
            </p:sp>
          </p:grpSp>
          <p:sp>
            <p:nvSpPr>
              <p:cNvPr id="17428" name="Text Box 98"/>
              <p:cNvSpPr txBox="1">
                <a:spLocks noChangeArrowheads="1"/>
              </p:cNvSpPr>
              <p:nvPr/>
            </p:nvSpPr>
            <p:spPr bwMode="auto">
              <a:xfrm>
                <a:off x="1576" y="1459"/>
                <a:ext cx="250" cy="229"/>
              </a:xfrm>
              <a:prstGeom prst="rect">
                <a:avLst/>
              </a:prstGeom>
              <a:noFill/>
              <a:ln w="28575">
                <a:noFill/>
                <a:miter lim="800000"/>
                <a:headEnd/>
                <a:tailEnd/>
              </a:ln>
            </p:spPr>
            <p:txBody>
              <a:bodyPr anchor="ctr"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altLang="zh-CN" b="0" i="1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rPr>
                  <a:t>u</a:t>
                </a:r>
                <a:r>
                  <a:rPr lang="en-US" altLang="zh-CN" b="0" baseline="-250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rPr>
                  <a:t>L</a:t>
                </a:r>
                <a:endPara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endParaRPr>
              </a:p>
            </p:txBody>
          </p:sp>
        </p:grpSp>
        <p:sp>
          <p:nvSpPr>
            <p:cNvPr id="17429" name="Text Box 99"/>
            <p:cNvSpPr txBox="1">
              <a:spLocks noChangeArrowheads="1"/>
            </p:cNvSpPr>
            <p:nvPr/>
          </p:nvSpPr>
          <p:spPr bwMode="auto">
            <a:xfrm>
              <a:off x="3605" y="1117"/>
              <a:ext cx="337" cy="327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U</a:t>
              </a:r>
              <a:r>
                <a:rPr lang="en-US" altLang="zh-CN" b="0" i="1" baseline="-2500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s</a:t>
              </a:r>
              <a:endParaRPr lang="en-US" altLang="zh-CN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17430" name="Line 100"/>
            <p:cNvSpPr>
              <a:spLocks noChangeShapeType="1"/>
            </p:cNvSpPr>
            <p:nvPr/>
          </p:nvSpPr>
          <p:spPr bwMode="auto">
            <a:xfrm>
              <a:off x="3427" y="890"/>
              <a:ext cx="1448" cy="0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31" name="Line 101"/>
            <p:cNvSpPr>
              <a:spLocks noChangeShapeType="1"/>
            </p:cNvSpPr>
            <p:nvPr/>
          </p:nvSpPr>
          <p:spPr bwMode="auto">
            <a:xfrm flipV="1">
              <a:off x="3424" y="1706"/>
              <a:ext cx="681" cy="0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32" name="Line 102"/>
            <p:cNvSpPr>
              <a:spLocks noChangeShapeType="1"/>
            </p:cNvSpPr>
            <p:nvPr/>
          </p:nvSpPr>
          <p:spPr bwMode="auto">
            <a:xfrm flipH="1">
              <a:off x="3424" y="890"/>
              <a:ext cx="3" cy="816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33" name="Line 103"/>
            <p:cNvSpPr>
              <a:spLocks noChangeShapeType="1"/>
            </p:cNvSpPr>
            <p:nvPr/>
          </p:nvSpPr>
          <p:spPr bwMode="auto">
            <a:xfrm flipH="1">
              <a:off x="4875" y="890"/>
              <a:ext cx="8" cy="182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34" name="Line 104"/>
            <p:cNvSpPr>
              <a:spLocks noChangeShapeType="1"/>
            </p:cNvSpPr>
            <p:nvPr/>
          </p:nvSpPr>
          <p:spPr bwMode="auto">
            <a:xfrm flipH="1" flipV="1">
              <a:off x="4875" y="1435"/>
              <a:ext cx="0" cy="272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35" name="Text Box 105"/>
            <p:cNvSpPr txBox="1">
              <a:spLocks noChangeArrowheads="1"/>
            </p:cNvSpPr>
            <p:nvPr/>
          </p:nvSpPr>
          <p:spPr bwMode="auto">
            <a:xfrm>
              <a:off x="4331" y="527"/>
              <a:ext cx="253" cy="327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R</a:t>
              </a:r>
              <a:endParaRPr lang="en-US" altLang="zh-CN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grpSp>
          <p:nvGrpSpPr>
            <p:cNvPr id="17436" name="Group 106"/>
            <p:cNvGrpSpPr>
              <a:grpSpLocks/>
            </p:cNvGrpSpPr>
            <p:nvPr/>
          </p:nvGrpSpPr>
          <p:grpSpPr bwMode="auto">
            <a:xfrm>
              <a:off x="4603" y="482"/>
              <a:ext cx="238" cy="341"/>
              <a:chOff x="1803" y="2594"/>
              <a:chExt cx="165" cy="238"/>
            </a:xfrm>
          </p:grpSpPr>
          <p:sp>
            <p:nvSpPr>
              <p:cNvPr id="17437" name="Text Box 107"/>
              <p:cNvSpPr txBox="1">
                <a:spLocks noChangeArrowheads="1"/>
              </p:cNvSpPr>
              <p:nvPr/>
            </p:nvSpPr>
            <p:spPr bwMode="auto">
              <a:xfrm>
                <a:off x="1803" y="2594"/>
                <a:ext cx="123" cy="228"/>
              </a:xfrm>
              <a:prstGeom prst="rect">
                <a:avLst/>
              </a:prstGeom>
              <a:noFill/>
              <a:ln w="28575">
                <a:noFill/>
                <a:miter lim="800000"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altLang="zh-CN" b="0" i="1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rPr>
                  <a:t>i</a:t>
                </a:r>
                <a:endPara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endParaRPr>
              </a:p>
            </p:txBody>
          </p:sp>
          <p:sp>
            <p:nvSpPr>
              <p:cNvPr id="17438" name="Line 108"/>
              <p:cNvSpPr>
                <a:spLocks noChangeShapeType="1"/>
              </p:cNvSpPr>
              <p:nvPr/>
            </p:nvSpPr>
            <p:spPr bwMode="auto">
              <a:xfrm>
                <a:off x="1824" y="2832"/>
                <a:ext cx="144" cy="0"/>
              </a:xfrm>
              <a:prstGeom prst="line">
                <a:avLst/>
              </a:prstGeom>
              <a:noFill/>
              <a:ln w="28575">
                <a:solidFill>
                  <a:srgbClr val="00FFFF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7439" name="Text Box 109"/>
            <p:cNvSpPr txBox="1">
              <a:spLocks noChangeArrowheads="1"/>
            </p:cNvSpPr>
            <p:nvPr/>
          </p:nvSpPr>
          <p:spPr bwMode="auto">
            <a:xfrm>
              <a:off x="3469" y="845"/>
              <a:ext cx="363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>
                  <a:solidFill>
                    <a:schemeClr val="bg1"/>
                  </a:solidFill>
                  <a:latin typeface="Times New Roman" pitchFamily="18" charset="0"/>
                  <a:ea typeface="仿宋_GB2312" pitchFamily="49" charset="-122"/>
                </a:rPr>
                <a:t>+</a:t>
              </a:r>
            </a:p>
          </p:txBody>
        </p:sp>
        <p:sp>
          <p:nvSpPr>
            <p:cNvPr id="17440" name="Text Box 110"/>
            <p:cNvSpPr txBox="1">
              <a:spLocks noChangeArrowheads="1"/>
            </p:cNvSpPr>
            <p:nvPr/>
          </p:nvSpPr>
          <p:spPr bwMode="auto">
            <a:xfrm>
              <a:off x="3470" y="1389"/>
              <a:ext cx="363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>
                  <a:solidFill>
                    <a:schemeClr val="bg1"/>
                  </a:solidFill>
                  <a:latin typeface="宋体" pitchFamily="2" charset="-122"/>
                  <a:ea typeface="宋体" pitchFamily="2" charset="-122"/>
                </a:rPr>
                <a:t>-</a:t>
              </a:r>
            </a:p>
          </p:txBody>
        </p:sp>
        <p:sp>
          <p:nvSpPr>
            <p:cNvPr id="17441" name="Rectangle 111"/>
            <p:cNvSpPr>
              <a:spLocks noChangeArrowheads="1"/>
            </p:cNvSpPr>
            <p:nvPr/>
          </p:nvSpPr>
          <p:spPr bwMode="auto">
            <a:xfrm>
              <a:off x="4286" y="844"/>
              <a:ext cx="317" cy="136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</a:gradFill>
            <a:ln w="2857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17442" name="Group 112"/>
            <p:cNvGrpSpPr>
              <a:grpSpLocks/>
            </p:cNvGrpSpPr>
            <p:nvPr/>
          </p:nvGrpSpPr>
          <p:grpSpPr bwMode="auto">
            <a:xfrm>
              <a:off x="4875" y="1072"/>
              <a:ext cx="91" cy="363"/>
              <a:chOff x="2744" y="2931"/>
              <a:chExt cx="57" cy="283"/>
            </a:xfrm>
          </p:grpSpPr>
          <p:sp>
            <p:nvSpPr>
              <p:cNvPr id="17443" name="Arc 113"/>
              <p:cNvSpPr>
                <a:spLocks noChangeArrowheads="1"/>
              </p:cNvSpPr>
              <p:nvPr/>
            </p:nvSpPr>
            <p:spPr bwMode="auto">
              <a:xfrm rot="10800000" flipH="1" flipV="1">
                <a:off x="2744" y="2931"/>
                <a:ext cx="57" cy="91"/>
              </a:xfrm>
              <a:custGeom>
                <a:avLst/>
                <a:gdLst/>
                <a:ahLst/>
                <a:cxnLst>
                  <a:cxn ang="0">
                    <a:pos x="1123" y="0"/>
                  </a:cxn>
                  <a:cxn ang="0">
                    <a:pos x="22723" y="21600"/>
                  </a:cxn>
                  <a:cxn ang="0">
                    <a:pos x="1123" y="43200"/>
                  </a:cxn>
                  <a:cxn ang="0">
                    <a:pos x="0" y="43170"/>
                  </a:cxn>
                  <a:cxn ang="0">
                    <a:pos x="1123" y="0"/>
                  </a:cxn>
                  <a:cxn ang="0">
                    <a:pos x="22723" y="21600"/>
                  </a:cxn>
                  <a:cxn ang="0">
                    <a:pos x="1123" y="43200"/>
                  </a:cxn>
                  <a:cxn ang="0">
                    <a:pos x="0" y="43170"/>
                  </a:cxn>
                  <a:cxn ang="0">
                    <a:pos x="1123" y="21600"/>
                  </a:cxn>
                  <a:cxn ang="0">
                    <a:pos x="1123" y="0"/>
                  </a:cxn>
                </a:cxnLst>
                <a:rect l="0" t="0" r="r" b="b"/>
                <a:pathLst>
                  <a:path w="22723" h="43200" fill="none">
                    <a:moveTo>
                      <a:pt x="1123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>
                    <a:moveTo>
                      <a:pt x="1123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lnTo>
                      <a:pt x="1123" y="0"/>
                    </a:lnTo>
                    <a:close/>
                  </a:path>
                </a:pathLst>
              </a:custGeom>
              <a:noFill/>
              <a:ln w="38100">
                <a:solidFill>
                  <a:srgbClr val="FF99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444" name="Arc 114"/>
              <p:cNvSpPr>
                <a:spLocks noChangeArrowheads="1"/>
              </p:cNvSpPr>
              <p:nvPr/>
            </p:nvSpPr>
            <p:spPr bwMode="auto">
              <a:xfrm rot="10800000" flipH="1" flipV="1">
                <a:off x="2744" y="3027"/>
                <a:ext cx="57" cy="91"/>
              </a:xfrm>
              <a:custGeom>
                <a:avLst/>
                <a:gdLst/>
                <a:ahLst/>
                <a:cxnLst>
                  <a:cxn ang="0">
                    <a:pos x="1123" y="0"/>
                  </a:cxn>
                  <a:cxn ang="0">
                    <a:pos x="22723" y="21600"/>
                  </a:cxn>
                  <a:cxn ang="0">
                    <a:pos x="1123" y="43200"/>
                  </a:cxn>
                  <a:cxn ang="0">
                    <a:pos x="0" y="43170"/>
                  </a:cxn>
                  <a:cxn ang="0">
                    <a:pos x="1123" y="0"/>
                  </a:cxn>
                  <a:cxn ang="0">
                    <a:pos x="22723" y="21600"/>
                  </a:cxn>
                  <a:cxn ang="0">
                    <a:pos x="1123" y="43200"/>
                  </a:cxn>
                  <a:cxn ang="0">
                    <a:pos x="0" y="43170"/>
                  </a:cxn>
                  <a:cxn ang="0">
                    <a:pos x="1123" y="21600"/>
                  </a:cxn>
                  <a:cxn ang="0">
                    <a:pos x="1123" y="0"/>
                  </a:cxn>
                </a:cxnLst>
                <a:rect l="0" t="0" r="r" b="b"/>
                <a:pathLst>
                  <a:path w="22723" h="43200" fill="none">
                    <a:moveTo>
                      <a:pt x="1123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>
                    <a:moveTo>
                      <a:pt x="1123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lnTo>
                      <a:pt x="1123" y="0"/>
                    </a:lnTo>
                    <a:close/>
                  </a:path>
                </a:pathLst>
              </a:custGeom>
              <a:noFill/>
              <a:ln w="38100">
                <a:solidFill>
                  <a:srgbClr val="FF99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445" name="Arc 115"/>
              <p:cNvSpPr>
                <a:spLocks noChangeArrowheads="1"/>
              </p:cNvSpPr>
              <p:nvPr/>
            </p:nvSpPr>
            <p:spPr bwMode="auto">
              <a:xfrm rot="10800000" flipH="1" flipV="1">
                <a:off x="2744" y="3123"/>
                <a:ext cx="57" cy="91"/>
              </a:xfrm>
              <a:custGeom>
                <a:avLst/>
                <a:gdLst/>
                <a:ahLst/>
                <a:cxnLst>
                  <a:cxn ang="0">
                    <a:pos x="1123" y="0"/>
                  </a:cxn>
                  <a:cxn ang="0">
                    <a:pos x="22723" y="21600"/>
                  </a:cxn>
                  <a:cxn ang="0">
                    <a:pos x="1123" y="43200"/>
                  </a:cxn>
                  <a:cxn ang="0">
                    <a:pos x="0" y="43170"/>
                  </a:cxn>
                  <a:cxn ang="0">
                    <a:pos x="1123" y="0"/>
                  </a:cxn>
                  <a:cxn ang="0">
                    <a:pos x="22723" y="21600"/>
                  </a:cxn>
                  <a:cxn ang="0">
                    <a:pos x="1123" y="43200"/>
                  </a:cxn>
                  <a:cxn ang="0">
                    <a:pos x="0" y="43170"/>
                  </a:cxn>
                  <a:cxn ang="0">
                    <a:pos x="1123" y="21600"/>
                  </a:cxn>
                  <a:cxn ang="0">
                    <a:pos x="1123" y="0"/>
                  </a:cxn>
                </a:cxnLst>
                <a:rect l="0" t="0" r="r" b="b"/>
                <a:pathLst>
                  <a:path w="22723" h="43200" fill="none">
                    <a:moveTo>
                      <a:pt x="1123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>
                    <a:moveTo>
                      <a:pt x="1123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lnTo>
                      <a:pt x="1123" y="0"/>
                    </a:lnTo>
                    <a:close/>
                  </a:path>
                </a:pathLst>
              </a:custGeom>
              <a:noFill/>
              <a:ln w="38100">
                <a:solidFill>
                  <a:srgbClr val="FF99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7446" name="Text Box 116"/>
            <p:cNvSpPr txBox="1">
              <a:spLocks noChangeArrowheads="1"/>
            </p:cNvSpPr>
            <p:nvPr/>
          </p:nvSpPr>
          <p:spPr bwMode="auto">
            <a:xfrm>
              <a:off x="4004" y="1279"/>
              <a:ext cx="265" cy="327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C</a:t>
              </a:r>
              <a:endParaRPr lang="en-US" altLang="zh-CN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17447" name="Text Box 117"/>
            <p:cNvSpPr txBox="1">
              <a:spLocks noChangeArrowheads="1"/>
            </p:cNvSpPr>
            <p:nvPr/>
          </p:nvSpPr>
          <p:spPr bwMode="auto">
            <a:xfrm>
              <a:off x="4014" y="1771"/>
              <a:ext cx="397" cy="327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u</a:t>
              </a:r>
              <a:r>
                <a:rPr lang="en-US" altLang="zh-CN" b="0" baseline="-2500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C</a:t>
              </a:r>
              <a:endParaRPr lang="en-US" altLang="zh-CN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17448" name="Text Box 118"/>
            <p:cNvSpPr txBox="1">
              <a:spLocks noChangeArrowheads="1"/>
            </p:cNvSpPr>
            <p:nvPr/>
          </p:nvSpPr>
          <p:spPr bwMode="auto">
            <a:xfrm>
              <a:off x="4241" y="1661"/>
              <a:ext cx="298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400">
                  <a:solidFill>
                    <a:schemeClr val="bg1"/>
                  </a:solidFill>
                  <a:latin typeface="Times New Roman" pitchFamily="18" charset="0"/>
                  <a:ea typeface="仿宋_GB2312" pitchFamily="49" charset="-122"/>
                </a:rPr>
                <a:t>＋</a:t>
              </a:r>
            </a:p>
          </p:txBody>
        </p:sp>
        <p:sp>
          <p:nvSpPr>
            <p:cNvPr id="17449" name="Text Box 119"/>
            <p:cNvSpPr txBox="1">
              <a:spLocks noChangeArrowheads="1"/>
            </p:cNvSpPr>
            <p:nvPr/>
          </p:nvSpPr>
          <p:spPr bwMode="auto">
            <a:xfrm>
              <a:off x="3742" y="1661"/>
              <a:ext cx="298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400">
                  <a:solidFill>
                    <a:schemeClr val="bg1"/>
                  </a:solidFill>
                  <a:latin typeface="Times New Roman" pitchFamily="18" charset="0"/>
                  <a:ea typeface="仿宋_GB2312" pitchFamily="49" charset="-122"/>
                </a:rPr>
                <a:t>－</a:t>
              </a:r>
            </a:p>
          </p:txBody>
        </p:sp>
        <p:sp>
          <p:nvSpPr>
            <p:cNvPr id="17450" name="Line 120"/>
            <p:cNvSpPr>
              <a:spLocks noChangeShapeType="1"/>
            </p:cNvSpPr>
            <p:nvPr/>
          </p:nvSpPr>
          <p:spPr bwMode="auto">
            <a:xfrm flipV="1">
              <a:off x="4195" y="1706"/>
              <a:ext cx="681" cy="0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7451" name="Group 121"/>
            <p:cNvGrpSpPr>
              <a:grpSpLocks/>
            </p:cNvGrpSpPr>
            <p:nvPr/>
          </p:nvGrpSpPr>
          <p:grpSpPr bwMode="auto">
            <a:xfrm rot="5400000">
              <a:off x="4029" y="1640"/>
              <a:ext cx="240" cy="93"/>
              <a:chOff x="3787" y="2478"/>
              <a:chExt cx="240" cy="93"/>
            </a:xfrm>
          </p:grpSpPr>
          <p:sp>
            <p:nvSpPr>
              <p:cNvPr id="17452" name="Line 122"/>
              <p:cNvSpPr>
                <a:spLocks noChangeShapeType="1"/>
              </p:cNvSpPr>
              <p:nvPr/>
            </p:nvSpPr>
            <p:spPr bwMode="auto">
              <a:xfrm flipV="1">
                <a:off x="3787" y="2568"/>
                <a:ext cx="240" cy="3"/>
              </a:xfrm>
              <a:prstGeom prst="line">
                <a:avLst/>
              </a:prstGeom>
              <a:noFill/>
              <a:ln w="57150">
                <a:solidFill>
                  <a:srgbClr val="FF99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453" name="Line 123"/>
              <p:cNvSpPr>
                <a:spLocks noChangeShapeType="1"/>
              </p:cNvSpPr>
              <p:nvPr/>
            </p:nvSpPr>
            <p:spPr bwMode="auto">
              <a:xfrm>
                <a:off x="3787" y="2478"/>
                <a:ext cx="240" cy="1"/>
              </a:xfrm>
              <a:prstGeom prst="line">
                <a:avLst/>
              </a:prstGeom>
              <a:noFill/>
              <a:ln w="57150">
                <a:solidFill>
                  <a:srgbClr val="FF99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sp>
        <p:nvSpPr>
          <p:cNvPr id="102524" name="Text Box 124"/>
          <p:cNvSpPr txBox="1">
            <a:spLocks noChangeArrowheads="1"/>
          </p:cNvSpPr>
          <p:nvPr/>
        </p:nvSpPr>
        <p:spPr bwMode="auto">
          <a:xfrm>
            <a:off x="539750" y="549275"/>
            <a:ext cx="1871663" cy="547688"/>
          </a:xfrm>
          <a:prstGeom prst="rect">
            <a:avLst/>
          </a:prstGeom>
          <a:noFill/>
          <a:ln w="28575">
            <a:solidFill>
              <a:srgbClr val="00CCFF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0" i="1">
                <a:solidFill>
                  <a:schemeClr val="bg1"/>
                </a:solidFill>
                <a:latin typeface="Times New Roman" pitchFamily="18" charset="0"/>
              </a:rPr>
              <a:t>RLC</a:t>
            </a:r>
            <a:r>
              <a:rPr lang="zh-CN" altLang="en-US">
                <a:solidFill>
                  <a:schemeClr val="bg1"/>
                </a:solidFill>
              </a:rPr>
              <a:t>电路</a:t>
            </a:r>
          </a:p>
        </p:txBody>
      </p:sp>
      <p:sp>
        <p:nvSpPr>
          <p:cNvPr id="102525" name="Text Box 125"/>
          <p:cNvSpPr txBox="1">
            <a:spLocks noChangeArrowheads="1"/>
          </p:cNvSpPr>
          <p:nvPr/>
        </p:nvSpPr>
        <p:spPr bwMode="auto">
          <a:xfrm>
            <a:off x="468313" y="1268413"/>
            <a:ext cx="4897437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/>
              <a:t>应用</a:t>
            </a:r>
            <a:r>
              <a:rPr lang="en-US" altLang="zh-CN" b="0">
                <a:latin typeface="Times New Roman" pitchFamily="18" charset="0"/>
                <a:ea typeface="仿宋_GB2312" pitchFamily="49" charset="-122"/>
              </a:rPr>
              <a:t>KVL</a:t>
            </a:r>
            <a:r>
              <a:rPr lang="zh-CN" altLang="en-US"/>
              <a:t>和元件的</a:t>
            </a:r>
            <a:r>
              <a:rPr lang="en-US" altLang="zh-CN" b="0">
                <a:latin typeface="Times New Roman" pitchFamily="18" charset="0"/>
                <a:ea typeface="仿宋_GB2312" pitchFamily="49" charset="-122"/>
              </a:rPr>
              <a:t>VCR</a:t>
            </a:r>
            <a:r>
              <a:rPr lang="zh-CN" altLang="en-US"/>
              <a:t>得</a:t>
            </a:r>
            <a:r>
              <a:rPr lang="zh-CN" altLang="en-US">
                <a:ea typeface="仿宋_GB2312" pitchFamily="49" charset="-122"/>
              </a:rPr>
              <a:t>：</a:t>
            </a:r>
          </a:p>
        </p:txBody>
      </p:sp>
      <p:sp>
        <p:nvSpPr>
          <p:cNvPr id="102526" name="AutoShape 126"/>
          <p:cNvSpPr>
            <a:spLocks/>
          </p:cNvSpPr>
          <p:nvPr/>
        </p:nvSpPr>
        <p:spPr bwMode="auto">
          <a:xfrm>
            <a:off x="539750" y="2133600"/>
            <a:ext cx="144463" cy="1584325"/>
          </a:xfrm>
          <a:prstGeom prst="leftBrace">
            <a:avLst>
              <a:gd name="adj1" fmla="val 91239"/>
              <a:gd name="adj2" fmla="val 50000"/>
            </a:avLst>
          </a:prstGeom>
          <a:noFill/>
          <a:ln w="28575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2527" name="Text Box 127"/>
          <p:cNvSpPr txBox="1">
            <a:spLocks noChangeArrowheads="1"/>
          </p:cNvSpPr>
          <p:nvPr/>
        </p:nvSpPr>
        <p:spPr bwMode="auto">
          <a:xfrm>
            <a:off x="684213" y="5229225"/>
            <a:ext cx="7777162" cy="1117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>
                <a:latin typeface="Times New Roman" pitchFamily="18" charset="0"/>
              </a:rPr>
              <a:t>      </a:t>
            </a:r>
            <a:r>
              <a:rPr lang="zh-CN" altLang="en-US">
                <a:latin typeface="Times New Roman" pitchFamily="18" charset="0"/>
              </a:rPr>
              <a:t>含有二个动态元件的线性电路，其电路方程为二阶线性常微分方程，称二阶电路。</a:t>
            </a:r>
          </a:p>
        </p:txBody>
      </p:sp>
      <p:grpSp>
        <p:nvGrpSpPr>
          <p:cNvPr id="17458" name="Group 131"/>
          <p:cNvGrpSpPr>
            <a:grpSpLocks/>
          </p:cNvGrpSpPr>
          <p:nvPr/>
        </p:nvGrpSpPr>
        <p:grpSpPr bwMode="auto">
          <a:xfrm>
            <a:off x="6588125" y="6445250"/>
            <a:ext cx="792163" cy="366713"/>
            <a:chOff x="4649" y="4020"/>
            <a:chExt cx="499" cy="231"/>
          </a:xfrm>
        </p:grpSpPr>
        <p:pic>
          <p:nvPicPr>
            <p:cNvPr id="17459" name="Picture 132" descr="78900"/>
            <p:cNvPicPr>
              <a:picLocks noChangeAspect="1" noChangeArrowheads="1"/>
            </p:cNvPicPr>
            <p:nvPr/>
          </p:nvPicPr>
          <p:blipFill>
            <a:blip r:embed="rId7"/>
            <a:srcRect/>
            <a:stretch>
              <a:fillRect/>
            </a:stretch>
          </p:blipFill>
          <p:spPr bwMode="auto"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7460" name="Text Box 133">
              <a:hlinkClick r:id="rId8" action="ppaction://hlinksldjump"/>
            </p:cNvPr>
            <p:cNvSpPr txBox="1">
              <a:spLocks noChangeArrowheads="1"/>
            </p:cNvSpPr>
            <p:nvPr/>
          </p:nvSpPr>
          <p:spPr bwMode="auto"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0">
                  <a:solidFill>
                    <a:schemeClr val="bg1"/>
                  </a:solidFill>
                  <a:latin typeface="隶书" pitchFamily="49" charset="-122"/>
                  <a:ea typeface="隶书" pitchFamily="49" charset="-122"/>
                </a:rPr>
                <a:t>返 回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25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25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1024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025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25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1025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1000"/>
                                        <p:tgtEl>
                                          <p:spTgt spid="1024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4" dur="1000"/>
                                        <p:tgtEl>
                                          <p:spTgt spid="1024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9" dur="1000"/>
                                        <p:tgtEl>
                                          <p:spTgt spid="1024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44" dur="500"/>
                                        <p:tgtEl>
                                          <p:spTgt spid="1024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500"/>
                            </p:stCondLst>
                            <p:childTnLst>
                              <p:par>
                                <p:cTn id="46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8" dur="1000"/>
                                        <p:tgtEl>
                                          <p:spTgt spid="1024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53" dur="2000"/>
                                        <p:tgtEl>
                                          <p:spTgt spid="1024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025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025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471" grpId="0" animBg="1"/>
      <p:bldP spid="102472" grpId="0" animBg="1"/>
      <p:bldP spid="102524" grpId="0" animBg="1"/>
      <p:bldP spid="102525" grpId="0"/>
      <p:bldP spid="102526" grpId="0" animBg="1"/>
      <p:bldP spid="102527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232" name="Text Box 48" descr="绿色大理石"/>
          <p:cNvSpPr txBox="1">
            <a:spLocks noChangeArrowheads="1"/>
          </p:cNvSpPr>
          <p:nvPr/>
        </p:nvSpPr>
        <p:spPr bwMode="auto">
          <a:xfrm>
            <a:off x="395288" y="2276475"/>
            <a:ext cx="1825625" cy="519113"/>
          </a:xfrm>
          <a:prstGeom prst="rect">
            <a:avLst/>
          </a:prstGeom>
          <a:blipFill dpi="0" rotWithShape="1">
            <a:blip r:embed="rId3"/>
            <a:srcRect/>
            <a:tile tx="0" ty="0" sx="100000" sy="100000" flip="none" algn="tl"/>
          </a:blipFill>
          <a:ln w="9525">
            <a:noFill/>
            <a:miter lim="800000"/>
            <a:headEnd/>
            <a:tailEnd/>
          </a:ln>
        </p:spPr>
        <p:txBody>
          <a:bodyPr wrap="none" lIns="198000" rIns="198000" anchor="ctr">
            <a:spAutoFit/>
          </a:bodyPr>
          <a:lstStyle/>
          <a:p>
            <a:r>
              <a:rPr lang="zh-CN" altLang="en-US">
                <a:solidFill>
                  <a:schemeClr val="bg1"/>
                </a:solidFill>
                <a:latin typeface="Times New Roman" pitchFamily="18" charset="0"/>
              </a:rPr>
              <a:t>一阶电路</a:t>
            </a:r>
          </a:p>
        </p:txBody>
      </p:sp>
      <p:sp>
        <p:nvSpPr>
          <p:cNvPr id="93233" name="Text Box 49"/>
          <p:cNvSpPr txBox="1">
            <a:spLocks noChangeArrowheads="1"/>
          </p:cNvSpPr>
          <p:nvPr/>
        </p:nvSpPr>
        <p:spPr bwMode="auto">
          <a:xfrm>
            <a:off x="2843213" y="2133600"/>
            <a:ext cx="5905500" cy="1117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>
                <a:latin typeface="楷体_GB2312" pitchFamily="49" charset="-122"/>
              </a:rPr>
              <a:t>一阶电路中只有一个动态元件</a:t>
            </a:r>
            <a:r>
              <a:rPr lang="en-US" altLang="zh-CN">
                <a:latin typeface="楷体_GB2312" pitchFamily="49" charset="-122"/>
              </a:rPr>
              <a:t>,</a:t>
            </a:r>
            <a:r>
              <a:rPr lang="zh-CN" altLang="en-US">
                <a:latin typeface="楷体_GB2312" pitchFamily="49" charset="-122"/>
              </a:rPr>
              <a:t>描述电路的方程是一阶线性微分方程。</a:t>
            </a:r>
          </a:p>
        </p:txBody>
      </p:sp>
      <p:sp>
        <p:nvSpPr>
          <p:cNvPr id="93234" name="AutoShape 50"/>
          <p:cNvSpPr>
            <a:spLocks noChangeArrowheads="1"/>
          </p:cNvSpPr>
          <p:nvPr/>
        </p:nvSpPr>
        <p:spPr bwMode="auto">
          <a:xfrm>
            <a:off x="2268538" y="2420938"/>
            <a:ext cx="574675" cy="144462"/>
          </a:xfrm>
          <a:prstGeom prst="rightArrow">
            <a:avLst>
              <a:gd name="adj1" fmla="val 50000"/>
              <a:gd name="adj2" fmla="val 99396"/>
            </a:avLst>
          </a:prstGeom>
          <a:solidFill>
            <a:srgbClr val="0099FF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3248" name="Text Box 64"/>
          <p:cNvSpPr txBox="1">
            <a:spLocks noChangeArrowheads="1"/>
          </p:cNvSpPr>
          <p:nvPr/>
        </p:nvSpPr>
        <p:spPr bwMode="auto">
          <a:xfrm>
            <a:off x="1763713" y="620713"/>
            <a:ext cx="6911975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marL="342900" indent="-342900">
              <a:buFontTx/>
              <a:buAutoNum type="circleNumDbPlain"/>
            </a:pPr>
            <a:r>
              <a:rPr lang="zh-CN" altLang="en-US">
                <a:latin typeface="楷体_GB2312" pitchFamily="49" charset="-122"/>
              </a:rPr>
              <a:t>描述动态电路的电路方程为微分方程；</a:t>
            </a:r>
          </a:p>
        </p:txBody>
      </p:sp>
      <p:sp>
        <p:nvSpPr>
          <p:cNvPr id="93250" name="Rectangle 66"/>
          <p:cNvSpPr>
            <a:spLocks noChangeArrowheads="1"/>
          </p:cNvSpPr>
          <p:nvPr/>
        </p:nvSpPr>
        <p:spPr bwMode="auto">
          <a:xfrm>
            <a:off x="1692275" y="1125538"/>
            <a:ext cx="6985000" cy="1117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98000" rIns="198000">
            <a:spAutoFit/>
          </a:bodyPr>
          <a:lstStyle/>
          <a:p>
            <a:pPr marL="342900" indent="-342900">
              <a:lnSpc>
                <a:spcPct val="120000"/>
              </a:lnSpc>
              <a:buFontTx/>
              <a:buAutoNum type="circleNumDbPlain" startAt="2"/>
            </a:pPr>
            <a:r>
              <a:rPr lang="zh-CN" altLang="en-US"/>
              <a:t>动态电路方程的阶数通常等于电路中动态元件的个数。</a:t>
            </a:r>
          </a:p>
        </p:txBody>
      </p:sp>
      <p:graphicFrame>
        <p:nvGraphicFramePr>
          <p:cNvPr id="93253" name="Object 69"/>
          <p:cNvGraphicFramePr>
            <a:graphicFrameLocks noChangeAspect="1"/>
          </p:cNvGraphicFramePr>
          <p:nvPr/>
        </p:nvGraphicFramePr>
        <p:xfrm>
          <a:off x="2051050" y="3141663"/>
          <a:ext cx="4360863" cy="1171575"/>
        </p:xfrm>
        <a:graphic>
          <a:graphicData uri="http://schemas.openxmlformats.org/presentationml/2006/ole">
            <p:oleObj spid="_x0000_s18438" r:id="rId4" imgW="1541160" imgH="403560" progId="Equation.3">
              <p:embed/>
            </p:oleObj>
          </a:graphicData>
        </a:graphic>
      </p:graphicFrame>
      <p:graphicFrame>
        <p:nvGraphicFramePr>
          <p:cNvPr id="93255" name="Object 71"/>
          <p:cNvGraphicFramePr>
            <a:graphicFrameLocks noChangeAspect="1"/>
          </p:cNvGraphicFramePr>
          <p:nvPr/>
        </p:nvGraphicFramePr>
        <p:xfrm>
          <a:off x="1979613" y="5229225"/>
          <a:ext cx="5616575" cy="1146175"/>
        </p:xfrm>
        <a:graphic>
          <a:graphicData uri="http://schemas.openxmlformats.org/presentationml/2006/ole">
            <p:oleObj spid="_x0000_s18439" r:id="rId5" imgW="2085840" imgH="415080" progId="Equation.3">
              <p:embed/>
            </p:oleObj>
          </a:graphicData>
        </a:graphic>
      </p:graphicFrame>
      <p:sp>
        <p:nvSpPr>
          <p:cNvPr id="93256" name="Text Box 72" descr="绿色大理石"/>
          <p:cNvSpPr txBox="1">
            <a:spLocks noChangeArrowheads="1"/>
          </p:cNvSpPr>
          <p:nvPr/>
        </p:nvSpPr>
        <p:spPr bwMode="auto">
          <a:xfrm>
            <a:off x="323850" y="4221163"/>
            <a:ext cx="2016125" cy="519112"/>
          </a:xfrm>
          <a:prstGeom prst="rect">
            <a:avLst/>
          </a:prstGeom>
          <a:blipFill dpi="0" rotWithShape="1">
            <a:blip r:embed="rId3"/>
            <a:srcRect/>
            <a:tile tx="0" ty="0" sx="100000" sy="100000" flip="none" algn="tl"/>
          </a:blipFill>
          <a:ln w="9525">
            <a:noFill/>
            <a:miter lim="800000"/>
            <a:headEnd/>
            <a:tailEnd/>
          </a:ln>
        </p:spPr>
        <p:txBody>
          <a:bodyPr lIns="198000" rIns="198000" anchor="ctr">
            <a:spAutoFit/>
          </a:bodyPr>
          <a:lstStyle/>
          <a:p>
            <a:r>
              <a:rPr lang="zh-CN" altLang="en-US">
                <a:solidFill>
                  <a:schemeClr val="bg1"/>
                </a:solidFill>
                <a:latin typeface="Times New Roman" pitchFamily="18" charset="0"/>
              </a:rPr>
              <a:t>二阶电路</a:t>
            </a:r>
          </a:p>
        </p:txBody>
      </p:sp>
      <p:sp>
        <p:nvSpPr>
          <p:cNvPr id="93257" name="AutoShape 73"/>
          <p:cNvSpPr>
            <a:spLocks noChangeArrowheads="1"/>
          </p:cNvSpPr>
          <p:nvPr/>
        </p:nvSpPr>
        <p:spPr bwMode="auto">
          <a:xfrm>
            <a:off x="2411413" y="4437063"/>
            <a:ext cx="576262" cy="144462"/>
          </a:xfrm>
          <a:prstGeom prst="rightArrow">
            <a:avLst>
              <a:gd name="adj1" fmla="val 50000"/>
              <a:gd name="adj2" fmla="val 99670"/>
            </a:avLst>
          </a:prstGeom>
          <a:solidFill>
            <a:srgbClr val="0099FF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3258" name="Text Box 74"/>
          <p:cNvSpPr txBox="1">
            <a:spLocks noChangeArrowheads="1"/>
          </p:cNvSpPr>
          <p:nvPr/>
        </p:nvSpPr>
        <p:spPr bwMode="auto">
          <a:xfrm>
            <a:off x="3059113" y="4149725"/>
            <a:ext cx="5689600" cy="1117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>
              <a:lnSpc>
                <a:spcPct val="120000"/>
              </a:lnSpc>
              <a:spcBef>
                <a:spcPct val="20000"/>
              </a:spcBef>
            </a:pPr>
            <a:r>
              <a:rPr lang="zh-CN" altLang="en-US">
                <a:latin typeface="楷体_GB2312" pitchFamily="49" charset="-122"/>
              </a:rPr>
              <a:t>二阶电路中有二个动态元件</a:t>
            </a:r>
            <a:r>
              <a:rPr lang="en-US" altLang="zh-CN">
                <a:latin typeface="楷体_GB2312" pitchFamily="49" charset="-122"/>
              </a:rPr>
              <a:t>,</a:t>
            </a:r>
            <a:r>
              <a:rPr lang="zh-CN" altLang="en-US">
                <a:latin typeface="楷体_GB2312" pitchFamily="49" charset="-122"/>
              </a:rPr>
              <a:t>描述电路的方程是二阶线性微分方程。</a:t>
            </a:r>
          </a:p>
        </p:txBody>
      </p:sp>
      <p:grpSp>
        <p:nvGrpSpPr>
          <p:cNvPr id="18443" name="Group 76"/>
          <p:cNvGrpSpPr>
            <a:grpSpLocks/>
          </p:cNvGrpSpPr>
          <p:nvPr/>
        </p:nvGrpSpPr>
        <p:grpSpPr bwMode="auto"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18444" name="Picture 77" descr="78900"/>
            <p:cNvPicPr>
              <a:picLocks noChangeAspect="1" noChangeArrowheads="1"/>
            </p:cNvPicPr>
            <p:nvPr/>
          </p:nvPicPr>
          <p:blipFill>
            <a:blip r:embed="rId6"/>
            <a:srcRect/>
            <a:stretch>
              <a:fillRect/>
            </a:stretch>
          </p:blipFill>
          <p:spPr bwMode="auto"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8445" name="Text Box 78">
              <a:hlinkClick r:id="" action="ppaction://hlinkshowjump?jump=nextslide"/>
            </p:cNvPr>
            <p:cNvSpPr txBox="1">
              <a:spLocks noChangeArrowheads="1"/>
            </p:cNvSpPr>
            <p:nvPr/>
          </p:nvSpPr>
          <p:spPr bwMode="auto"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0">
                  <a:solidFill>
                    <a:schemeClr val="bg1"/>
                  </a:solidFill>
                  <a:latin typeface="隶书" pitchFamily="49" charset="-122"/>
                  <a:ea typeface="隶书" pitchFamily="49" charset="-122"/>
                </a:rPr>
                <a:t>下 页</a:t>
              </a:r>
            </a:p>
          </p:txBody>
        </p:sp>
      </p:grpSp>
      <p:grpSp>
        <p:nvGrpSpPr>
          <p:cNvPr id="18446" name="Group 79"/>
          <p:cNvGrpSpPr>
            <a:grpSpLocks/>
          </p:cNvGrpSpPr>
          <p:nvPr/>
        </p:nvGrpSpPr>
        <p:grpSpPr bwMode="auto">
          <a:xfrm>
            <a:off x="7453313" y="6446838"/>
            <a:ext cx="792162" cy="366712"/>
            <a:chOff x="4649" y="4020"/>
            <a:chExt cx="499" cy="231"/>
          </a:xfrm>
        </p:grpSpPr>
        <p:pic>
          <p:nvPicPr>
            <p:cNvPr id="18447" name="Picture 80" descr="78900"/>
            <p:cNvPicPr>
              <a:picLocks noChangeAspect="1" noChangeArrowheads="1"/>
            </p:cNvPicPr>
            <p:nvPr/>
          </p:nvPicPr>
          <p:blipFill>
            <a:blip r:embed="rId6"/>
            <a:srcRect/>
            <a:stretch>
              <a:fillRect/>
            </a:stretch>
          </p:blipFill>
          <p:spPr bwMode="auto"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8448" name="Text Box 81">
              <a:hlinkClick r:id="" action="ppaction://hlinkshowjump?jump=previousslide"/>
            </p:cNvPr>
            <p:cNvSpPr txBox="1">
              <a:spLocks noChangeArrowheads="1"/>
            </p:cNvSpPr>
            <p:nvPr/>
          </p:nvSpPr>
          <p:spPr bwMode="auto"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0">
                  <a:solidFill>
                    <a:schemeClr val="bg1"/>
                  </a:solidFill>
                  <a:latin typeface="隶书" pitchFamily="49" charset="-122"/>
                  <a:ea typeface="隶书" pitchFamily="49" charset="-122"/>
                </a:rPr>
                <a:t>上 页</a:t>
              </a:r>
            </a:p>
          </p:txBody>
        </p:sp>
      </p:grpSp>
      <p:grpSp>
        <p:nvGrpSpPr>
          <p:cNvPr id="93269" name="Group 85"/>
          <p:cNvGrpSpPr>
            <a:grpSpLocks/>
          </p:cNvGrpSpPr>
          <p:nvPr/>
        </p:nvGrpSpPr>
        <p:grpSpPr bwMode="auto">
          <a:xfrm>
            <a:off x="250825" y="549275"/>
            <a:ext cx="1543050" cy="850900"/>
            <a:chOff x="385" y="3022"/>
            <a:chExt cx="972" cy="536"/>
          </a:xfrm>
        </p:grpSpPr>
        <p:pic>
          <p:nvPicPr>
            <p:cNvPr id="18450" name="Picture 86" descr="123"/>
            <p:cNvPicPr>
              <a:picLocks noChangeAspect="1" noChangeArrowheads="1"/>
            </p:cNvPicPr>
            <p:nvPr/>
          </p:nvPicPr>
          <p:blipFill>
            <a:blip r:embed="rId7"/>
            <a:srcRect/>
            <a:stretch>
              <a:fillRect/>
            </a:stretch>
          </p:blipFill>
          <p:spPr bwMode="auto">
            <a:xfrm>
              <a:off x="385" y="3022"/>
              <a:ext cx="590" cy="53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8451" name="Text Box 87"/>
            <p:cNvSpPr txBox="1">
              <a:spLocks noChangeArrowheads="1"/>
            </p:cNvSpPr>
            <p:nvPr/>
          </p:nvSpPr>
          <p:spPr bwMode="auto">
            <a:xfrm>
              <a:off x="793" y="3153"/>
              <a:ext cx="564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zh-CN" altLang="en-US" b="0">
                  <a:solidFill>
                    <a:srgbClr val="FA7748"/>
                  </a:solidFill>
                  <a:latin typeface="Times New Roman" pitchFamily="18" charset="0"/>
                  <a:ea typeface="华文行楷" pitchFamily="2" charset="-122"/>
                </a:rPr>
                <a:t>结论</a:t>
              </a:r>
            </a:p>
          </p:txBody>
        </p:sp>
      </p:grpSp>
      <p:grpSp>
        <p:nvGrpSpPr>
          <p:cNvPr id="18452" name="Group 91"/>
          <p:cNvGrpSpPr>
            <a:grpSpLocks/>
          </p:cNvGrpSpPr>
          <p:nvPr/>
        </p:nvGrpSpPr>
        <p:grpSpPr bwMode="auto">
          <a:xfrm>
            <a:off x="6588125" y="6445250"/>
            <a:ext cx="792163" cy="366713"/>
            <a:chOff x="4649" y="4020"/>
            <a:chExt cx="499" cy="231"/>
          </a:xfrm>
        </p:grpSpPr>
        <p:pic>
          <p:nvPicPr>
            <p:cNvPr id="18453" name="Picture 92" descr="78900"/>
            <p:cNvPicPr>
              <a:picLocks noChangeAspect="1" noChangeArrowheads="1"/>
            </p:cNvPicPr>
            <p:nvPr/>
          </p:nvPicPr>
          <p:blipFill>
            <a:blip r:embed="rId6"/>
            <a:srcRect/>
            <a:stretch>
              <a:fillRect/>
            </a:stretch>
          </p:blipFill>
          <p:spPr bwMode="auto"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8454" name="Text Box 93">
              <a:hlinkClick r:id="rId8" action="ppaction://hlinksldjump"/>
            </p:cNvPr>
            <p:cNvSpPr txBox="1">
              <a:spLocks noChangeArrowheads="1"/>
            </p:cNvSpPr>
            <p:nvPr/>
          </p:nvSpPr>
          <p:spPr bwMode="auto"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0">
                  <a:solidFill>
                    <a:schemeClr val="bg1"/>
                  </a:solidFill>
                  <a:latin typeface="隶书" pitchFamily="49" charset="-122"/>
                  <a:ea typeface="隶书" pitchFamily="49" charset="-122"/>
                </a:rPr>
                <a:t>返 回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32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932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000"/>
                                        <p:tgtEl>
                                          <p:spTgt spid="932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932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932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8" dur="500"/>
                                        <p:tgtEl>
                                          <p:spTgt spid="932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2000"/>
                                        <p:tgtEl>
                                          <p:spTgt spid="932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2500"/>
                            </p:stCondLst>
                            <p:childTnLst>
                              <p:par>
                                <p:cTn id="3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3000"/>
                                        <p:tgtEl>
                                          <p:spTgt spid="932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932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932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47" dur="500"/>
                                        <p:tgtEl>
                                          <p:spTgt spid="932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00"/>
                            </p:stCondLst>
                            <p:childTnLst>
                              <p:par>
                                <p:cTn id="4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1" dur="2000"/>
                                        <p:tgtEl>
                                          <p:spTgt spid="932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2500"/>
                            </p:stCondLst>
                            <p:childTnLst>
                              <p:par>
                                <p:cTn id="5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3000"/>
                                        <p:tgtEl>
                                          <p:spTgt spid="932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3232" grpId="0" animBg="1"/>
      <p:bldP spid="93233" grpId="0"/>
      <p:bldP spid="93234" grpId="0" animBg="1"/>
      <p:bldP spid="93248" grpId="0"/>
      <p:bldP spid="93250" grpId="0"/>
      <p:bldP spid="93256" grpId="0" animBg="1"/>
      <p:bldP spid="93257" grpId="0" animBg="1"/>
      <p:bldP spid="93258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Text Box 2" descr="绿色大理石"/>
          <p:cNvSpPr txBox="1">
            <a:spLocks noChangeArrowheads="1"/>
          </p:cNvSpPr>
          <p:nvPr/>
        </p:nvSpPr>
        <p:spPr bwMode="auto">
          <a:xfrm>
            <a:off x="395288" y="895350"/>
            <a:ext cx="2016125" cy="519113"/>
          </a:xfrm>
          <a:prstGeom prst="rect">
            <a:avLst/>
          </a:prstGeom>
          <a:blipFill dpi="0" rotWithShape="1">
            <a:blip r:embed="rId3"/>
            <a:srcRect/>
            <a:tile tx="0" ty="0" sx="100000" sy="100000" flip="none" algn="tl"/>
          </a:blipFill>
          <a:ln w="9525">
            <a:noFill/>
            <a:miter lim="800000"/>
            <a:headEnd/>
            <a:tailEnd/>
          </a:ln>
        </p:spPr>
        <p:txBody>
          <a:bodyPr lIns="198000" rIns="198000" anchor="ctr">
            <a:spAutoFit/>
          </a:bodyPr>
          <a:lstStyle/>
          <a:p>
            <a:r>
              <a:rPr lang="zh-CN" altLang="en-US">
                <a:solidFill>
                  <a:schemeClr val="bg1"/>
                </a:solidFill>
                <a:latin typeface="Times New Roman" pitchFamily="18" charset="0"/>
              </a:rPr>
              <a:t>高阶电路</a:t>
            </a:r>
          </a:p>
        </p:txBody>
      </p:sp>
      <p:sp>
        <p:nvSpPr>
          <p:cNvPr id="99331" name="Text Box 3"/>
          <p:cNvSpPr txBox="1">
            <a:spLocks noChangeArrowheads="1"/>
          </p:cNvSpPr>
          <p:nvPr/>
        </p:nvSpPr>
        <p:spPr bwMode="auto">
          <a:xfrm>
            <a:off x="3059113" y="606425"/>
            <a:ext cx="5040312" cy="1117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>
              <a:lnSpc>
                <a:spcPct val="120000"/>
              </a:lnSpc>
              <a:spcBef>
                <a:spcPct val="20000"/>
              </a:spcBef>
            </a:pPr>
            <a:r>
              <a:rPr lang="zh-CN" altLang="en-US">
                <a:latin typeface="Times New Roman" pitchFamily="18" charset="0"/>
              </a:rPr>
              <a:t>电路中有多个动态元件，描述电路的方程是高阶微分方程。</a:t>
            </a:r>
          </a:p>
        </p:txBody>
      </p:sp>
      <p:sp>
        <p:nvSpPr>
          <p:cNvPr id="99332" name="AutoShape 4"/>
          <p:cNvSpPr>
            <a:spLocks noChangeArrowheads="1"/>
          </p:cNvSpPr>
          <p:nvPr/>
        </p:nvSpPr>
        <p:spPr bwMode="auto">
          <a:xfrm>
            <a:off x="2484438" y="1038225"/>
            <a:ext cx="574675" cy="217488"/>
          </a:xfrm>
          <a:prstGeom prst="rightArrow">
            <a:avLst>
              <a:gd name="adj1" fmla="val 50000"/>
              <a:gd name="adj2" fmla="val 66022"/>
            </a:avLst>
          </a:prstGeom>
          <a:solidFill>
            <a:srgbClr val="0099FF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99351" name="Object 23"/>
          <p:cNvGraphicFramePr>
            <a:graphicFrameLocks noChangeAspect="1"/>
          </p:cNvGraphicFramePr>
          <p:nvPr/>
        </p:nvGraphicFramePr>
        <p:xfrm>
          <a:off x="611188" y="1758950"/>
          <a:ext cx="8097837" cy="1158875"/>
        </p:xfrm>
        <a:graphic>
          <a:graphicData uri="http://schemas.openxmlformats.org/presentationml/2006/ole">
            <p:oleObj spid="_x0000_s19460" r:id="rId4" imgW="3093840" imgH="415080" progId="Equation.3">
              <p:embed/>
            </p:oleObj>
          </a:graphicData>
        </a:graphic>
      </p:graphicFrame>
      <p:sp>
        <p:nvSpPr>
          <p:cNvPr id="99352" name="Text Box 24"/>
          <p:cNvSpPr txBox="1">
            <a:spLocks noChangeArrowheads="1"/>
          </p:cNvSpPr>
          <p:nvPr/>
        </p:nvSpPr>
        <p:spPr bwMode="auto">
          <a:xfrm>
            <a:off x="611188" y="3141663"/>
            <a:ext cx="3960812" cy="547687"/>
          </a:xfrm>
          <a:prstGeom prst="rect">
            <a:avLst/>
          </a:prstGeom>
          <a:noFill/>
          <a:ln w="28575">
            <a:solidFill>
              <a:srgbClr val="00FFFF"/>
            </a:solidFill>
            <a:miter lim="800000"/>
            <a:headEnd/>
            <a:tailEnd/>
          </a:ln>
        </p:spPr>
        <p:txBody>
          <a:bodyPr lIns="198000" rIns="198000" anchor="ctr">
            <a:spAutoFit/>
          </a:bodyPr>
          <a:lstStyle/>
          <a:p>
            <a:r>
              <a:rPr lang="zh-CN" altLang="en-US">
                <a:solidFill>
                  <a:schemeClr val="bg1"/>
                </a:solidFill>
                <a:latin typeface="楷体_GB2312" pitchFamily="49" charset="-122"/>
              </a:rPr>
              <a:t>动态电路的分析方法</a:t>
            </a:r>
          </a:p>
        </p:txBody>
      </p:sp>
      <p:sp>
        <p:nvSpPr>
          <p:cNvPr id="99353" name="Text Box 25"/>
          <p:cNvSpPr txBox="1">
            <a:spLocks noChangeArrowheads="1"/>
          </p:cNvSpPr>
          <p:nvPr/>
        </p:nvSpPr>
        <p:spPr bwMode="auto">
          <a:xfrm>
            <a:off x="684213" y="3846513"/>
            <a:ext cx="7921625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>
              <a:spcBef>
                <a:spcPct val="50000"/>
              </a:spcBef>
              <a:buFontTx/>
              <a:buAutoNum type="circleNumDbPlain"/>
            </a:pPr>
            <a:r>
              <a:rPr lang="zh-CN" altLang="en-US"/>
              <a:t>根据</a:t>
            </a:r>
            <a:r>
              <a:rPr lang="en-US" altLang="zh-CN" b="0">
                <a:latin typeface="Times New Roman" pitchFamily="18" charset="0"/>
                <a:ea typeface="仿宋_GB2312" pitchFamily="49" charset="-122"/>
              </a:rPr>
              <a:t>KVL</a:t>
            </a:r>
            <a:r>
              <a:rPr lang="zh-CN" altLang="en-US">
                <a:latin typeface="Times New Roman" pitchFamily="18" charset="0"/>
                <a:ea typeface="仿宋_GB2312" pitchFamily="49" charset="-122"/>
              </a:rPr>
              <a:t>、</a:t>
            </a:r>
            <a:r>
              <a:rPr lang="en-US" altLang="zh-CN" b="0">
                <a:latin typeface="Times New Roman" pitchFamily="18" charset="0"/>
                <a:ea typeface="仿宋_GB2312" pitchFamily="49" charset="-122"/>
              </a:rPr>
              <a:t>KCL</a:t>
            </a:r>
            <a:r>
              <a:rPr lang="zh-CN" altLang="en-US"/>
              <a:t>和</a:t>
            </a:r>
            <a:r>
              <a:rPr lang="en-US" altLang="zh-CN" b="0">
                <a:latin typeface="Times New Roman" pitchFamily="18" charset="0"/>
                <a:ea typeface="仿宋_GB2312" pitchFamily="49" charset="-122"/>
              </a:rPr>
              <a:t>VCR</a:t>
            </a:r>
            <a:r>
              <a:rPr lang="zh-CN" altLang="en-US"/>
              <a:t>建立微分方程；</a:t>
            </a:r>
          </a:p>
        </p:txBody>
      </p:sp>
      <p:grpSp>
        <p:nvGrpSpPr>
          <p:cNvPr id="19463" name="Group 27"/>
          <p:cNvGrpSpPr>
            <a:grpSpLocks/>
          </p:cNvGrpSpPr>
          <p:nvPr/>
        </p:nvGrpSpPr>
        <p:grpSpPr bwMode="auto"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19464" name="Picture 28" descr="78900"/>
            <p:cNvPicPr>
              <a:picLocks noChangeAspect="1" noChangeArrowheads="1"/>
            </p:cNvPicPr>
            <p:nvPr/>
          </p:nvPicPr>
          <p:blipFill>
            <a:blip r:embed="rId5"/>
            <a:srcRect/>
            <a:stretch>
              <a:fillRect/>
            </a:stretch>
          </p:blipFill>
          <p:spPr bwMode="auto"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9465" name="Text Box 29">
              <a:hlinkClick r:id="" action="ppaction://hlinkshowjump?jump=nextslide"/>
            </p:cNvPr>
            <p:cNvSpPr txBox="1">
              <a:spLocks noChangeArrowheads="1"/>
            </p:cNvSpPr>
            <p:nvPr/>
          </p:nvSpPr>
          <p:spPr bwMode="auto"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0">
                  <a:solidFill>
                    <a:schemeClr val="bg1"/>
                  </a:solidFill>
                  <a:latin typeface="隶书" pitchFamily="49" charset="-122"/>
                  <a:ea typeface="隶书" pitchFamily="49" charset="-122"/>
                </a:rPr>
                <a:t>下 页</a:t>
              </a:r>
            </a:p>
          </p:txBody>
        </p:sp>
      </p:grpSp>
      <p:grpSp>
        <p:nvGrpSpPr>
          <p:cNvPr id="19466" name="Group 30"/>
          <p:cNvGrpSpPr>
            <a:grpSpLocks/>
          </p:cNvGrpSpPr>
          <p:nvPr/>
        </p:nvGrpSpPr>
        <p:grpSpPr bwMode="auto">
          <a:xfrm>
            <a:off x="7453313" y="6446838"/>
            <a:ext cx="792162" cy="366712"/>
            <a:chOff x="4649" y="4020"/>
            <a:chExt cx="499" cy="231"/>
          </a:xfrm>
        </p:grpSpPr>
        <p:pic>
          <p:nvPicPr>
            <p:cNvPr id="19467" name="Picture 31" descr="78900"/>
            <p:cNvPicPr>
              <a:picLocks noChangeAspect="1" noChangeArrowheads="1"/>
            </p:cNvPicPr>
            <p:nvPr/>
          </p:nvPicPr>
          <p:blipFill>
            <a:blip r:embed="rId5"/>
            <a:srcRect/>
            <a:stretch>
              <a:fillRect/>
            </a:stretch>
          </p:blipFill>
          <p:spPr bwMode="auto"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9468" name="Text Box 32">
              <a:hlinkClick r:id="" action="ppaction://hlinkshowjump?jump=previousslide"/>
            </p:cNvPr>
            <p:cNvSpPr txBox="1">
              <a:spLocks noChangeArrowheads="1"/>
            </p:cNvSpPr>
            <p:nvPr/>
          </p:nvSpPr>
          <p:spPr bwMode="auto"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0">
                  <a:solidFill>
                    <a:schemeClr val="bg1"/>
                  </a:solidFill>
                  <a:latin typeface="隶书" pitchFamily="49" charset="-122"/>
                  <a:ea typeface="隶书" pitchFamily="49" charset="-122"/>
                </a:rPr>
                <a:t>上 页</a:t>
              </a:r>
            </a:p>
          </p:txBody>
        </p:sp>
      </p:grpSp>
      <p:grpSp>
        <p:nvGrpSpPr>
          <p:cNvPr id="19469" name="Group 39"/>
          <p:cNvGrpSpPr>
            <a:grpSpLocks/>
          </p:cNvGrpSpPr>
          <p:nvPr/>
        </p:nvGrpSpPr>
        <p:grpSpPr bwMode="auto">
          <a:xfrm>
            <a:off x="6588125" y="6445250"/>
            <a:ext cx="792163" cy="366713"/>
            <a:chOff x="4649" y="4020"/>
            <a:chExt cx="499" cy="231"/>
          </a:xfrm>
        </p:grpSpPr>
        <p:pic>
          <p:nvPicPr>
            <p:cNvPr id="19470" name="Picture 40" descr="78900"/>
            <p:cNvPicPr>
              <a:picLocks noChangeAspect="1" noChangeArrowheads="1"/>
            </p:cNvPicPr>
            <p:nvPr/>
          </p:nvPicPr>
          <p:blipFill>
            <a:blip r:embed="rId5"/>
            <a:srcRect/>
            <a:stretch>
              <a:fillRect/>
            </a:stretch>
          </p:blipFill>
          <p:spPr bwMode="auto"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9471" name="Text Box 41">
              <a:hlinkClick r:id="rId6" action="ppaction://hlinksldjump"/>
            </p:cNvPr>
            <p:cNvSpPr txBox="1">
              <a:spLocks noChangeArrowheads="1"/>
            </p:cNvSpPr>
            <p:nvPr/>
          </p:nvSpPr>
          <p:spPr bwMode="auto"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0">
                  <a:solidFill>
                    <a:schemeClr val="bg1"/>
                  </a:solidFill>
                  <a:latin typeface="隶书" pitchFamily="49" charset="-122"/>
                  <a:ea typeface="隶书" pitchFamily="49" charset="-122"/>
                </a:rPr>
                <a:t>返 回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93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93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3" dur="500"/>
                                        <p:tgtEl>
                                          <p:spTgt spid="993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2000"/>
                                        <p:tgtEl>
                                          <p:spTgt spid="993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500"/>
                            </p:stCondLst>
                            <p:childTnLst>
                              <p:par>
                                <p:cTn id="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3000"/>
                                        <p:tgtEl>
                                          <p:spTgt spid="993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993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993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000"/>
                                        <p:tgtEl>
                                          <p:spTgt spid="993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9330" grpId="0" animBg="1"/>
      <p:bldP spid="99331" grpId="0"/>
      <p:bldP spid="99332" grpId="0" animBg="1"/>
      <p:bldP spid="99352" grpId="0" animBg="1"/>
      <p:bldP spid="99353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25" name="Text Box 17"/>
          <p:cNvSpPr txBox="1">
            <a:spLocks noChangeArrowheads="1"/>
          </p:cNvSpPr>
          <p:nvPr/>
        </p:nvSpPr>
        <p:spPr bwMode="auto">
          <a:xfrm>
            <a:off x="5003800" y="1268413"/>
            <a:ext cx="2327275" cy="519112"/>
          </a:xfrm>
          <a:prstGeom prst="rect">
            <a:avLst/>
          </a:prstGeom>
          <a:solidFill>
            <a:srgbClr val="990033"/>
          </a:solidFill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lang="zh-CN" altLang="en-US">
                <a:solidFill>
                  <a:schemeClr val="bg1"/>
                </a:solidFill>
                <a:latin typeface="Times New Roman" pitchFamily="18" charset="0"/>
              </a:rPr>
              <a:t>复频域分析法</a:t>
            </a:r>
          </a:p>
        </p:txBody>
      </p:sp>
      <p:sp>
        <p:nvSpPr>
          <p:cNvPr id="94226" name="Rectangle 18"/>
          <p:cNvSpPr>
            <a:spLocks noChangeArrowheads="1"/>
          </p:cNvSpPr>
          <p:nvPr/>
        </p:nvSpPr>
        <p:spPr bwMode="auto">
          <a:xfrm>
            <a:off x="1908175" y="1341438"/>
            <a:ext cx="1970088" cy="519112"/>
          </a:xfrm>
          <a:prstGeom prst="rect">
            <a:avLst/>
          </a:prstGeom>
          <a:solidFill>
            <a:srgbClr val="990033"/>
          </a:solidFill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lang="zh-CN" altLang="en-US">
                <a:solidFill>
                  <a:schemeClr val="bg1"/>
                </a:solidFill>
                <a:latin typeface="Times New Roman" pitchFamily="18" charset="0"/>
              </a:rPr>
              <a:t>时域分析法</a:t>
            </a:r>
          </a:p>
        </p:txBody>
      </p:sp>
      <p:sp>
        <p:nvSpPr>
          <p:cNvPr id="94230" name="Text Box 22"/>
          <p:cNvSpPr txBox="1">
            <a:spLocks noChangeArrowheads="1"/>
          </p:cNvSpPr>
          <p:nvPr/>
        </p:nvSpPr>
        <p:spPr bwMode="auto">
          <a:xfrm>
            <a:off x="684213" y="549275"/>
            <a:ext cx="3673475" cy="519113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marL="342900" indent="-342900">
              <a:buFontTx/>
              <a:buAutoNum type="circleNumDbPlain" startAt="2"/>
            </a:pPr>
            <a:r>
              <a:rPr lang="zh-CN" altLang="en-US">
                <a:latin typeface="楷体_GB2312" pitchFamily="49" charset="-122"/>
              </a:rPr>
              <a:t>求解微分方程</a:t>
            </a:r>
          </a:p>
        </p:txBody>
      </p:sp>
      <p:grpSp>
        <p:nvGrpSpPr>
          <p:cNvPr id="94237" name="Group 29"/>
          <p:cNvGrpSpPr>
            <a:grpSpLocks/>
          </p:cNvGrpSpPr>
          <p:nvPr/>
        </p:nvGrpSpPr>
        <p:grpSpPr bwMode="auto">
          <a:xfrm>
            <a:off x="1619250" y="2060575"/>
            <a:ext cx="3024188" cy="2320925"/>
            <a:chOff x="884" y="2387"/>
            <a:chExt cx="1394" cy="1285"/>
          </a:xfrm>
        </p:grpSpPr>
        <p:sp>
          <p:nvSpPr>
            <p:cNvPr id="20485" name="Text Box 15"/>
            <p:cNvSpPr txBox="1">
              <a:spLocks noChangeArrowheads="1"/>
            </p:cNvSpPr>
            <p:nvPr/>
          </p:nvSpPr>
          <p:spPr bwMode="auto">
            <a:xfrm>
              <a:off x="1111" y="2387"/>
              <a:ext cx="579" cy="28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r>
                <a:rPr lang="zh-CN" altLang="en-US">
                  <a:latin typeface="Times New Roman" pitchFamily="18" charset="0"/>
                </a:rPr>
                <a:t>经典法</a:t>
              </a:r>
            </a:p>
          </p:txBody>
        </p:sp>
        <p:sp>
          <p:nvSpPr>
            <p:cNvPr id="20486" name="Text Box 20"/>
            <p:cNvSpPr txBox="1">
              <a:spLocks noChangeArrowheads="1"/>
            </p:cNvSpPr>
            <p:nvPr/>
          </p:nvSpPr>
          <p:spPr bwMode="auto">
            <a:xfrm>
              <a:off x="1020" y="2705"/>
              <a:ext cx="1258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pPr algn="ctr"/>
              <a:r>
                <a:rPr lang="zh-CN" altLang="en-US">
                  <a:latin typeface="Times New Roman" pitchFamily="18" charset="0"/>
                </a:rPr>
                <a:t>状态变量法</a:t>
              </a:r>
            </a:p>
          </p:txBody>
        </p:sp>
        <p:sp>
          <p:nvSpPr>
            <p:cNvPr id="20487" name="Text Box 21"/>
            <p:cNvSpPr txBox="1">
              <a:spLocks noChangeArrowheads="1"/>
            </p:cNvSpPr>
            <p:nvPr/>
          </p:nvSpPr>
          <p:spPr bwMode="auto">
            <a:xfrm>
              <a:off x="1067" y="3385"/>
              <a:ext cx="695" cy="28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pPr algn="ctr"/>
              <a:r>
                <a:rPr lang="zh-CN" altLang="en-US">
                  <a:latin typeface="Times New Roman" pitchFamily="18" charset="0"/>
                </a:rPr>
                <a:t>数值法</a:t>
              </a:r>
              <a:endParaRPr lang="zh-CN" altLang="en-US" b="0">
                <a:latin typeface="Times New Roman" pitchFamily="18" charset="0"/>
              </a:endParaRPr>
            </a:p>
          </p:txBody>
        </p:sp>
        <p:sp>
          <p:nvSpPr>
            <p:cNvPr id="20488" name="AutoShape 27"/>
            <p:cNvSpPr>
              <a:spLocks/>
            </p:cNvSpPr>
            <p:nvPr/>
          </p:nvSpPr>
          <p:spPr bwMode="auto">
            <a:xfrm>
              <a:off x="884" y="2478"/>
              <a:ext cx="136" cy="1179"/>
            </a:xfrm>
            <a:prstGeom prst="leftBrace">
              <a:avLst>
                <a:gd name="adj1" fmla="val 72122"/>
                <a:gd name="adj2" fmla="val 50000"/>
              </a:avLst>
            </a:prstGeom>
            <a:noFill/>
            <a:ln w="28575">
              <a:solidFill>
                <a:schemeClr val="bg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489" name="Text Box 28"/>
            <p:cNvSpPr txBox="1">
              <a:spLocks noChangeArrowheads="1"/>
            </p:cNvSpPr>
            <p:nvPr/>
          </p:nvSpPr>
          <p:spPr bwMode="auto">
            <a:xfrm>
              <a:off x="1111" y="3022"/>
              <a:ext cx="953" cy="28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/>
                <a:t>卷积积分</a:t>
              </a:r>
            </a:p>
          </p:txBody>
        </p:sp>
      </p:grpSp>
      <p:grpSp>
        <p:nvGrpSpPr>
          <p:cNvPr id="94244" name="Group 36"/>
          <p:cNvGrpSpPr>
            <a:grpSpLocks/>
          </p:cNvGrpSpPr>
          <p:nvPr/>
        </p:nvGrpSpPr>
        <p:grpSpPr bwMode="auto">
          <a:xfrm>
            <a:off x="5003800" y="2133600"/>
            <a:ext cx="2954338" cy="2016125"/>
            <a:chOff x="3243" y="2705"/>
            <a:chExt cx="1682" cy="1179"/>
          </a:xfrm>
        </p:grpSpPr>
        <p:sp>
          <p:nvSpPr>
            <p:cNvPr id="20491" name="Text Box 19"/>
            <p:cNvSpPr txBox="1">
              <a:spLocks noChangeArrowheads="1"/>
            </p:cNvSpPr>
            <p:nvPr/>
          </p:nvSpPr>
          <p:spPr bwMode="auto">
            <a:xfrm>
              <a:off x="3397" y="2742"/>
              <a:ext cx="1528" cy="3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zh-CN" altLang="en-US">
                  <a:latin typeface="Times New Roman" pitchFamily="18" charset="0"/>
                </a:rPr>
                <a:t>拉普拉斯变换法</a:t>
              </a:r>
            </a:p>
          </p:txBody>
        </p:sp>
        <p:sp>
          <p:nvSpPr>
            <p:cNvPr id="20492" name="Text Box 32"/>
            <p:cNvSpPr txBox="1">
              <a:spLocks noChangeArrowheads="1"/>
            </p:cNvSpPr>
            <p:nvPr/>
          </p:nvSpPr>
          <p:spPr bwMode="auto">
            <a:xfrm>
              <a:off x="3334" y="3105"/>
              <a:ext cx="1258" cy="3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pPr algn="ctr"/>
              <a:r>
                <a:rPr lang="zh-CN" altLang="en-US">
                  <a:latin typeface="Times New Roman" pitchFamily="18" charset="0"/>
                </a:rPr>
                <a:t>状态变量法</a:t>
              </a:r>
            </a:p>
          </p:txBody>
        </p:sp>
        <p:sp>
          <p:nvSpPr>
            <p:cNvPr id="20493" name="Text Box 33"/>
            <p:cNvSpPr txBox="1">
              <a:spLocks noChangeArrowheads="1"/>
            </p:cNvSpPr>
            <p:nvPr/>
          </p:nvSpPr>
          <p:spPr bwMode="auto">
            <a:xfrm>
              <a:off x="3295" y="3423"/>
              <a:ext cx="1150" cy="30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198000" rIns="198000" anchor="ctr">
              <a:spAutoFit/>
            </a:bodyPr>
            <a:lstStyle/>
            <a:p>
              <a:pPr algn="ctr"/>
              <a:r>
                <a:rPr lang="zh-CN" altLang="en-US">
                  <a:latin typeface="Times New Roman" pitchFamily="18" charset="0"/>
                </a:rPr>
                <a:t>付氏变换</a:t>
              </a:r>
              <a:endParaRPr lang="zh-CN" altLang="en-US" b="0">
                <a:latin typeface="Times New Roman" pitchFamily="18" charset="0"/>
              </a:endParaRPr>
            </a:p>
          </p:txBody>
        </p:sp>
        <p:sp>
          <p:nvSpPr>
            <p:cNvPr id="20494" name="AutoShape 34"/>
            <p:cNvSpPr>
              <a:spLocks/>
            </p:cNvSpPr>
            <p:nvPr/>
          </p:nvSpPr>
          <p:spPr bwMode="auto">
            <a:xfrm>
              <a:off x="3243" y="2705"/>
              <a:ext cx="136" cy="1179"/>
            </a:xfrm>
            <a:prstGeom prst="leftBrace">
              <a:avLst>
                <a:gd name="adj1" fmla="val 72122"/>
                <a:gd name="adj2" fmla="val 50000"/>
              </a:avLst>
            </a:prstGeom>
            <a:noFill/>
            <a:ln w="28575">
              <a:solidFill>
                <a:schemeClr val="bg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94245" name="Rectangle 37"/>
          <p:cNvSpPr>
            <a:spLocks noChangeArrowheads="1"/>
          </p:cNvSpPr>
          <p:nvPr/>
        </p:nvSpPr>
        <p:spPr bwMode="auto">
          <a:xfrm>
            <a:off x="1692275" y="1122363"/>
            <a:ext cx="2376488" cy="1368425"/>
          </a:xfrm>
          <a:prstGeom prst="rect">
            <a:avLst/>
          </a:prstGeom>
          <a:noFill/>
          <a:ln w="38100">
            <a:solidFill>
              <a:srgbClr val="FF33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4246" name="AutoShape 38"/>
          <p:cNvSpPr>
            <a:spLocks noChangeArrowheads="1"/>
          </p:cNvSpPr>
          <p:nvPr/>
        </p:nvSpPr>
        <p:spPr bwMode="auto">
          <a:xfrm>
            <a:off x="323850" y="1555750"/>
            <a:ext cx="1152525" cy="1008063"/>
          </a:xfrm>
          <a:prstGeom prst="wedgeEllipseCallout">
            <a:avLst>
              <a:gd name="adj1" fmla="val 111569"/>
              <a:gd name="adj2" fmla="val 79"/>
            </a:avLst>
          </a:prstGeom>
          <a:gradFill rotWithShape="1">
            <a:gsLst>
              <a:gs pos="0">
                <a:schemeClr val="folHlink"/>
              </a:gs>
              <a:gs pos="100000">
                <a:schemeClr val="bg1"/>
              </a:gs>
            </a:gsLst>
            <a:lin ang="5400000" scaled="1"/>
          </a:gradFill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/>
            <a:r>
              <a:rPr lang="zh-CN" altLang="en-US" sz="2400">
                <a:solidFill>
                  <a:schemeClr val="tx1"/>
                </a:solidFill>
                <a:ea typeface="仿宋_GB2312" pitchFamily="49" charset="-122"/>
              </a:rPr>
              <a:t>本章采用</a:t>
            </a:r>
          </a:p>
        </p:txBody>
      </p:sp>
      <p:sp>
        <p:nvSpPr>
          <p:cNvPr id="94249" name="Text Box 41"/>
          <p:cNvSpPr txBox="1">
            <a:spLocks noChangeArrowheads="1"/>
          </p:cNvSpPr>
          <p:nvPr/>
        </p:nvSpPr>
        <p:spPr bwMode="auto">
          <a:xfrm>
            <a:off x="611188" y="4581525"/>
            <a:ext cx="8064500" cy="519113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r>
              <a:rPr lang="en-US" altLang="zh-CN">
                <a:latin typeface="楷体_GB2312" pitchFamily="49" charset="-122"/>
              </a:rPr>
              <a:t> </a:t>
            </a:r>
            <a:r>
              <a:rPr lang="zh-CN" altLang="en-US">
                <a:latin typeface="楷体_GB2312" pitchFamily="49" charset="-122"/>
              </a:rPr>
              <a:t>工程中高阶微分方程应用计算机辅助分析求解。</a:t>
            </a:r>
          </a:p>
        </p:txBody>
      </p:sp>
      <p:grpSp>
        <p:nvGrpSpPr>
          <p:cNvPr id="20498" name="Group 43"/>
          <p:cNvGrpSpPr>
            <a:grpSpLocks/>
          </p:cNvGrpSpPr>
          <p:nvPr/>
        </p:nvGrpSpPr>
        <p:grpSpPr bwMode="auto"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20499" name="Picture 44" descr="78900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20500" name="Text Box 45">
              <a:hlinkClick r:id="" action="ppaction://hlinkshowjump?jump=nextslide"/>
            </p:cNvPr>
            <p:cNvSpPr txBox="1">
              <a:spLocks noChangeArrowheads="1"/>
            </p:cNvSpPr>
            <p:nvPr/>
          </p:nvSpPr>
          <p:spPr bwMode="auto"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0">
                  <a:solidFill>
                    <a:schemeClr val="bg1"/>
                  </a:solidFill>
                  <a:latin typeface="隶书" pitchFamily="49" charset="-122"/>
                  <a:ea typeface="隶书" pitchFamily="49" charset="-122"/>
                </a:rPr>
                <a:t>下 页</a:t>
              </a:r>
            </a:p>
          </p:txBody>
        </p:sp>
      </p:grpSp>
      <p:grpSp>
        <p:nvGrpSpPr>
          <p:cNvPr id="20501" name="Group 46"/>
          <p:cNvGrpSpPr>
            <a:grpSpLocks/>
          </p:cNvGrpSpPr>
          <p:nvPr/>
        </p:nvGrpSpPr>
        <p:grpSpPr bwMode="auto">
          <a:xfrm>
            <a:off x="7453313" y="6446838"/>
            <a:ext cx="792162" cy="366712"/>
            <a:chOff x="4649" y="4020"/>
            <a:chExt cx="499" cy="231"/>
          </a:xfrm>
        </p:grpSpPr>
        <p:pic>
          <p:nvPicPr>
            <p:cNvPr id="20502" name="Picture 47" descr="78900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20503" name="Text Box 48">
              <a:hlinkClick r:id="" action="ppaction://hlinkshowjump?jump=previousslide"/>
            </p:cNvPr>
            <p:cNvSpPr txBox="1">
              <a:spLocks noChangeArrowheads="1"/>
            </p:cNvSpPr>
            <p:nvPr/>
          </p:nvSpPr>
          <p:spPr bwMode="auto"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0">
                  <a:solidFill>
                    <a:schemeClr val="bg1"/>
                  </a:solidFill>
                  <a:latin typeface="隶书" pitchFamily="49" charset="-122"/>
                  <a:ea typeface="隶书" pitchFamily="49" charset="-122"/>
                </a:rPr>
                <a:t>上 页</a:t>
              </a:r>
            </a:p>
          </p:txBody>
        </p:sp>
      </p:grpSp>
      <p:grpSp>
        <p:nvGrpSpPr>
          <p:cNvPr id="20504" name="Group 55"/>
          <p:cNvGrpSpPr>
            <a:grpSpLocks/>
          </p:cNvGrpSpPr>
          <p:nvPr/>
        </p:nvGrpSpPr>
        <p:grpSpPr bwMode="auto">
          <a:xfrm>
            <a:off x="6588125" y="6445250"/>
            <a:ext cx="792163" cy="366713"/>
            <a:chOff x="4649" y="4020"/>
            <a:chExt cx="499" cy="231"/>
          </a:xfrm>
        </p:grpSpPr>
        <p:pic>
          <p:nvPicPr>
            <p:cNvPr id="20505" name="Picture 56" descr="78900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20506" name="Text Box 57">
              <a:hlinkClick r:id="rId3" action="ppaction://hlinksldjump"/>
            </p:cNvPr>
            <p:cNvSpPr txBox="1">
              <a:spLocks noChangeArrowheads="1"/>
            </p:cNvSpPr>
            <p:nvPr/>
          </p:nvSpPr>
          <p:spPr bwMode="auto"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0">
                  <a:solidFill>
                    <a:schemeClr val="bg1"/>
                  </a:solidFill>
                  <a:latin typeface="隶书" pitchFamily="49" charset="-122"/>
                  <a:ea typeface="隶书" pitchFamily="49" charset="-122"/>
                </a:rPr>
                <a:t>返 回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42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42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2000"/>
                                        <p:tgtEl>
                                          <p:spTgt spid="942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000"/>
                            </p:stCondLst>
                            <p:childTnLst>
                              <p:par>
                                <p:cTn id="1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2000"/>
                                        <p:tgtEl>
                                          <p:spTgt spid="942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2000"/>
                                        <p:tgtEl>
                                          <p:spTgt spid="942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000"/>
                            </p:stCondLst>
                            <p:childTnLst>
                              <p:par>
                                <p:cTn id="2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94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31" dur="2000"/>
                                        <p:tgtEl>
                                          <p:spTgt spid="942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000"/>
                            </p:stCondLst>
                            <p:childTnLst>
                              <p:par>
                                <p:cTn id="33" presetID="23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942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942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500"/>
                                        <p:tgtEl>
                                          <p:spTgt spid="942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4225" grpId="0" animBg="1"/>
      <p:bldP spid="94226" grpId="0" animBg="1"/>
      <p:bldP spid="94230" grpId="0"/>
      <p:bldP spid="94245" grpId="0" animBg="1"/>
      <p:bldP spid="94246" grpId="0" animBg="1"/>
      <p:bldP spid="94249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7" name="Text Box 5"/>
          <p:cNvSpPr txBox="1">
            <a:spLocks noChangeArrowheads="1"/>
          </p:cNvSpPr>
          <p:nvPr/>
        </p:nvSpPr>
        <p:spPr bwMode="auto">
          <a:xfrm>
            <a:off x="684213" y="692150"/>
            <a:ext cx="4711700" cy="547688"/>
          </a:xfrm>
          <a:prstGeom prst="rect">
            <a:avLst/>
          </a:prstGeom>
          <a:noFill/>
          <a:ln w="28575">
            <a:solidFill>
              <a:srgbClr val="00FFFF"/>
            </a:solidFill>
            <a:miter lim="800000"/>
            <a:headEnd/>
            <a:tailEnd/>
          </a:ln>
        </p:spPr>
        <p:txBody>
          <a:bodyPr wrap="none" lIns="198000" rIns="198000" anchor="ctr">
            <a:spAutoFit/>
          </a:bodyPr>
          <a:lstStyle/>
          <a:p>
            <a:r>
              <a:rPr lang="zh-CN" altLang="en-US">
                <a:solidFill>
                  <a:schemeClr val="bg1"/>
                </a:solidFill>
                <a:latin typeface="楷体_GB2312" pitchFamily="49" charset="-122"/>
              </a:rPr>
              <a:t>稳态分析和动态分析的区别</a:t>
            </a:r>
            <a:endParaRPr lang="zh-CN" altLang="en-US" b="0">
              <a:solidFill>
                <a:schemeClr val="bg1"/>
              </a:solidFill>
              <a:latin typeface="楷体_GB2312" pitchFamily="49" charset="-122"/>
            </a:endParaRPr>
          </a:p>
        </p:txBody>
      </p:sp>
      <p:sp>
        <p:nvSpPr>
          <p:cNvPr id="100358" name="Text Box 6"/>
          <p:cNvSpPr txBox="1">
            <a:spLocks noChangeArrowheads="1"/>
          </p:cNvSpPr>
          <p:nvPr/>
        </p:nvSpPr>
        <p:spPr bwMode="auto">
          <a:xfrm>
            <a:off x="1568450" y="1454150"/>
            <a:ext cx="1490663" cy="519113"/>
          </a:xfrm>
          <a:prstGeom prst="rect">
            <a:avLst/>
          </a:prstGeom>
          <a:solidFill>
            <a:srgbClr val="990033"/>
          </a:solidFill>
          <a:ln w="9525">
            <a:noFill/>
            <a:miter lim="800000"/>
            <a:headEnd/>
            <a:tailEnd/>
          </a:ln>
        </p:spPr>
        <p:txBody>
          <a:bodyPr lIns="198000" rIns="198000" anchor="ctr">
            <a:spAutoFit/>
          </a:bodyPr>
          <a:lstStyle/>
          <a:p>
            <a:r>
              <a:rPr lang="zh-CN" altLang="en-US">
                <a:solidFill>
                  <a:schemeClr val="bg1"/>
                </a:solidFill>
                <a:latin typeface="Times New Roman" pitchFamily="18" charset="0"/>
              </a:rPr>
              <a:t>稳态</a:t>
            </a:r>
          </a:p>
        </p:txBody>
      </p:sp>
      <p:sp>
        <p:nvSpPr>
          <p:cNvPr id="100359" name="Text Box 7"/>
          <p:cNvSpPr txBox="1">
            <a:spLocks noChangeArrowheads="1"/>
          </p:cNvSpPr>
          <p:nvPr/>
        </p:nvSpPr>
        <p:spPr bwMode="auto">
          <a:xfrm>
            <a:off x="5280025" y="1454150"/>
            <a:ext cx="1379538" cy="519113"/>
          </a:xfrm>
          <a:prstGeom prst="rect">
            <a:avLst/>
          </a:prstGeom>
          <a:solidFill>
            <a:srgbClr val="990033"/>
          </a:solidFill>
          <a:ln w="9525">
            <a:noFill/>
            <a:miter lim="800000"/>
            <a:headEnd/>
            <a:tailEnd/>
          </a:ln>
        </p:spPr>
        <p:txBody>
          <a:bodyPr lIns="198000" rIns="198000" anchor="ctr">
            <a:spAutoFit/>
          </a:bodyPr>
          <a:lstStyle/>
          <a:p>
            <a:r>
              <a:rPr lang="zh-CN" altLang="en-US">
                <a:solidFill>
                  <a:schemeClr val="bg1"/>
                </a:solidFill>
                <a:latin typeface="Times New Roman" pitchFamily="18" charset="0"/>
              </a:rPr>
              <a:t>动态</a:t>
            </a:r>
          </a:p>
        </p:txBody>
      </p:sp>
      <p:grpSp>
        <p:nvGrpSpPr>
          <p:cNvPr id="100360" name="Group 8"/>
          <p:cNvGrpSpPr>
            <a:grpSpLocks/>
          </p:cNvGrpSpPr>
          <p:nvPr/>
        </p:nvGrpSpPr>
        <p:grpSpPr bwMode="auto">
          <a:xfrm>
            <a:off x="323850" y="2079625"/>
            <a:ext cx="4824413" cy="1925638"/>
            <a:chOff x="657" y="3026"/>
            <a:chExt cx="2606" cy="1039"/>
          </a:xfrm>
        </p:grpSpPr>
        <p:sp>
          <p:nvSpPr>
            <p:cNvPr id="21509" name="Text Box 9"/>
            <p:cNvSpPr txBox="1">
              <a:spLocks noChangeArrowheads="1"/>
            </p:cNvSpPr>
            <p:nvPr/>
          </p:nvSpPr>
          <p:spPr bwMode="auto">
            <a:xfrm>
              <a:off x="839" y="3389"/>
              <a:ext cx="2424" cy="28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r>
                <a:rPr lang="zh-CN" altLang="en-US">
                  <a:latin typeface="Times New Roman" pitchFamily="18" charset="0"/>
                </a:rPr>
                <a:t>换路发生很长时间后状态</a:t>
              </a:r>
              <a:endParaRPr lang="zh-CN" altLang="en-US" b="0">
                <a:latin typeface="Times New Roman" pitchFamily="18" charset="0"/>
              </a:endParaRPr>
            </a:p>
          </p:txBody>
        </p:sp>
        <p:sp>
          <p:nvSpPr>
            <p:cNvPr id="21510" name="Text Box 10"/>
            <p:cNvSpPr txBox="1">
              <a:spLocks noChangeArrowheads="1"/>
            </p:cNvSpPr>
            <p:nvPr/>
          </p:nvSpPr>
          <p:spPr bwMode="auto">
            <a:xfrm>
              <a:off x="657" y="3752"/>
              <a:ext cx="1862" cy="28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pPr algn="ctr"/>
              <a:r>
                <a:rPr lang="zh-CN" altLang="en-US">
                  <a:latin typeface="Times New Roman" pitchFamily="18" charset="0"/>
                </a:rPr>
                <a:t>微分方程的特解</a:t>
              </a:r>
            </a:p>
          </p:txBody>
        </p:sp>
        <p:sp>
          <p:nvSpPr>
            <p:cNvPr id="21511" name="Text Box 11"/>
            <p:cNvSpPr txBox="1">
              <a:spLocks noChangeArrowheads="1"/>
            </p:cNvSpPr>
            <p:nvPr/>
          </p:nvSpPr>
          <p:spPr bwMode="auto">
            <a:xfrm>
              <a:off x="839" y="3026"/>
              <a:ext cx="1812" cy="28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198000" rIns="198000" anchor="ctr">
              <a:spAutoFit/>
            </a:bodyPr>
            <a:lstStyle/>
            <a:p>
              <a:r>
                <a:rPr lang="zh-CN" altLang="en-US">
                  <a:latin typeface="Times New Roman" pitchFamily="18" charset="0"/>
                </a:rPr>
                <a:t>恒定或周期性激励</a:t>
              </a:r>
            </a:p>
          </p:txBody>
        </p:sp>
        <p:sp>
          <p:nvSpPr>
            <p:cNvPr id="21512" name="AutoShape 12"/>
            <p:cNvSpPr>
              <a:spLocks/>
            </p:cNvSpPr>
            <p:nvPr/>
          </p:nvSpPr>
          <p:spPr bwMode="auto">
            <a:xfrm>
              <a:off x="748" y="3067"/>
              <a:ext cx="91" cy="998"/>
            </a:xfrm>
            <a:prstGeom prst="leftBrace">
              <a:avLst>
                <a:gd name="adj1" fmla="val 91240"/>
                <a:gd name="adj2" fmla="val 50000"/>
              </a:avLst>
            </a:prstGeom>
            <a:noFill/>
            <a:ln w="28575">
              <a:solidFill>
                <a:schemeClr val="bg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00365" name="Group 13"/>
          <p:cNvGrpSpPr>
            <a:grpSpLocks/>
          </p:cNvGrpSpPr>
          <p:nvPr/>
        </p:nvGrpSpPr>
        <p:grpSpPr bwMode="auto">
          <a:xfrm>
            <a:off x="4787900" y="2205038"/>
            <a:ext cx="4141788" cy="1866900"/>
            <a:chOff x="3651" y="3022"/>
            <a:chExt cx="2553" cy="998"/>
          </a:xfrm>
        </p:grpSpPr>
        <p:sp>
          <p:nvSpPr>
            <p:cNvPr id="21514" name="Text Box 14"/>
            <p:cNvSpPr txBox="1">
              <a:spLocks noChangeArrowheads="1"/>
            </p:cNvSpPr>
            <p:nvPr/>
          </p:nvSpPr>
          <p:spPr bwMode="auto">
            <a:xfrm>
              <a:off x="3704" y="3344"/>
              <a:ext cx="2500" cy="27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198000" rIns="198000" anchor="ctr">
              <a:spAutoFit/>
            </a:bodyPr>
            <a:lstStyle/>
            <a:p>
              <a:r>
                <a:rPr lang="zh-CN" altLang="en-US">
                  <a:latin typeface="Times New Roman" pitchFamily="18" charset="0"/>
                </a:rPr>
                <a:t>换路发生后的整个过程</a:t>
              </a:r>
            </a:p>
          </p:txBody>
        </p:sp>
        <p:sp>
          <p:nvSpPr>
            <p:cNvPr id="21515" name="Text Box 15"/>
            <p:cNvSpPr txBox="1">
              <a:spLocks noChangeArrowheads="1"/>
            </p:cNvSpPr>
            <p:nvPr/>
          </p:nvSpPr>
          <p:spPr bwMode="auto">
            <a:xfrm>
              <a:off x="3696" y="3708"/>
              <a:ext cx="1779" cy="2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198000" rIns="198000" anchor="ctr">
              <a:spAutoFit/>
            </a:bodyPr>
            <a:lstStyle/>
            <a:p>
              <a:r>
                <a:rPr lang="zh-CN" altLang="en-US">
                  <a:latin typeface="Times New Roman" pitchFamily="18" charset="0"/>
                </a:rPr>
                <a:t>微分方程的通解</a:t>
              </a:r>
            </a:p>
          </p:txBody>
        </p:sp>
        <p:sp>
          <p:nvSpPr>
            <p:cNvPr id="21516" name="Text Box 16"/>
            <p:cNvSpPr txBox="1">
              <a:spLocks noChangeArrowheads="1"/>
            </p:cNvSpPr>
            <p:nvPr/>
          </p:nvSpPr>
          <p:spPr bwMode="auto">
            <a:xfrm>
              <a:off x="3742" y="3028"/>
              <a:ext cx="1125" cy="2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198000" rIns="198000" anchor="ctr">
              <a:spAutoFit/>
            </a:bodyPr>
            <a:lstStyle/>
            <a:p>
              <a:r>
                <a:rPr lang="zh-CN" altLang="en-US">
                  <a:latin typeface="Times New Roman" pitchFamily="18" charset="0"/>
                </a:rPr>
                <a:t>任意激励</a:t>
              </a:r>
            </a:p>
          </p:txBody>
        </p:sp>
        <p:sp>
          <p:nvSpPr>
            <p:cNvPr id="21517" name="AutoShape 17"/>
            <p:cNvSpPr>
              <a:spLocks/>
            </p:cNvSpPr>
            <p:nvPr/>
          </p:nvSpPr>
          <p:spPr bwMode="auto">
            <a:xfrm>
              <a:off x="3651" y="3022"/>
              <a:ext cx="91" cy="998"/>
            </a:xfrm>
            <a:prstGeom prst="leftBrace">
              <a:avLst>
                <a:gd name="adj1" fmla="val 91240"/>
                <a:gd name="adj2" fmla="val 50000"/>
              </a:avLst>
            </a:prstGeom>
            <a:noFill/>
            <a:ln w="28575">
              <a:solidFill>
                <a:schemeClr val="bg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aphicFrame>
        <p:nvGraphicFramePr>
          <p:cNvPr id="100373" name="Object 21"/>
          <p:cNvGraphicFramePr>
            <a:graphicFrameLocks noChangeAspect="1"/>
          </p:cNvGraphicFramePr>
          <p:nvPr/>
        </p:nvGraphicFramePr>
        <p:xfrm>
          <a:off x="2484438" y="3933825"/>
          <a:ext cx="3270250" cy="1109663"/>
        </p:xfrm>
        <a:graphic>
          <a:graphicData uri="http://schemas.openxmlformats.org/presentationml/2006/ole">
            <p:oleObj spid="_x0000_s21518" r:id="rId3" imgW="1216800" imgH="403560" progId="Equation.3">
              <p:embed/>
            </p:oleObj>
          </a:graphicData>
        </a:graphic>
      </p:graphicFrame>
      <p:graphicFrame>
        <p:nvGraphicFramePr>
          <p:cNvPr id="100374" name="Object 22"/>
          <p:cNvGraphicFramePr>
            <a:graphicFrameLocks noChangeAspect="1"/>
          </p:cNvGraphicFramePr>
          <p:nvPr/>
        </p:nvGraphicFramePr>
        <p:xfrm>
          <a:off x="2843213" y="5157788"/>
          <a:ext cx="1231900" cy="1077912"/>
        </p:xfrm>
        <a:graphic>
          <a:graphicData uri="http://schemas.openxmlformats.org/presentationml/2006/ole">
            <p:oleObj spid="_x0000_s21519" r:id="rId4" imgW="451800" imgH="392040" progId="Equation.3">
              <p:embed/>
            </p:oleObj>
          </a:graphicData>
        </a:graphic>
      </p:graphicFrame>
      <p:graphicFrame>
        <p:nvGraphicFramePr>
          <p:cNvPr id="100375" name="Object 23"/>
          <p:cNvGraphicFramePr>
            <a:graphicFrameLocks noChangeAspect="1"/>
          </p:cNvGraphicFramePr>
          <p:nvPr/>
        </p:nvGraphicFramePr>
        <p:xfrm>
          <a:off x="1403350" y="5516563"/>
          <a:ext cx="1047750" cy="401637"/>
        </p:xfrm>
        <a:graphic>
          <a:graphicData uri="http://schemas.openxmlformats.org/presentationml/2006/ole">
            <p:oleObj spid="_x0000_s21520" r:id="rId5" imgW="382320" imgH="138240" progId="Equation.3">
              <p:embed/>
            </p:oleObj>
          </a:graphicData>
        </a:graphic>
      </p:graphicFrame>
      <p:graphicFrame>
        <p:nvGraphicFramePr>
          <p:cNvPr id="100376" name="Object 24"/>
          <p:cNvGraphicFramePr>
            <a:graphicFrameLocks noChangeAspect="1"/>
          </p:cNvGraphicFramePr>
          <p:nvPr/>
        </p:nvGraphicFramePr>
        <p:xfrm>
          <a:off x="4643438" y="5445125"/>
          <a:ext cx="2035175" cy="585788"/>
        </p:xfrm>
        <a:graphic>
          <a:graphicData uri="http://schemas.openxmlformats.org/presentationml/2006/ole">
            <p:oleObj spid="_x0000_s21521" r:id="rId6" imgW="753120" imgH="207720" progId="Equation.3">
              <p:embed/>
            </p:oleObj>
          </a:graphicData>
        </a:graphic>
      </p:graphicFrame>
      <p:grpSp>
        <p:nvGrpSpPr>
          <p:cNvPr id="21522" name="Group 26"/>
          <p:cNvGrpSpPr>
            <a:grpSpLocks/>
          </p:cNvGrpSpPr>
          <p:nvPr/>
        </p:nvGrpSpPr>
        <p:grpSpPr bwMode="auto"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21523" name="Picture 27" descr="78900"/>
            <p:cNvPicPr>
              <a:picLocks noChangeAspect="1" noChangeArrowheads="1"/>
            </p:cNvPicPr>
            <p:nvPr/>
          </p:nvPicPr>
          <p:blipFill>
            <a:blip r:embed="rId7"/>
            <a:srcRect/>
            <a:stretch>
              <a:fillRect/>
            </a:stretch>
          </p:blipFill>
          <p:spPr bwMode="auto"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21524" name="Text Box 28">
              <a:hlinkClick r:id="" action="ppaction://hlinkshowjump?jump=nextslide"/>
            </p:cNvPr>
            <p:cNvSpPr txBox="1">
              <a:spLocks noChangeArrowheads="1"/>
            </p:cNvSpPr>
            <p:nvPr/>
          </p:nvSpPr>
          <p:spPr bwMode="auto"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0">
                  <a:solidFill>
                    <a:schemeClr val="bg1"/>
                  </a:solidFill>
                  <a:latin typeface="隶书" pitchFamily="49" charset="-122"/>
                  <a:ea typeface="隶书" pitchFamily="49" charset="-122"/>
                </a:rPr>
                <a:t>下 页</a:t>
              </a:r>
            </a:p>
          </p:txBody>
        </p:sp>
      </p:grpSp>
      <p:grpSp>
        <p:nvGrpSpPr>
          <p:cNvPr id="21525" name="Group 29"/>
          <p:cNvGrpSpPr>
            <a:grpSpLocks/>
          </p:cNvGrpSpPr>
          <p:nvPr/>
        </p:nvGrpSpPr>
        <p:grpSpPr bwMode="auto">
          <a:xfrm>
            <a:off x="7453313" y="6446838"/>
            <a:ext cx="792162" cy="366712"/>
            <a:chOff x="4649" y="4020"/>
            <a:chExt cx="499" cy="231"/>
          </a:xfrm>
        </p:grpSpPr>
        <p:pic>
          <p:nvPicPr>
            <p:cNvPr id="21526" name="Picture 30" descr="78900"/>
            <p:cNvPicPr>
              <a:picLocks noChangeAspect="1" noChangeArrowheads="1"/>
            </p:cNvPicPr>
            <p:nvPr/>
          </p:nvPicPr>
          <p:blipFill>
            <a:blip r:embed="rId7"/>
            <a:srcRect/>
            <a:stretch>
              <a:fillRect/>
            </a:stretch>
          </p:blipFill>
          <p:spPr bwMode="auto"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21527" name="Text Box 31">
              <a:hlinkClick r:id="" action="ppaction://hlinkshowjump?jump=previousslide"/>
            </p:cNvPr>
            <p:cNvSpPr txBox="1">
              <a:spLocks noChangeArrowheads="1"/>
            </p:cNvSpPr>
            <p:nvPr/>
          </p:nvSpPr>
          <p:spPr bwMode="auto"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0">
                  <a:solidFill>
                    <a:schemeClr val="bg1"/>
                  </a:solidFill>
                  <a:latin typeface="隶书" pitchFamily="49" charset="-122"/>
                  <a:ea typeface="隶书" pitchFamily="49" charset="-122"/>
                </a:rPr>
                <a:t>上 页</a:t>
              </a:r>
            </a:p>
          </p:txBody>
        </p:sp>
      </p:grpSp>
      <p:sp>
        <p:nvSpPr>
          <p:cNvPr id="100387" name="Text Box 35"/>
          <p:cNvSpPr txBox="1">
            <a:spLocks noChangeArrowheads="1"/>
          </p:cNvSpPr>
          <p:nvPr/>
        </p:nvSpPr>
        <p:spPr bwMode="auto">
          <a:xfrm>
            <a:off x="1116013" y="4221163"/>
            <a:ext cx="1368425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/>
              <a:t>直流时</a:t>
            </a:r>
          </a:p>
        </p:txBody>
      </p:sp>
      <p:grpSp>
        <p:nvGrpSpPr>
          <p:cNvPr id="21529" name="Group 39"/>
          <p:cNvGrpSpPr>
            <a:grpSpLocks/>
          </p:cNvGrpSpPr>
          <p:nvPr/>
        </p:nvGrpSpPr>
        <p:grpSpPr bwMode="auto">
          <a:xfrm>
            <a:off x="6588125" y="6445250"/>
            <a:ext cx="792163" cy="366713"/>
            <a:chOff x="4649" y="4020"/>
            <a:chExt cx="499" cy="231"/>
          </a:xfrm>
        </p:grpSpPr>
        <p:pic>
          <p:nvPicPr>
            <p:cNvPr id="21530" name="Picture 40" descr="78900"/>
            <p:cNvPicPr>
              <a:picLocks noChangeAspect="1" noChangeArrowheads="1"/>
            </p:cNvPicPr>
            <p:nvPr/>
          </p:nvPicPr>
          <p:blipFill>
            <a:blip r:embed="rId7"/>
            <a:srcRect/>
            <a:stretch>
              <a:fillRect/>
            </a:stretch>
          </p:blipFill>
          <p:spPr bwMode="auto"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21531" name="Text Box 41">
              <a:hlinkClick r:id="rId8" action="ppaction://hlinksldjump"/>
            </p:cNvPr>
            <p:cNvSpPr txBox="1">
              <a:spLocks noChangeArrowheads="1"/>
            </p:cNvSpPr>
            <p:nvPr/>
          </p:nvSpPr>
          <p:spPr bwMode="auto"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0">
                  <a:solidFill>
                    <a:schemeClr val="bg1"/>
                  </a:solidFill>
                  <a:latin typeface="隶书" pitchFamily="49" charset="-122"/>
                  <a:ea typeface="隶书" pitchFamily="49" charset="-122"/>
                </a:rPr>
                <a:t>返 回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03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03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1003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8" dur="500"/>
                                        <p:tgtEl>
                                          <p:spTgt spid="1003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1003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1003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000"/>
                                        <p:tgtEl>
                                          <p:spTgt spid="1003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000"/>
                                        <p:tgtEl>
                                          <p:spTgt spid="1003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1000"/>
                                        <p:tgtEl>
                                          <p:spTgt spid="1003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0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47" dur="1" fill="hold"/>
                                        <p:tgtEl>
                                          <p:spTgt spid="100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2" dur="500"/>
                                        <p:tgtEl>
                                          <p:spTgt spid="1003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0357" grpId="0" animBg="1"/>
      <p:bldP spid="100358" grpId="0" animBg="1"/>
      <p:bldP spid="100359" grpId="0" animBg="1"/>
      <p:bldP spid="100387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Text Box 2"/>
          <p:cNvSpPr txBox="1">
            <a:spLocks noChangeArrowheads="1"/>
          </p:cNvSpPr>
          <p:nvPr/>
        </p:nvSpPr>
        <p:spPr bwMode="auto">
          <a:xfrm>
            <a:off x="611188" y="1268413"/>
            <a:ext cx="4321175" cy="547687"/>
          </a:xfrm>
          <a:prstGeom prst="rect">
            <a:avLst/>
          </a:prstGeom>
          <a:noFill/>
          <a:ln w="28575">
            <a:solidFill>
              <a:srgbClr val="00FFFF"/>
            </a:solidFill>
            <a:miter lim="800000"/>
            <a:headEnd/>
            <a:tailEnd/>
          </a:ln>
        </p:spPr>
        <p:txBody>
          <a:bodyPr lIns="198000" rIns="198000" anchor="ctr">
            <a:spAutoFit/>
          </a:bodyPr>
          <a:lstStyle/>
          <a:p>
            <a:pPr marL="342900" indent="-342900">
              <a:spcBef>
                <a:spcPct val="50000"/>
              </a:spcBef>
              <a:buFontTx/>
              <a:buAutoNum type="circleNumDbPlain"/>
            </a:pPr>
            <a:r>
              <a:rPr lang="en-US" altLang="zh-CN">
                <a:latin typeface="Times New Roman" pitchFamily="18" charset="0"/>
                <a:ea typeface="宋体" pitchFamily="2" charset="-122"/>
              </a:rPr>
              <a:t> </a:t>
            </a:r>
            <a:r>
              <a:rPr lang="en-US" altLang="zh-CN" b="0" i="1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t</a:t>
            </a:r>
            <a:r>
              <a:rPr lang="en-US" altLang="zh-CN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 = 0</a:t>
            </a:r>
            <a:r>
              <a:rPr lang="zh-CN" altLang="en-US" b="0" baseline="-2500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＋</a:t>
            </a:r>
            <a:r>
              <a:rPr lang="zh-CN" altLang="en-US">
                <a:latin typeface="Times New Roman" pitchFamily="18" charset="0"/>
              </a:rPr>
              <a:t>与</a:t>
            </a:r>
            <a:r>
              <a:rPr lang="en-US" altLang="zh-CN" b="0" i="1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t </a:t>
            </a:r>
            <a:r>
              <a:rPr lang="en-US" altLang="zh-CN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= 0</a:t>
            </a:r>
            <a:r>
              <a:rPr lang="zh-CN" altLang="en-US" b="0" baseline="-2500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－</a:t>
            </a:r>
            <a:r>
              <a:rPr lang="zh-CN" altLang="en-US">
                <a:latin typeface="Times New Roman" pitchFamily="18" charset="0"/>
              </a:rPr>
              <a:t>的概念</a:t>
            </a:r>
          </a:p>
        </p:txBody>
      </p:sp>
      <p:sp>
        <p:nvSpPr>
          <p:cNvPr id="92165" name="Text Box 5"/>
          <p:cNvSpPr txBox="1">
            <a:spLocks noChangeArrowheads="1"/>
          </p:cNvSpPr>
          <p:nvPr/>
        </p:nvSpPr>
        <p:spPr bwMode="auto">
          <a:xfrm>
            <a:off x="4716463" y="1268413"/>
            <a:ext cx="4176712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98000" rIns="198000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>
                <a:latin typeface="楷体_GB2312" pitchFamily="49" charset="-122"/>
              </a:rPr>
              <a:t>认为换路在</a:t>
            </a:r>
            <a:r>
              <a:rPr lang="en-US" altLang="zh-CN" b="0" i="1">
                <a:latin typeface="Times New Roman" pitchFamily="18" charset="0"/>
              </a:rPr>
              <a:t>t</a:t>
            </a:r>
            <a:r>
              <a:rPr lang="en-US" altLang="zh-CN" b="0">
                <a:latin typeface="Times New Roman" pitchFamily="18" charset="0"/>
              </a:rPr>
              <a:t>=0</a:t>
            </a:r>
            <a:r>
              <a:rPr lang="zh-CN" altLang="en-US">
                <a:latin typeface="楷体_GB2312" pitchFamily="49" charset="-122"/>
              </a:rPr>
              <a:t>时刻进行</a:t>
            </a:r>
          </a:p>
        </p:txBody>
      </p:sp>
      <p:sp>
        <p:nvSpPr>
          <p:cNvPr id="92166" name="Text Box 6"/>
          <p:cNvSpPr txBox="1">
            <a:spLocks noChangeArrowheads="1"/>
          </p:cNvSpPr>
          <p:nvPr/>
        </p:nvSpPr>
        <p:spPr bwMode="auto">
          <a:xfrm>
            <a:off x="900113" y="2060575"/>
            <a:ext cx="3262312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198000" rIns="198000" anchor="ctr">
            <a:spAutoFit/>
          </a:bodyPr>
          <a:lstStyle/>
          <a:p>
            <a:r>
              <a:rPr lang="en-US" altLang="zh-CN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0</a:t>
            </a:r>
            <a:r>
              <a:rPr lang="zh-CN" altLang="en-US" baseline="-2500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－</a:t>
            </a:r>
            <a:r>
              <a:rPr lang="zh-CN" altLang="en-US" baseline="3000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     </a:t>
            </a:r>
            <a:r>
              <a:rPr lang="zh-CN" altLang="en-US">
                <a:solidFill>
                  <a:schemeClr val="bg1"/>
                </a:solidFill>
                <a:latin typeface="Times New Roman" pitchFamily="18" charset="0"/>
              </a:rPr>
              <a:t>换路前一瞬间</a:t>
            </a:r>
          </a:p>
        </p:txBody>
      </p:sp>
      <p:sp>
        <p:nvSpPr>
          <p:cNvPr id="92167" name="Text Box 7"/>
          <p:cNvSpPr txBox="1">
            <a:spLocks noChangeArrowheads="1"/>
          </p:cNvSpPr>
          <p:nvPr/>
        </p:nvSpPr>
        <p:spPr bwMode="auto">
          <a:xfrm>
            <a:off x="900113" y="3573463"/>
            <a:ext cx="3581400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r>
              <a:rPr lang="en-US" altLang="zh-CN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 </a:t>
            </a:r>
            <a:r>
              <a:rPr lang="en-US" altLang="zh-CN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0</a:t>
            </a:r>
            <a:r>
              <a:rPr lang="zh-CN" altLang="en-US" baseline="-2500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＋</a:t>
            </a:r>
            <a:r>
              <a:rPr lang="zh-CN" altLang="en-US" baseline="3000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    </a:t>
            </a:r>
            <a:r>
              <a:rPr lang="zh-CN" altLang="en-US">
                <a:solidFill>
                  <a:schemeClr val="bg1"/>
                </a:solidFill>
                <a:latin typeface="Times New Roman" pitchFamily="18" charset="0"/>
              </a:rPr>
              <a:t>换路后一瞬间</a:t>
            </a:r>
            <a:endParaRPr lang="zh-CN" altLang="en-US" baseline="30000">
              <a:solidFill>
                <a:schemeClr val="bg1"/>
              </a:solidFill>
              <a:latin typeface="Times New Roman" pitchFamily="18" charset="0"/>
            </a:endParaRPr>
          </a:p>
        </p:txBody>
      </p:sp>
      <p:sp>
        <p:nvSpPr>
          <p:cNvPr id="92168" name="Text Box 8"/>
          <p:cNvSpPr txBox="1">
            <a:spLocks noChangeArrowheads="1"/>
          </p:cNvSpPr>
          <p:nvPr/>
        </p:nvSpPr>
        <p:spPr bwMode="auto">
          <a:xfrm>
            <a:off x="539750" y="549275"/>
            <a:ext cx="4248150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98000" rIns="198000" anchor="ctr">
            <a:spAutoFit/>
          </a:bodyPr>
          <a:lstStyle/>
          <a:p>
            <a:r>
              <a:rPr lang="en-US" altLang="zh-CN" sz="3200">
                <a:solidFill>
                  <a:schemeClr val="bg1"/>
                </a:solidFill>
                <a:latin typeface="楷体_GB2312" pitchFamily="49" charset="-122"/>
              </a:rPr>
              <a:t>3.</a:t>
            </a:r>
            <a:r>
              <a:rPr lang="zh-CN" altLang="en-US" sz="3200">
                <a:solidFill>
                  <a:schemeClr val="bg1"/>
                </a:solidFill>
                <a:latin typeface="楷体_GB2312" pitchFamily="49" charset="-122"/>
              </a:rPr>
              <a:t>电路的初始条件</a:t>
            </a:r>
          </a:p>
        </p:txBody>
      </p:sp>
      <p:graphicFrame>
        <p:nvGraphicFramePr>
          <p:cNvPr id="92169" name="Object 9"/>
          <p:cNvGraphicFramePr>
            <a:graphicFrameLocks noChangeAspect="1"/>
          </p:cNvGraphicFramePr>
          <p:nvPr/>
        </p:nvGraphicFramePr>
        <p:xfrm>
          <a:off x="1073150" y="2746375"/>
          <a:ext cx="2706688" cy="898525"/>
        </p:xfrm>
        <a:graphic>
          <a:graphicData uri="http://schemas.openxmlformats.org/presentationml/2006/ole">
            <p:oleObj spid="_x0000_s22534" r:id="rId3" imgW="1065960" imgH="345960" progId="Equation.3">
              <p:embed/>
            </p:oleObj>
          </a:graphicData>
        </a:graphic>
      </p:graphicFrame>
      <p:graphicFrame>
        <p:nvGraphicFramePr>
          <p:cNvPr id="92170" name="Object 10"/>
          <p:cNvGraphicFramePr>
            <a:graphicFrameLocks noChangeAspect="1"/>
          </p:cNvGraphicFramePr>
          <p:nvPr/>
        </p:nvGraphicFramePr>
        <p:xfrm>
          <a:off x="1042988" y="4221163"/>
          <a:ext cx="2597150" cy="852487"/>
        </p:xfrm>
        <a:graphic>
          <a:graphicData uri="http://schemas.openxmlformats.org/presentationml/2006/ole">
            <p:oleObj spid="_x0000_s22535" r:id="rId4" imgW="1077480" imgH="345960" progId="Equation.3">
              <p:embed/>
            </p:oleObj>
          </a:graphicData>
        </a:graphic>
      </p:graphicFrame>
      <p:sp>
        <p:nvSpPr>
          <p:cNvPr id="92171" name="Text Box 11"/>
          <p:cNvSpPr txBox="1">
            <a:spLocks noChangeArrowheads="1"/>
          </p:cNvSpPr>
          <p:nvPr/>
        </p:nvSpPr>
        <p:spPr bwMode="auto">
          <a:xfrm>
            <a:off x="1908175" y="5229225"/>
            <a:ext cx="6767513" cy="946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98000" rIns="198000" anchor="ctr">
            <a:spAutoFit/>
          </a:bodyPr>
          <a:lstStyle/>
          <a:p>
            <a:r>
              <a:rPr lang="zh-CN" altLang="en-US">
                <a:latin typeface="楷体_GB2312" pitchFamily="49" charset="-122"/>
              </a:rPr>
              <a:t>初始条件为 </a:t>
            </a:r>
            <a:r>
              <a:rPr lang="en-US" altLang="zh-CN" b="0" i="1">
                <a:solidFill>
                  <a:schemeClr val="bg1"/>
                </a:solidFill>
                <a:latin typeface="Times New Roman" pitchFamily="18" charset="0"/>
              </a:rPr>
              <a:t>t</a:t>
            </a:r>
            <a:r>
              <a:rPr lang="en-US" altLang="zh-CN" b="0">
                <a:solidFill>
                  <a:schemeClr val="bg1"/>
                </a:solidFill>
                <a:latin typeface="Times New Roman" pitchFamily="18" charset="0"/>
              </a:rPr>
              <a:t> = 0</a:t>
            </a:r>
            <a:r>
              <a:rPr lang="zh-CN" altLang="en-US" b="0" baseline="-25000">
                <a:solidFill>
                  <a:schemeClr val="bg1"/>
                </a:solidFill>
                <a:latin typeface="Times New Roman" pitchFamily="18" charset="0"/>
              </a:rPr>
              <a:t>＋</a:t>
            </a:r>
            <a:r>
              <a:rPr lang="zh-CN" altLang="en-US">
                <a:latin typeface="楷体_GB2312" pitchFamily="49" charset="-122"/>
              </a:rPr>
              <a:t>时</a:t>
            </a:r>
            <a:r>
              <a:rPr lang="en-US" altLang="zh-CN" b="0" i="1">
                <a:latin typeface="Times New Roman" pitchFamily="18" charset="0"/>
              </a:rPr>
              <a:t>u </a:t>
            </a:r>
            <a:r>
              <a:rPr lang="zh-CN" altLang="en-US" b="0">
                <a:latin typeface="Times New Roman" pitchFamily="18" charset="0"/>
              </a:rPr>
              <a:t>，</a:t>
            </a:r>
            <a:r>
              <a:rPr lang="en-US" altLang="zh-CN" b="0" i="1">
                <a:latin typeface="Times New Roman" pitchFamily="18" charset="0"/>
              </a:rPr>
              <a:t>i</a:t>
            </a:r>
            <a:r>
              <a:rPr lang="en-US" altLang="zh-CN" i="1">
                <a:latin typeface="楷体_GB2312" pitchFamily="49" charset="-122"/>
              </a:rPr>
              <a:t> </a:t>
            </a:r>
            <a:r>
              <a:rPr lang="zh-CN" altLang="en-US">
                <a:latin typeface="楷体_GB2312" pitchFamily="49" charset="-122"/>
              </a:rPr>
              <a:t>及其各阶导数的值。</a:t>
            </a:r>
          </a:p>
        </p:txBody>
      </p:sp>
      <p:grpSp>
        <p:nvGrpSpPr>
          <p:cNvPr id="22537" name="Group 42"/>
          <p:cNvGrpSpPr>
            <a:grpSpLocks/>
          </p:cNvGrpSpPr>
          <p:nvPr/>
        </p:nvGrpSpPr>
        <p:grpSpPr bwMode="auto"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22538" name="Picture 43" descr="78900"/>
            <p:cNvPicPr>
              <a:picLocks noChangeAspect="1" noChangeArrowheads="1"/>
            </p:cNvPicPr>
            <p:nvPr/>
          </p:nvPicPr>
          <p:blipFill>
            <a:blip r:embed="rId5"/>
            <a:srcRect/>
            <a:stretch>
              <a:fillRect/>
            </a:stretch>
          </p:blipFill>
          <p:spPr bwMode="auto"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22539" name="Text Box 44">
              <a:hlinkClick r:id="" action="ppaction://hlinkshowjump?jump=nextslide"/>
            </p:cNvPr>
            <p:cNvSpPr txBox="1">
              <a:spLocks noChangeArrowheads="1"/>
            </p:cNvSpPr>
            <p:nvPr/>
          </p:nvSpPr>
          <p:spPr bwMode="auto"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0">
                  <a:solidFill>
                    <a:schemeClr val="bg1"/>
                  </a:solidFill>
                  <a:latin typeface="隶书" pitchFamily="49" charset="-122"/>
                  <a:ea typeface="隶书" pitchFamily="49" charset="-122"/>
                </a:rPr>
                <a:t>下 页</a:t>
              </a:r>
            </a:p>
          </p:txBody>
        </p:sp>
      </p:grpSp>
      <p:grpSp>
        <p:nvGrpSpPr>
          <p:cNvPr id="22540" name="Group 45"/>
          <p:cNvGrpSpPr>
            <a:grpSpLocks/>
          </p:cNvGrpSpPr>
          <p:nvPr/>
        </p:nvGrpSpPr>
        <p:grpSpPr bwMode="auto">
          <a:xfrm>
            <a:off x="7453313" y="6446838"/>
            <a:ext cx="792162" cy="366712"/>
            <a:chOff x="4649" y="4020"/>
            <a:chExt cx="499" cy="231"/>
          </a:xfrm>
        </p:grpSpPr>
        <p:pic>
          <p:nvPicPr>
            <p:cNvPr id="22541" name="Picture 46" descr="78900"/>
            <p:cNvPicPr>
              <a:picLocks noChangeAspect="1" noChangeArrowheads="1"/>
            </p:cNvPicPr>
            <p:nvPr/>
          </p:nvPicPr>
          <p:blipFill>
            <a:blip r:embed="rId5"/>
            <a:srcRect/>
            <a:stretch>
              <a:fillRect/>
            </a:stretch>
          </p:blipFill>
          <p:spPr bwMode="auto"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22542" name="Text Box 47">
              <a:hlinkClick r:id="" action="ppaction://hlinkshowjump?jump=previousslide"/>
            </p:cNvPr>
            <p:cNvSpPr txBox="1">
              <a:spLocks noChangeArrowheads="1"/>
            </p:cNvSpPr>
            <p:nvPr/>
          </p:nvSpPr>
          <p:spPr bwMode="auto"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0">
                  <a:solidFill>
                    <a:schemeClr val="bg1"/>
                  </a:solidFill>
                  <a:latin typeface="隶书" pitchFamily="49" charset="-122"/>
                  <a:ea typeface="隶书" pitchFamily="49" charset="-122"/>
                </a:rPr>
                <a:t>上 页</a:t>
              </a:r>
            </a:p>
          </p:txBody>
        </p:sp>
      </p:grpSp>
      <p:grpSp>
        <p:nvGrpSpPr>
          <p:cNvPr id="92211" name="Group 51"/>
          <p:cNvGrpSpPr>
            <a:grpSpLocks/>
          </p:cNvGrpSpPr>
          <p:nvPr/>
        </p:nvGrpSpPr>
        <p:grpSpPr bwMode="auto">
          <a:xfrm>
            <a:off x="323850" y="5013325"/>
            <a:ext cx="1644650" cy="850900"/>
            <a:chOff x="385" y="3022"/>
            <a:chExt cx="1036" cy="536"/>
          </a:xfrm>
        </p:grpSpPr>
        <p:pic>
          <p:nvPicPr>
            <p:cNvPr id="22544" name="Picture 52" descr="123"/>
            <p:cNvPicPr>
              <a:picLocks noChangeAspect="1" noChangeArrowheads="1"/>
            </p:cNvPicPr>
            <p:nvPr/>
          </p:nvPicPr>
          <p:blipFill>
            <a:blip r:embed="rId6"/>
            <a:srcRect/>
            <a:stretch>
              <a:fillRect/>
            </a:stretch>
          </p:blipFill>
          <p:spPr bwMode="auto">
            <a:xfrm>
              <a:off x="385" y="3022"/>
              <a:ext cx="590" cy="53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22545" name="Text Box 53"/>
            <p:cNvSpPr txBox="1">
              <a:spLocks noChangeArrowheads="1"/>
            </p:cNvSpPr>
            <p:nvPr/>
          </p:nvSpPr>
          <p:spPr bwMode="auto">
            <a:xfrm>
              <a:off x="793" y="3125"/>
              <a:ext cx="628" cy="3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zh-CN" altLang="en-US" sz="3200" b="0">
                  <a:solidFill>
                    <a:srgbClr val="CC6600"/>
                  </a:solidFill>
                  <a:ea typeface="华文行楷" pitchFamily="2" charset="-122"/>
                </a:rPr>
                <a:t>注意</a:t>
              </a:r>
            </a:p>
          </p:txBody>
        </p:sp>
      </p:grpSp>
      <p:grpSp>
        <p:nvGrpSpPr>
          <p:cNvPr id="92214" name="Group 54"/>
          <p:cNvGrpSpPr>
            <a:grpSpLocks/>
          </p:cNvGrpSpPr>
          <p:nvPr/>
        </p:nvGrpSpPr>
        <p:grpSpPr bwMode="auto">
          <a:xfrm>
            <a:off x="4356100" y="2828925"/>
            <a:ext cx="3960813" cy="2039938"/>
            <a:chOff x="2976" y="507"/>
            <a:chExt cx="2016" cy="1077"/>
          </a:xfrm>
        </p:grpSpPr>
        <p:sp>
          <p:nvSpPr>
            <p:cNvPr id="22547" name="Line 55"/>
            <p:cNvSpPr>
              <a:spLocks noChangeShapeType="1"/>
            </p:cNvSpPr>
            <p:nvPr/>
          </p:nvSpPr>
          <p:spPr bwMode="auto">
            <a:xfrm>
              <a:off x="2976" y="1303"/>
              <a:ext cx="2016" cy="0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548" name="Line 56"/>
            <p:cNvSpPr>
              <a:spLocks noChangeShapeType="1"/>
            </p:cNvSpPr>
            <p:nvPr/>
          </p:nvSpPr>
          <p:spPr bwMode="auto">
            <a:xfrm flipV="1">
              <a:off x="3737" y="507"/>
              <a:ext cx="0" cy="851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549" name="Text Box 57"/>
            <p:cNvSpPr txBox="1">
              <a:spLocks noChangeArrowheads="1"/>
            </p:cNvSpPr>
            <p:nvPr/>
          </p:nvSpPr>
          <p:spPr bwMode="auto">
            <a:xfrm>
              <a:off x="3651" y="1310"/>
              <a:ext cx="184" cy="274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0</a:t>
              </a:r>
            </a:p>
          </p:txBody>
        </p:sp>
        <p:sp>
          <p:nvSpPr>
            <p:cNvPr id="22550" name="Text Box 58"/>
            <p:cNvSpPr txBox="1">
              <a:spLocks noChangeArrowheads="1"/>
            </p:cNvSpPr>
            <p:nvPr/>
          </p:nvSpPr>
          <p:spPr bwMode="auto">
            <a:xfrm>
              <a:off x="4804" y="1034"/>
              <a:ext cx="93" cy="274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endParaRPr lang="zh-CN" altLang="zh-CN" b="0" i="1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</p:grpSp>
      <p:grpSp>
        <p:nvGrpSpPr>
          <p:cNvPr id="92219" name="Group 59"/>
          <p:cNvGrpSpPr>
            <a:grpSpLocks/>
          </p:cNvGrpSpPr>
          <p:nvPr/>
        </p:nvGrpSpPr>
        <p:grpSpPr bwMode="auto">
          <a:xfrm>
            <a:off x="4572000" y="2684463"/>
            <a:ext cx="2592388" cy="1071562"/>
            <a:chOff x="3080" y="341"/>
            <a:chExt cx="1303" cy="675"/>
          </a:xfrm>
        </p:grpSpPr>
        <p:sp>
          <p:nvSpPr>
            <p:cNvPr id="22552" name="Freeform 60"/>
            <p:cNvSpPr>
              <a:spLocks noChangeArrowheads="1"/>
            </p:cNvSpPr>
            <p:nvPr/>
          </p:nvSpPr>
          <p:spPr bwMode="auto">
            <a:xfrm>
              <a:off x="3080" y="599"/>
              <a:ext cx="1303" cy="417"/>
            </a:xfrm>
            <a:custGeom>
              <a:avLst/>
              <a:gdLst/>
              <a:ahLst/>
              <a:cxnLst>
                <a:cxn ang="0">
                  <a:pos x="0" y="417"/>
                </a:cxn>
                <a:cxn ang="0">
                  <a:pos x="286" y="395"/>
                </a:cxn>
                <a:cxn ang="0">
                  <a:pos x="388" y="330"/>
                </a:cxn>
                <a:cxn ang="0">
                  <a:pos x="542" y="198"/>
                </a:cxn>
                <a:cxn ang="0">
                  <a:pos x="703" y="125"/>
                </a:cxn>
                <a:cxn ang="0">
                  <a:pos x="1127" y="88"/>
                </a:cxn>
                <a:cxn ang="0">
                  <a:pos x="1303" y="0"/>
                </a:cxn>
              </a:cxnLst>
              <a:rect l="0" t="0" r="r" b="b"/>
              <a:pathLst>
                <a:path w="1303" h="417">
                  <a:moveTo>
                    <a:pt x="0" y="417"/>
                  </a:moveTo>
                  <a:cubicBezTo>
                    <a:pt x="110" y="413"/>
                    <a:pt x="221" y="409"/>
                    <a:pt x="286" y="395"/>
                  </a:cubicBezTo>
                  <a:cubicBezTo>
                    <a:pt x="351" y="381"/>
                    <a:pt x="345" y="363"/>
                    <a:pt x="388" y="330"/>
                  </a:cubicBezTo>
                  <a:cubicBezTo>
                    <a:pt x="431" y="297"/>
                    <a:pt x="490" y="232"/>
                    <a:pt x="542" y="198"/>
                  </a:cubicBezTo>
                  <a:cubicBezTo>
                    <a:pt x="594" y="164"/>
                    <a:pt x="606" y="143"/>
                    <a:pt x="703" y="125"/>
                  </a:cubicBezTo>
                  <a:cubicBezTo>
                    <a:pt x="800" y="107"/>
                    <a:pt x="1027" y="109"/>
                    <a:pt x="1127" y="88"/>
                  </a:cubicBezTo>
                  <a:cubicBezTo>
                    <a:pt x="1227" y="67"/>
                    <a:pt x="1274" y="15"/>
                    <a:pt x="1303" y="0"/>
                  </a:cubicBezTo>
                </a:path>
              </a:pathLst>
            </a:custGeom>
            <a:noFill/>
            <a:ln w="28575">
              <a:solidFill>
                <a:srgbClr val="FF99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553" name="Text Box 61"/>
            <p:cNvSpPr txBox="1">
              <a:spLocks noChangeArrowheads="1"/>
            </p:cNvSpPr>
            <p:nvPr/>
          </p:nvSpPr>
          <p:spPr bwMode="auto">
            <a:xfrm>
              <a:off x="3860" y="341"/>
              <a:ext cx="312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f</a:t>
              </a:r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(</a:t>
              </a:r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t</a:t>
              </a:r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)</a:t>
              </a:r>
            </a:p>
          </p:txBody>
        </p:sp>
      </p:grpSp>
      <p:grpSp>
        <p:nvGrpSpPr>
          <p:cNvPr id="92232" name="Group 72"/>
          <p:cNvGrpSpPr>
            <a:grpSpLocks/>
          </p:cNvGrpSpPr>
          <p:nvPr/>
        </p:nvGrpSpPr>
        <p:grpSpPr bwMode="auto">
          <a:xfrm>
            <a:off x="4779963" y="3333750"/>
            <a:ext cx="1089025" cy="647700"/>
            <a:chOff x="3147" y="1979"/>
            <a:chExt cx="686" cy="408"/>
          </a:xfrm>
        </p:grpSpPr>
        <p:sp>
          <p:nvSpPr>
            <p:cNvPr id="22555" name="Line 66"/>
            <p:cNvSpPr>
              <a:spLocks noChangeShapeType="1"/>
            </p:cNvSpPr>
            <p:nvPr/>
          </p:nvSpPr>
          <p:spPr bwMode="auto">
            <a:xfrm>
              <a:off x="3198" y="2387"/>
              <a:ext cx="352" cy="0"/>
            </a:xfrm>
            <a:prstGeom prst="line">
              <a:avLst/>
            </a:prstGeom>
            <a:noFill/>
            <a:ln w="28575">
              <a:solidFill>
                <a:srgbClr val="00FFFF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556" name="Freeform 67"/>
            <p:cNvSpPr>
              <a:spLocks noChangeArrowheads="1"/>
            </p:cNvSpPr>
            <p:nvPr/>
          </p:nvSpPr>
          <p:spPr bwMode="auto">
            <a:xfrm>
              <a:off x="3147" y="1979"/>
              <a:ext cx="686" cy="266"/>
            </a:xfrm>
            <a:custGeom>
              <a:avLst/>
              <a:gdLst/>
              <a:ahLst/>
              <a:cxnLst>
                <a:cxn ang="0">
                  <a:pos x="0" y="280"/>
                </a:cxn>
                <a:cxn ang="0">
                  <a:pos x="128" y="271"/>
                </a:cxn>
                <a:cxn ang="0">
                  <a:pos x="264" y="264"/>
                </a:cxn>
                <a:cxn ang="0">
                  <a:pos x="409" y="144"/>
                </a:cxn>
                <a:cxn ang="0">
                  <a:pos x="537" y="44"/>
                </a:cxn>
                <a:cxn ang="0">
                  <a:pos x="654" y="0"/>
                </a:cxn>
              </a:cxnLst>
              <a:rect l="0" t="0" r="r" b="b"/>
              <a:pathLst>
                <a:path w="654" h="285">
                  <a:moveTo>
                    <a:pt x="0" y="280"/>
                  </a:moveTo>
                  <a:cubicBezTo>
                    <a:pt x="21" y="278"/>
                    <a:pt x="84" y="274"/>
                    <a:pt x="128" y="271"/>
                  </a:cubicBezTo>
                  <a:cubicBezTo>
                    <a:pt x="172" y="268"/>
                    <a:pt x="217" y="285"/>
                    <a:pt x="264" y="264"/>
                  </a:cubicBezTo>
                  <a:cubicBezTo>
                    <a:pt x="311" y="243"/>
                    <a:pt x="364" y="181"/>
                    <a:pt x="409" y="144"/>
                  </a:cubicBezTo>
                  <a:cubicBezTo>
                    <a:pt x="454" y="107"/>
                    <a:pt x="496" y="68"/>
                    <a:pt x="537" y="44"/>
                  </a:cubicBezTo>
                  <a:cubicBezTo>
                    <a:pt x="578" y="20"/>
                    <a:pt x="630" y="9"/>
                    <a:pt x="654" y="0"/>
                  </a:cubicBezTo>
                </a:path>
              </a:pathLst>
            </a:custGeom>
            <a:noFill/>
            <a:ln w="28575">
              <a:solidFill>
                <a:srgbClr val="00FFFF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92231" name="Group 71"/>
          <p:cNvGrpSpPr>
            <a:grpSpLocks/>
          </p:cNvGrpSpPr>
          <p:nvPr/>
        </p:nvGrpSpPr>
        <p:grpSpPr bwMode="auto">
          <a:xfrm>
            <a:off x="5868988" y="3116263"/>
            <a:ext cx="1225550" cy="504825"/>
            <a:chOff x="3833" y="1842"/>
            <a:chExt cx="772" cy="318"/>
          </a:xfrm>
        </p:grpSpPr>
        <p:sp>
          <p:nvSpPr>
            <p:cNvPr id="22558" name="Line 69"/>
            <p:cNvSpPr>
              <a:spLocks noChangeShapeType="1"/>
            </p:cNvSpPr>
            <p:nvPr/>
          </p:nvSpPr>
          <p:spPr bwMode="auto">
            <a:xfrm flipH="1">
              <a:off x="4195" y="2160"/>
              <a:ext cx="346" cy="0"/>
            </a:xfrm>
            <a:prstGeom prst="line">
              <a:avLst/>
            </a:prstGeom>
            <a:noFill/>
            <a:ln w="28575">
              <a:solidFill>
                <a:srgbClr val="FFFF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559" name="Freeform 70"/>
            <p:cNvSpPr>
              <a:spLocks noChangeArrowheads="1"/>
            </p:cNvSpPr>
            <p:nvPr/>
          </p:nvSpPr>
          <p:spPr bwMode="auto">
            <a:xfrm>
              <a:off x="3833" y="1842"/>
              <a:ext cx="772" cy="137"/>
            </a:xfrm>
            <a:custGeom>
              <a:avLst/>
              <a:gdLst/>
              <a:ahLst/>
              <a:cxnLst>
                <a:cxn ang="0">
                  <a:pos x="0" y="137"/>
                </a:cxn>
                <a:cxn ang="0">
                  <a:pos x="205" y="118"/>
                </a:cxn>
                <a:cxn ang="0">
                  <a:pos x="424" y="99"/>
                </a:cxn>
                <a:cxn ang="0">
                  <a:pos x="642" y="0"/>
                </a:cxn>
              </a:cxnLst>
              <a:rect l="0" t="0" r="r" b="b"/>
              <a:pathLst>
                <a:path w="642" h="137">
                  <a:moveTo>
                    <a:pt x="0" y="137"/>
                  </a:moveTo>
                  <a:cubicBezTo>
                    <a:pt x="34" y="134"/>
                    <a:pt x="134" y="124"/>
                    <a:pt x="205" y="118"/>
                  </a:cubicBezTo>
                  <a:cubicBezTo>
                    <a:pt x="276" y="112"/>
                    <a:pt x="351" y="119"/>
                    <a:pt x="424" y="99"/>
                  </a:cubicBezTo>
                  <a:cubicBezTo>
                    <a:pt x="497" y="79"/>
                    <a:pt x="597" y="21"/>
                    <a:pt x="642" y="0"/>
                  </a:cubicBezTo>
                </a:path>
              </a:pathLst>
            </a:custGeom>
            <a:noFill/>
            <a:ln w="28575">
              <a:solidFill>
                <a:srgbClr val="FFFF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92233" name="Group 73"/>
          <p:cNvGrpSpPr>
            <a:grpSpLocks/>
          </p:cNvGrpSpPr>
          <p:nvPr/>
        </p:nvGrpSpPr>
        <p:grpSpPr bwMode="auto">
          <a:xfrm>
            <a:off x="4481513" y="2095500"/>
            <a:ext cx="2111375" cy="1165225"/>
            <a:chOff x="2868" y="247"/>
            <a:chExt cx="1330" cy="734"/>
          </a:xfrm>
        </p:grpSpPr>
        <p:graphicFrame>
          <p:nvGraphicFramePr>
            <p:cNvPr id="22561" name="Object 74"/>
            <p:cNvGraphicFramePr>
              <a:graphicFrameLocks noChangeAspect="1"/>
            </p:cNvGraphicFramePr>
            <p:nvPr/>
          </p:nvGraphicFramePr>
          <p:xfrm>
            <a:off x="2868" y="247"/>
            <a:ext cx="1330" cy="307"/>
          </p:xfrm>
          <a:graphic>
            <a:graphicData uri="http://schemas.openxmlformats.org/presentationml/2006/ole">
              <p:oleObj spid="_x0000_s22561" r:id="rId7" imgW="938520" imgH="207720" progId="Equation.3">
                <p:embed/>
              </p:oleObj>
            </a:graphicData>
          </a:graphic>
        </p:graphicFrame>
        <p:sp>
          <p:nvSpPr>
            <p:cNvPr id="22562" name="Line 75"/>
            <p:cNvSpPr>
              <a:spLocks noChangeShapeType="1"/>
            </p:cNvSpPr>
            <p:nvPr/>
          </p:nvSpPr>
          <p:spPr bwMode="auto">
            <a:xfrm>
              <a:off x="3424" y="572"/>
              <a:ext cx="272" cy="409"/>
            </a:xfrm>
            <a:prstGeom prst="line">
              <a:avLst/>
            </a:prstGeom>
            <a:noFill/>
            <a:ln w="28575">
              <a:solidFill>
                <a:srgbClr val="00FF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92236" name="Group 76"/>
          <p:cNvGrpSpPr>
            <a:grpSpLocks/>
          </p:cNvGrpSpPr>
          <p:nvPr/>
        </p:nvGrpSpPr>
        <p:grpSpPr bwMode="auto">
          <a:xfrm>
            <a:off x="4860925" y="3836988"/>
            <a:ext cx="1951038" cy="544512"/>
            <a:chOff x="3125" y="886"/>
            <a:chExt cx="1229" cy="343"/>
          </a:xfrm>
        </p:grpSpPr>
        <p:sp>
          <p:nvSpPr>
            <p:cNvPr id="22564" name="Line 77"/>
            <p:cNvSpPr>
              <a:spLocks noChangeShapeType="1"/>
            </p:cNvSpPr>
            <p:nvPr/>
          </p:nvSpPr>
          <p:spPr bwMode="auto">
            <a:xfrm>
              <a:off x="3125" y="1193"/>
              <a:ext cx="600" cy="0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565" name="Freeform 78"/>
            <p:cNvSpPr>
              <a:spLocks noChangeArrowheads="1"/>
            </p:cNvSpPr>
            <p:nvPr/>
          </p:nvSpPr>
          <p:spPr bwMode="auto">
            <a:xfrm>
              <a:off x="3739" y="907"/>
              <a:ext cx="615" cy="322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17" y="176"/>
                </a:cxn>
                <a:cxn ang="0">
                  <a:pos x="359" y="286"/>
                </a:cxn>
                <a:cxn ang="0">
                  <a:pos x="615" y="322"/>
                </a:cxn>
              </a:cxnLst>
              <a:rect l="0" t="0" r="r" b="b"/>
              <a:pathLst>
                <a:path w="615" h="322">
                  <a:moveTo>
                    <a:pt x="0" y="0"/>
                  </a:moveTo>
                  <a:cubicBezTo>
                    <a:pt x="28" y="64"/>
                    <a:pt x="57" y="128"/>
                    <a:pt x="117" y="176"/>
                  </a:cubicBezTo>
                  <a:cubicBezTo>
                    <a:pt x="177" y="224"/>
                    <a:pt x="276" y="262"/>
                    <a:pt x="359" y="286"/>
                  </a:cubicBezTo>
                  <a:cubicBezTo>
                    <a:pt x="442" y="310"/>
                    <a:pt x="572" y="316"/>
                    <a:pt x="615" y="322"/>
                  </a:cubicBezTo>
                </a:path>
              </a:pathLst>
            </a:custGeom>
            <a:noFill/>
            <a:ln w="38100">
              <a:solidFill>
                <a:srgbClr val="FF33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566" name="Line 79"/>
            <p:cNvSpPr>
              <a:spLocks noChangeShapeType="1"/>
            </p:cNvSpPr>
            <p:nvPr/>
          </p:nvSpPr>
          <p:spPr bwMode="auto">
            <a:xfrm flipH="1" flipV="1">
              <a:off x="3725" y="886"/>
              <a:ext cx="1" cy="293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92240" name="Text Box 80"/>
          <p:cNvSpPr txBox="1">
            <a:spLocks noChangeArrowheads="1"/>
          </p:cNvSpPr>
          <p:nvPr/>
        </p:nvSpPr>
        <p:spPr bwMode="auto">
          <a:xfrm>
            <a:off x="5148263" y="4341813"/>
            <a:ext cx="815975" cy="519112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 lIns="198000" rIns="198000" anchor="ctr">
            <a:spAutoFit/>
          </a:bodyPr>
          <a:lstStyle/>
          <a:p>
            <a:pPr algn="ctr"/>
            <a:r>
              <a:rPr lang="en-US" altLang="zh-CN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0</a:t>
            </a:r>
            <a:r>
              <a:rPr lang="zh-CN" altLang="en-US" b="0" baseline="-2500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－</a:t>
            </a:r>
          </a:p>
        </p:txBody>
      </p:sp>
      <p:sp>
        <p:nvSpPr>
          <p:cNvPr id="92241" name="Text Box 81"/>
          <p:cNvSpPr txBox="1">
            <a:spLocks noChangeArrowheads="1"/>
          </p:cNvSpPr>
          <p:nvPr/>
        </p:nvSpPr>
        <p:spPr bwMode="auto">
          <a:xfrm>
            <a:off x="5724525" y="4341813"/>
            <a:ext cx="1079500" cy="519112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lIns="198000" rIns="198000" anchor="ctr">
            <a:spAutoFit/>
          </a:bodyPr>
          <a:lstStyle/>
          <a:p>
            <a:pPr algn="ctr"/>
            <a:r>
              <a:rPr lang="en-US" altLang="zh-CN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0</a:t>
            </a:r>
            <a:r>
              <a:rPr lang="zh-CN" altLang="en-US" b="0" baseline="-2500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＋</a:t>
            </a:r>
          </a:p>
        </p:txBody>
      </p:sp>
      <p:grpSp>
        <p:nvGrpSpPr>
          <p:cNvPr id="92242" name="Group 82"/>
          <p:cNvGrpSpPr>
            <a:grpSpLocks/>
          </p:cNvGrpSpPr>
          <p:nvPr/>
        </p:nvGrpSpPr>
        <p:grpSpPr bwMode="auto">
          <a:xfrm>
            <a:off x="6011863" y="3716338"/>
            <a:ext cx="2881312" cy="531812"/>
            <a:chOff x="3787" y="1019"/>
            <a:chExt cx="1818" cy="287"/>
          </a:xfrm>
        </p:grpSpPr>
        <p:graphicFrame>
          <p:nvGraphicFramePr>
            <p:cNvPr id="22570" name="Object 83"/>
            <p:cNvGraphicFramePr>
              <a:graphicFrameLocks noChangeAspect="1"/>
            </p:cNvGraphicFramePr>
            <p:nvPr/>
          </p:nvGraphicFramePr>
          <p:xfrm>
            <a:off x="4275" y="1019"/>
            <a:ext cx="1330" cy="287"/>
          </p:xfrm>
          <a:graphic>
            <a:graphicData uri="http://schemas.openxmlformats.org/presentationml/2006/ole">
              <p:oleObj spid="_x0000_s22570" r:id="rId8" imgW="938520" imgH="207720" progId="Equation.3">
                <p:embed/>
              </p:oleObj>
            </a:graphicData>
          </a:graphic>
        </p:graphicFrame>
        <p:sp>
          <p:nvSpPr>
            <p:cNvPr id="22571" name="Line 84"/>
            <p:cNvSpPr>
              <a:spLocks noChangeShapeType="1"/>
            </p:cNvSpPr>
            <p:nvPr/>
          </p:nvSpPr>
          <p:spPr bwMode="auto">
            <a:xfrm flipH="1">
              <a:off x="3787" y="1117"/>
              <a:ext cx="545" cy="0"/>
            </a:xfrm>
            <a:prstGeom prst="line">
              <a:avLst/>
            </a:prstGeom>
            <a:noFill/>
            <a:ln w="28575">
              <a:solidFill>
                <a:srgbClr val="00FF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92245" name="Text Box 85"/>
          <p:cNvSpPr txBox="1">
            <a:spLocks noChangeArrowheads="1"/>
          </p:cNvSpPr>
          <p:nvPr/>
        </p:nvSpPr>
        <p:spPr bwMode="auto">
          <a:xfrm>
            <a:off x="8027988" y="4292600"/>
            <a:ext cx="43180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0" i="1">
                <a:solidFill>
                  <a:schemeClr val="bg1"/>
                </a:solidFill>
                <a:latin typeface="Times New Roman" pitchFamily="18" charset="0"/>
                <a:ea typeface="仿宋_GB2312" pitchFamily="49" charset="-122"/>
              </a:rPr>
              <a:t>t</a:t>
            </a:r>
          </a:p>
        </p:txBody>
      </p:sp>
      <p:grpSp>
        <p:nvGrpSpPr>
          <p:cNvPr id="22573" name="Group 89"/>
          <p:cNvGrpSpPr>
            <a:grpSpLocks/>
          </p:cNvGrpSpPr>
          <p:nvPr/>
        </p:nvGrpSpPr>
        <p:grpSpPr bwMode="auto">
          <a:xfrm>
            <a:off x="6588125" y="6445250"/>
            <a:ext cx="792163" cy="366713"/>
            <a:chOff x="4649" y="4020"/>
            <a:chExt cx="499" cy="231"/>
          </a:xfrm>
        </p:grpSpPr>
        <p:pic>
          <p:nvPicPr>
            <p:cNvPr id="22574" name="Picture 90" descr="78900"/>
            <p:cNvPicPr>
              <a:picLocks noChangeAspect="1" noChangeArrowheads="1"/>
            </p:cNvPicPr>
            <p:nvPr/>
          </p:nvPicPr>
          <p:blipFill>
            <a:blip r:embed="rId5"/>
            <a:srcRect/>
            <a:stretch>
              <a:fillRect/>
            </a:stretch>
          </p:blipFill>
          <p:spPr bwMode="auto"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22575" name="Text Box 91">
              <a:hlinkClick r:id="rId9" action="ppaction://hlinksldjump"/>
            </p:cNvPr>
            <p:cNvSpPr txBox="1">
              <a:spLocks noChangeArrowheads="1"/>
            </p:cNvSpPr>
            <p:nvPr/>
          </p:nvSpPr>
          <p:spPr bwMode="auto"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0">
                  <a:solidFill>
                    <a:schemeClr val="bg1"/>
                  </a:solidFill>
                  <a:latin typeface="隶书" pitchFamily="49" charset="-122"/>
                  <a:ea typeface="隶书" pitchFamily="49" charset="-122"/>
                </a:rPr>
                <a:t>返 回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21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21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2000"/>
                                        <p:tgtEl>
                                          <p:spTgt spid="92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2000"/>
                                        <p:tgtEl>
                                          <p:spTgt spid="921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92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922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2" dur="500"/>
                                        <p:tgtEl>
                                          <p:spTgt spid="92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2000"/>
                                        <p:tgtEl>
                                          <p:spTgt spid="921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2000"/>
                            </p:stCondLst>
                            <p:childTnLst>
                              <p:par>
                                <p:cTn id="39" presetID="23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922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922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2000"/>
                                        <p:tgtEl>
                                          <p:spTgt spid="921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2000"/>
                            </p:stCondLst>
                            <p:childTnLst>
                              <p:par>
                                <p:cTn id="49" presetID="23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922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922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2000"/>
                                        <p:tgtEl>
                                          <p:spTgt spid="92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922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3000"/>
                                        <p:tgtEl>
                                          <p:spTgt spid="92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2" dur="500"/>
                                        <p:tgtEl>
                                          <p:spTgt spid="922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000" fill="hold"/>
                                        <p:tgtEl>
                                          <p:spTgt spid="922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1000" fill="hold"/>
                                        <p:tgtEl>
                                          <p:spTgt spid="922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3" dur="500"/>
                                        <p:tgtEl>
                                          <p:spTgt spid="922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8" dur="1000" fill="hold"/>
                                        <p:tgtEl>
                                          <p:spTgt spid="922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9" dur="1000" fill="hold"/>
                                        <p:tgtEl>
                                          <p:spTgt spid="922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4" dur="500"/>
                                        <p:tgtEl>
                                          <p:spTgt spid="922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2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9" dur="1000" fill="hold"/>
                                        <p:tgtEl>
                                          <p:spTgt spid="921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0" dur="1000" fill="hold"/>
                                        <p:tgtEl>
                                          <p:spTgt spid="921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162" grpId="0" animBg="1"/>
      <p:bldP spid="92165" grpId="0" build="p"/>
      <p:bldP spid="92166" grpId="0" build="p"/>
      <p:bldP spid="92167" grpId="0" build="p"/>
      <p:bldP spid="92168" grpId="0"/>
      <p:bldP spid="92171" grpId="0"/>
      <p:bldP spid="92240" grpId="0" build="p"/>
      <p:bldP spid="92241" grpId="0" build="p"/>
      <p:bldP spid="92245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Text Box 2"/>
          <p:cNvSpPr txBox="1">
            <a:spLocks noChangeArrowheads="1"/>
          </p:cNvSpPr>
          <p:nvPr/>
        </p:nvSpPr>
        <p:spPr bwMode="auto">
          <a:xfrm>
            <a:off x="1116013" y="476250"/>
            <a:ext cx="7704137" cy="1117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>
                <a:latin typeface="楷体_GB2312" pitchFamily="49" charset="-122"/>
              </a:rPr>
              <a:t>图示为电容放电电路，电容原先带有电压</a:t>
            </a:r>
            <a:r>
              <a:rPr lang="en-US" altLang="zh-CN" b="0" i="1">
                <a:solidFill>
                  <a:schemeClr val="bg1"/>
                </a:solidFill>
                <a:latin typeface="Times New Roman" pitchFamily="18" charset="0"/>
              </a:rPr>
              <a:t>U</a:t>
            </a:r>
            <a:r>
              <a:rPr lang="en-US" altLang="zh-CN" b="0" baseline="-25000">
                <a:solidFill>
                  <a:schemeClr val="bg1"/>
                </a:solidFill>
                <a:latin typeface="Times New Roman" pitchFamily="18" charset="0"/>
              </a:rPr>
              <a:t>o</a:t>
            </a:r>
            <a:r>
              <a:rPr lang="en-US" altLang="zh-CN">
                <a:latin typeface="Times New Roman" pitchFamily="18" charset="0"/>
              </a:rPr>
              <a:t>,</a:t>
            </a:r>
            <a:r>
              <a:rPr lang="zh-CN" altLang="en-US">
                <a:latin typeface="楷体_GB2312" pitchFamily="49" charset="-122"/>
              </a:rPr>
              <a:t>求开关闭合后电容电压随时间的变化。</a:t>
            </a:r>
          </a:p>
        </p:txBody>
      </p:sp>
      <p:sp>
        <p:nvSpPr>
          <p:cNvPr id="91139" name="Text Box 3"/>
          <p:cNvSpPr txBox="1">
            <a:spLocks noChangeArrowheads="1"/>
          </p:cNvSpPr>
          <p:nvPr/>
        </p:nvSpPr>
        <p:spPr bwMode="auto">
          <a:xfrm>
            <a:off x="468313" y="620713"/>
            <a:ext cx="576262" cy="579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algn="ctr"/>
            <a:r>
              <a:rPr lang="zh-CN" altLang="en-US" sz="320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例</a:t>
            </a:r>
          </a:p>
        </p:txBody>
      </p:sp>
      <p:sp>
        <p:nvSpPr>
          <p:cNvPr id="91164" name="Text Box 28"/>
          <p:cNvSpPr txBox="1">
            <a:spLocks noChangeArrowheads="1"/>
          </p:cNvSpPr>
          <p:nvPr/>
        </p:nvSpPr>
        <p:spPr bwMode="auto">
          <a:xfrm>
            <a:off x="468313" y="1700213"/>
            <a:ext cx="576262" cy="519112"/>
          </a:xfrm>
          <a:prstGeom prst="rect">
            <a:avLst/>
          </a:prstGeom>
          <a:solidFill>
            <a:srgbClr val="990033"/>
          </a:solidFill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algn="ctr"/>
            <a:r>
              <a:rPr lang="zh-CN" altLang="en-US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解</a:t>
            </a:r>
          </a:p>
        </p:txBody>
      </p:sp>
      <p:graphicFrame>
        <p:nvGraphicFramePr>
          <p:cNvPr id="91165" name="Object 29"/>
          <p:cNvGraphicFramePr>
            <a:graphicFrameLocks noChangeAspect="1"/>
          </p:cNvGraphicFramePr>
          <p:nvPr/>
        </p:nvGraphicFramePr>
        <p:xfrm>
          <a:off x="1908175" y="2205038"/>
          <a:ext cx="2705100" cy="1174750"/>
        </p:xfrm>
        <a:graphic>
          <a:graphicData uri="http://schemas.openxmlformats.org/presentationml/2006/ole">
            <p:oleObj spid="_x0000_s23556" r:id="rId3" imgW="1031400" imgH="438120" progId="Equation.3">
              <p:embed/>
            </p:oleObj>
          </a:graphicData>
        </a:graphic>
      </p:graphicFrame>
      <p:graphicFrame>
        <p:nvGraphicFramePr>
          <p:cNvPr id="91166" name="Object 30"/>
          <p:cNvGraphicFramePr>
            <a:graphicFrameLocks noChangeAspect="1"/>
          </p:cNvGraphicFramePr>
          <p:nvPr/>
        </p:nvGraphicFramePr>
        <p:xfrm>
          <a:off x="1635125" y="1628775"/>
          <a:ext cx="3567113" cy="625475"/>
        </p:xfrm>
        <a:graphic>
          <a:graphicData uri="http://schemas.openxmlformats.org/presentationml/2006/ole">
            <p:oleObj spid="_x0000_s23557" r:id="rId4" imgW="1251360" imgH="207720" progId="Equation.3">
              <p:embed/>
            </p:oleObj>
          </a:graphicData>
        </a:graphic>
      </p:graphicFrame>
      <p:sp>
        <p:nvSpPr>
          <p:cNvPr id="91167" name="AutoShape 31"/>
          <p:cNvSpPr>
            <a:spLocks noChangeArrowheads="1"/>
          </p:cNvSpPr>
          <p:nvPr/>
        </p:nvSpPr>
        <p:spPr bwMode="auto">
          <a:xfrm>
            <a:off x="1116013" y="2636838"/>
            <a:ext cx="649287" cy="142875"/>
          </a:xfrm>
          <a:prstGeom prst="rightArrow">
            <a:avLst>
              <a:gd name="adj1" fmla="val 50000"/>
              <a:gd name="adj2" fmla="val 113548"/>
            </a:avLst>
          </a:prstGeom>
          <a:solidFill>
            <a:srgbClr val="0099FF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1168" name="Text Box 32"/>
          <p:cNvSpPr txBox="1">
            <a:spLocks noChangeArrowheads="1"/>
          </p:cNvSpPr>
          <p:nvPr/>
        </p:nvSpPr>
        <p:spPr bwMode="auto">
          <a:xfrm>
            <a:off x="395288" y="3284538"/>
            <a:ext cx="2449512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/>
              <a:t>特征根方程：</a:t>
            </a:r>
          </a:p>
        </p:txBody>
      </p:sp>
      <p:graphicFrame>
        <p:nvGraphicFramePr>
          <p:cNvPr id="91169" name="Object 33"/>
          <p:cNvGraphicFramePr>
            <a:graphicFrameLocks noChangeAspect="1"/>
          </p:cNvGraphicFramePr>
          <p:nvPr/>
        </p:nvGraphicFramePr>
        <p:xfrm>
          <a:off x="2641600" y="3357563"/>
          <a:ext cx="1976438" cy="533400"/>
        </p:xfrm>
        <a:graphic>
          <a:graphicData uri="http://schemas.openxmlformats.org/presentationml/2006/ole">
            <p:oleObj spid="_x0000_s23560" r:id="rId5" imgW="764640" imgH="196200" progId="Equation.3">
              <p:embed/>
            </p:oleObj>
          </a:graphicData>
        </a:graphic>
      </p:graphicFrame>
      <p:graphicFrame>
        <p:nvGraphicFramePr>
          <p:cNvPr id="91170" name="Object 34"/>
          <p:cNvGraphicFramePr>
            <a:graphicFrameLocks noChangeAspect="1"/>
          </p:cNvGraphicFramePr>
          <p:nvPr/>
        </p:nvGraphicFramePr>
        <p:xfrm>
          <a:off x="6011863" y="3284538"/>
          <a:ext cx="1944687" cy="569912"/>
        </p:xfrm>
        <a:graphic>
          <a:graphicData uri="http://schemas.openxmlformats.org/presentationml/2006/ole">
            <p:oleObj spid="_x0000_s23561" r:id="rId6" imgW="741600" imgH="207720" progId="Equation.3">
              <p:embed/>
            </p:oleObj>
          </a:graphicData>
        </a:graphic>
      </p:graphicFrame>
      <p:sp>
        <p:nvSpPr>
          <p:cNvPr id="91171" name="AutoShape 35"/>
          <p:cNvSpPr>
            <a:spLocks noChangeArrowheads="1"/>
          </p:cNvSpPr>
          <p:nvPr/>
        </p:nvSpPr>
        <p:spPr bwMode="auto">
          <a:xfrm>
            <a:off x="5219700" y="3500438"/>
            <a:ext cx="576263" cy="144462"/>
          </a:xfrm>
          <a:prstGeom prst="rightArrow">
            <a:avLst>
              <a:gd name="adj1" fmla="val 50000"/>
              <a:gd name="adj2" fmla="val 99670"/>
            </a:avLst>
          </a:prstGeom>
          <a:solidFill>
            <a:srgbClr val="0099FF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1172" name="Text Box 36"/>
          <p:cNvSpPr txBox="1">
            <a:spLocks noChangeArrowheads="1"/>
          </p:cNvSpPr>
          <p:nvPr/>
        </p:nvSpPr>
        <p:spPr bwMode="auto">
          <a:xfrm>
            <a:off x="971550" y="4005263"/>
            <a:ext cx="1871663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/>
              <a:t>通解：</a:t>
            </a:r>
          </a:p>
        </p:txBody>
      </p:sp>
      <p:graphicFrame>
        <p:nvGraphicFramePr>
          <p:cNvPr id="91173" name="Object 37"/>
          <p:cNvGraphicFramePr>
            <a:graphicFrameLocks noChangeAspect="1"/>
          </p:cNvGraphicFramePr>
          <p:nvPr/>
        </p:nvGraphicFramePr>
        <p:xfrm>
          <a:off x="3348038" y="4652963"/>
          <a:ext cx="1152525" cy="563562"/>
        </p:xfrm>
        <a:graphic>
          <a:graphicData uri="http://schemas.openxmlformats.org/presentationml/2006/ole">
            <p:oleObj spid="_x0000_s23564" r:id="rId7" imgW="440280" imgH="207720" progId="Equation.3">
              <p:embed/>
            </p:oleObj>
          </a:graphicData>
        </a:graphic>
      </p:graphicFrame>
      <p:graphicFrame>
        <p:nvGraphicFramePr>
          <p:cNvPr id="91174" name="Object 38"/>
          <p:cNvGraphicFramePr>
            <a:graphicFrameLocks noChangeAspect="1"/>
          </p:cNvGraphicFramePr>
          <p:nvPr/>
        </p:nvGraphicFramePr>
        <p:xfrm>
          <a:off x="2411413" y="3716338"/>
          <a:ext cx="3529012" cy="936625"/>
        </p:xfrm>
        <a:graphic>
          <a:graphicData uri="http://schemas.openxmlformats.org/presentationml/2006/ole">
            <p:oleObj spid="_x0000_s23565" r:id="rId8" imgW="1216800" imgH="311400" progId="Equation.3">
              <p:embed/>
            </p:oleObj>
          </a:graphicData>
        </a:graphic>
      </p:graphicFrame>
      <p:sp>
        <p:nvSpPr>
          <p:cNvPr id="91175" name="AutoShape 39"/>
          <p:cNvSpPr>
            <a:spLocks noChangeArrowheads="1"/>
          </p:cNvSpPr>
          <p:nvPr/>
        </p:nvSpPr>
        <p:spPr bwMode="auto">
          <a:xfrm>
            <a:off x="4859338" y="4868863"/>
            <a:ext cx="649287" cy="144462"/>
          </a:xfrm>
          <a:prstGeom prst="rightArrow">
            <a:avLst>
              <a:gd name="adj1" fmla="val 50000"/>
              <a:gd name="adj2" fmla="val 112301"/>
            </a:avLst>
          </a:prstGeom>
          <a:solidFill>
            <a:srgbClr val="0099FF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1176" name="Text Box 40"/>
          <p:cNvSpPr txBox="1">
            <a:spLocks noChangeArrowheads="1"/>
          </p:cNvSpPr>
          <p:nvPr/>
        </p:nvSpPr>
        <p:spPr bwMode="auto">
          <a:xfrm>
            <a:off x="395288" y="4652963"/>
            <a:ext cx="3311525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/>
              <a:t>代入初始条件得：</a:t>
            </a:r>
          </a:p>
        </p:txBody>
      </p:sp>
      <p:graphicFrame>
        <p:nvGraphicFramePr>
          <p:cNvPr id="91177" name="Object 41"/>
          <p:cNvGraphicFramePr>
            <a:graphicFrameLocks noChangeAspect="1"/>
          </p:cNvGraphicFramePr>
          <p:nvPr/>
        </p:nvGraphicFramePr>
        <p:xfrm>
          <a:off x="5580063" y="4292600"/>
          <a:ext cx="2520950" cy="900113"/>
        </p:xfrm>
        <a:graphic>
          <a:graphicData uri="http://schemas.openxmlformats.org/presentationml/2006/ole">
            <p:oleObj spid="_x0000_s23568" r:id="rId9" imgW="903960" imgH="311400" progId="Equation.3">
              <p:embed/>
            </p:oleObj>
          </a:graphicData>
        </a:graphic>
      </p:graphicFrame>
      <p:sp>
        <p:nvSpPr>
          <p:cNvPr id="91178" name="Text Box 42"/>
          <p:cNvSpPr txBox="1">
            <a:spLocks noChangeArrowheads="1"/>
          </p:cNvSpPr>
          <p:nvPr/>
        </p:nvSpPr>
        <p:spPr bwMode="auto">
          <a:xfrm>
            <a:off x="1908175" y="5300663"/>
            <a:ext cx="6553200" cy="1117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>
                <a:latin typeface="楷体_GB2312" pitchFamily="49" charset="-122"/>
              </a:rPr>
              <a:t>    </a:t>
            </a:r>
            <a:r>
              <a:rPr lang="zh-CN" altLang="en-US">
                <a:latin typeface="楷体_GB2312" pitchFamily="49" charset="-122"/>
              </a:rPr>
              <a:t>在动态电路分析中，初始条件是得到确定解答的必需条件。</a:t>
            </a:r>
          </a:p>
        </p:txBody>
      </p:sp>
      <p:grpSp>
        <p:nvGrpSpPr>
          <p:cNvPr id="23570" name="Group 46"/>
          <p:cNvGrpSpPr>
            <a:grpSpLocks/>
          </p:cNvGrpSpPr>
          <p:nvPr/>
        </p:nvGrpSpPr>
        <p:grpSpPr bwMode="auto"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23571" name="Picture 47" descr="78900"/>
            <p:cNvPicPr>
              <a:picLocks noChangeAspect="1" noChangeArrowheads="1"/>
            </p:cNvPicPr>
            <p:nvPr/>
          </p:nvPicPr>
          <p:blipFill>
            <a:blip r:embed="rId10"/>
            <a:srcRect/>
            <a:stretch>
              <a:fillRect/>
            </a:stretch>
          </p:blipFill>
          <p:spPr bwMode="auto"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23572" name="Text Box 48">
              <a:hlinkClick r:id="" action="ppaction://hlinkshowjump?jump=nextslide"/>
            </p:cNvPr>
            <p:cNvSpPr txBox="1">
              <a:spLocks noChangeArrowheads="1"/>
            </p:cNvSpPr>
            <p:nvPr/>
          </p:nvSpPr>
          <p:spPr bwMode="auto"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0">
                  <a:solidFill>
                    <a:schemeClr val="bg1"/>
                  </a:solidFill>
                  <a:latin typeface="隶书" pitchFamily="49" charset="-122"/>
                  <a:ea typeface="隶书" pitchFamily="49" charset="-122"/>
                </a:rPr>
                <a:t>下 页</a:t>
              </a:r>
            </a:p>
          </p:txBody>
        </p:sp>
      </p:grpSp>
      <p:grpSp>
        <p:nvGrpSpPr>
          <p:cNvPr id="23573" name="Group 49"/>
          <p:cNvGrpSpPr>
            <a:grpSpLocks/>
          </p:cNvGrpSpPr>
          <p:nvPr/>
        </p:nvGrpSpPr>
        <p:grpSpPr bwMode="auto">
          <a:xfrm>
            <a:off x="7453313" y="6446838"/>
            <a:ext cx="792162" cy="366712"/>
            <a:chOff x="4649" y="4020"/>
            <a:chExt cx="499" cy="231"/>
          </a:xfrm>
        </p:grpSpPr>
        <p:pic>
          <p:nvPicPr>
            <p:cNvPr id="23574" name="Picture 50" descr="78900"/>
            <p:cNvPicPr>
              <a:picLocks noChangeAspect="1" noChangeArrowheads="1"/>
            </p:cNvPicPr>
            <p:nvPr/>
          </p:nvPicPr>
          <p:blipFill>
            <a:blip r:embed="rId10"/>
            <a:srcRect/>
            <a:stretch>
              <a:fillRect/>
            </a:stretch>
          </p:blipFill>
          <p:spPr bwMode="auto"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23575" name="Text Box 51">
              <a:hlinkClick r:id="" action="ppaction://hlinkshowjump?jump=previousslide"/>
            </p:cNvPr>
            <p:cNvSpPr txBox="1">
              <a:spLocks noChangeArrowheads="1"/>
            </p:cNvSpPr>
            <p:nvPr/>
          </p:nvSpPr>
          <p:spPr bwMode="auto"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0">
                  <a:solidFill>
                    <a:schemeClr val="bg1"/>
                  </a:solidFill>
                  <a:latin typeface="隶书" pitchFamily="49" charset="-122"/>
                  <a:ea typeface="隶书" pitchFamily="49" charset="-122"/>
                </a:rPr>
                <a:t>上 页</a:t>
              </a:r>
            </a:p>
          </p:txBody>
        </p:sp>
      </p:grpSp>
      <p:grpSp>
        <p:nvGrpSpPr>
          <p:cNvPr id="91191" name="Group 55"/>
          <p:cNvGrpSpPr>
            <a:grpSpLocks/>
          </p:cNvGrpSpPr>
          <p:nvPr/>
        </p:nvGrpSpPr>
        <p:grpSpPr bwMode="auto">
          <a:xfrm>
            <a:off x="323850" y="5300663"/>
            <a:ext cx="1644650" cy="850900"/>
            <a:chOff x="385" y="3022"/>
            <a:chExt cx="1036" cy="536"/>
          </a:xfrm>
        </p:grpSpPr>
        <p:pic>
          <p:nvPicPr>
            <p:cNvPr id="23577" name="Picture 56" descr="123"/>
            <p:cNvPicPr>
              <a:picLocks noChangeAspect="1" noChangeArrowheads="1"/>
            </p:cNvPicPr>
            <p:nvPr/>
          </p:nvPicPr>
          <p:blipFill>
            <a:blip r:embed="rId11"/>
            <a:srcRect/>
            <a:stretch>
              <a:fillRect/>
            </a:stretch>
          </p:blipFill>
          <p:spPr bwMode="auto">
            <a:xfrm>
              <a:off x="385" y="3022"/>
              <a:ext cx="590" cy="53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23578" name="Text Box 57"/>
            <p:cNvSpPr txBox="1">
              <a:spLocks noChangeArrowheads="1"/>
            </p:cNvSpPr>
            <p:nvPr/>
          </p:nvSpPr>
          <p:spPr bwMode="auto">
            <a:xfrm>
              <a:off x="793" y="3125"/>
              <a:ext cx="628" cy="3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zh-CN" altLang="en-US" sz="3200" b="0">
                  <a:solidFill>
                    <a:srgbClr val="FA7748"/>
                  </a:solidFill>
                  <a:latin typeface="Times New Roman" pitchFamily="18" charset="0"/>
                  <a:ea typeface="华文行楷" pitchFamily="2" charset="-122"/>
                </a:rPr>
                <a:t>明确</a:t>
              </a:r>
            </a:p>
          </p:txBody>
        </p:sp>
      </p:grpSp>
      <p:grpSp>
        <p:nvGrpSpPr>
          <p:cNvPr id="91194" name="Group 58"/>
          <p:cNvGrpSpPr>
            <a:grpSpLocks/>
          </p:cNvGrpSpPr>
          <p:nvPr/>
        </p:nvGrpSpPr>
        <p:grpSpPr bwMode="auto">
          <a:xfrm>
            <a:off x="5795963" y="1314450"/>
            <a:ext cx="2736850" cy="1827213"/>
            <a:chOff x="2653" y="754"/>
            <a:chExt cx="1724" cy="1151"/>
          </a:xfrm>
        </p:grpSpPr>
        <p:sp>
          <p:nvSpPr>
            <p:cNvPr id="23580" name="Line 59"/>
            <p:cNvSpPr>
              <a:spLocks noChangeShapeType="1"/>
            </p:cNvSpPr>
            <p:nvPr/>
          </p:nvSpPr>
          <p:spPr bwMode="auto">
            <a:xfrm>
              <a:off x="2699" y="1117"/>
              <a:ext cx="0" cy="788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581" name="Line 60"/>
            <p:cNvSpPr>
              <a:spLocks noChangeShapeType="1"/>
            </p:cNvSpPr>
            <p:nvPr/>
          </p:nvSpPr>
          <p:spPr bwMode="auto">
            <a:xfrm>
              <a:off x="2699" y="1888"/>
              <a:ext cx="1177" cy="0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582" name="Line 61"/>
            <p:cNvSpPr>
              <a:spLocks noChangeShapeType="1"/>
            </p:cNvSpPr>
            <p:nvPr/>
          </p:nvSpPr>
          <p:spPr bwMode="auto">
            <a:xfrm>
              <a:off x="3878" y="1525"/>
              <a:ext cx="0" cy="363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583" name="Line 62"/>
            <p:cNvSpPr>
              <a:spLocks noChangeShapeType="1"/>
            </p:cNvSpPr>
            <p:nvPr/>
          </p:nvSpPr>
          <p:spPr bwMode="auto">
            <a:xfrm flipH="1">
              <a:off x="3876" y="1117"/>
              <a:ext cx="2" cy="317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584" name="Line 63"/>
            <p:cNvSpPr>
              <a:spLocks noChangeShapeType="1"/>
            </p:cNvSpPr>
            <p:nvPr/>
          </p:nvSpPr>
          <p:spPr bwMode="auto">
            <a:xfrm>
              <a:off x="2699" y="1117"/>
              <a:ext cx="334" cy="0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585" name="Line 64"/>
            <p:cNvSpPr>
              <a:spLocks noChangeShapeType="1"/>
            </p:cNvSpPr>
            <p:nvPr/>
          </p:nvSpPr>
          <p:spPr bwMode="auto">
            <a:xfrm>
              <a:off x="3334" y="1117"/>
              <a:ext cx="544" cy="0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586" name="Line 65"/>
            <p:cNvSpPr>
              <a:spLocks noChangeShapeType="1"/>
            </p:cNvSpPr>
            <p:nvPr/>
          </p:nvSpPr>
          <p:spPr bwMode="auto">
            <a:xfrm>
              <a:off x="3061" y="935"/>
              <a:ext cx="223" cy="173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587" name="Line 66"/>
            <p:cNvSpPr>
              <a:spLocks noChangeShapeType="1"/>
            </p:cNvSpPr>
            <p:nvPr/>
          </p:nvSpPr>
          <p:spPr bwMode="auto">
            <a:xfrm flipH="1">
              <a:off x="3198" y="890"/>
              <a:ext cx="223" cy="173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588" name="Text Box 67"/>
            <p:cNvSpPr txBox="1">
              <a:spLocks noChangeArrowheads="1"/>
            </p:cNvSpPr>
            <p:nvPr/>
          </p:nvSpPr>
          <p:spPr bwMode="auto">
            <a:xfrm>
              <a:off x="2789" y="1344"/>
              <a:ext cx="408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ea typeface="仿宋_GB2312" pitchFamily="49" charset="-122"/>
                </a:rPr>
                <a:t>R</a:t>
              </a:r>
            </a:p>
          </p:txBody>
        </p:sp>
        <p:sp>
          <p:nvSpPr>
            <p:cNvPr id="23589" name="Text Box 68"/>
            <p:cNvSpPr txBox="1">
              <a:spLocks noChangeArrowheads="1"/>
            </p:cNvSpPr>
            <p:nvPr/>
          </p:nvSpPr>
          <p:spPr bwMode="auto">
            <a:xfrm>
              <a:off x="3833" y="1570"/>
              <a:ext cx="408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b="0" i="1">
                  <a:solidFill>
                    <a:schemeClr val="bg1"/>
                  </a:solidFill>
                  <a:latin typeface="Times New Roman" pitchFamily="18" charset="0"/>
                  <a:ea typeface="仿宋_GB2312" pitchFamily="49" charset="-122"/>
                </a:rPr>
                <a:t>－</a:t>
              </a:r>
            </a:p>
          </p:txBody>
        </p:sp>
        <p:sp>
          <p:nvSpPr>
            <p:cNvPr id="23590" name="Text Box 69"/>
            <p:cNvSpPr txBox="1">
              <a:spLocks noChangeArrowheads="1"/>
            </p:cNvSpPr>
            <p:nvPr/>
          </p:nvSpPr>
          <p:spPr bwMode="auto">
            <a:xfrm>
              <a:off x="3833" y="1026"/>
              <a:ext cx="408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ea typeface="仿宋_GB2312" pitchFamily="49" charset="-122"/>
                </a:rPr>
                <a:t>+</a:t>
              </a:r>
            </a:p>
          </p:txBody>
        </p:sp>
        <p:sp>
          <p:nvSpPr>
            <p:cNvPr id="23591" name="Text Box 70"/>
            <p:cNvSpPr txBox="1">
              <a:spLocks noChangeArrowheads="1"/>
            </p:cNvSpPr>
            <p:nvPr/>
          </p:nvSpPr>
          <p:spPr bwMode="auto">
            <a:xfrm>
              <a:off x="3470" y="1298"/>
              <a:ext cx="408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ea typeface="仿宋_GB2312" pitchFamily="49" charset="-122"/>
                </a:rPr>
                <a:t>C</a:t>
              </a:r>
            </a:p>
          </p:txBody>
        </p:sp>
        <p:sp>
          <p:nvSpPr>
            <p:cNvPr id="23592" name="Text Box 71"/>
            <p:cNvSpPr txBox="1">
              <a:spLocks noChangeArrowheads="1"/>
            </p:cNvSpPr>
            <p:nvPr/>
          </p:nvSpPr>
          <p:spPr bwMode="auto">
            <a:xfrm>
              <a:off x="3515" y="1570"/>
              <a:ext cx="272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ea typeface="仿宋_GB2312" pitchFamily="49" charset="-122"/>
                </a:rPr>
                <a:t>i</a:t>
              </a:r>
            </a:p>
          </p:txBody>
        </p:sp>
        <p:sp>
          <p:nvSpPr>
            <p:cNvPr id="23593" name="Text Box 72"/>
            <p:cNvSpPr txBox="1">
              <a:spLocks noChangeArrowheads="1"/>
            </p:cNvSpPr>
            <p:nvPr/>
          </p:nvSpPr>
          <p:spPr bwMode="auto">
            <a:xfrm>
              <a:off x="3969" y="1298"/>
              <a:ext cx="408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ea typeface="仿宋_GB2312" pitchFamily="49" charset="-122"/>
                </a:rPr>
                <a:t>u</a:t>
              </a:r>
              <a:r>
                <a:rPr lang="en-US" altLang="zh-CN" b="0" baseline="-25000">
                  <a:solidFill>
                    <a:schemeClr val="bg1"/>
                  </a:solidFill>
                  <a:latin typeface="Times New Roman" pitchFamily="18" charset="0"/>
                  <a:ea typeface="仿宋_GB2312" pitchFamily="49" charset="-122"/>
                </a:rPr>
                <a:t>C</a:t>
              </a:r>
            </a:p>
          </p:txBody>
        </p:sp>
        <p:sp>
          <p:nvSpPr>
            <p:cNvPr id="23594" name="Line 73"/>
            <p:cNvSpPr>
              <a:spLocks noChangeShapeType="1"/>
            </p:cNvSpPr>
            <p:nvPr/>
          </p:nvSpPr>
          <p:spPr bwMode="auto">
            <a:xfrm>
              <a:off x="3787" y="1616"/>
              <a:ext cx="0" cy="272"/>
            </a:xfrm>
            <a:prstGeom prst="line">
              <a:avLst/>
            </a:prstGeom>
            <a:noFill/>
            <a:ln w="28575">
              <a:solidFill>
                <a:srgbClr val="00FFFF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595" name="Text Box 74"/>
            <p:cNvSpPr txBox="1">
              <a:spLocks noChangeArrowheads="1"/>
            </p:cNvSpPr>
            <p:nvPr/>
          </p:nvSpPr>
          <p:spPr bwMode="auto">
            <a:xfrm>
              <a:off x="3334" y="754"/>
              <a:ext cx="635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仿宋_GB2312" pitchFamily="49" charset="-122"/>
                </a:rPr>
                <a:t>(</a:t>
              </a:r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ea typeface="仿宋_GB2312" pitchFamily="49" charset="-122"/>
                </a:rPr>
                <a:t>t=</a:t>
              </a:r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仿宋_GB2312" pitchFamily="49" charset="-122"/>
                </a:rPr>
                <a:t>0)</a:t>
              </a:r>
            </a:p>
          </p:txBody>
        </p:sp>
        <p:grpSp>
          <p:nvGrpSpPr>
            <p:cNvPr id="23596" name="Group 75"/>
            <p:cNvGrpSpPr>
              <a:grpSpLocks/>
            </p:cNvGrpSpPr>
            <p:nvPr/>
          </p:nvGrpSpPr>
          <p:grpSpPr bwMode="auto">
            <a:xfrm>
              <a:off x="3742" y="1434"/>
              <a:ext cx="240" cy="93"/>
              <a:chOff x="3787" y="2478"/>
              <a:chExt cx="240" cy="93"/>
            </a:xfrm>
          </p:grpSpPr>
          <p:sp>
            <p:nvSpPr>
              <p:cNvPr id="23597" name="Line 76"/>
              <p:cNvSpPr>
                <a:spLocks noChangeShapeType="1"/>
              </p:cNvSpPr>
              <p:nvPr/>
            </p:nvSpPr>
            <p:spPr bwMode="auto">
              <a:xfrm flipV="1">
                <a:off x="3787" y="2568"/>
                <a:ext cx="240" cy="3"/>
              </a:xfrm>
              <a:prstGeom prst="line">
                <a:avLst/>
              </a:prstGeom>
              <a:noFill/>
              <a:ln w="57150">
                <a:solidFill>
                  <a:srgbClr val="FF99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598" name="Line 77"/>
              <p:cNvSpPr>
                <a:spLocks noChangeShapeType="1"/>
              </p:cNvSpPr>
              <p:nvPr/>
            </p:nvSpPr>
            <p:spPr bwMode="auto">
              <a:xfrm>
                <a:off x="3787" y="2478"/>
                <a:ext cx="240" cy="1"/>
              </a:xfrm>
              <a:prstGeom prst="line">
                <a:avLst/>
              </a:prstGeom>
              <a:noFill/>
              <a:ln w="57150">
                <a:solidFill>
                  <a:srgbClr val="FF99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23599" name="Rectangle 78"/>
            <p:cNvSpPr>
              <a:spLocks noChangeArrowheads="1"/>
            </p:cNvSpPr>
            <p:nvPr/>
          </p:nvSpPr>
          <p:spPr bwMode="auto">
            <a:xfrm>
              <a:off x="2653" y="1344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</a:gradFill>
            <a:ln w="2857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600" name="Oval 79"/>
            <p:cNvSpPr>
              <a:spLocks noChangeArrowheads="1"/>
            </p:cNvSpPr>
            <p:nvPr/>
          </p:nvSpPr>
          <p:spPr bwMode="auto">
            <a:xfrm>
              <a:off x="3288" y="1071"/>
              <a:ext cx="71" cy="68"/>
            </a:xfrm>
            <a:prstGeom prst="ellips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601" name="Oval 80"/>
            <p:cNvSpPr>
              <a:spLocks noChangeArrowheads="1"/>
            </p:cNvSpPr>
            <p:nvPr/>
          </p:nvSpPr>
          <p:spPr bwMode="auto">
            <a:xfrm>
              <a:off x="3016" y="1071"/>
              <a:ext cx="71" cy="68"/>
            </a:xfrm>
            <a:prstGeom prst="ellips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23602" name="Group 84"/>
          <p:cNvGrpSpPr>
            <a:grpSpLocks/>
          </p:cNvGrpSpPr>
          <p:nvPr/>
        </p:nvGrpSpPr>
        <p:grpSpPr bwMode="auto">
          <a:xfrm>
            <a:off x="6588125" y="6445250"/>
            <a:ext cx="792163" cy="366713"/>
            <a:chOff x="4649" y="4020"/>
            <a:chExt cx="499" cy="231"/>
          </a:xfrm>
        </p:grpSpPr>
        <p:pic>
          <p:nvPicPr>
            <p:cNvPr id="23603" name="Picture 85" descr="78900"/>
            <p:cNvPicPr>
              <a:picLocks noChangeAspect="1" noChangeArrowheads="1"/>
            </p:cNvPicPr>
            <p:nvPr/>
          </p:nvPicPr>
          <p:blipFill>
            <a:blip r:embed="rId10"/>
            <a:srcRect/>
            <a:stretch>
              <a:fillRect/>
            </a:stretch>
          </p:blipFill>
          <p:spPr bwMode="auto"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23604" name="Text Box 86">
              <a:hlinkClick r:id="rId12" action="ppaction://hlinksldjump"/>
            </p:cNvPr>
            <p:cNvSpPr txBox="1">
              <a:spLocks noChangeArrowheads="1"/>
            </p:cNvSpPr>
            <p:nvPr/>
          </p:nvSpPr>
          <p:spPr bwMode="auto"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0">
                  <a:solidFill>
                    <a:schemeClr val="bg1"/>
                  </a:solidFill>
                  <a:latin typeface="隶书" pitchFamily="49" charset="-122"/>
                  <a:ea typeface="隶书" pitchFamily="49" charset="-122"/>
                </a:rPr>
                <a:t>返 回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911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11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911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911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" dur="500"/>
                                        <p:tgtEl>
                                          <p:spTgt spid="91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500"/>
                            </p:stCondLst>
                            <p:childTnLst>
                              <p:par>
                                <p:cTn id="1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100"/>
                                        <p:tgtEl>
                                          <p:spTgt spid="91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911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911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911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911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1000"/>
                                        <p:tgtEl>
                                          <p:spTgt spid="91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6" dur="500"/>
                                        <p:tgtEl>
                                          <p:spTgt spid="91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0" dur="1000"/>
                                        <p:tgtEl>
                                          <p:spTgt spid="91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911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911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1000"/>
                            </p:stCondLst>
                            <p:childTnLst>
                              <p:par>
                                <p:cTn id="48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50" dur="1000"/>
                                        <p:tgtEl>
                                          <p:spTgt spid="91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55" dur="500"/>
                                        <p:tgtEl>
                                          <p:spTgt spid="91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500"/>
                            </p:stCondLst>
                            <p:childTnLst>
                              <p:par>
                                <p:cTn id="5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1000"/>
                                        <p:tgtEl>
                                          <p:spTgt spid="91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911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911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500"/>
                            </p:stCondLst>
                            <p:childTnLst>
                              <p:par>
                                <p:cTn id="6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1000"/>
                                        <p:tgtEl>
                                          <p:spTgt spid="91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911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911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500"/>
                            </p:stCondLst>
                            <p:childTnLst>
                              <p:par>
                                <p:cTn id="77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9" dur="1000"/>
                                        <p:tgtEl>
                                          <p:spTgt spid="91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84" dur="500"/>
                                        <p:tgtEl>
                                          <p:spTgt spid="91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500"/>
                            </p:stCondLst>
                            <p:childTnLst>
                              <p:par>
                                <p:cTn id="8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1000"/>
                                        <p:tgtEl>
                                          <p:spTgt spid="91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3" dur="500"/>
                                        <p:tgtEl>
                                          <p:spTgt spid="91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500"/>
                            </p:stCondLst>
                            <p:childTnLst>
                              <p:par>
                                <p:cTn id="95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911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911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1138" grpId="0"/>
      <p:bldP spid="91139" grpId="0"/>
      <p:bldP spid="91164" grpId="0" animBg="1"/>
      <p:bldP spid="91167" grpId="0" animBg="1"/>
      <p:bldP spid="91168" grpId="0"/>
      <p:bldP spid="91171" grpId="0" animBg="1"/>
      <p:bldP spid="91172" grpId="0"/>
      <p:bldP spid="91175" grpId="0" animBg="1"/>
      <p:bldP spid="91176" grpId="0"/>
      <p:bldP spid="91178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0117" name="Object 5"/>
          <p:cNvGraphicFramePr>
            <a:graphicFrameLocks noChangeAspect="1"/>
          </p:cNvGraphicFramePr>
          <p:nvPr/>
        </p:nvGraphicFramePr>
        <p:xfrm>
          <a:off x="1004888" y="1254125"/>
          <a:ext cx="3638550" cy="1082675"/>
        </p:xfrm>
        <a:graphic>
          <a:graphicData uri="http://schemas.openxmlformats.org/presentationml/2006/ole">
            <p:oleObj spid="_x0000_s24577" r:id="rId3" imgW="1262880" imgH="403560" progId="Equation.3">
              <p:embed/>
            </p:oleObj>
          </a:graphicData>
        </a:graphic>
      </p:graphicFrame>
      <p:graphicFrame>
        <p:nvGraphicFramePr>
          <p:cNvPr id="90118" name="Object 6"/>
          <p:cNvGraphicFramePr>
            <a:graphicFrameLocks noChangeAspect="1"/>
          </p:cNvGraphicFramePr>
          <p:nvPr/>
        </p:nvGraphicFramePr>
        <p:xfrm>
          <a:off x="1979613" y="2420938"/>
          <a:ext cx="4976812" cy="1125537"/>
        </p:xfrm>
        <a:graphic>
          <a:graphicData uri="http://schemas.openxmlformats.org/presentationml/2006/ole">
            <p:oleObj spid="_x0000_s24578" r:id="rId4" imgW="1819080" imgH="403560" progId="Equation.3">
              <p:embed/>
            </p:oleObj>
          </a:graphicData>
        </a:graphic>
      </p:graphicFrame>
      <p:graphicFrame>
        <p:nvGraphicFramePr>
          <p:cNvPr id="90119" name="Object 7"/>
          <p:cNvGraphicFramePr>
            <a:graphicFrameLocks noChangeAspect="1"/>
          </p:cNvGraphicFramePr>
          <p:nvPr/>
        </p:nvGraphicFramePr>
        <p:xfrm>
          <a:off x="1979613" y="3429000"/>
          <a:ext cx="4170362" cy="1160463"/>
        </p:xfrm>
        <a:graphic>
          <a:graphicData uri="http://schemas.openxmlformats.org/presentationml/2006/ole">
            <p:oleObj spid="_x0000_s24579" r:id="rId5" imgW="1483200" imgH="403560" progId="Equation.3">
              <p:embed/>
            </p:oleObj>
          </a:graphicData>
        </a:graphic>
      </p:graphicFrame>
      <p:sp>
        <p:nvSpPr>
          <p:cNvPr id="90121" name="Text Box 9"/>
          <p:cNvSpPr txBox="1">
            <a:spLocks noChangeArrowheads="1"/>
          </p:cNvSpPr>
          <p:nvPr/>
        </p:nvSpPr>
        <p:spPr bwMode="auto">
          <a:xfrm>
            <a:off x="611188" y="4724400"/>
            <a:ext cx="1749425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lang="en-US" altLang="zh-CN" b="0" i="1">
                <a:latin typeface="Times New Roman" pitchFamily="18" charset="0"/>
                <a:ea typeface="宋体" pitchFamily="2" charset="-122"/>
              </a:rPr>
              <a:t>t </a:t>
            </a:r>
            <a:r>
              <a:rPr lang="en-US" altLang="zh-CN" b="0">
                <a:latin typeface="Times New Roman" pitchFamily="18" charset="0"/>
                <a:ea typeface="宋体" pitchFamily="2" charset="-122"/>
              </a:rPr>
              <a:t>= 0</a:t>
            </a:r>
            <a:r>
              <a:rPr lang="en-US" altLang="zh-CN" b="0" baseline="-25000">
                <a:latin typeface="Times New Roman" pitchFamily="18" charset="0"/>
                <a:ea typeface="宋体" pitchFamily="2" charset="-122"/>
              </a:rPr>
              <a:t>+</a:t>
            </a:r>
            <a:r>
              <a:rPr lang="en-US" altLang="zh-CN" baseline="-25000">
                <a:latin typeface="Times New Roman" pitchFamily="18" charset="0"/>
                <a:ea typeface="宋体" pitchFamily="2" charset="-122"/>
              </a:rPr>
              <a:t> </a:t>
            </a:r>
            <a:r>
              <a:rPr lang="zh-CN" altLang="en-US">
                <a:latin typeface="Times New Roman" pitchFamily="18" charset="0"/>
              </a:rPr>
              <a:t>时刻</a:t>
            </a:r>
          </a:p>
        </p:txBody>
      </p:sp>
      <p:graphicFrame>
        <p:nvGraphicFramePr>
          <p:cNvPr id="90122" name="Object 10"/>
          <p:cNvGraphicFramePr>
            <a:graphicFrameLocks noChangeAspect="1"/>
          </p:cNvGraphicFramePr>
          <p:nvPr/>
        </p:nvGraphicFramePr>
        <p:xfrm>
          <a:off x="2587625" y="4492625"/>
          <a:ext cx="5308600" cy="1139825"/>
        </p:xfrm>
        <a:graphic>
          <a:graphicData uri="http://schemas.openxmlformats.org/presentationml/2006/ole">
            <p:oleObj spid="_x0000_s24581" r:id="rId6" imgW="1923480" imgH="403560" progId="Equation.3">
              <p:embed/>
            </p:oleObj>
          </a:graphicData>
        </a:graphic>
      </p:graphicFrame>
      <p:grpSp>
        <p:nvGrpSpPr>
          <p:cNvPr id="90125" name="Group 13"/>
          <p:cNvGrpSpPr>
            <a:grpSpLocks/>
          </p:cNvGrpSpPr>
          <p:nvPr/>
        </p:nvGrpSpPr>
        <p:grpSpPr bwMode="auto">
          <a:xfrm>
            <a:off x="5867400" y="692150"/>
            <a:ext cx="2006600" cy="1439863"/>
            <a:chOff x="591" y="538"/>
            <a:chExt cx="1111" cy="779"/>
          </a:xfrm>
        </p:grpSpPr>
        <p:sp>
          <p:nvSpPr>
            <p:cNvPr id="24583" name="Line 14"/>
            <p:cNvSpPr>
              <a:spLocks noChangeShapeType="1"/>
            </p:cNvSpPr>
            <p:nvPr/>
          </p:nvSpPr>
          <p:spPr bwMode="auto">
            <a:xfrm>
              <a:off x="1363" y="920"/>
              <a:ext cx="269" cy="0"/>
            </a:xfrm>
            <a:prstGeom prst="line">
              <a:avLst/>
            </a:prstGeom>
            <a:noFill/>
            <a:ln w="57150">
              <a:solidFill>
                <a:srgbClr val="FF99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584" name="Line 15"/>
            <p:cNvSpPr>
              <a:spLocks noChangeShapeType="1"/>
            </p:cNvSpPr>
            <p:nvPr/>
          </p:nvSpPr>
          <p:spPr bwMode="auto">
            <a:xfrm>
              <a:off x="1363" y="1000"/>
              <a:ext cx="269" cy="0"/>
            </a:xfrm>
            <a:prstGeom prst="line">
              <a:avLst/>
            </a:prstGeom>
            <a:noFill/>
            <a:ln w="57150">
              <a:solidFill>
                <a:srgbClr val="FF99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585" name="Line 16"/>
            <p:cNvSpPr>
              <a:spLocks noChangeShapeType="1"/>
            </p:cNvSpPr>
            <p:nvPr/>
          </p:nvSpPr>
          <p:spPr bwMode="auto">
            <a:xfrm flipV="1">
              <a:off x="673" y="576"/>
              <a:ext cx="805" cy="1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586" name="Line 17"/>
            <p:cNvSpPr>
              <a:spLocks noChangeShapeType="1"/>
            </p:cNvSpPr>
            <p:nvPr/>
          </p:nvSpPr>
          <p:spPr bwMode="auto">
            <a:xfrm>
              <a:off x="636" y="1296"/>
              <a:ext cx="842" cy="0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587" name="Line 18"/>
            <p:cNvSpPr>
              <a:spLocks noChangeShapeType="1"/>
            </p:cNvSpPr>
            <p:nvPr/>
          </p:nvSpPr>
          <p:spPr bwMode="auto">
            <a:xfrm>
              <a:off x="785" y="615"/>
              <a:ext cx="236" cy="9"/>
            </a:xfrm>
            <a:prstGeom prst="line">
              <a:avLst/>
            </a:prstGeom>
            <a:noFill/>
            <a:ln w="28575">
              <a:solidFill>
                <a:srgbClr val="00FFFF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588" name="Text Box 19"/>
            <p:cNvSpPr txBox="1">
              <a:spLocks noChangeArrowheads="1"/>
            </p:cNvSpPr>
            <p:nvPr/>
          </p:nvSpPr>
          <p:spPr bwMode="auto">
            <a:xfrm>
              <a:off x="848" y="651"/>
              <a:ext cx="156" cy="281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i</a:t>
              </a:r>
              <a:endParaRPr lang="en-US" altLang="zh-CN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24589" name="Text Box 20"/>
            <p:cNvSpPr txBox="1">
              <a:spLocks noChangeArrowheads="1"/>
            </p:cNvSpPr>
            <p:nvPr/>
          </p:nvSpPr>
          <p:spPr bwMode="auto">
            <a:xfrm>
              <a:off x="1096" y="802"/>
              <a:ext cx="307" cy="281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pPr algn="ctr"/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u</a:t>
              </a:r>
              <a:r>
                <a:rPr lang="en-US" altLang="zh-CN" b="0" i="1" baseline="-2500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c</a:t>
              </a:r>
              <a:endParaRPr lang="en-US" altLang="zh-CN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24590" name="Line 21"/>
            <p:cNvSpPr>
              <a:spLocks noChangeShapeType="1"/>
            </p:cNvSpPr>
            <p:nvPr/>
          </p:nvSpPr>
          <p:spPr bwMode="auto">
            <a:xfrm flipH="1">
              <a:off x="1440" y="1296"/>
              <a:ext cx="48" cy="0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591" name="Line 22"/>
            <p:cNvSpPr>
              <a:spLocks noChangeShapeType="1"/>
            </p:cNvSpPr>
            <p:nvPr/>
          </p:nvSpPr>
          <p:spPr bwMode="auto">
            <a:xfrm>
              <a:off x="1488" y="1008"/>
              <a:ext cx="0" cy="288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592" name="Line 23"/>
            <p:cNvSpPr>
              <a:spLocks noChangeShapeType="1"/>
            </p:cNvSpPr>
            <p:nvPr/>
          </p:nvSpPr>
          <p:spPr bwMode="auto">
            <a:xfrm flipV="1">
              <a:off x="1488" y="576"/>
              <a:ext cx="0" cy="336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593" name="Text Box 24"/>
            <p:cNvSpPr txBox="1">
              <a:spLocks noChangeArrowheads="1"/>
            </p:cNvSpPr>
            <p:nvPr/>
          </p:nvSpPr>
          <p:spPr bwMode="auto">
            <a:xfrm>
              <a:off x="1469" y="1012"/>
              <a:ext cx="233" cy="281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C</a:t>
              </a:r>
              <a:endParaRPr lang="en-US" altLang="zh-CN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24594" name="Oval 25"/>
            <p:cNvSpPr>
              <a:spLocks noChangeArrowheads="1"/>
            </p:cNvSpPr>
            <p:nvPr/>
          </p:nvSpPr>
          <p:spPr bwMode="auto">
            <a:xfrm>
              <a:off x="591" y="538"/>
              <a:ext cx="72" cy="82"/>
            </a:xfrm>
            <a:prstGeom prst="ellips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4595" name="Oval 26"/>
            <p:cNvSpPr>
              <a:spLocks noChangeArrowheads="1"/>
            </p:cNvSpPr>
            <p:nvPr/>
          </p:nvSpPr>
          <p:spPr bwMode="auto">
            <a:xfrm>
              <a:off x="595" y="1235"/>
              <a:ext cx="72" cy="82"/>
            </a:xfrm>
            <a:prstGeom prst="ellips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4596" name="Text Box 27"/>
            <p:cNvSpPr txBox="1">
              <a:spLocks noChangeArrowheads="1"/>
            </p:cNvSpPr>
            <p:nvPr/>
          </p:nvSpPr>
          <p:spPr bwMode="auto">
            <a:xfrm>
              <a:off x="1245" y="619"/>
              <a:ext cx="213" cy="281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+</a:t>
              </a:r>
            </a:p>
          </p:txBody>
        </p:sp>
        <p:sp>
          <p:nvSpPr>
            <p:cNvPr id="24597" name="Text Box 28"/>
            <p:cNvSpPr txBox="1">
              <a:spLocks noChangeArrowheads="1"/>
            </p:cNvSpPr>
            <p:nvPr/>
          </p:nvSpPr>
          <p:spPr bwMode="auto">
            <a:xfrm>
              <a:off x="1289" y="979"/>
              <a:ext cx="168" cy="281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-</a:t>
              </a:r>
            </a:p>
          </p:txBody>
        </p:sp>
      </p:grpSp>
      <p:sp>
        <p:nvSpPr>
          <p:cNvPr id="90149" name="Text Box 37"/>
          <p:cNvSpPr txBox="1">
            <a:spLocks noChangeArrowheads="1"/>
          </p:cNvSpPr>
          <p:nvPr/>
        </p:nvSpPr>
        <p:spPr bwMode="auto">
          <a:xfrm>
            <a:off x="611188" y="625475"/>
            <a:ext cx="3744912" cy="547688"/>
          </a:xfrm>
          <a:prstGeom prst="rect">
            <a:avLst/>
          </a:prstGeom>
          <a:noFill/>
          <a:ln w="28575">
            <a:solidFill>
              <a:srgbClr val="00FFFF"/>
            </a:solidFill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marL="342900" indent="-342900">
              <a:spcBef>
                <a:spcPct val="50000"/>
              </a:spcBef>
              <a:buFontTx/>
              <a:buAutoNum type="circleNumDbPlain" startAt="2"/>
            </a:pPr>
            <a:r>
              <a:rPr lang="zh-CN" altLang="en-US">
                <a:latin typeface="楷体_GB2312" pitchFamily="49" charset="-122"/>
              </a:rPr>
              <a:t>电容的初始条件</a:t>
            </a:r>
          </a:p>
        </p:txBody>
      </p:sp>
      <p:grpSp>
        <p:nvGrpSpPr>
          <p:cNvPr id="90152" name="Group 40"/>
          <p:cNvGrpSpPr>
            <a:grpSpLocks/>
          </p:cNvGrpSpPr>
          <p:nvPr/>
        </p:nvGrpSpPr>
        <p:grpSpPr bwMode="auto">
          <a:xfrm>
            <a:off x="6300788" y="4078288"/>
            <a:ext cx="1366837" cy="1655762"/>
            <a:chOff x="3833" y="1525"/>
            <a:chExt cx="1043" cy="862"/>
          </a:xfrm>
        </p:grpSpPr>
        <p:sp>
          <p:nvSpPr>
            <p:cNvPr id="24600" name="Line 38"/>
            <p:cNvSpPr>
              <a:spLocks noChangeShapeType="1"/>
            </p:cNvSpPr>
            <p:nvPr/>
          </p:nvSpPr>
          <p:spPr bwMode="auto">
            <a:xfrm flipV="1">
              <a:off x="3833" y="1752"/>
              <a:ext cx="771" cy="635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601" name="Text Box 39"/>
            <p:cNvSpPr txBox="1">
              <a:spLocks noChangeArrowheads="1"/>
            </p:cNvSpPr>
            <p:nvPr/>
          </p:nvSpPr>
          <p:spPr bwMode="auto">
            <a:xfrm>
              <a:off x="4603" y="1525"/>
              <a:ext cx="273" cy="30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3200" b="0">
                  <a:solidFill>
                    <a:srgbClr val="FF3300"/>
                  </a:solidFill>
                  <a:latin typeface="Times New Roman" pitchFamily="18" charset="0"/>
                  <a:ea typeface="仿宋_GB2312" pitchFamily="49" charset="-122"/>
                </a:rPr>
                <a:t>0</a:t>
              </a:r>
            </a:p>
          </p:txBody>
        </p:sp>
      </p:grpSp>
      <p:grpSp>
        <p:nvGrpSpPr>
          <p:cNvPr id="24602" name="Group 48"/>
          <p:cNvGrpSpPr>
            <a:grpSpLocks/>
          </p:cNvGrpSpPr>
          <p:nvPr/>
        </p:nvGrpSpPr>
        <p:grpSpPr bwMode="auto"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24603" name="Picture 49" descr="78900"/>
            <p:cNvPicPr>
              <a:picLocks noChangeAspect="1" noChangeArrowheads="1"/>
            </p:cNvPicPr>
            <p:nvPr/>
          </p:nvPicPr>
          <p:blipFill>
            <a:blip r:embed="rId7"/>
            <a:srcRect/>
            <a:stretch>
              <a:fillRect/>
            </a:stretch>
          </p:blipFill>
          <p:spPr bwMode="auto"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24604" name="Text Box 50">
              <a:hlinkClick r:id="" action="ppaction://hlinkshowjump?jump=nextslide"/>
            </p:cNvPr>
            <p:cNvSpPr txBox="1">
              <a:spLocks noChangeArrowheads="1"/>
            </p:cNvSpPr>
            <p:nvPr/>
          </p:nvSpPr>
          <p:spPr bwMode="auto"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0">
                  <a:solidFill>
                    <a:schemeClr val="bg1"/>
                  </a:solidFill>
                  <a:latin typeface="隶书" pitchFamily="49" charset="-122"/>
                  <a:ea typeface="隶书" pitchFamily="49" charset="-122"/>
                </a:rPr>
                <a:t>下 页</a:t>
              </a:r>
            </a:p>
          </p:txBody>
        </p:sp>
      </p:grpSp>
      <p:grpSp>
        <p:nvGrpSpPr>
          <p:cNvPr id="24605" name="Group 51"/>
          <p:cNvGrpSpPr>
            <a:grpSpLocks/>
          </p:cNvGrpSpPr>
          <p:nvPr/>
        </p:nvGrpSpPr>
        <p:grpSpPr bwMode="auto">
          <a:xfrm>
            <a:off x="7453313" y="6446838"/>
            <a:ext cx="792162" cy="366712"/>
            <a:chOff x="4649" y="4020"/>
            <a:chExt cx="499" cy="231"/>
          </a:xfrm>
        </p:grpSpPr>
        <p:pic>
          <p:nvPicPr>
            <p:cNvPr id="24606" name="Picture 52" descr="78900"/>
            <p:cNvPicPr>
              <a:picLocks noChangeAspect="1" noChangeArrowheads="1"/>
            </p:cNvPicPr>
            <p:nvPr/>
          </p:nvPicPr>
          <p:blipFill>
            <a:blip r:embed="rId7"/>
            <a:srcRect/>
            <a:stretch>
              <a:fillRect/>
            </a:stretch>
          </p:blipFill>
          <p:spPr bwMode="auto"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24607" name="Text Box 53">
              <a:hlinkClick r:id="" action="ppaction://hlinkshowjump?jump=previousslide"/>
            </p:cNvPr>
            <p:cNvSpPr txBox="1">
              <a:spLocks noChangeArrowheads="1"/>
            </p:cNvSpPr>
            <p:nvPr/>
          </p:nvSpPr>
          <p:spPr bwMode="auto"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0">
                  <a:solidFill>
                    <a:schemeClr val="bg1"/>
                  </a:solidFill>
                  <a:latin typeface="隶书" pitchFamily="49" charset="-122"/>
                  <a:ea typeface="隶书" pitchFamily="49" charset="-122"/>
                </a:rPr>
                <a:t>上 页</a:t>
              </a:r>
            </a:p>
          </p:txBody>
        </p:sp>
      </p:grpSp>
      <p:sp>
        <p:nvSpPr>
          <p:cNvPr id="90172" name="Rectangle 60"/>
          <p:cNvSpPr>
            <a:spLocks noChangeArrowheads="1"/>
          </p:cNvSpPr>
          <p:nvPr/>
        </p:nvSpPr>
        <p:spPr bwMode="auto">
          <a:xfrm>
            <a:off x="684213" y="5516563"/>
            <a:ext cx="2840037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lang="zh-CN" altLang="en-US">
                <a:latin typeface="Times New Roman" pitchFamily="18" charset="0"/>
              </a:rPr>
              <a:t>当</a:t>
            </a:r>
            <a:r>
              <a:rPr lang="en-US" altLang="zh-CN" b="0" i="1">
                <a:latin typeface="Times New Roman" pitchFamily="18" charset="0"/>
                <a:ea typeface="宋体" pitchFamily="2" charset="-122"/>
              </a:rPr>
              <a:t>i</a:t>
            </a:r>
            <a:r>
              <a:rPr lang="en-US" altLang="zh-CN" b="0">
                <a:latin typeface="Times New Roman" pitchFamily="18" charset="0"/>
                <a:ea typeface="宋体" pitchFamily="2" charset="-122"/>
              </a:rPr>
              <a:t>(</a:t>
            </a:r>
            <a:r>
              <a:rPr lang="en-US" altLang="zh-CN" b="0">
                <a:latin typeface="Times New Roman" pitchFamily="18" charset="0"/>
                <a:ea typeface="宋体" pitchFamily="2" charset="-122"/>
                <a:sym typeface="Symbol" pitchFamily="18" charset="2"/>
              </a:rPr>
              <a:t>)</a:t>
            </a:r>
            <a:r>
              <a:rPr lang="zh-CN" altLang="en-US">
                <a:latin typeface="Times New Roman" pitchFamily="18" charset="0"/>
              </a:rPr>
              <a:t>为有限值时</a:t>
            </a:r>
          </a:p>
        </p:txBody>
      </p:sp>
      <p:grpSp>
        <p:nvGrpSpPr>
          <p:cNvPr id="24609" name="Group 64"/>
          <p:cNvGrpSpPr>
            <a:grpSpLocks/>
          </p:cNvGrpSpPr>
          <p:nvPr/>
        </p:nvGrpSpPr>
        <p:grpSpPr bwMode="auto">
          <a:xfrm>
            <a:off x="6588125" y="6445250"/>
            <a:ext cx="792163" cy="366713"/>
            <a:chOff x="4649" y="4020"/>
            <a:chExt cx="499" cy="231"/>
          </a:xfrm>
        </p:grpSpPr>
        <p:pic>
          <p:nvPicPr>
            <p:cNvPr id="24610" name="Picture 65" descr="78900"/>
            <p:cNvPicPr>
              <a:picLocks noChangeAspect="1" noChangeArrowheads="1"/>
            </p:cNvPicPr>
            <p:nvPr/>
          </p:nvPicPr>
          <p:blipFill>
            <a:blip r:embed="rId7"/>
            <a:srcRect/>
            <a:stretch>
              <a:fillRect/>
            </a:stretch>
          </p:blipFill>
          <p:spPr bwMode="auto"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24611" name="Text Box 66">
              <a:hlinkClick r:id="rId8" action="ppaction://hlinksldjump"/>
            </p:cNvPr>
            <p:cNvSpPr txBox="1">
              <a:spLocks noChangeArrowheads="1"/>
            </p:cNvSpPr>
            <p:nvPr/>
          </p:nvSpPr>
          <p:spPr bwMode="auto"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0">
                  <a:solidFill>
                    <a:schemeClr val="bg1"/>
                  </a:solidFill>
                  <a:latin typeface="隶书" pitchFamily="49" charset="-122"/>
                  <a:ea typeface="隶书" pitchFamily="49" charset="-122"/>
                </a:rPr>
                <a:t>返 回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9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01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01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0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90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90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90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901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901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1000"/>
                                        <p:tgtEl>
                                          <p:spTgt spid="90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901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901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1000"/>
                                        <p:tgtEl>
                                          <p:spTgt spid="90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0121" grpId="0" build="p"/>
      <p:bldP spid="90149" grpId="0" animBg="1"/>
      <p:bldP spid="90172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44" name="Text Box 24"/>
          <p:cNvSpPr txBox="1">
            <a:spLocks noChangeArrowheads="1"/>
          </p:cNvSpPr>
          <p:nvPr/>
        </p:nvSpPr>
        <p:spPr bwMode="auto">
          <a:xfrm>
            <a:off x="2627313" y="1687513"/>
            <a:ext cx="3457575" cy="641350"/>
          </a:xfrm>
          <a:prstGeom prst="rect">
            <a:avLst/>
          </a:prstGeom>
          <a:gradFill rotWithShape="1">
            <a:gsLst>
              <a:gs pos="0">
                <a:schemeClr val="folHlink"/>
              </a:gs>
              <a:gs pos="100000">
                <a:schemeClr val="bg1"/>
              </a:gs>
            </a:gsLst>
            <a:lin ang="5400000" scaled="1"/>
          </a:gradFill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3600" b="0" i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rPr>
              <a:t>q</a:t>
            </a:r>
            <a:r>
              <a:rPr lang="en-US" altLang="zh-CN" sz="3600" b="0" i="1" baseline="-25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rPr>
              <a:t> </a:t>
            </a:r>
            <a:r>
              <a:rPr lang="en-US" altLang="zh-CN" sz="3600" b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rPr>
              <a:t>(0</a:t>
            </a:r>
            <a:r>
              <a:rPr lang="en-US" altLang="zh-CN" sz="3600" b="0" baseline="-25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rPr>
              <a:t>+</a:t>
            </a:r>
            <a:r>
              <a:rPr lang="en-US" altLang="zh-CN" sz="3600" b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rPr>
              <a:t>) </a:t>
            </a:r>
            <a:r>
              <a:rPr lang="en-US" altLang="zh-CN" sz="3600" b="0" i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rPr>
              <a:t>= q</a:t>
            </a:r>
            <a:r>
              <a:rPr lang="en-US" altLang="zh-CN" sz="3600" b="0" baseline="-25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rPr>
              <a:t> </a:t>
            </a:r>
            <a:r>
              <a:rPr lang="en-US" altLang="zh-CN" sz="3600" b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rPr>
              <a:t>(0</a:t>
            </a:r>
            <a:r>
              <a:rPr lang="zh-CN" altLang="en-US" sz="3600" b="0" baseline="-25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rPr>
              <a:t>－</a:t>
            </a:r>
            <a:r>
              <a:rPr lang="en-US" altLang="zh-CN" sz="3600" b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rPr>
              <a:t>)</a:t>
            </a:r>
          </a:p>
        </p:txBody>
      </p:sp>
      <p:sp>
        <p:nvSpPr>
          <p:cNvPr id="107545" name="Text Box 25"/>
          <p:cNvSpPr txBox="1">
            <a:spLocks noChangeArrowheads="1"/>
          </p:cNvSpPr>
          <p:nvPr/>
        </p:nvSpPr>
        <p:spPr bwMode="auto">
          <a:xfrm>
            <a:off x="2700338" y="731838"/>
            <a:ext cx="3384550" cy="641350"/>
          </a:xfrm>
          <a:prstGeom prst="rect">
            <a:avLst/>
          </a:prstGeom>
          <a:gradFill rotWithShape="1">
            <a:gsLst>
              <a:gs pos="0">
                <a:srgbClr val="FFCC00"/>
              </a:gs>
              <a:gs pos="100000">
                <a:schemeClr val="bg1"/>
              </a:gs>
            </a:gsLst>
            <a:lin ang="5400000" scaled="1"/>
          </a:gradFill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3600" b="0" i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rPr>
              <a:t>u</a:t>
            </a:r>
            <a:r>
              <a:rPr lang="en-US" altLang="zh-CN" sz="3600" b="0" i="1" baseline="-25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rPr>
              <a:t>C</a:t>
            </a:r>
            <a:r>
              <a:rPr lang="en-US" altLang="zh-CN" sz="3600" b="0" baseline="-25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rPr>
              <a:t> </a:t>
            </a:r>
            <a:r>
              <a:rPr lang="en-US" altLang="zh-CN" sz="3600" b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rPr>
              <a:t>(0</a:t>
            </a:r>
            <a:r>
              <a:rPr lang="en-US" altLang="zh-CN" sz="3600" b="0" baseline="-25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rPr>
              <a:t>+</a:t>
            </a:r>
            <a:r>
              <a:rPr lang="en-US" altLang="zh-CN" sz="3600" b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rPr>
              <a:t>) = </a:t>
            </a:r>
            <a:r>
              <a:rPr lang="en-US" altLang="zh-CN" sz="3600" b="0" i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rPr>
              <a:t>u</a:t>
            </a:r>
            <a:r>
              <a:rPr lang="en-US" altLang="zh-CN" sz="3600" b="0" i="1" baseline="-25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rPr>
              <a:t>C</a:t>
            </a:r>
            <a:r>
              <a:rPr lang="en-US" altLang="zh-CN" sz="3600" b="0" baseline="-25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rPr>
              <a:t> </a:t>
            </a:r>
            <a:r>
              <a:rPr lang="en-US" altLang="zh-CN" sz="3600" b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rPr>
              <a:t>(0</a:t>
            </a:r>
            <a:r>
              <a:rPr lang="zh-CN" altLang="en-US" sz="3600" b="0" baseline="-25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rPr>
              <a:t>－</a:t>
            </a:r>
            <a:r>
              <a:rPr lang="en-US" altLang="zh-CN" sz="3600" b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rPr>
              <a:t>)</a:t>
            </a:r>
          </a:p>
        </p:txBody>
      </p:sp>
      <p:sp>
        <p:nvSpPr>
          <p:cNvPr id="107546" name="Text Box 26"/>
          <p:cNvSpPr txBox="1">
            <a:spLocks noChangeArrowheads="1"/>
          </p:cNvSpPr>
          <p:nvPr/>
        </p:nvSpPr>
        <p:spPr bwMode="auto">
          <a:xfrm>
            <a:off x="1187450" y="3141663"/>
            <a:ext cx="7200900" cy="1117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>
              <a:lnSpc>
                <a:spcPct val="120000"/>
              </a:lnSpc>
              <a:spcBef>
                <a:spcPct val="50000"/>
              </a:spcBef>
            </a:pPr>
            <a:r>
              <a:rPr lang="en-US" altLang="zh-CN">
                <a:latin typeface="楷体_GB2312" pitchFamily="49" charset="-122"/>
              </a:rPr>
              <a:t>    </a:t>
            </a:r>
            <a:r>
              <a:rPr lang="zh-CN" altLang="en-US">
                <a:latin typeface="楷体_GB2312" pitchFamily="49" charset="-122"/>
              </a:rPr>
              <a:t>换路瞬间，若电容电流保持为有限值， 则电容电压（电荷）换路前后保持不变。</a:t>
            </a:r>
          </a:p>
        </p:txBody>
      </p:sp>
      <p:grpSp>
        <p:nvGrpSpPr>
          <p:cNvPr id="107551" name="Group 31"/>
          <p:cNvGrpSpPr>
            <a:grpSpLocks/>
          </p:cNvGrpSpPr>
          <p:nvPr/>
        </p:nvGrpSpPr>
        <p:grpSpPr bwMode="auto">
          <a:xfrm>
            <a:off x="900113" y="1484313"/>
            <a:ext cx="1482725" cy="647700"/>
            <a:chOff x="540" y="2614"/>
            <a:chExt cx="934" cy="408"/>
          </a:xfrm>
        </p:grpSpPr>
        <p:sp>
          <p:nvSpPr>
            <p:cNvPr id="25605" name="Text Box 32"/>
            <p:cNvSpPr txBox="1">
              <a:spLocks noChangeArrowheads="1"/>
            </p:cNvSpPr>
            <p:nvPr/>
          </p:nvSpPr>
          <p:spPr bwMode="auto">
            <a:xfrm>
              <a:off x="540" y="2614"/>
              <a:ext cx="934" cy="3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sz="3200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q</a:t>
              </a:r>
              <a:r>
                <a:rPr lang="en-US" altLang="zh-CN" sz="3200" b="0" i="1" baseline="-2500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 </a:t>
              </a:r>
              <a:r>
                <a:rPr lang="en-US" altLang="zh-CN" sz="3200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=C u</a:t>
              </a:r>
              <a:r>
                <a:rPr lang="en-US" altLang="zh-CN" sz="3200" b="0" i="1" baseline="-2500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C</a:t>
              </a:r>
              <a:endParaRPr lang="en-US" altLang="zh-CN" sz="3200" b="0" baseline="-2500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25606" name="Line 33"/>
            <p:cNvSpPr>
              <a:spLocks noChangeShapeType="1"/>
            </p:cNvSpPr>
            <p:nvPr/>
          </p:nvSpPr>
          <p:spPr bwMode="auto">
            <a:xfrm>
              <a:off x="703" y="3022"/>
              <a:ext cx="635" cy="0"/>
            </a:xfrm>
            <a:prstGeom prst="line">
              <a:avLst/>
            </a:prstGeom>
            <a:noFill/>
            <a:ln w="76200">
              <a:solidFill>
                <a:srgbClr val="0099FF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07554" name="AutoShape 34" descr="羊皮纸"/>
          <p:cNvSpPr>
            <a:spLocks noChangeArrowheads="1"/>
          </p:cNvSpPr>
          <p:nvPr/>
        </p:nvSpPr>
        <p:spPr bwMode="auto">
          <a:xfrm>
            <a:off x="6948488" y="1052513"/>
            <a:ext cx="1079500" cy="1008062"/>
          </a:xfrm>
          <a:prstGeom prst="wedgeRoundRectCallout">
            <a:avLst>
              <a:gd name="adj1" fmla="val -134264"/>
              <a:gd name="adj2" fmla="val 49056"/>
              <a:gd name="adj3" fmla="val 16667"/>
            </a:avLst>
          </a:prstGeom>
          <a:blipFill dpi="0" rotWithShape="1">
            <a:blip r:embed="rId2"/>
            <a:srcRect/>
            <a:tile tx="0" ty="0" sx="100000" sy="100000" flip="none" algn="tl"/>
          </a:blipFill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/>
            <a:r>
              <a:rPr lang="zh-CN" altLang="en-US">
                <a:solidFill>
                  <a:schemeClr val="tx1"/>
                </a:solidFill>
              </a:rPr>
              <a:t>电荷守恒</a:t>
            </a:r>
          </a:p>
        </p:txBody>
      </p:sp>
      <p:grpSp>
        <p:nvGrpSpPr>
          <p:cNvPr id="25608" name="Group 35"/>
          <p:cNvGrpSpPr>
            <a:grpSpLocks/>
          </p:cNvGrpSpPr>
          <p:nvPr/>
        </p:nvGrpSpPr>
        <p:grpSpPr bwMode="auto"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25609" name="Picture 36" descr="78900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25610" name="Text Box 37">
              <a:hlinkClick r:id="" action="ppaction://hlinkshowjump?jump=nextslide"/>
            </p:cNvPr>
            <p:cNvSpPr txBox="1">
              <a:spLocks noChangeArrowheads="1"/>
            </p:cNvSpPr>
            <p:nvPr/>
          </p:nvSpPr>
          <p:spPr bwMode="auto"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0">
                  <a:solidFill>
                    <a:schemeClr val="bg1"/>
                  </a:solidFill>
                  <a:latin typeface="隶书" pitchFamily="49" charset="-122"/>
                  <a:ea typeface="隶书" pitchFamily="49" charset="-122"/>
                </a:rPr>
                <a:t>下 页</a:t>
              </a:r>
            </a:p>
          </p:txBody>
        </p:sp>
      </p:grpSp>
      <p:grpSp>
        <p:nvGrpSpPr>
          <p:cNvPr id="25611" name="Group 38"/>
          <p:cNvGrpSpPr>
            <a:grpSpLocks/>
          </p:cNvGrpSpPr>
          <p:nvPr/>
        </p:nvGrpSpPr>
        <p:grpSpPr bwMode="auto">
          <a:xfrm>
            <a:off x="7453313" y="6446838"/>
            <a:ext cx="792162" cy="366712"/>
            <a:chOff x="4649" y="4020"/>
            <a:chExt cx="499" cy="231"/>
          </a:xfrm>
        </p:grpSpPr>
        <p:pic>
          <p:nvPicPr>
            <p:cNvPr id="25612" name="Picture 39" descr="78900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25613" name="Text Box 40">
              <a:hlinkClick r:id="" action="ppaction://hlinkshowjump?jump=previousslide"/>
            </p:cNvPr>
            <p:cNvSpPr txBox="1">
              <a:spLocks noChangeArrowheads="1"/>
            </p:cNvSpPr>
            <p:nvPr/>
          </p:nvSpPr>
          <p:spPr bwMode="auto"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0">
                  <a:solidFill>
                    <a:schemeClr val="bg1"/>
                  </a:solidFill>
                  <a:latin typeface="隶书" pitchFamily="49" charset="-122"/>
                  <a:ea typeface="隶书" pitchFamily="49" charset="-122"/>
                </a:rPr>
                <a:t>上 页</a:t>
              </a:r>
            </a:p>
          </p:txBody>
        </p:sp>
      </p:grpSp>
      <p:grpSp>
        <p:nvGrpSpPr>
          <p:cNvPr id="107561" name="Group 41"/>
          <p:cNvGrpSpPr>
            <a:grpSpLocks/>
          </p:cNvGrpSpPr>
          <p:nvPr/>
        </p:nvGrpSpPr>
        <p:grpSpPr bwMode="auto">
          <a:xfrm>
            <a:off x="684213" y="2565400"/>
            <a:ext cx="1644650" cy="850900"/>
            <a:chOff x="385" y="3022"/>
            <a:chExt cx="1036" cy="536"/>
          </a:xfrm>
        </p:grpSpPr>
        <p:pic>
          <p:nvPicPr>
            <p:cNvPr id="25615" name="Picture 42" descr="123"/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>
              <a:off x="385" y="3022"/>
              <a:ext cx="590" cy="53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25616" name="Text Box 43"/>
            <p:cNvSpPr txBox="1">
              <a:spLocks noChangeArrowheads="1"/>
            </p:cNvSpPr>
            <p:nvPr/>
          </p:nvSpPr>
          <p:spPr bwMode="auto">
            <a:xfrm>
              <a:off x="793" y="3125"/>
              <a:ext cx="628" cy="3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zh-CN" altLang="en-US" sz="3200" b="0">
                  <a:solidFill>
                    <a:srgbClr val="FA7748"/>
                  </a:solidFill>
                  <a:latin typeface="Times New Roman" pitchFamily="18" charset="0"/>
                  <a:ea typeface="华文行楷" pitchFamily="2" charset="-122"/>
                </a:rPr>
                <a:t>结论</a:t>
              </a:r>
            </a:p>
          </p:txBody>
        </p:sp>
      </p:grpSp>
      <p:grpSp>
        <p:nvGrpSpPr>
          <p:cNvPr id="25617" name="Group 48"/>
          <p:cNvGrpSpPr>
            <a:grpSpLocks/>
          </p:cNvGrpSpPr>
          <p:nvPr/>
        </p:nvGrpSpPr>
        <p:grpSpPr bwMode="auto">
          <a:xfrm>
            <a:off x="6588125" y="6445250"/>
            <a:ext cx="792163" cy="366713"/>
            <a:chOff x="4649" y="4020"/>
            <a:chExt cx="499" cy="231"/>
          </a:xfrm>
        </p:grpSpPr>
        <p:pic>
          <p:nvPicPr>
            <p:cNvPr id="25618" name="Picture 49" descr="78900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25619" name="Text Box 50">
              <a:hlinkClick r:id="rId5" action="ppaction://hlinksldjump"/>
            </p:cNvPr>
            <p:cNvSpPr txBox="1">
              <a:spLocks noChangeArrowheads="1"/>
            </p:cNvSpPr>
            <p:nvPr/>
          </p:nvSpPr>
          <p:spPr bwMode="auto"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0">
                  <a:solidFill>
                    <a:schemeClr val="bg1"/>
                  </a:solidFill>
                  <a:latin typeface="隶书" pitchFamily="49" charset="-122"/>
                  <a:ea typeface="隶书" pitchFamily="49" charset="-122"/>
                </a:rPr>
                <a:t>返 回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75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75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075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075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75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75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2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24" dur="2000"/>
                                        <p:tgtEl>
                                          <p:spTgt spid="1075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1075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100"/>
                                        <p:tgtEl>
                                          <p:spTgt spid="1075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7544" grpId="0" animBg="1"/>
      <p:bldP spid="107545" grpId="0" animBg="1"/>
      <p:bldP spid="107546" grpId="0"/>
      <p:bldP spid="107554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9091" name="Object 3"/>
          <p:cNvGraphicFramePr>
            <a:graphicFrameLocks noChangeAspect="1"/>
          </p:cNvGraphicFramePr>
          <p:nvPr/>
        </p:nvGraphicFramePr>
        <p:xfrm>
          <a:off x="971550" y="1268413"/>
          <a:ext cx="3638550" cy="1057275"/>
        </p:xfrm>
        <a:graphic>
          <a:graphicData uri="http://schemas.openxmlformats.org/presentationml/2006/ole">
            <p:oleObj spid="_x0000_s26625" r:id="rId3" imgW="1239840" imgH="392040" progId="Equation.3">
              <p:embed/>
            </p:oleObj>
          </a:graphicData>
        </a:graphic>
      </p:graphicFrame>
      <p:graphicFrame>
        <p:nvGraphicFramePr>
          <p:cNvPr id="89092" name="Object 4"/>
          <p:cNvGraphicFramePr>
            <a:graphicFrameLocks noChangeAspect="1"/>
          </p:cNvGraphicFramePr>
          <p:nvPr/>
        </p:nvGraphicFramePr>
        <p:xfrm>
          <a:off x="1763713" y="2420938"/>
          <a:ext cx="5154612" cy="1082675"/>
        </p:xfrm>
        <a:graphic>
          <a:graphicData uri="http://schemas.openxmlformats.org/presentationml/2006/ole">
            <p:oleObj spid="_x0000_s26626" r:id="rId4" imgW="1911960" imgH="392040" progId="Equation.3">
              <p:embed/>
            </p:oleObj>
          </a:graphicData>
        </a:graphic>
      </p:graphicFrame>
      <p:graphicFrame>
        <p:nvGraphicFramePr>
          <p:cNvPr id="89093" name="Object 5"/>
          <p:cNvGraphicFramePr>
            <a:graphicFrameLocks noChangeAspect="1"/>
          </p:cNvGraphicFramePr>
          <p:nvPr/>
        </p:nvGraphicFramePr>
        <p:xfrm>
          <a:off x="2484438" y="4581525"/>
          <a:ext cx="5449887" cy="1193800"/>
        </p:xfrm>
        <a:graphic>
          <a:graphicData uri="http://schemas.openxmlformats.org/presentationml/2006/ole">
            <p:oleObj spid="_x0000_s26627" r:id="rId5" imgW="1842480" imgH="392040" progId="Equation.3">
              <p:embed/>
            </p:oleObj>
          </a:graphicData>
        </a:graphic>
      </p:graphicFrame>
      <p:sp>
        <p:nvSpPr>
          <p:cNvPr id="89125" name="Text Box 37"/>
          <p:cNvSpPr txBox="1">
            <a:spLocks noChangeArrowheads="1"/>
          </p:cNvSpPr>
          <p:nvPr/>
        </p:nvSpPr>
        <p:spPr bwMode="auto">
          <a:xfrm>
            <a:off x="831850" y="625475"/>
            <a:ext cx="3884613" cy="547688"/>
          </a:xfrm>
          <a:prstGeom prst="rect">
            <a:avLst/>
          </a:prstGeom>
          <a:noFill/>
          <a:ln w="28575">
            <a:solidFill>
              <a:srgbClr val="00FFFF"/>
            </a:solidFill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marL="342900" indent="-342900">
              <a:spcBef>
                <a:spcPct val="50000"/>
              </a:spcBef>
              <a:buFontTx/>
              <a:buAutoNum type="circleNumDbPlain" startAt="3"/>
            </a:pPr>
            <a:r>
              <a:rPr lang="zh-CN" altLang="en-US">
                <a:latin typeface="楷体_GB2312" pitchFamily="49" charset="-122"/>
              </a:rPr>
              <a:t>电感的初始条件</a:t>
            </a:r>
          </a:p>
        </p:txBody>
      </p:sp>
      <p:sp>
        <p:nvSpPr>
          <p:cNvPr id="89126" name="Text Box 38"/>
          <p:cNvSpPr txBox="1">
            <a:spLocks noChangeArrowheads="1"/>
          </p:cNvSpPr>
          <p:nvPr/>
        </p:nvSpPr>
        <p:spPr bwMode="auto">
          <a:xfrm>
            <a:off x="612775" y="5013325"/>
            <a:ext cx="168910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lang="en-US" altLang="zh-CN" b="0" i="1">
                <a:latin typeface="Times New Roman" pitchFamily="18" charset="0"/>
                <a:ea typeface="宋体" pitchFamily="2" charset="-122"/>
              </a:rPr>
              <a:t>t </a:t>
            </a:r>
            <a:r>
              <a:rPr lang="en-US" altLang="zh-CN" b="0">
                <a:latin typeface="Times New Roman" pitchFamily="18" charset="0"/>
                <a:ea typeface="宋体" pitchFamily="2" charset="-122"/>
              </a:rPr>
              <a:t>= 0</a:t>
            </a:r>
            <a:r>
              <a:rPr lang="en-US" altLang="zh-CN" b="0" baseline="-25000">
                <a:latin typeface="Times New Roman" pitchFamily="18" charset="0"/>
                <a:ea typeface="宋体" pitchFamily="2" charset="-122"/>
              </a:rPr>
              <a:t>+</a:t>
            </a:r>
            <a:r>
              <a:rPr lang="zh-CN" altLang="en-US">
                <a:latin typeface="Times New Roman" pitchFamily="18" charset="0"/>
              </a:rPr>
              <a:t>时刻</a:t>
            </a:r>
          </a:p>
        </p:txBody>
      </p:sp>
      <p:grpSp>
        <p:nvGrpSpPr>
          <p:cNvPr id="89127" name="Group 39"/>
          <p:cNvGrpSpPr>
            <a:grpSpLocks/>
          </p:cNvGrpSpPr>
          <p:nvPr/>
        </p:nvGrpSpPr>
        <p:grpSpPr bwMode="auto">
          <a:xfrm>
            <a:off x="6227763" y="4292600"/>
            <a:ext cx="1439862" cy="1657350"/>
            <a:chOff x="3833" y="1525"/>
            <a:chExt cx="1043" cy="862"/>
          </a:xfrm>
        </p:grpSpPr>
        <p:sp>
          <p:nvSpPr>
            <p:cNvPr id="26631" name="Line 40"/>
            <p:cNvSpPr>
              <a:spLocks noChangeShapeType="1"/>
            </p:cNvSpPr>
            <p:nvPr/>
          </p:nvSpPr>
          <p:spPr bwMode="auto">
            <a:xfrm flipV="1">
              <a:off x="3833" y="1752"/>
              <a:ext cx="771" cy="635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632" name="Text Box 41"/>
            <p:cNvSpPr txBox="1">
              <a:spLocks noChangeArrowheads="1"/>
            </p:cNvSpPr>
            <p:nvPr/>
          </p:nvSpPr>
          <p:spPr bwMode="auto">
            <a:xfrm>
              <a:off x="4603" y="1525"/>
              <a:ext cx="273" cy="30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3200" b="0">
                  <a:solidFill>
                    <a:srgbClr val="FF3300"/>
                  </a:solidFill>
                  <a:latin typeface="Times New Roman" pitchFamily="18" charset="0"/>
                  <a:ea typeface="仿宋_GB2312" pitchFamily="49" charset="-122"/>
                </a:rPr>
                <a:t>0</a:t>
              </a:r>
            </a:p>
          </p:txBody>
        </p:sp>
      </p:grpSp>
      <p:graphicFrame>
        <p:nvGraphicFramePr>
          <p:cNvPr id="89130" name="Object 42"/>
          <p:cNvGraphicFramePr>
            <a:graphicFrameLocks noChangeAspect="1"/>
          </p:cNvGraphicFramePr>
          <p:nvPr/>
        </p:nvGraphicFramePr>
        <p:xfrm>
          <a:off x="1835150" y="3573463"/>
          <a:ext cx="4103688" cy="1143000"/>
        </p:xfrm>
        <a:graphic>
          <a:graphicData uri="http://schemas.openxmlformats.org/presentationml/2006/ole">
            <p:oleObj spid="_x0000_s26633" r:id="rId6" imgW="1448280" imgH="392040" progId="Equation.3">
              <p:embed/>
            </p:oleObj>
          </a:graphicData>
        </a:graphic>
      </p:graphicFrame>
      <p:grpSp>
        <p:nvGrpSpPr>
          <p:cNvPr id="26634" name="Group 53"/>
          <p:cNvGrpSpPr>
            <a:grpSpLocks/>
          </p:cNvGrpSpPr>
          <p:nvPr/>
        </p:nvGrpSpPr>
        <p:grpSpPr bwMode="auto"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26635" name="Picture 54" descr="78900"/>
            <p:cNvPicPr>
              <a:picLocks noChangeAspect="1" noChangeArrowheads="1"/>
            </p:cNvPicPr>
            <p:nvPr/>
          </p:nvPicPr>
          <p:blipFill>
            <a:blip r:embed="rId7"/>
            <a:srcRect/>
            <a:stretch>
              <a:fillRect/>
            </a:stretch>
          </p:blipFill>
          <p:spPr bwMode="auto"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26636" name="Text Box 55">
              <a:hlinkClick r:id="" action="ppaction://hlinkshowjump?jump=nextslide"/>
            </p:cNvPr>
            <p:cNvSpPr txBox="1">
              <a:spLocks noChangeArrowheads="1"/>
            </p:cNvSpPr>
            <p:nvPr/>
          </p:nvSpPr>
          <p:spPr bwMode="auto"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0">
                  <a:solidFill>
                    <a:schemeClr val="bg1"/>
                  </a:solidFill>
                  <a:latin typeface="隶书" pitchFamily="49" charset="-122"/>
                  <a:ea typeface="隶书" pitchFamily="49" charset="-122"/>
                </a:rPr>
                <a:t>下 页</a:t>
              </a:r>
            </a:p>
          </p:txBody>
        </p:sp>
      </p:grpSp>
      <p:grpSp>
        <p:nvGrpSpPr>
          <p:cNvPr id="26637" name="Group 56"/>
          <p:cNvGrpSpPr>
            <a:grpSpLocks/>
          </p:cNvGrpSpPr>
          <p:nvPr/>
        </p:nvGrpSpPr>
        <p:grpSpPr bwMode="auto">
          <a:xfrm>
            <a:off x="7453313" y="6446838"/>
            <a:ext cx="792162" cy="366712"/>
            <a:chOff x="4649" y="4020"/>
            <a:chExt cx="499" cy="231"/>
          </a:xfrm>
        </p:grpSpPr>
        <p:pic>
          <p:nvPicPr>
            <p:cNvPr id="26638" name="Picture 57" descr="78900"/>
            <p:cNvPicPr>
              <a:picLocks noChangeAspect="1" noChangeArrowheads="1"/>
            </p:cNvPicPr>
            <p:nvPr/>
          </p:nvPicPr>
          <p:blipFill>
            <a:blip r:embed="rId7"/>
            <a:srcRect/>
            <a:stretch>
              <a:fillRect/>
            </a:stretch>
          </p:blipFill>
          <p:spPr bwMode="auto"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26639" name="Text Box 58">
              <a:hlinkClick r:id="" action="ppaction://hlinkshowjump?jump=previousslide"/>
            </p:cNvPr>
            <p:cNvSpPr txBox="1">
              <a:spLocks noChangeArrowheads="1"/>
            </p:cNvSpPr>
            <p:nvPr/>
          </p:nvSpPr>
          <p:spPr bwMode="auto"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0">
                  <a:solidFill>
                    <a:schemeClr val="bg1"/>
                  </a:solidFill>
                  <a:latin typeface="隶书" pitchFamily="49" charset="-122"/>
                  <a:ea typeface="隶书" pitchFamily="49" charset="-122"/>
                </a:rPr>
                <a:t>上 页</a:t>
              </a:r>
            </a:p>
          </p:txBody>
        </p:sp>
      </p:grpSp>
      <p:sp>
        <p:nvSpPr>
          <p:cNvPr id="89153" name="Rectangle 65"/>
          <p:cNvSpPr>
            <a:spLocks noChangeArrowheads="1"/>
          </p:cNvSpPr>
          <p:nvPr/>
        </p:nvSpPr>
        <p:spPr bwMode="auto">
          <a:xfrm>
            <a:off x="684213" y="5734050"/>
            <a:ext cx="2505075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lang="zh-CN" altLang="en-US">
                <a:latin typeface="楷体_GB2312" pitchFamily="49" charset="-122"/>
              </a:rPr>
              <a:t>当</a:t>
            </a:r>
            <a:r>
              <a:rPr lang="en-US" altLang="zh-CN" b="0" i="1">
                <a:latin typeface="Times New Roman" pitchFamily="18" charset="0"/>
              </a:rPr>
              <a:t>u</a:t>
            </a:r>
            <a:r>
              <a:rPr lang="zh-CN" altLang="en-US">
                <a:latin typeface="楷体_GB2312" pitchFamily="49" charset="-122"/>
              </a:rPr>
              <a:t>为有限值时</a:t>
            </a:r>
          </a:p>
        </p:txBody>
      </p:sp>
      <p:grpSp>
        <p:nvGrpSpPr>
          <p:cNvPr id="89154" name="Group 66"/>
          <p:cNvGrpSpPr>
            <a:grpSpLocks/>
          </p:cNvGrpSpPr>
          <p:nvPr/>
        </p:nvGrpSpPr>
        <p:grpSpPr bwMode="auto">
          <a:xfrm>
            <a:off x="5724525" y="765175"/>
            <a:ext cx="2254250" cy="1439863"/>
            <a:chOff x="3515" y="1026"/>
            <a:chExt cx="1420" cy="907"/>
          </a:xfrm>
        </p:grpSpPr>
        <p:sp>
          <p:nvSpPr>
            <p:cNvPr id="26642" name="Line 67"/>
            <p:cNvSpPr>
              <a:spLocks noChangeShapeType="1"/>
            </p:cNvSpPr>
            <p:nvPr/>
          </p:nvSpPr>
          <p:spPr bwMode="auto">
            <a:xfrm>
              <a:off x="3608" y="1067"/>
              <a:ext cx="1007" cy="0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643" name="Line 68"/>
            <p:cNvSpPr>
              <a:spLocks noChangeShapeType="1"/>
            </p:cNvSpPr>
            <p:nvPr/>
          </p:nvSpPr>
          <p:spPr bwMode="auto">
            <a:xfrm>
              <a:off x="3608" y="1904"/>
              <a:ext cx="1007" cy="0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644" name="Line 69"/>
            <p:cNvSpPr>
              <a:spLocks noChangeShapeType="1"/>
            </p:cNvSpPr>
            <p:nvPr/>
          </p:nvSpPr>
          <p:spPr bwMode="auto">
            <a:xfrm>
              <a:off x="3763" y="1144"/>
              <a:ext cx="280" cy="0"/>
            </a:xfrm>
            <a:prstGeom prst="line">
              <a:avLst/>
            </a:prstGeom>
            <a:noFill/>
            <a:ln w="28575">
              <a:solidFill>
                <a:srgbClr val="00FFFF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645" name="Text Box 70"/>
            <p:cNvSpPr txBox="1">
              <a:spLocks noChangeArrowheads="1"/>
            </p:cNvSpPr>
            <p:nvPr/>
          </p:nvSpPr>
          <p:spPr bwMode="auto">
            <a:xfrm>
              <a:off x="3787" y="1071"/>
              <a:ext cx="363" cy="327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i</a:t>
              </a:r>
              <a:r>
                <a:rPr lang="en-US" altLang="zh-CN" b="0" baseline="-2500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L</a:t>
              </a:r>
              <a:endParaRPr lang="en-US" altLang="zh-CN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26646" name="Text Box 71"/>
            <p:cNvSpPr txBox="1">
              <a:spLocks noChangeArrowheads="1"/>
            </p:cNvSpPr>
            <p:nvPr/>
          </p:nvSpPr>
          <p:spPr bwMode="auto">
            <a:xfrm>
              <a:off x="4200" y="1345"/>
              <a:ext cx="228" cy="327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u</a:t>
              </a:r>
              <a:endParaRPr lang="en-US" altLang="zh-CN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26647" name="Text Box 72"/>
            <p:cNvSpPr txBox="1">
              <a:spLocks noChangeArrowheads="1"/>
            </p:cNvSpPr>
            <p:nvPr/>
          </p:nvSpPr>
          <p:spPr bwMode="auto">
            <a:xfrm>
              <a:off x="4694" y="1253"/>
              <a:ext cx="241" cy="327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L</a:t>
              </a:r>
              <a:endParaRPr lang="en-US" altLang="zh-CN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26648" name="Oval 73"/>
            <p:cNvSpPr>
              <a:spLocks noChangeArrowheads="1"/>
            </p:cNvSpPr>
            <p:nvPr/>
          </p:nvSpPr>
          <p:spPr bwMode="auto">
            <a:xfrm>
              <a:off x="3515" y="1852"/>
              <a:ext cx="84" cy="81"/>
            </a:xfrm>
            <a:prstGeom prst="ellips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6649" name="Oval 74"/>
            <p:cNvSpPr>
              <a:spLocks noChangeArrowheads="1"/>
            </p:cNvSpPr>
            <p:nvPr/>
          </p:nvSpPr>
          <p:spPr bwMode="auto">
            <a:xfrm>
              <a:off x="3515" y="1026"/>
              <a:ext cx="84" cy="81"/>
            </a:xfrm>
            <a:prstGeom prst="ellips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6650" name="Line 75"/>
            <p:cNvSpPr>
              <a:spLocks noChangeShapeType="1"/>
            </p:cNvSpPr>
            <p:nvPr/>
          </p:nvSpPr>
          <p:spPr bwMode="auto">
            <a:xfrm>
              <a:off x="4610" y="1061"/>
              <a:ext cx="0" cy="188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651" name="Line 76"/>
            <p:cNvSpPr>
              <a:spLocks noChangeShapeType="1"/>
            </p:cNvSpPr>
            <p:nvPr/>
          </p:nvSpPr>
          <p:spPr bwMode="auto">
            <a:xfrm flipV="1">
              <a:off x="4599" y="1616"/>
              <a:ext cx="5" cy="296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652" name="Text Box 77"/>
            <p:cNvSpPr txBox="1">
              <a:spLocks noChangeArrowheads="1"/>
            </p:cNvSpPr>
            <p:nvPr/>
          </p:nvSpPr>
          <p:spPr bwMode="auto">
            <a:xfrm>
              <a:off x="4288" y="1086"/>
              <a:ext cx="243" cy="327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+</a:t>
              </a:r>
            </a:p>
          </p:txBody>
        </p:sp>
        <p:sp>
          <p:nvSpPr>
            <p:cNvPr id="26653" name="Text Box 78"/>
            <p:cNvSpPr txBox="1">
              <a:spLocks noChangeArrowheads="1"/>
            </p:cNvSpPr>
            <p:nvPr/>
          </p:nvSpPr>
          <p:spPr bwMode="auto">
            <a:xfrm>
              <a:off x="4294" y="1590"/>
              <a:ext cx="228" cy="327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b="0">
                  <a:solidFill>
                    <a:schemeClr val="bg1"/>
                  </a:solidFill>
                  <a:latin typeface="宋体" pitchFamily="2" charset="-122"/>
                  <a:ea typeface="宋体" pitchFamily="2" charset="-122"/>
                </a:rPr>
                <a:t>-</a:t>
              </a:r>
            </a:p>
          </p:txBody>
        </p:sp>
        <p:sp>
          <p:nvSpPr>
            <p:cNvPr id="26654" name="Text Box 79"/>
            <p:cNvSpPr txBox="1">
              <a:spLocks noChangeArrowheads="1"/>
            </p:cNvSpPr>
            <p:nvPr/>
          </p:nvSpPr>
          <p:spPr bwMode="auto">
            <a:xfrm>
              <a:off x="4363" y="1401"/>
              <a:ext cx="116" cy="240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endParaRPr lang="zh-CN" altLang="zh-CN" b="0" baseline="-2500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grpSp>
          <p:nvGrpSpPr>
            <p:cNvPr id="26655" name="Group 80"/>
            <p:cNvGrpSpPr>
              <a:grpSpLocks/>
            </p:cNvGrpSpPr>
            <p:nvPr/>
          </p:nvGrpSpPr>
          <p:grpSpPr bwMode="auto">
            <a:xfrm>
              <a:off x="4604" y="1253"/>
              <a:ext cx="91" cy="363"/>
              <a:chOff x="2744" y="2931"/>
              <a:chExt cx="57" cy="283"/>
            </a:xfrm>
          </p:grpSpPr>
          <p:sp>
            <p:nvSpPr>
              <p:cNvPr id="26656" name="Arc 81"/>
              <p:cNvSpPr>
                <a:spLocks noChangeArrowheads="1"/>
              </p:cNvSpPr>
              <p:nvPr/>
            </p:nvSpPr>
            <p:spPr bwMode="auto">
              <a:xfrm rot="10800000" flipH="1" flipV="1">
                <a:off x="2744" y="2931"/>
                <a:ext cx="57" cy="91"/>
              </a:xfrm>
              <a:custGeom>
                <a:avLst/>
                <a:gdLst/>
                <a:ahLst/>
                <a:cxnLst>
                  <a:cxn ang="0">
                    <a:pos x="1123" y="0"/>
                  </a:cxn>
                  <a:cxn ang="0">
                    <a:pos x="22723" y="21600"/>
                  </a:cxn>
                  <a:cxn ang="0">
                    <a:pos x="1123" y="43200"/>
                  </a:cxn>
                  <a:cxn ang="0">
                    <a:pos x="0" y="43170"/>
                  </a:cxn>
                  <a:cxn ang="0">
                    <a:pos x="1123" y="0"/>
                  </a:cxn>
                  <a:cxn ang="0">
                    <a:pos x="22723" y="21600"/>
                  </a:cxn>
                  <a:cxn ang="0">
                    <a:pos x="1123" y="43200"/>
                  </a:cxn>
                  <a:cxn ang="0">
                    <a:pos x="0" y="43170"/>
                  </a:cxn>
                  <a:cxn ang="0">
                    <a:pos x="1123" y="21600"/>
                  </a:cxn>
                  <a:cxn ang="0">
                    <a:pos x="1123" y="0"/>
                  </a:cxn>
                </a:cxnLst>
                <a:rect l="0" t="0" r="r" b="b"/>
                <a:pathLst>
                  <a:path w="22723" h="43200" fill="none">
                    <a:moveTo>
                      <a:pt x="1123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>
                    <a:moveTo>
                      <a:pt x="1123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lnTo>
                      <a:pt x="1123" y="0"/>
                    </a:lnTo>
                    <a:close/>
                  </a:path>
                </a:pathLst>
              </a:custGeom>
              <a:noFill/>
              <a:ln w="38100">
                <a:solidFill>
                  <a:srgbClr val="FF99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6657" name="Arc 82"/>
              <p:cNvSpPr>
                <a:spLocks noChangeArrowheads="1"/>
              </p:cNvSpPr>
              <p:nvPr/>
            </p:nvSpPr>
            <p:spPr bwMode="auto">
              <a:xfrm rot="10800000" flipH="1" flipV="1">
                <a:off x="2744" y="3027"/>
                <a:ext cx="57" cy="91"/>
              </a:xfrm>
              <a:custGeom>
                <a:avLst/>
                <a:gdLst/>
                <a:ahLst/>
                <a:cxnLst>
                  <a:cxn ang="0">
                    <a:pos x="1123" y="0"/>
                  </a:cxn>
                  <a:cxn ang="0">
                    <a:pos x="22723" y="21600"/>
                  </a:cxn>
                  <a:cxn ang="0">
                    <a:pos x="1123" y="43200"/>
                  </a:cxn>
                  <a:cxn ang="0">
                    <a:pos x="0" y="43170"/>
                  </a:cxn>
                  <a:cxn ang="0">
                    <a:pos x="1123" y="0"/>
                  </a:cxn>
                  <a:cxn ang="0">
                    <a:pos x="22723" y="21600"/>
                  </a:cxn>
                  <a:cxn ang="0">
                    <a:pos x="1123" y="43200"/>
                  </a:cxn>
                  <a:cxn ang="0">
                    <a:pos x="0" y="43170"/>
                  </a:cxn>
                  <a:cxn ang="0">
                    <a:pos x="1123" y="21600"/>
                  </a:cxn>
                  <a:cxn ang="0">
                    <a:pos x="1123" y="0"/>
                  </a:cxn>
                </a:cxnLst>
                <a:rect l="0" t="0" r="r" b="b"/>
                <a:pathLst>
                  <a:path w="22723" h="43200" fill="none">
                    <a:moveTo>
                      <a:pt x="1123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>
                    <a:moveTo>
                      <a:pt x="1123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lnTo>
                      <a:pt x="1123" y="0"/>
                    </a:lnTo>
                    <a:close/>
                  </a:path>
                </a:pathLst>
              </a:custGeom>
              <a:noFill/>
              <a:ln w="38100">
                <a:solidFill>
                  <a:srgbClr val="FF99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6658" name="Arc 83"/>
              <p:cNvSpPr>
                <a:spLocks noChangeArrowheads="1"/>
              </p:cNvSpPr>
              <p:nvPr/>
            </p:nvSpPr>
            <p:spPr bwMode="auto">
              <a:xfrm rot="10800000" flipH="1" flipV="1">
                <a:off x="2744" y="3123"/>
                <a:ext cx="57" cy="91"/>
              </a:xfrm>
              <a:custGeom>
                <a:avLst/>
                <a:gdLst/>
                <a:ahLst/>
                <a:cxnLst>
                  <a:cxn ang="0">
                    <a:pos x="1123" y="0"/>
                  </a:cxn>
                  <a:cxn ang="0">
                    <a:pos x="22723" y="21600"/>
                  </a:cxn>
                  <a:cxn ang="0">
                    <a:pos x="1123" y="43200"/>
                  </a:cxn>
                  <a:cxn ang="0">
                    <a:pos x="0" y="43170"/>
                  </a:cxn>
                  <a:cxn ang="0">
                    <a:pos x="1123" y="0"/>
                  </a:cxn>
                  <a:cxn ang="0">
                    <a:pos x="22723" y="21600"/>
                  </a:cxn>
                  <a:cxn ang="0">
                    <a:pos x="1123" y="43200"/>
                  </a:cxn>
                  <a:cxn ang="0">
                    <a:pos x="0" y="43170"/>
                  </a:cxn>
                  <a:cxn ang="0">
                    <a:pos x="1123" y="21600"/>
                  </a:cxn>
                  <a:cxn ang="0">
                    <a:pos x="1123" y="0"/>
                  </a:cxn>
                </a:cxnLst>
                <a:rect l="0" t="0" r="r" b="b"/>
                <a:pathLst>
                  <a:path w="22723" h="43200" fill="none">
                    <a:moveTo>
                      <a:pt x="1123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>
                    <a:moveTo>
                      <a:pt x="1123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lnTo>
                      <a:pt x="1123" y="0"/>
                    </a:lnTo>
                    <a:close/>
                  </a:path>
                </a:pathLst>
              </a:custGeom>
              <a:noFill/>
              <a:ln w="38100">
                <a:solidFill>
                  <a:srgbClr val="FF99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grpSp>
        <p:nvGrpSpPr>
          <p:cNvPr id="26659" name="Group 87"/>
          <p:cNvGrpSpPr>
            <a:grpSpLocks/>
          </p:cNvGrpSpPr>
          <p:nvPr/>
        </p:nvGrpSpPr>
        <p:grpSpPr bwMode="auto">
          <a:xfrm>
            <a:off x="6588125" y="6445250"/>
            <a:ext cx="792163" cy="366713"/>
            <a:chOff x="4649" y="4020"/>
            <a:chExt cx="499" cy="231"/>
          </a:xfrm>
        </p:grpSpPr>
        <p:pic>
          <p:nvPicPr>
            <p:cNvPr id="26660" name="Picture 88" descr="78900"/>
            <p:cNvPicPr>
              <a:picLocks noChangeAspect="1" noChangeArrowheads="1"/>
            </p:cNvPicPr>
            <p:nvPr/>
          </p:nvPicPr>
          <p:blipFill>
            <a:blip r:embed="rId7"/>
            <a:srcRect/>
            <a:stretch>
              <a:fillRect/>
            </a:stretch>
          </p:blipFill>
          <p:spPr bwMode="auto"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26661" name="Text Box 89">
              <a:hlinkClick r:id="rId8" action="ppaction://hlinksldjump"/>
            </p:cNvPr>
            <p:cNvSpPr txBox="1">
              <a:spLocks noChangeArrowheads="1"/>
            </p:cNvSpPr>
            <p:nvPr/>
          </p:nvSpPr>
          <p:spPr bwMode="auto"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0">
                  <a:solidFill>
                    <a:schemeClr val="bg1"/>
                  </a:solidFill>
                  <a:latin typeface="隶书" pitchFamily="49" charset="-122"/>
                  <a:ea typeface="隶书" pitchFamily="49" charset="-122"/>
                </a:rPr>
                <a:t>返 回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9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91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91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89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1000"/>
                                        <p:tgtEl>
                                          <p:spTgt spid="890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1000"/>
                                        <p:tgtEl>
                                          <p:spTgt spid="890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1000"/>
                                        <p:tgtEl>
                                          <p:spTgt spid="89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891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891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1000"/>
                                        <p:tgtEl>
                                          <p:spTgt spid="890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891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891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0" dur="1000"/>
                                        <p:tgtEl>
                                          <p:spTgt spid="89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9125" grpId="0" animBg="1"/>
      <p:bldP spid="89126" grpId="0" build="p"/>
      <p:bldP spid="89153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50" name="Text Box 6"/>
          <p:cNvSpPr txBox="1">
            <a:spLocks noChangeArrowheads="1"/>
          </p:cNvSpPr>
          <p:nvPr/>
        </p:nvSpPr>
        <p:spPr bwMode="auto">
          <a:xfrm>
            <a:off x="2771775" y="1557338"/>
            <a:ext cx="3352800" cy="641350"/>
          </a:xfrm>
          <a:prstGeom prst="rect">
            <a:avLst/>
          </a:prstGeom>
          <a:gradFill rotWithShape="1">
            <a:gsLst>
              <a:gs pos="0">
                <a:schemeClr val="folHlink"/>
              </a:gs>
              <a:gs pos="100000">
                <a:schemeClr val="bg1"/>
              </a:gs>
            </a:gsLst>
            <a:lin ang="5400000" scaled="1"/>
          </a:gradFill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3600" b="0" i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</a:t>
            </a:r>
            <a:r>
              <a:rPr lang="en-US" altLang="zh-CN" sz="3600" b="0" i="1" baseline="-25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rPr>
              <a:t>L</a:t>
            </a:r>
            <a:r>
              <a:rPr lang="en-US" altLang="zh-CN" sz="3600" b="0" baseline="-25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rPr>
              <a:t> </a:t>
            </a:r>
            <a:r>
              <a:rPr lang="en-US" altLang="zh-CN" sz="3600" b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rPr>
              <a:t>(0</a:t>
            </a:r>
            <a:r>
              <a:rPr lang="zh-CN" altLang="en-US" sz="3600" b="0" baseline="-25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rPr>
              <a:t>＋</a:t>
            </a:r>
            <a:r>
              <a:rPr lang="en-US" altLang="zh-CN" sz="3600" b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rPr>
              <a:t>)= </a:t>
            </a:r>
            <a:r>
              <a:rPr lang="en-US" altLang="zh-CN" sz="3600" b="0" i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</a:t>
            </a:r>
            <a:r>
              <a:rPr lang="en-US" altLang="zh-CN" sz="3600" b="0" i="1" baseline="-25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rPr>
              <a:t>L</a:t>
            </a:r>
            <a:r>
              <a:rPr lang="en-US" altLang="zh-CN" sz="3600" b="0" baseline="-25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rPr>
              <a:t> </a:t>
            </a:r>
            <a:r>
              <a:rPr lang="en-US" altLang="zh-CN" sz="3600" b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rPr>
              <a:t>(0</a:t>
            </a:r>
            <a:r>
              <a:rPr lang="zh-CN" altLang="en-US" sz="3600" b="0" baseline="-25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rPr>
              <a:t>－</a:t>
            </a:r>
            <a:r>
              <a:rPr lang="en-US" altLang="zh-CN" sz="3600" b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rPr>
              <a:t>)</a:t>
            </a:r>
          </a:p>
        </p:txBody>
      </p:sp>
      <p:sp>
        <p:nvSpPr>
          <p:cNvPr id="108551" name="Text Box 7"/>
          <p:cNvSpPr txBox="1">
            <a:spLocks noChangeArrowheads="1"/>
          </p:cNvSpPr>
          <p:nvPr/>
        </p:nvSpPr>
        <p:spPr bwMode="auto">
          <a:xfrm>
            <a:off x="2771775" y="765175"/>
            <a:ext cx="3240088" cy="641350"/>
          </a:xfrm>
          <a:prstGeom prst="rect">
            <a:avLst/>
          </a:prstGeom>
          <a:gradFill rotWithShape="1">
            <a:gsLst>
              <a:gs pos="0">
                <a:srgbClr val="FFCC00"/>
              </a:gs>
              <a:gs pos="100000">
                <a:schemeClr val="bg1"/>
              </a:gs>
            </a:gsLst>
            <a:lin ang="5400000" scaled="1"/>
          </a:gradFill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3600" b="0" i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rPr>
              <a:t>i</a:t>
            </a:r>
            <a:r>
              <a:rPr lang="en-US" altLang="zh-CN" sz="3600" b="0" i="1" baseline="-25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rPr>
              <a:t>L</a:t>
            </a:r>
            <a:r>
              <a:rPr lang="en-US" altLang="zh-CN" sz="3600" b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rPr>
              <a:t>(0</a:t>
            </a:r>
            <a:r>
              <a:rPr lang="zh-CN" altLang="en-US" sz="3600" b="0" baseline="-25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rPr>
              <a:t>＋</a:t>
            </a:r>
            <a:r>
              <a:rPr lang="en-US" altLang="zh-CN" sz="3600" b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rPr>
              <a:t>)= </a:t>
            </a:r>
            <a:r>
              <a:rPr lang="en-US" altLang="zh-CN" sz="3600" b="0" i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rPr>
              <a:t>i</a:t>
            </a:r>
            <a:r>
              <a:rPr lang="en-US" altLang="zh-CN" sz="3600" b="0" i="1" baseline="-25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rPr>
              <a:t>L</a:t>
            </a:r>
            <a:r>
              <a:rPr lang="en-US" altLang="zh-CN" sz="3600" b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rPr>
              <a:t>(0</a:t>
            </a:r>
            <a:r>
              <a:rPr lang="zh-CN" altLang="en-US" sz="3600" b="0" baseline="-25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rPr>
              <a:t>－</a:t>
            </a:r>
            <a:r>
              <a:rPr lang="en-US" altLang="zh-CN" sz="3600" b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rPr>
              <a:t>)</a:t>
            </a:r>
          </a:p>
        </p:txBody>
      </p:sp>
      <p:grpSp>
        <p:nvGrpSpPr>
          <p:cNvPr id="108594" name="Group 50"/>
          <p:cNvGrpSpPr>
            <a:grpSpLocks/>
          </p:cNvGrpSpPr>
          <p:nvPr/>
        </p:nvGrpSpPr>
        <p:grpSpPr bwMode="auto">
          <a:xfrm>
            <a:off x="971550" y="1484313"/>
            <a:ext cx="1296988" cy="647700"/>
            <a:chOff x="431" y="391"/>
            <a:chExt cx="817" cy="408"/>
          </a:xfrm>
        </p:grpSpPr>
        <p:graphicFrame>
          <p:nvGraphicFramePr>
            <p:cNvPr id="27652" name="Object 37"/>
            <p:cNvGraphicFramePr>
              <a:graphicFrameLocks noChangeAspect="1"/>
            </p:cNvGraphicFramePr>
            <p:nvPr/>
          </p:nvGraphicFramePr>
          <p:xfrm>
            <a:off x="431" y="391"/>
            <a:ext cx="771" cy="315"/>
          </p:xfrm>
          <a:graphic>
            <a:graphicData uri="http://schemas.openxmlformats.org/presentationml/2006/ole">
              <p:oleObj spid="_x0000_s27652" r:id="rId3" imgW="498240" imgH="207720" progId="Equation.3">
                <p:embed/>
              </p:oleObj>
            </a:graphicData>
          </a:graphic>
        </p:graphicFrame>
        <p:sp>
          <p:nvSpPr>
            <p:cNvPr id="27653" name="Line 38"/>
            <p:cNvSpPr>
              <a:spLocks noChangeShapeType="1"/>
            </p:cNvSpPr>
            <p:nvPr/>
          </p:nvSpPr>
          <p:spPr bwMode="auto">
            <a:xfrm>
              <a:off x="431" y="799"/>
              <a:ext cx="817" cy="0"/>
            </a:xfrm>
            <a:prstGeom prst="line">
              <a:avLst/>
            </a:prstGeom>
            <a:noFill/>
            <a:ln w="76200">
              <a:solidFill>
                <a:srgbClr val="0099FF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08583" name="AutoShape 39" descr="羊皮纸"/>
          <p:cNvSpPr>
            <a:spLocks noChangeArrowheads="1"/>
          </p:cNvSpPr>
          <p:nvPr/>
        </p:nvSpPr>
        <p:spPr bwMode="auto">
          <a:xfrm>
            <a:off x="7235825" y="765175"/>
            <a:ext cx="1079500" cy="1008063"/>
          </a:xfrm>
          <a:prstGeom prst="wedgeRoundRectCallout">
            <a:avLst>
              <a:gd name="adj1" fmla="val -159560"/>
              <a:gd name="adj2" fmla="val 38347"/>
              <a:gd name="adj3" fmla="val 16667"/>
            </a:avLst>
          </a:prstGeom>
          <a:blipFill dpi="0" rotWithShape="1">
            <a:blip r:embed="rId4"/>
            <a:srcRect/>
            <a:tile tx="0" ty="0" sx="100000" sy="100000" flip="none" algn="tl"/>
          </a:blipFill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/>
            <a:r>
              <a:rPr lang="zh-CN" altLang="en-US">
                <a:solidFill>
                  <a:schemeClr val="tx1"/>
                </a:solidFill>
              </a:rPr>
              <a:t>磁链守恒</a:t>
            </a:r>
            <a:endParaRPr lang="zh-CN" altLang="en-US"/>
          </a:p>
        </p:txBody>
      </p:sp>
      <p:sp>
        <p:nvSpPr>
          <p:cNvPr id="108584" name="Text Box 40"/>
          <p:cNvSpPr txBox="1">
            <a:spLocks noChangeArrowheads="1"/>
          </p:cNvSpPr>
          <p:nvPr/>
        </p:nvSpPr>
        <p:spPr bwMode="auto">
          <a:xfrm>
            <a:off x="1116013" y="3068638"/>
            <a:ext cx="7272337" cy="1117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>
                <a:latin typeface="楷体_GB2312" pitchFamily="49" charset="-122"/>
              </a:rPr>
              <a:t>    </a:t>
            </a:r>
            <a:r>
              <a:rPr lang="zh-CN" altLang="en-US">
                <a:latin typeface="楷体_GB2312" pitchFamily="49" charset="-122"/>
              </a:rPr>
              <a:t>换路瞬间，若电感电压保持为有限值， 则电感电流（磁链）换路前后保持不变。</a:t>
            </a:r>
          </a:p>
        </p:txBody>
      </p:sp>
      <p:grpSp>
        <p:nvGrpSpPr>
          <p:cNvPr id="27656" name="Group 41"/>
          <p:cNvGrpSpPr>
            <a:grpSpLocks/>
          </p:cNvGrpSpPr>
          <p:nvPr/>
        </p:nvGrpSpPr>
        <p:grpSpPr bwMode="auto"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27657" name="Picture 42" descr="78900"/>
            <p:cNvPicPr>
              <a:picLocks noChangeAspect="1" noChangeArrowheads="1"/>
            </p:cNvPicPr>
            <p:nvPr/>
          </p:nvPicPr>
          <p:blipFill>
            <a:blip r:embed="rId5"/>
            <a:srcRect/>
            <a:stretch>
              <a:fillRect/>
            </a:stretch>
          </p:blipFill>
          <p:spPr bwMode="auto"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27658" name="Text Box 43">
              <a:hlinkClick r:id="" action="ppaction://hlinkshowjump?jump=nextslide"/>
            </p:cNvPr>
            <p:cNvSpPr txBox="1">
              <a:spLocks noChangeArrowheads="1"/>
            </p:cNvSpPr>
            <p:nvPr/>
          </p:nvSpPr>
          <p:spPr bwMode="auto"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0">
                  <a:solidFill>
                    <a:schemeClr val="bg1"/>
                  </a:solidFill>
                  <a:latin typeface="隶书" pitchFamily="49" charset="-122"/>
                  <a:ea typeface="隶书" pitchFamily="49" charset="-122"/>
                </a:rPr>
                <a:t>下 页</a:t>
              </a:r>
            </a:p>
          </p:txBody>
        </p:sp>
      </p:grpSp>
      <p:grpSp>
        <p:nvGrpSpPr>
          <p:cNvPr id="27659" name="Group 44"/>
          <p:cNvGrpSpPr>
            <a:grpSpLocks/>
          </p:cNvGrpSpPr>
          <p:nvPr/>
        </p:nvGrpSpPr>
        <p:grpSpPr bwMode="auto">
          <a:xfrm>
            <a:off x="7453313" y="6446838"/>
            <a:ext cx="792162" cy="366712"/>
            <a:chOff x="4649" y="4020"/>
            <a:chExt cx="499" cy="231"/>
          </a:xfrm>
        </p:grpSpPr>
        <p:pic>
          <p:nvPicPr>
            <p:cNvPr id="27660" name="Picture 45" descr="78900"/>
            <p:cNvPicPr>
              <a:picLocks noChangeAspect="1" noChangeArrowheads="1"/>
            </p:cNvPicPr>
            <p:nvPr/>
          </p:nvPicPr>
          <p:blipFill>
            <a:blip r:embed="rId5"/>
            <a:srcRect/>
            <a:stretch>
              <a:fillRect/>
            </a:stretch>
          </p:blipFill>
          <p:spPr bwMode="auto"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27661" name="Text Box 46">
              <a:hlinkClick r:id="" action="ppaction://hlinkshowjump?jump=previousslide"/>
            </p:cNvPr>
            <p:cNvSpPr txBox="1">
              <a:spLocks noChangeArrowheads="1"/>
            </p:cNvSpPr>
            <p:nvPr/>
          </p:nvSpPr>
          <p:spPr bwMode="auto"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0">
                  <a:solidFill>
                    <a:schemeClr val="bg1"/>
                  </a:solidFill>
                  <a:latin typeface="隶书" pitchFamily="49" charset="-122"/>
                  <a:ea typeface="隶书" pitchFamily="49" charset="-122"/>
                </a:rPr>
                <a:t>上 页</a:t>
              </a:r>
            </a:p>
          </p:txBody>
        </p:sp>
      </p:grpSp>
      <p:grpSp>
        <p:nvGrpSpPr>
          <p:cNvPr id="108591" name="Group 47"/>
          <p:cNvGrpSpPr>
            <a:grpSpLocks/>
          </p:cNvGrpSpPr>
          <p:nvPr/>
        </p:nvGrpSpPr>
        <p:grpSpPr bwMode="auto">
          <a:xfrm>
            <a:off x="900113" y="2349500"/>
            <a:ext cx="1644650" cy="850900"/>
            <a:chOff x="385" y="3022"/>
            <a:chExt cx="1036" cy="536"/>
          </a:xfrm>
        </p:grpSpPr>
        <p:pic>
          <p:nvPicPr>
            <p:cNvPr id="27663" name="Picture 48" descr="123"/>
            <p:cNvPicPr>
              <a:picLocks noChangeAspect="1" noChangeArrowheads="1"/>
            </p:cNvPicPr>
            <p:nvPr/>
          </p:nvPicPr>
          <p:blipFill>
            <a:blip r:embed="rId6"/>
            <a:srcRect/>
            <a:stretch>
              <a:fillRect/>
            </a:stretch>
          </p:blipFill>
          <p:spPr bwMode="auto">
            <a:xfrm>
              <a:off x="385" y="3022"/>
              <a:ext cx="590" cy="53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27664" name="Text Box 49"/>
            <p:cNvSpPr txBox="1">
              <a:spLocks noChangeArrowheads="1"/>
            </p:cNvSpPr>
            <p:nvPr/>
          </p:nvSpPr>
          <p:spPr bwMode="auto">
            <a:xfrm>
              <a:off x="793" y="3125"/>
              <a:ext cx="628" cy="3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zh-CN" altLang="en-US" sz="3200" b="0">
                  <a:solidFill>
                    <a:srgbClr val="FA7748"/>
                  </a:solidFill>
                  <a:latin typeface="Times New Roman" pitchFamily="18" charset="0"/>
                  <a:ea typeface="华文行楷" pitchFamily="2" charset="-122"/>
                </a:rPr>
                <a:t>结论</a:t>
              </a:r>
            </a:p>
          </p:txBody>
        </p:sp>
      </p:grpSp>
      <p:grpSp>
        <p:nvGrpSpPr>
          <p:cNvPr id="27665" name="Group 54"/>
          <p:cNvGrpSpPr>
            <a:grpSpLocks/>
          </p:cNvGrpSpPr>
          <p:nvPr/>
        </p:nvGrpSpPr>
        <p:grpSpPr bwMode="auto">
          <a:xfrm>
            <a:off x="6588125" y="6445250"/>
            <a:ext cx="792163" cy="366713"/>
            <a:chOff x="4649" y="4020"/>
            <a:chExt cx="499" cy="231"/>
          </a:xfrm>
        </p:grpSpPr>
        <p:pic>
          <p:nvPicPr>
            <p:cNvPr id="27666" name="Picture 55" descr="78900"/>
            <p:cNvPicPr>
              <a:picLocks noChangeAspect="1" noChangeArrowheads="1"/>
            </p:cNvPicPr>
            <p:nvPr/>
          </p:nvPicPr>
          <p:blipFill>
            <a:blip r:embed="rId5"/>
            <a:srcRect/>
            <a:stretch>
              <a:fillRect/>
            </a:stretch>
          </p:blipFill>
          <p:spPr bwMode="auto"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27667" name="Text Box 56">
              <a:hlinkClick r:id="rId7" action="ppaction://hlinksldjump"/>
            </p:cNvPr>
            <p:cNvSpPr txBox="1">
              <a:spLocks noChangeArrowheads="1"/>
            </p:cNvSpPr>
            <p:nvPr/>
          </p:nvSpPr>
          <p:spPr bwMode="auto"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0">
                  <a:solidFill>
                    <a:schemeClr val="bg1"/>
                  </a:solidFill>
                  <a:latin typeface="隶书" pitchFamily="49" charset="-122"/>
                  <a:ea typeface="隶书" pitchFamily="49" charset="-122"/>
                </a:rPr>
                <a:t>返 回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85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85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3" dur="500"/>
                                        <p:tgtEl>
                                          <p:spTgt spid="1085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085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085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000"/>
                            </p:stCondLst>
                            <p:childTnLst>
                              <p:par>
                                <p:cTn id="20" presetID="2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22" dur="500"/>
                                        <p:tgtEl>
                                          <p:spTgt spid="1085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085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75"/>
                                        <p:tgtEl>
                                          <p:spTgt spid="1085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8550" grpId="0" animBg="1"/>
      <p:bldP spid="108551" grpId="0" animBg="1"/>
      <p:bldP spid="108583" grpId="0" animBg="1"/>
      <p:bldP spid="108584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8083" name="Group 19"/>
          <p:cNvGrpSpPr>
            <a:grpSpLocks/>
          </p:cNvGrpSpPr>
          <p:nvPr/>
        </p:nvGrpSpPr>
        <p:grpSpPr bwMode="auto">
          <a:xfrm>
            <a:off x="539750" y="2852738"/>
            <a:ext cx="2901950" cy="1300162"/>
            <a:chOff x="340" y="1661"/>
            <a:chExt cx="1828" cy="819"/>
          </a:xfrm>
        </p:grpSpPr>
        <p:sp>
          <p:nvSpPr>
            <p:cNvPr id="28674" name="Text Box 5"/>
            <p:cNvSpPr txBox="1">
              <a:spLocks noChangeArrowheads="1"/>
            </p:cNvSpPr>
            <p:nvPr/>
          </p:nvSpPr>
          <p:spPr bwMode="auto">
            <a:xfrm>
              <a:off x="456" y="1661"/>
              <a:ext cx="1712" cy="365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sz="3200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  <a:sym typeface="Symbol" pitchFamily="18" charset="2"/>
                </a:rPr>
                <a:t></a:t>
              </a:r>
              <a:r>
                <a:rPr lang="en-US" altLang="zh-CN" sz="3200" b="0" i="1" baseline="-2500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L</a:t>
              </a:r>
              <a:r>
                <a:rPr lang="en-US" altLang="zh-CN" sz="3200" b="0" baseline="-2500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 </a:t>
              </a:r>
              <a:r>
                <a:rPr lang="en-US" altLang="zh-CN" sz="3200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(0</a:t>
              </a:r>
              <a:r>
                <a:rPr lang="en-US" altLang="zh-CN" sz="3200" b="0" baseline="-2500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+</a:t>
              </a:r>
              <a:r>
                <a:rPr lang="en-US" altLang="zh-CN" sz="3200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)= </a:t>
              </a:r>
              <a:r>
                <a:rPr lang="en-US" altLang="zh-CN" sz="3200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  <a:sym typeface="Symbol" pitchFamily="18" charset="2"/>
                </a:rPr>
                <a:t></a:t>
              </a:r>
              <a:r>
                <a:rPr lang="en-US" altLang="zh-CN" sz="3200" b="0" i="1" baseline="-2500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L</a:t>
              </a:r>
              <a:r>
                <a:rPr lang="en-US" altLang="zh-CN" sz="3200" b="0" baseline="-2500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 </a:t>
              </a:r>
              <a:r>
                <a:rPr lang="en-US" altLang="zh-CN" sz="3200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(0</a:t>
              </a:r>
              <a:r>
                <a:rPr lang="zh-CN" altLang="en-US" sz="2000" b="0" baseline="-2500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－</a:t>
              </a:r>
              <a:r>
                <a:rPr lang="en-US" altLang="zh-CN" sz="3200" b="0" baseline="-2500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)</a:t>
              </a:r>
            </a:p>
          </p:txBody>
        </p:sp>
        <p:sp>
          <p:nvSpPr>
            <p:cNvPr id="28675" name="Text Box 6"/>
            <p:cNvSpPr txBox="1">
              <a:spLocks noChangeArrowheads="1"/>
            </p:cNvSpPr>
            <p:nvPr/>
          </p:nvSpPr>
          <p:spPr bwMode="auto">
            <a:xfrm>
              <a:off x="487" y="2115"/>
              <a:ext cx="1447" cy="365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sz="3200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i</a:t>
              </a:r>
              <a:r>
                <a:rPr lang="en-US" altLang="zh-CN" sz="3200" b="0" i="1" baseline="-2500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L</a:t>
              </a:r>
              <a:r>
                <a:rPr lang="en-US" altLang="zh-CN" sz="3200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(0</a:t>
              </a:r>
              <a:r>
                <a:rPr lang="en-US" altLang="zh-CN" sz="3200" b="0" baseline="-2500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+</a:t>
              </a:r>
              <a:r>
                <a:rPr lang="en-US" altLang="zh-CN" sz="3200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)= </a:t>
              </a:r>
              <a:r>
                <a:rPr lang="en-US" altLang="zh-CN" sz="3200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i</a:t>
              </a:r>
              <a:r>
                <a:rPr lang="en-US" altLang="zh-CN" sz="3200" b="0" i="1" baseline="-2500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L</a:t>
              </a:r>
              <a:r>
                <a:rPr lang="en-US" altLang="zh-CN" sz="3200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(0</a:t>
              </a:r>
              <a:r>
                <a:rPr lang="zh-CN" altLang="en-US" sz="2000" b="0" baseline="-2500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－</a:t>
              </a:r>
              <a:r>
                <a:rPr lang="en-US" altLang="zh-CN" sz="3200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)</a:t>
              </a:r>
            </a:p>
          </p:txBody>
        </p:sp>
        <p:sp>
          <p:nvSpPr>
            <p:cNvPr id="28676" name="AutoShape 7"/>
            <p:cNvSpPr>
              <a:spLocks/>
            </p:cNvSpPr>
            <p:nvPr/>
          </p:nvSpPr>
          <p:spPr bwMode="auto">
            <a:xfrm>
              <a:off x="340" y="1842"/>
              <a:ext cx="91" cy="590"/>
            </a:xfrm>
            <a:prstGeom prst="leftBrace">
              <a:avLst>
                <a:gd name="adj1" fmla="val 53939"/>
                <a:gd name="adj2" fmla="val 50000"/>
              </a:avLst>
            </a:prstGeom>
            <a:noFill/>
            <a:ln w="28575">
              <a:solidFill>
                <a:schemeClr val="bg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88081" name="Group 17"/>
          <p:cNvGrpSpPr>
            <a:grpSpLocks/>
          </p:cNvGrpSpPr>
          <p:nvPr/>
        </p:nvGrpSpPr>
        <p:grpSpPr bwMode="auto">
          <a:xfrm>
            <a:off x="539750" y="1268413"/>
            <a:ext cx="2974975" cy="1227137"/>
            <a:chOff x="340" y="709"/>
            <a:chExt cx="1874" cy="773"/>
          </a:xfrm>
        </p:grpSpPr>
        <p:sp>
          <p:nvSpPr>
            <p:cNvPr id="28678" name="Text Box 9"/>
            <p:cNvSpPr txBox="1">
              <a:spLocks noChangeArrowheads="1"/>
            </p:cNvSpPr>
            <p:nvPr/>
          </p:nvSpPr>
          <p:spPr bwMode="auto">
            <a:xfrm>
              <a:off x="428" y="709"/>
              <a:ext cx="1726" cy="365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sz="3200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q</a:t>
              </a:r>
              <a:r>
                <a:rPr lang="en-US" altLang="zh-CN" sz="3200" b="0" i="1" baseline="-2500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c </a:t>
              </a:r>
              <a:r>
                <a:rPr lang="en-US" altLang="zh-CN" sz="3200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(0</a:t>
              </a:r>
              <a:r>
                <a:rPr lang="en-US" altLang="zh-CN" sz="3200" b="0" baseline="-2500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+</a:t>
              </a:r>
              <a:r>
                <a:rPr lang="en-US" altLang="zh-CN" sz="3200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) </a:t>
              </a:r>
              <a:r>
                <a:rPr lang="en-US" altLang="zh-CN" sz="3200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= q</a:t>
              </a:r>
              <a:r>
                <a:rPr lang="en-US" altLang="zh-CN" sz="3200" b="0" i="1" baseline="-2500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c</a:t>
              </a:r>
              <a:r>
                <a:rPr lang="en-US" altLang="zh-CN" sz="3200" b="0" baseline="-2500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 </a:t>
              </a:r>
              <a:r>
                <a:rPr lang="en-US" altLang="zh-CN" sz="3200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(0</a:t>
              </a:r>
              <a:r>
                <a:rPr lang="zh-CN" altLang="en-US" sz="2400" b="0" baseline="-2500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－</a:t>
              </a:r>
              <a:r>
                <a:rPr lang="en-US" altLang="zh-CN" sz="3200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)</a:t>
              </a:r>
            </a:p>
          </p:txBody>
        </p:sp>
        <p:sp>
          <p:nvSpPr>
            <p:cNvPr id="28679" name="Text Box 10"/>
            <p:cNvSpPr txBox="1">
              <a:spLocks noChangeArrowheads="1"/>
            </p:cNvSpPr>
            <p:nvPr/>
          </p:nvSpPr>
          <p:spPr bwMode="auto">
            <a:xfrm>
              <a:off x="467" y="1117"/>
              <a:ext cx="1747" cy="365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sz="3200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u</a:t>
              </a:r>
              <a:r>
                <a:rPr lang="en-US" altLang="zh-CN" sz="3200" b="0" i="1" baseline="-2500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C</a:t>
              </a:r>
              <a:r>
                <a:rPr lang="en-US" altLang="zh-CN" sz="3200" b="0" baseline="-2500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 </a:t>
              </a:r>
              <a:r>
                <a:rPr lang="en-US" altLang="zh-CN" sz="3200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(0</a:t>
              </a:r>
              <a:r>
                <a:rPr lang="en-US" altLang="zh-CN" sz="3200" b="0" baseline="-2500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+</a:t>
              </a:r>
              <a:r>
                <a:rPr lang="en-US" altLang="zh-CN" sz="3200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) = </a:t>
              </a:r>
              <a:r>
                <a:rPr lang="en-US" altLang="zh-CN" sz="3200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u</a:t>
              </a:r>
              <a:r>
                <a:rPr lang="en-US" altLang="zh-CN" sz="3200" b="0" i="1" baseline="-2500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C</a:t>
              </a:r>
              <a:r>
                <a:rPr lang="en-US" altLang="zh-CN" sz="3200" b="0" baseline="-2500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 </a:t>
              </a:r>
              <a:r>
                <a:rPr lang="en-US" altLang="zh-CN" sz="3200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(0</a:t>
              </a:r>
              <a:r>
                <a:rPr lang="zh-CN" altLang="en-US" sz="2000" b="0" baseline="-2500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－</a:t>
              </a:r>
              <a:r>
                <a:rPr lang="en-US" altLang="zh-CN" sz="3200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)</a:t>
              </a:r>
            </a:p>
          </p:txBody>
        </p:sp>
        <p:sp>
          <p:nvSpPr>
            <p:cNvPr id="28680" name="AutoShape 11"/>
            <p:cNvSpPr>
              <a:spLocks/>
            </p:cNvSpPr>
            <p:nvPr/>
          </p:nvSpPr>
          <p:spPr bwMode="auto">
            <a:xfrm>
              <a:off x="340" y="845"/>
              <a:ext cx="136" cy="635"/>
            </a:xfrm>
            <a:prstGeom prst="leftBrace">
              <a:avLst>
                <a:gd name="adj1" fmla="val 38844"/>
                <a:gd name="adj2" fmla="val 50000"/>
              </a:avLst>
            </a:prstGeom>
            <a:noFill/>
            <a:ln w="28575">
              <a:solidFill>
                <a:schemeClr val="bg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88076" name="Rectangle 12"/>
          <p:cNvSpPr>
            <a:spLocks noChangeArrowheads="1"/>
          </p:cNvSpPr>
          <p:nvPr/>
        </p:nvSpPr>
        <p:spPr bwMode="auto">
          <a:xfrm>
            <a:off x="611188" y="620713"/>
            <a:ext cx="2933700" cy="547687"/>
          </a:xfrm>
          <a:prstGeom prst="rect">
            <a:avLst/>
          </a:prstGeom>
          <a:noFill/>
          <a:ln w="28575">
            <a:solidFill>
              <a:srgbClr val="00FFFF"/>
            </a:solidFill>
            <a:miter lim="800000"/>
            <a:headEnd/>
            <a:tailEnd/>
          </a:ln>
        </p:spPr>
        <p:txBody>
          <a:bodyPr lIns="234000" rIns="198000" anchor="ctr">
            <a:spAutoFit/>
          </a:bodyPr>
          <a:lstStyle/>
          <a:p>
            <a:pPr marL="342900" indent="-342900">
              <a:buFontTx/>
              <a:buAutoNum type="circleNumDbPlain" startAt="4"/>
            </a:pPr>
            <a:r>
              <a:rPr lang="zh-CN" altLang="en-US">
                <a:latin typeface="楷体_GB2312" pitchFamily="49" charset="-122"/>
              </a:rPr>
              <a:t>换路定律</a:t>
            </a:r>
          </a:p>
        </p:txBody>
      </p:sp>
      <p:sp>
        <p:nvSpPr>
          <p:cNvPr id="88077" name="Text Box 13"/>
          <p:cNvSpPr txBox="1">
            <a:spLocks noChangeArrowheads="1"/>
          </p:cNvSpPr>
          <p:nvPr/>
        </p:nvSpPr>
        <p:spPr bwMode="auto">
          <a:xfrm>
            <a:off x="1835150" y="4351338"/>
            <a:ext cx="7058025" cy="1117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98000" rIns="198000" anchor="ctr">
            <a:spAutoFit/>
          </a:bodyPr>
          <a:lstStyle/>
          <a:p>
            <a:pPr marL="342900" indent="-342900">
              <a:lnSpc>
                <a:spcPct val="120000"/>
              </a:lnSpc>
              <a:buFontTx/>
              <a:buAutoNum type="circleNumDbPlain"/>
            </a:pPr>
            <a:r>
              <a:rPr lang="zh-CN" altLang="en-US">
                <a:latin typeface="楷体_GB2312" pitchFamily="49" charset="-122"/>
              </a:rPr>
              <a:t>电容电流和电感电压为有限值是换路定律成立的条件。</a:t>
            </a:r>
          </a:p>
        </p:txBody>
      </p:sp>
      <p:sp>
        <p:nvSpPr>
          <p:cNvPr id="88079" name="Text Box 15"/>
          <p:cNvSpPr txBox="1">
            <a:spLocks noChangeArrowheads="1"/>
          </p:cNvSpPr>
          <p:nvPr/>
        </p:nvSpPr>
        <p:spPr bwMode="auto">
          <a:xfrm>
            <a:off x="3627438" y="2724150"/>
            <a:ext cx="5192712" cy="1630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>
              <a:lnSpc>
                <a:spcPct val="120000"/>
              </a:lnSpc>
              <a:spcBef>
                <a:spcPct val="50000"/>
              </a:spcBef>
            </a:pPr>
            <a:r>
              <a:rPr lang="en-US" altLang="zh-CN">
                <a:latin typeface="楷体_GB2312" pitchFamily="49" charset="-122"/>
              </a:rPr>
              <a:t>    </a:t>
            </a:r>
            <a:r>
              <a:rPr lang="zh-CN" altLang="en-US">
                <a:latin typeface="楷体_GB2312" pitchFamily="49" charset="-122"/>
              </a:rPr>
              <a:t>换路瞬间，若电感电压保持为有限值，则电感电流（磁链）换路前后保持不变。</a:t>
            </a:r>
          </a:p>
        </p:txBody>
      </p:sp>
      <p:sp>
        <p:nvSpPr>
          <p:cNvPr id="88080" name="Text Box 16"/>
          <p:cNvSpPr txBox="1">
            <a:spLocks noChangeArrowheads="1"/>
          </p:cNvSpPr>
          <p:nvPr/>
        </p:nvSpPr>
        <p:spPr bwMode="auto">
          <a:xfrm>
            <a:off x="3563938" y="1196975"/>
            <a:ext cx="5329237" cy="1630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>
              <a:lnSpc>
                <a:spcPct val="120000"/>
              </a:lnSpc>
              <a:spcBef>
                <a:spcPct val="50000"/>
              </a:spcBef>
            </a:pPr>
            <a:r>
              <a:rPr lang="en-US" altLang="zh-CN">
                <a:latin typeface="楷体_GB2312" pitchFamily="49" charset="-122"/>
              </a:rPr>
              <a:t>    </a:t>
            </a:r>
            <a:r>
              <a:rPr lang="zh-CN" altLang="en-US">
                <a:latin typeface="楷体_GB2312" pitchFamily="49" charset="-122"/>
              </a:rPr>
              <a:t>换路瞬间，若电容电流保持为有限值，则电容电压（电荷）换路前后保持不变。</a:t>
            </a:r>
          </a:p>
        </p:txBody>
      </p:sp>
      <p:sp>
        <p:nvSpPr>
          <p:cNvPr id="88082" name="Text Box 18"/>
          <p:cNvSpPr txBox="1">
            <a:spLocks noChangeArrowheads="1"/>
          </p:cNvSpPr>
          <p:nvPr/>
        </p:nvSpPr>
        <p:spPr bwMode="auto">
          <a:xfrm>
            <a:off x="1835150" y="5516563"/>
            <a:ext cx="6048375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98000" rIns="198000" anchor="ctr">
            <a:spAutoFit/>
          </a:bodyPr>
          <a:lstStyle/>
          <a:p>
            <a:pPr marL="342900" indent="-342900">
              <a:buFontTx/>
              <a:buAutoNum type="circleNumDbPlain" startAt="2"/>
            </a:pPr>
            <a:r>
              <a:rPr lang="zh-CN" altLang="en-US">
                <a:latin typeface="楷体_GB2312" pitchFamily="49" charset="-122"/>
              </a:rPr>
              <a:t>换路定律反映了能量不能跃变。</a:t>
            </a:r>
          </a:p>
        </p:txBody>
      </p:sp>
      <p:grpSp>
        <p:nvGrpSpPr>
          <p:cNvPr id="28686" name="Group 23"/>
          <p:cNvGrpSpPr>
            <a:grpSpLocks/>
          </p:cNvGrpSpPr>
          <p:nvPr/>
        </p:nvGrpSpPr>
        <p:grpSpPr bwMode="auto"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28687" name="Picture 24" descr="78900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28688" name="Text Box 25">
              <a:hlinkClick r:id="" action="ppaction://hlinkshowjump?jump=nextslide"/>
            </p:cNvPr>
            <p:cNvSpPr txBox="1">
              <a:spLocks noChangeArrowheads="1"/>
            </p:cNvSpPr>
            <p:nvPr/>
          </p:nvSpPr>
          <p:spPr bwMode="auto"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0">
                  <a:solidFill>
                    <a:schemeClr val="bg1"/>
                  </a:solidFill>
                  <a:latin typeface="隶书" pitchFamily="49" charset="-122"/>
                  <a:ea typeface="隶书" pitchFamily="49" charset="-122"/>
                </a:rPr>
                <a:t>下 页</a:t>
              </a:r>
            </a:p>
          </p:txBody>
        </p:sp>
      </p:grpSp>
      <p:grpSp>
        <p:nvGrpSpPr>
          <p:cNvPr id="28689" name="Group 26"/>
          <p:cNvGrpSpPr>
            <a:grpSpLocks/>
          </p:cNvGrpSpPr>
          <p:nvPr/>
        </p:nvGrpSpPr>
        <p:grpSpPr bwMode="auto">
          <a:xfrm>
            <a:off x="7453313" y="6446838"/>
            <a:ext cx="792162" cy="366712"/>
            <a:chOff x="4649" y="4020"/>
            <a:chExt cx="499" cy="231"/>
          </a:xfrm>
        </p:grpSpPr>
        <p:pic>
          <p:nvPicPr>
            <p:cNvPr id="28690" name="Picture 27" descr="78900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28691" name="Text Box 28">
              <a:hlinkClick r:id="" action="ppaction://hlinkshowjump?jump=previousslide"/>
            </p:cNvPr>
            <p:cNvSpPr txBox="1">
              <a:spLocks noChangeArrowheads="1"/>
            </p:cNvSpPr>
            <p:nvPr/>
          </p:nvSpPr>
          <p:spPr bwMode="auto"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0">
                  <a:solidFill>
                    <a:schemeClr val="bg1"/>
                  </a:solidFill>
                  <a:latin typeface="隶书" pitchFamily="49" charset="-122"/>
                  <a:ea typeface="隶书" pitchFamily="49" charset="-122"/>
                </a:rPr>
                <a:t>上 页</a:t>
              </a:r>
            </a:p>
          </p:txBody>
        </p:sp>
      </p:grpSp>
      <p:grpSp>
        <p:nvGrpSpPr>
          <p:cNvPr id="88096" name="Group 32"/>
          <p:cNvGrpSpPr>
            <a:grpSpLocks/>
          </p:cNvGrpSpPr>
          <p:nvPr/>
        </p:nvGrpSpPr>
        <p:grpSpPr bwMode="auto">
          <a:xfrm>
            <a:off x="323850" y="4292600"/>
            <a:ext cx="1644650" cy="850900"/>
            <a:chOff x="385" y="3022"/>
            <a:chExt cx="1036" cy="536"/>
          </a:xfrm>
        </p:grpSpPr>
        <p:pic>
          <p:nvPicPr>
            <p:cNvPr id="28693" name="Picture 33" descr="123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385" y="3022"/>
              <a:ext cx="590" cy="53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28694" name="Text Box 34"/>
            <p:cNvSpPr txBox="1">
              <a:spLocks noChangeArrowheads="1"/>
            </p:cNvSpPr>
            <p:nvPr/>
          </p:nvSpPr>
          <p:spPr bwMode="auto">
            <a:xfrm>
              <a:off x="793" y="3125"/>
              <a:ext cx="628" cy="3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zh-CN" altLang="en-US" sz="3200" b="0">
                  <a:solidFill>
                    <a:srgbClr val="FA7748"/>
                  </a:solidFill>
                  <a:latin typeface="Times New Roman" pitchFamily="18" charset="0"/>
                  <a:ea typeface="华文行楷" pitchFamily="2" charset="-122"/>
                </a:rPr>
                <a:t>注意</a:t>
              </a:r>
            </a:p>
          </p:txBody>
        </p:sp>
      </p:grpSp>
      <p:grpSp>
        <p:nvGrpSpPr>
          <p:cNvPr id="28695" name="Group 38"/>
          <p:cNvGrpSpPr>
            <a:grpSpLocks/>
          </p:cNvGrpSpPr>
          <p:nvPr/>
        </p:nvGrpSpPr>
        <p:grpSpPr bwMode="auto">
          <a:xfrm>
            <a:off x="6588125" y="6445250"/>
            <a:ext cx="792163" cy="366713"/>
            <a:chOff x="4649" y="4020"/>
            <a:chExt cx="499" cy="231"/>
          </a:xfrm>
        </p:grpSpPr>
        <p:pic>
          <p:nvPicPr>
            <p:cNvPr id="28696" name="Picture 39" descr="78900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28697" name="Text Box 40">
              <a:hlinkClick r:id="rId4" action="ppaction://hlinksldjump"/>
            </p:cNvPr>
            <p:cNvSpPr txBox="1">
              <a:spLocks noChangeArrowheads="1"/>
            </p:cNvSpPr>
            <p:nvPr/>
          </p:nvSpPr>
          <p:spPr bwMode="auto"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0">
                  <a:solidFill>
                    <a:schemeClr val="bg1"/>
                  </a:solidFill>
                  <a:latin typeface="隶书" pitchFamily="49" charset="-122"/>
                  <a:ea typeface="隶书" pitchFamily="49" charset="-122"/>
                </a:rPr>
                <a:t>返 回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80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80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2000"/>
                                        <p:tgtEl>
                                          <p:spTgt spid="880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8" dur="100"/>
                                        <p:tgtEl>
                                          <p:spTgt spid="880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1000"/>
                                        <p:tgtEl>
                                          <p:spTgt spid="880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8" dur="100"/>
                                        <p:tgtEl>
                                          <p:spTgt spid="880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880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7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2000"/>
                                        <p:tgtEl>
                                          <p:spTgt spid="8807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2000"/>
                                        <p:tgtEl>
                                          <p:spTgt spid="880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8076" grpId="0" animBg="1"/>
      <p:bldP spid="88077" grpId="0" build="p"/>
      <p:bldP spid="88079" grpId="0"/>
      <p:bldP spid="88080" grpId="0"/>
      <p:bldP spid="88082" grpId="0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4" name="Text Box 4"/>
          <p:cNvSpPr txBox="1">
            <a:spLocks noChangeArrowheads="1"/>
          </p:cNvSpPr>
          <p:nvPr/>
        </p:nvSpPr>
        <p:spPr bwMode="auto">
          <a:xfrm>
            <a:off x="468313" y="549275"/>
            <a:ext cx="3744912" cy="547688"/>
          </a:xfrm>
          <a:prstGeom prst="rect">
            <a:avLst/>
          </a:prstGeom>
          <a:noFill/>
          <a:ln w="28575">
            <a:solidFill>
              <a:srgbClr val="00FFFF"/>
            </a:solidFill>
            <a:miter lim="800000"/>
            <a:headEnd/>
            <a:tailEnd/>
          </a:ln>
        </p:spPr>
        <p:txBody>
          <a:bodyPr lIns="198000" rIns="198000" anchor="ctr">
            <a:spAutoFit/>
          </a:bodyPr>
          <a:lstStyle/>
          <a:p>
            <a:pPr marL="342900" indent="-342900">
              <a:spcBef>
                <a:spcPct val="50000"/>
              </a:spcBef>
              <a:buFontTx/>
              <a:buAutoNum type="circleNumDbPlain" startAt="5"/>
            </a:pPr>
            <a:r>
              <a:rPr lang="zh-CN" altLang="en-US">
                <a:latin typeface="楷体_GB2312" pitchFamily="49" charset="-122"/>
              </a:rPr>
              <a:t>电路初始值的确定</a:t>
            </a:r>
          </a:p>
        </p:txBody>
      </p:sp>
      <p:sp>
        <p:nvSpPr>
          <p:cNvPr id="87047" name="Text Box 7"/>
          <p:cNvSpPr txBox="1">
            <a:spLocks noChangeArrowheads="1"/>
          </p:cNvSpPr>
          <p:nvPr/>
        </p:nvSpPr>
        <p:spPr bwMode="auto">
          <a:xfrm>
            <a:off x="4572000" y="3284538"/>
            <a:ext cx="2682875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en-US" altLang="zh-CN" b="0">
                <a:latin typeface="楷体_GB2312" pitchFamily="49" charset="-122"/>
              </a:rPr>
              <a:t>(2)</a:t>
            </a:r>
            <a:r>
              <a:rPr lang="zh-CN" altLang="en-US">
                <a:latin typeface="楷体_GB2312" pitchFamily="49" charset="-122"/>
              </a:rPr>
              <a:t>由换路定律 </a:t>
            </a:r>
          </a:p>
        </p:txBody>
      </p:sp>
      <p:sp>
        <p:nvSpPr>
          <p:cNvPr id="87048" name="Rectangle 8"/>
          <p:cNvSpPr>
            <a:spLocks noChangeArrowheads="1"/>
          </p:cNvSpPr>
          <p:nvPr/>
        </p:nvSpPr>
        <p:spPr bwMode="auto">
          <a:xfrm>
            <a:off x="4787900" y="3716338"/>
            <a:ext cx="3816350" cy="579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algn="ctr"/>
            <a:r>
              <a:rPr lang="en-US" altLang="zh-CN" sz="3200" b="0" i="1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u</a:t>
            </a:r>
            <a:r>
              <a:rPr lang="en-US" altLang="zh-CN" sz="3200" b="0" i="1" baseline="-2500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C</a:t>
            </a:r>
            <a:r>
              <a:rPr lang="en-US" altLang="zh-CN" sz="3200" b="0" baseline="-2500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 </a:t>
            </a:r>
            <a:r>
              <a:rPr lang="en-US" altLang="zh-CN" sz="3200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(0</a:t>
            </a:r>
            <a:r>
              <a:rPr lang="en-US" altLang="zh-CN" sz="3200" b="0" baseline="-2500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+</a:t>
            </a:r>
            <a:r>
              <a:rPr lang="en-US" altLang="zh-CN" sz="3200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) = </a:t>
            </a:r>
            <a:r>
              <a:rPr lang="en-US" altLang="zh-CN" sz="3200" b="0" i="1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u</a:t>
            </a:r>
            <a:r>
              <a:rPr lang="en-US" altLang="zh-CN" sz="3200" b="0" i="1" baseline="-2500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C</a:t>
            </a:r>
            <a:r>
              <a:rPr lang="en-US" altLang="zh-CN" sz="3200" b="0" baseline="-2500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 </a:t>
            </a:r>
            <a:r>
              <a:rPr lang="en-US" altLang="zh-CN" sz="3200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(0</a:t>
            </a:r>
            <a:r>
              <a:rPr lang="zh-CN" altLang="en-US" sz="3200" b="0" baseline="-2500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－</a:t>
            </a:r>
            <a:r>
              <a:rPr lang="en-US" altLang="zh-CN" sz="3200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)=8V</a:t>
            </a:r>
          </a:p>
        </p:txBody>
      </p:sp>
      <p:graphicFrame>
        <p:nvGraphicFramePr>
          <p:cNvPr id="87070" name="Object 30"/>
          <p:cNvGraphicFramePr>
            <a:graphicFrameLocks noChangeAspect="1"/>
          </p:cNvGraphicFramePr>
          <p:nvPr/>
        </p:nvGraphicFramePr>
        <p:xfrm>
          <a:off x="5003800" y="4868863"/>
          <a:ext cx="3527425" cy="1004887"/>
        </p:xfrm>
        <a:graphic>
          <a:graphicData uri="http://schemas.openxmlformats.org/presentationml/2006/ole">
            <p:oleObj spid="_x0000_s29700" r:id="rId3" imgW="1552680" imgH="403560" progId="Equation.3">
              <p:embed/>
            </p:oleObj>
          </a:graphicData>
        </a:graphic>
      </p:graphicFrame>
      <p:sp>
        <p:nvSpPr>
          <p:cNvPr id="87071" name="Text Box 31"/>
          <p:cNvSpPr txBox="1">
            <a:spLocks noChangeArrowheads="1"/>
          </p:cNvSpPr>
          <p:nvPr/>
        </p:nvSpPr>
        <p:spPr bwMode="auto">
          <a:xfrm>
            <a:off x="4551363" y="476250"/>
            <a:ext cx="3621087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en-US" altLang="zh-CN" b="0">
                <a:latin typeface="Times New Roman" pitchFamily="18" charset="0"/>
                <a:ea typeface="宋体" pitchFamily="2" charset="-122"/>
              </a:rPr>
              <a:t>(1)</a:t>
            </a:r>
            <a:r>
              <a:rPr lang="en-US" altLang="zh-CN">
                <a:latin typeface="Times New Roman" pitchFamily="18" charset="0"/>
                <a:ea typeface="宋体" pitchFamily="2" charset="-122"/>
              </a:rPr>
              <a:t> </a:t>
            </a:r>
            <a:r>
              <a:rPr lang="zh-CN" altLang="en-US">
                <a:latin typeface="Times New Roman" pitchFamily="18" charset="0"/>
              </a:rPr>
              <a:t>由</a:t>
            </a:r>
            <a:r>
              <a:rPr lang="en-US" altLang="zh-CN" b="0">
                <a:latin typeface="Times New Roman" pitchFamily="18" charset="0"/>
                <a:ea typeface="宋体" pitchFamily="2" charset="-122"/>
              </a:rPr>
              <a:t>0</a:t>
            </a:r>
            <a:r>
              <a:rPr lang="zh-CN" altLang="en-US" b="0" baseline="-25000">
                <a:latin typeface="Times New Roman" pitchFamily="18" charset="0"/>
                <a:ea typeface="宋体" pitchFamily="2" charset="-122"/>
              </a:rPr>
              <a:t>－</a:t>
            </a:r>
            <a:r>
              <a:rPr lang="zh-CN" altLang="en-US">
                <a:latin typeface="Times New Roman" pitchFamily="18" charset="0"/>
              </a:rPr>
              <a:t>电路求</a:t>
            </a:r>
            <a:r>
              <a:rPr lang="zh-CN" altLang="en-US">
                <a:latin typeface="Times New Roman" pitchFamily="18" charset="0"/>
                <a:ea typeface="宋体" pitchFamily="2" charset="-122"/>
              </a:rPr>
              <a:t> </a:t>
            </a:r>
            <a:r>
              <a:rPr lang="en-US" altLang="zh-CN" b="0" i="1">
                <a:latin typeface="Times New Roman" pitchFamily="18" charset="0"/>
                <a:ea typeface="宋体" pitchFamily="2" charset="-122"/>
              </a:rPr>
              <a:t>u</a:t>
            </a:r>
            <a:r>
              <a:rPr lang="en-US" altLang="zh-CN" b="0" i="1" baseline="-25000">
                <a:latin typeface="Times New Roman" pitchFamily="18" charset="0"/>
                <a:ea typeface="宋体" pitchFamily="2" charset="-122"/>
              </a:rPr>
              <a:t>C</a:t>
            </a:r>
            <a:r>
              <a:rPr lang="en-US" altLang="zh-CN" b="0">
                <a:latin typeface="Times New Roman" pitchFamily="18" charset="0"/>
                <a:ea typeface="宋体" pitchFamily="2" charset="-122"/>
              </a:rPr>
              <a:t>(0</a:t>
            </a:r>
            <a:r>
              <a:rPr lang="zh-CN" altLang="en-US" b="0" baseline="-25000">
                <a:latin typeface="Times New Roman" pitchFamily="18" charset="0"/>
                <a:ea typeface="宋体" pitchFamily="2" charset="-122"/>
              </a:rPr>
              <a:t>－</a:t>
            </a:r>
            <a:r>
              <a:rPr lang="en-US" altLang="zh-CN" b="0">
                <a:latin typeface="Times New Roman" pitchFamily="18" charset="0"/>
                <a:ea typeface="宋体" pitchFamily="2" charset="-122"/>
              </a:rPr>
              <a:t>)</a:t>
            </a:r>
          </a:p>
        </p:txBody>
      </p:sp>
      <p:sp>
        <p:nvSpPr>
          <p:cNvPr id="87089" name="Text Box 49"/>
          <p:cNvSpPr txBox="1">
            <a:spLocks noChangeArrowheads="1"/>
          </p:cNvSpPr>
          <p:nvPr/>
        </p:nvSpPr>
        <p:spPr bwMode="auto">
          <a:xfrm>
            <a:off x="5003800" y="2708275"/>
            <a:ext cx="2089150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algn="ctr"/>
            <a:r>
              <a:rPr lang="en-US" altLang="zh-CN" sz="3200" b="0" i="1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u</a:t>
            </a:r>
            <a:r>
              <a:rPr lang="en-US" altLang="zh-CN" sz="3200" b="0" i="1" baseline="-2500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C</a:t>
            </a:r>
            <a:r>
              <a:rPr lang="en-US" altLang="zh-CN" sz="3200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(0</a:t>
            </a:r>
            <a:r>
              <a:rPr lang="zh-CN" altLang="en-US" sz="3200" b="0" baseline="-2500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－</a:t>
            </a:r>
            <a:r>
              <a:rPr lang="en-US" altLang="zh-CN" sz="3200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)=8V</a:t>
            </a:r>
          </a:p>
        </p:txBody>
      </p:sp>
      <p:sp>
        <p:nvSpPr>
          <p:cNvPr id="87090" name="Text Box 50"/>
          <p:cNvSpPr txBox="1">
            <a:spLocks noChangeArrowheads="1"/>
          </p:cNvSpPr>
          <p:nvPr/>
        </p:nvSpPr>
        <p:spPr bwMode="auto">
          <a:xfrm>
            <a:off x="4641850" y="4373563"/>
            <a:ext cx="4251325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r>
              <a:rPr lang="en-US" altLang="zh-CN" b="0">
                <a:latin typeface="Times New Roman" pitchFamily="18" charset="0"/>
                <a:ea typeface="宋体" pitchFamily="2" charset="-122"/>
              </a:rPr>
              <a:t>(3)</a:t>
            </a:r>
            <a:r>
              <a:rPr lang="en-US" altLang="zh-CN">
                <a:latin typeface="Times New Roman" pitchFamily="18" charset="0"/>
                <a:ea typeface="宋体" pitchFamily="2" charset="-122"/>
              </a:rPr>
              <a:t> </a:t>
            </a:r>
            <a:r>
              <a:rPr lang="zh-CN" altLang="en-US">
                <a:latin typeface="Times New Roman" pitchFamily="18" charset="0"/>
              </a:rPr>
              <a:t>由</a:t>
            </a:r>
            <a:r>
              <a:rPr lang="en-US" altLang="zh-CN" b="0">
                <a:latin typeface="Times New Roman" pitchFamily="18" charset="0"/>
                <a:ea typeface="宋体" pitchFamily="2" charset="-122"/>
              </a:rPr>
              <a:t>0</a:t>
            </a:r>
            <a:r>
              <a:rPr lang="en-US" altLang="zh-CN" b="0" baseline="-25000">
                <a:latin typeface="Times New Roman" pitchFamily="18" charset="0"/>
                <a:ea typeface="宋体" pitchFamily="2" charset="-122"/>
              </a:rPr>
              <a:t>+</a:t>
            </a:r>
            <a:r>
              <a:rPr lang="zh-CN" altLang="en-US">
                <a:latin typeface="Times New Roman" pitchFamily="18" charset="0"/>
              </a:rPr>
              <a:t>等效电路求</a:t>
            </a:r>
            <a:r>
              <a:rPr lang="zh-CN" altLang="en-US">
                <a:latin typeface="Times New Roman" pitchFamily="18" charset="0"/>
                <a:ea typeface="宋体" pitchFamily="2" charset="-122"/>
              </a:rPr>
              <a:t>  </a:t>
            </a:r>
            <a:r>
              <a:rPr lang="en-US" altLang="zh-CN" b="0" i="1">
                <a:latin typeface="Times New Roman" pitchFamily="18" charset="0"/>
                <a:ea typeface="宋体" pitchFamily="2" charset="-122"/>
              </a:rPr>
              <a:t>i</a:t>
            </a:r>
            <a:r>
              <a:rPr lang="en-US" altLang="zh-CN" b="0" i="1" baseline="-25000">
                <a:latin typeface="Times New Roman" pitchFamily="18" charset="0"/>
                <a:ea typeface="宋体" pitchFamily="2" charset="-122"/>
              </a:rPr>
              <a:t>C</a:t>
            </a:r>
            <a:r>
              <a:rPr lang="en-US" altLang="zh-CN" b="0">
                <a:latin typeface="Times New Roman" pitchFamily="18" charset="0"/>
                <a:ea typeface="宋体" pitchFamily="2" charset="-122"/>
              </a:rPr>
              <a:t>(0</a:t>
            </a:r>
            <a:r>
              <a:rPr lang="en-US" altLang="zh-CN" b="0" baseline="-25000">
                <a:latin typeface="Times New Roman" pitchFamily="18" charset="0"/>
                <a:ea typeface="宋体" pitchFamily="2" charset="-122"/>
              </a:rPr>
              <a:t>+</a:t>
            </a:r>
            <a:r>
              <a:rPr lang="en-US" altLang="zh-CN" b="0">
                <a:latin typeface="Times New Roman" pitchFamily="18" charset="0"/>
                <a:ea typeface="宋体" pitchFamily="2" charset="-122"/>
              </a:rPr>
              <a:t>)</a:t>
            </a:r>
          </a:p>
        </p:txBody>
      </p:sp>
      <p:grpSp>
        <p:nvGrpSpPr>
          <p:cNvPr id="87128" name="Group 88"/>
          <p:cNvGrpSpPr>
            <a:grpSpLocks/>
          </p:cNvGrpSpPr>
          <p:nvPr/>
        </p:nvGrpSpPr>
        <p:grpSpPr bwMode="auto">
          <a:xfrm>
            <a:off x="5278438" y="5891213"/>
            <a:ext cx="2822575" cy="519112"/>
            <a:chOff x="3051" y="3003"/>
            <a:chExt cx="1778" cy="327"/>
          </a:xfrm>
        </p:grpSpPr>
        <p:sp>
          <p:nvSpPr>
            <p:cNvPr id="29705" name="Text Box 52"/>
            <p:cNvSpPr txBox="1">
              <a:spLocks noChangeArrowheads="1"/>
            </p:cNvSpPr>
            <p:nvPr/>
          </p:nvSpPr>
          <p:spPr bwMode="auto">
            <a:xfrm>
              <a:off x="3051" y="3003"/>
              <a:ext cx="1778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i</a:t>
              </a:r>
              <a:r>
                <a:rPr lang="en-US" altLang="zh-CN" b="0" i="1" baseline="-2500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C</a:t>
              </a:r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(0</a:t>
              </a:r>
              <a:r>
                <a:rPr lang="zh-CN" altLang="en-US" b="0" baseline="-2500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－</a:t>
              </a:r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)=0      </a:t>
              </a:r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i</a:t>
              </a:r>
              <a:r>
                <a:rPr lang="en-US" altLang="zh-CN" b="0" i="1" baseline="-2500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C</a:t>
              </a:r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(0</a:t>
              </a:r>
              <a:r>
                <a:rPr lang="en-US" altLang="zh-CN" b="0" baseline="-2500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+</a:t>
              </a:r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)</a:t>
              </a:r>
            </a:p>
          </p:txBody>
        </p:sp>
        <p:grpSp>
          <p:nvGrpSpPr>
            <p:cNvPr id="29706" name="Group 53"/>
            <p:cNvGrpSpPr>
              <a:grpSpLocks/>
            </p:cNvGrpSpPr>
            <p:nvPr/>
          </p:nvGrpSpPr>
          <p:grpSpPr bwMode="auto">
            <a:xfrm>
              <a:off x="4023" y="3081"/>
              <a:ext cx="172" cy="164"/>
              <a:chOff x="3854" y="3353"/>
              <a:chExt cx="172" cy="164"/>
            </a:xfrm>
          </p:grpSpPr>
          <p:sp>
            <p:nvSpPr>
              <p:cNvPr id="29707" name="Line 54"/>
              <p:cNvSpPr>
                <a:spLocks noChangeShapeType="1"/>
              </p:cNvSpPr>
              <p:nvPr/>
            </p:nvSpPr>
            <p:spPr bwMode="auto">
              <a:xfrm>
                <a:off x="3854" y="3418"/>
                <a:ext cx="172" cy="0"/>
              </a:xfrm>
              <a:prstGeom prst="line">
                <a:avLst/>
              </a:prstGeom>
              <a:noFill/>
              <a:ln w="38100">
                <a:solidFill>
                  <a:srgbClr val="FF33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9708" name="Line 55"/>
              <p:cNvSpPr>
                <a:spLocks noChangeShapeType="1"/>
              </p:cNvSpPr>
              <p:nvPr/>
            </p:nvSpPr>
            <p:spPr bwMode="auto">
              <a:xfrm>
                <a:off x="3854" y="3472"/>
                <a:ext cx="163" cy="0"/>
              </a:xfrm>
              <a:prstGeom prst="line">
                <a:avLst/>
              </a:prstGeom>
              <a:noFill/>
              <a:ln w="38100">
                <a:solidFill>
                  <a:srgbClr val="FF33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9709" name="Line 56"/>
              <p:cNvSpPr>
                <a:spLocks noChangeShapeType="1"/>
              </p:cNvSpPr>
              <p:nvPr/>
            </p:nvSpPr>
            <p:spPr bwMode="auto">
              <a:xfrm>
                <a:off x="3908" y="3353"/>
                <a:ext cx="64" cy="164"/>
              </a:xfrm>
              <a:prstGeom prst="line">
                <a:avLst/>
              </a:prstGeom>
              <a:noFill/>
              <a:ln w="38100">
                <a:solidFill>
                  <a:srgbClr val="FF33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sp>
        <p:nvSpPr>
          <p:cNvPr id="87098" name="Text Box 58"/>
          <p:cNvSpPr txBox="1">
            <a:spLocks noChangeArrowheads="1"/>
          </p:cNvSpPr>
          <p:nvPr/>
        </p:nvSpPr>
        <p:spPr bwMode="auto">
          <a:xfrm>
            <a:off x="468313" y="1268413"/>
            <a:ext cx="1296987" cy="579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320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例</a:t>
            </a:r>
            <a:r>
              <a:rPr lang="en-US" altLang="zh-CN" sz="3200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1</a:t>
            </a:r>
          </a:p>
        </p:txBody>
      </p:sp>
      <p:sp>
        <p:nvSpPr>
          <p:cNvPr id="87124" name="Text Box 84"/>
          <p:cNvSpPr txBox="1">
            <a:spLocks noChangeArrowheads="1"/>
          </p:cNvSpPr>
          <p:nvPr/>
        </p:nvSpPr>
        <p:spPr bwMode="auto">
          <a:xfrm>
            <a:off x="1331913" y="1268413"/>
            <a:ext cx="1531937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lang="zh-CN" altLang="en-US">
                <a:latin typeface="Times New Roman" pitchFamily="18" charset="0"/>
              </a:rPr>
              <a:t>求</a:t>
            </a:r>
            <a:r>
              <a:rPr lang="zh-CN" altLang="en-US">
                <a:latin typeface="Times New Roman" pitchFamily="18" charset="0"/>
                <a:ea typeface="宋体" pitchFamily="2" charset="-122"/>
              </a:rPr>
              <a:t>  </a:t>
            </a:r>
            <a:r>
              <a:rPr lang="en-US" altLang="zh-CN" b="0" i="1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i</a:t>
            </a:r>
            <a:r>
              <a:rPr lang="en-US" altLang="zh-CN" b="0" i="1" baseline="-2500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C</a:t>
            </a:r>
            <a:r>
              <a:rPr lang="en-US" altLang="zh-CN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(0</a:t>
            </a:r>
            <a:r>
              <a:rPr lang="en-US" altLang="zh-CN" b="0" baseline="-2500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+</a:t>
            </a:r>
            <a:r>
              <a:rPr lang="en-US" altLang="zh-CN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)</a:t>
            </a:r>
          </a:p>
        </p:txBody>
      </p:sp>
      <p:sp>
        <p:nvSpPr>
          <p:cNvPr id="87129" name="AutoShape 89" descr="羊皮纸"/>
          <p:cNvSpPr>
            <a:spLocks noChangeArrowheads="1"/>
          </p:cNvSpPr>
          <p:nvPr/>
        </p:nvSpPr>
        <p:spPr bwMode="auto">
          <a:xfrm>
            <a:off x="8172450" y="1125538"/>
            <a:ext cx="539750" cy="1871662"/>
          </a:xfrm>
          <a:prstGeom prst="wedgeRoundRectCallout">
            <a:avLst>
              <a:gd name="adj1" fmla="val -161176"/>
              <a:gd name="adj2" fmla="val 7931"/>
              <a:gd name="adj3" fmla="val 16667"/>
            </a:avLst>
          </a:prstGeom>
          <a:blipFill dpi="0" rotWithShape="1">
            <a:blip r:embed="rId4"/>
            <a:srcRect/>
            <a:tile tx="0" ty="0" sx="100000" sy="100000" flip="none" algn="tl"/>
          </a:blip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algn="ctr"/>
            <a:r>
              <a:rPr lang="zh-CN" altLang="en-US">
                <a:solidFill>
                  <a:schemeClr val="tx1"/>
                </a:solidFill>
              </a:rPr>
              <a:t>电容开路</a:t>
            </a:r>
          </a:p>
        </p:txBody>
      </p:sp>
      <p:grpSp>
        <p:nvGrpSpPr>
          <p:cNvPr id="29713" name="Group 94"/>
          <p:cNvGrpSpPr>
            <a:grpSpLocks/>
          </p:cNvGrpSpPr>
          <p:nvPr/>
        </p:nvGrpSpPr>
        <p:grpSpPr bwMode="auto"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29714" name="Picture 95" descr="78900"/>
            <p:cNvPicPr>
              <a:picLocks noChangeAspect="1" noChangeArrowheads="1"/>
            </p:cNvPicPr>
            <p:nvPr/>
          </p:nvPicPr>
          <p:blipFill>
            <a:blip r:embed="rId5"/>
            <a:srcRect/>
            <a:stretch>
              <a:fillRect/>
            </a:stretch>
          </p:blipFill>
          <p:spPr bwMode="auto"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29715" name="Text Box 96">
              <a:hlinkClick r:id="" action="ppaction://hlinkshowjump?jump=nextslide"/>
            </p:cNvPr>
            <p:cNvSpPr txBox="1">
              <a:spLocks noChangeArrowheads="1"/>
            </p:cNvSpPr>
            <p:nvPr/>
          </p:nvSpPr>
          <p:spPr bwMode="auto"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0">
                  <a:solidFill>
                    <a:schemeClr val="bg1"/>
                  </a:solidFill>
                  <a:latin typeface="隶书" pitchFamily="49" charset="-122"/>
                  <a:ea typeface="隶书" pitchFamily="49" charset="-122"/>
                </a:rPr>
                <a:t>下 页</a:t>
              </a:r>
            </a:p>
          </p:txBody>
        </p:sp>
      </p:grpSp>
      <p:grpSp>
        <p:nvGrpSpPr>
          <p:cNvPr id="29716" name="Group 97"/>
          <p:cNvGrpSpPr>
            <a:grpSpLocks/>
          </p:cNvGrpSpPr>
          <p:nvPr/>
        </p:nvGrpSpPr>
        <p:grpSpPr bwMode="auto">
          <a:xfrm>
            <a:off x="7453313" y="6446838"/>
            <a:ext cx="792162" cy="366712"/>
            <a:chOff x="4649" y="4020"/>
            <a:chExt cx="499" cy="231"/>
          </a:xfrm>
        </p:grpSpPr>
        <p:pic>
          <p:nvPicPr>
            <p:cNvPr id="29717" name="Picture 98" descr="78900"/>
            <p:cNvPicPr>
              <a:picLocks noChangeAspect="1" noChangeArrowheads="1"/>
            </p:cNvPicPr>
            <p:nvPr/>
          </p:nvPicPr>
          <p:blipFill>
            <a:blip r:embed="rId5"/>
            <a:srcRect/>
            <a:stretch>
              <a:fillRect/>
            </a:stretch>
          </p:blipFill>
          <p:spPr bwMode="auto"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29718" name="Text Box 99">
              <a:hlinkClick r:id="" action="ppaction://hlinkshowjump?jump=previousslide"/>
            </p:cNvPr>
            <p:cNvSpPr txBox="1">
              <a:spLocks noChangeArrowheads="1"/>
            </p:cNvSpPr>
            <p:nvPr/>
          </p:nvSpPr>
          <p:spPr bwMode="auto"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0">
                  <a:solidFill>
                    <a:schemeClr val="bg1"/>
                  </a:solidFill>
                  <a:latin typeface="隶书" pitchFamily="49" charset="-122"/>
                  <a:ea typeface="隶书" pitchFamily="49" charset="-122"/>
                </a:rPr>
                <a:t>上 页</a:t>
              </a:r>
            </a:p>
          </p:txBody>
        </p:sp>
      </p:grpSp>
      <p:grpSp>
        <p:nvGrpSpPr>
          <p:cNvPr id="87143" name="Group 103"/>
          <p:cNvGrpSpPr>
            <a:grpSpLocks/>
          </p:cNvGrpSpPr>
          <p:nvPr/>
        </p:nvGrpSpPr>
        <p:grpSpPr bwMode="auto">
          <a:xfrm>
            <a:off x="684213" y="1700213"/>
            <a:ext cx="3300412" cy="2016125"/>
            <a:chOff x="2925" y="300"/>
            <a:chExt cx="2079" cy="1270"/>
          </a:xfrm>
        </p:grpSpPr>
        <p:sp>
          <p:nvSpPr>
            <p:cNvPr id="29720" name="Oval 104"/>
            <p:cNvSpPr>
              <a:spLocks noChangeArrowheads="1"/>
            </p:cNvSpPr>
            <p:nvPr/>
          </p:nvSpPr>
          <p:spPr bwMode="auto">
            <a:xfrm>
              <a:off x="2971" y="935"/>
              <a:ext cx="363" cy="363"/>
            </a:xfrm>
            <a:prstGeom prst="ellipse">
              <a:avLst/>
            </a:prstGeom>
            <a:gradFill rotWithShape="1">
              <a:gsLst>
                <a:gs pos="0">
                  <a:srgbClr val="0099FF"/>
                </a:gs>
                <a:gs pos="100000">
                  <a:srgbClr val="004776"/>
                </a:gs>
              </a:gsLst>
              <a:path path="shape">
                <a:fillToRect l="50000" t="50000" r="50000" b="50000"/>
              </a:path>
            </a:gradFill>
            <a:ln w="38100">
              <a:solidFill>
                <a:srgbClr val="FF99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endParaRPr lang="zh-CN" altLang="zh-CN" sz="2400" b="0">
                <a:ea typeface="仿宋_GB2312" pitchFamily="49" charset="-122"/>
              </a:endParaRPr>
            </a:p>
          </p:txBody>
        </p:sp>
        <p:sp>
          <p:nvSpPr>
            <p:cNvPr id="29721" name="Line 105"/>
            <p:cNvSpPr>
              <a:spLocks noChangeShapeType="1"/>
            </p:cNvSpPr>
            <p:nvPr/>
          </p:nvSpPr>
          <p:spPr bwMode="auto">
            <a:xfrm>
              <a:off x="4146" y="1426"/>
              <a:ext cx="1" cy="126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 type="oval" w="med" len="med"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22" name="Line 106"/>
            <p:cNvSpPr>
              <a:spLocks noChangeShapeType="1"/>
            </p:cNvSpPr>
            <p:nvPr/>
          </p:nvSpPr>
          <p:spPr bwMode="auto">
            <a:xfrm flipV="1">
              <a:off x="4195" y="1162"/>
              <a:ext cx="177" cy="143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23" name="Line 107"/>
            <p:cNvSpPr>
              <a:spLocks noChangeShapeType="1"/>
            </p:cNvSpPr>
            <p:nvPr/>
          </p:nvSpPr>
          <p:spPr bwMode="auto">
            <a:xfrm flipH="1" flipV="1">
              <a:off x="4150" y="663"/>
              <a:ext cx="0" cy="590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 type="oval" w="med" len="med"/>
              <a:tailEnd type="oval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24" name="Line 108"/>
            <p:cNvSpPr>
              <a:spLocks noChangeShapeType="1"/>
            </p:cNvSpPr>
            <p:nvPr/>
          </p:nvSpPr>
          <p:spPr bwMode="auto">
            <a:xfrm flipH="1">
              <a:off x="4604" y="1071"/>
              <a:ext cx="0" cy="499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25" name="Line 109"/>
            <p:cNvSpPr>
              <a:spLocks noChangeShapeType="1"/>
            </p:cNvSpPr>
            <p:nvPr/>
          </p:nvSpPr>
          <p:spPr bwMode="auto">
            <a:xfrm flipH="1" flipV="1">
              <a:off x="4604" y="663"/>
              <a:ext cx="0" cy="317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26" name="Line 110"/>
            <p:cNvSpPr>
              <a:spLocks noChangeShapeType="1"/>
            </p:cNvSpPr>
            <p:nvPr/>
          </p:nvSpPr>
          <p:spPr bwMode="auto">
            <a:xfrm flipV="1">
              <a:off x="3152" y="663"/>
              <a:ext cx="1452" cy="0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27" name="Line 111"/>
            <p:cNvSpPr>
              <a:spLocks noChangeShapeType="1"/>
            </p:cNvSpPr>
            <p:nvPr/>
          </p:nvSpPr>
          <p:spPr bwMode="auto">
            <a:xfrm>
              <a:off x="3152" y="663"/>
              <a:ext cx="19" cy="889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28" name="Line 112"/>
            <p:cNvSpPr>
              <a:spLocks noChangeShapeType="1"/>
            </p:cNvSpPr>
            <p:nvPr/>
          </p:nvSpPr>
          <p:spPr bwMode="auto">
            <a:xfrm>
              <a:off x="3170" y="1552"/>
              <a:ext cx="1449" cy="1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29" name="Text Box 113"/>
            <p:cNvSpPr txBox="1">
              <a:spLocks noChangeArrowheads="1"/>
            </p:cNvSpPr>
            <p:nvPr/>
          </p:nvSpPr>
          <p:spPr bwMode="auto">
            <a:xfrm>
              <a:off x="2925" y="694"/>
              <a:ext cx="244" cy="865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+</a:t>
              </a:r>
            </a:p>
            <a:p>
              <a:pPr algn="ctr"/>
              <a:endParaRPr lang="en-US" altLang="zh-CN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endParaRPr>
            </a:p>
            <a:p>
              <a:pPr algn="ctr"/>
              <a:r>
                <a:rPr lang="en-US" altLang="zh-CN" b="0">
                  <a:solidFill>
                    <a:schemeClr val="bg1"/>
                  </a:solidFill>
                  <a:latin typeface="宋体" pitchFamily="2" charset="-122"/>
                  <a:ea typeface="宋体" pitchFamily="2" charset="-122"/>
                </a:rPr>
                <a:t>-</a:t>
              </a:r>
            </a:p>
          </p:txBody>
        </p:sp>
        <p:sp>
          <p:nvSpPr>
            <p:cNvPr id="29730" name="Text Box 114"/>
            <p:cNvSpPr txBox="1">
              <a:spLocks noChangeArrowheads="1"/>
            </p:cNvSpPr>
            <p:nvPr/>
          </p:nvSpPr>
          <p:spPr bwMode="auto">
            <a:xfrm>
              <a:off x="3288" y="1026"/>
              <a:ext cx="502" cy="32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10V</a:t>
              </a:r>
            </a:p>
          </p:txBody>
        </p:sp>
        <p:sp>
          <p:nvSpPr>
            <p:cNvPr id="29731" name="Line 115"/>
            <p:cNvSpPr>
              <a:spLocks noChangeShapeType="1"/>
            </p:cNvSpPr>
            <p:nvPr/>
          </p:nvSpPr>
          <p:spPr bwMode="auto">
            <a:xfrm>
              <a:off x="3198" y="618"/>
              <a:ext cx="226" cy="0"/>
            </a:xfrm>
            <a:prstGeom prst="line">
              <a:avLst/>
            </a:prstGeom>
            <a:noFill/>
            <a:ln w="28575">
              <a:solidFill>
                <a:srgbClr val="00FFFF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32" name="Text Box 116"/>
            <p:cNvSpPr txBox="1">
              <a:spLocks noChangeArrowheads="1"/>
            </p:cNvSpPr>
            <p:nvPr/>
          </p:nvSpPr>
          <p:spPr bwMode="auto">
            <a:xfrm>
              <a:off x="3198" y="300"/>
              <a:ext cx="178" cy="32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i</a:t>
              </a:r>
              <a:endParaRPr lang="en-US" altLang="zh-CN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29733" name="Line 117"/>
            <p:cNvSpPr>
              <a:spLocks noChangeShapeType="1"/>
            </p:cNvSpPr>
            <p:nvPr/>
          </p:nvSpPr>
          <p:spPr bwMode="auto">
            <a:xfrm>
              <a:off x="4526" y="729"/>
              <a:ext cx="1" cy="193"/>
            </a:xfrm>
            <a:prstGeom prst="line">
              <a:avLst/>
            </a:prstGeom>
            <a:noFill/>
            <a:ln w="28575">
              <a:solidFill>
                <a:srgbClr val="00FFFF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34" name="Text Box 118"/>
            <p:cNvSpPr txBox="1">
              <a:spLocks noChangeArrowheads="1"/>
            </p:cNvSpPr>
            <p:nvPr/>
          </p:nvSpPr>
          <p:spPr bwMode="auto">
            <a:xfrm>
              <a:off x="4241" y="663"/>
              <a:ext cx="279" cy="32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i</a:t>
              </a:r>
              <a:r>
                <a:rPr lang="en-US" altLang="zh-CN" b="0" i="1" baseline="-2500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C</a:t>
              </a:r>
              <a:endParaRPr lang="en-US" altLang="zh-CN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29735" name="Text Box 119"/>
            <p:cNvSpPr txBox="1">
              <a:spLocks noChangeArrowheads="1"/>
            </p:cNvSpPr>
            <p:nvPr/>
          </p:nvSpPr>
          <p:spPr bwMode="auto">
            <a:xfrm>
              <a:off x="4657" y="649"/>
              <a:ext cx="347" cy="865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pPr algn="ctr"/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+</a:t>
              </a:r>
            </a:p>
            <a:p>
              <a:pPr algn="ctr"/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u</a:t>
              </a:r>
              <a:r>
                <a:rPr lang="en-US" altLang="zh-CN" b="0" i="1" baseline="-2500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C</a:t>
              </a:r>
            </a:p>
            <a:p>
              <a:pPr algn="ctr"/>
              <a:r>
                <a:rPr lang="en-US" altLang="zh-CN" b="0">
                  <a:solidFill>
                    <a:schemeClr val="bg1"/>
                  </a:solidFill>
                  <a:latin typeface="宋体" pitchFamily="2" charset="-122"/>
                  <a:ea typeface="宋体" pitchFamily="2" charset="-122"/>
                </a:rPr>
                <a:t>-</a:t>
              </a:r>
            </a:p>
          </p:txBody>
        </p:sp>
        <p:sp>
          <p:nvSpPr>
            <p:cNvPr id="29736" name="Text Box 120"/>
            <p:cNvSpPr txBox="1">
              <a:spLocks noChangeArrowheads="1"/>
            </p:cNvSpPr>
            <p:nvPr/>
          </p:nvSpPr>
          <p:spPr bwMode="auto">
            <a:xfrm>
              <a:off x="4280" y="1207"/>
              <a:ext cx="241" cy="32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S</a:t>
              </a:r>
            </a:p>
          </p:txBody>
        </p:sp>
        <p:sp>
          <p:nvSpPr>
            <p:cNvPr id="29737" name="Text Box 121"/>
            <p:cNvSpPr txBox="1">
              <a:spLocks noChangeArrowheads="1"/>
            </p:cNvSpPr>
            <p:nvPr/>
          </p:nvSpPr>
          <p:spPr bwMode="auto">
            <a:xfrm>
              <a:off x="3379" y="300"/>
              <a:ext cx="452" cy="32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10k</a:t>
              </a:r>
            </a:p>
          </p:txBody>
        </p:sp>
        <p:sp>
          <p:nvSpPr>
            <p:cNvPr id="29738" name="Text Box 122"/>
            <p:cNvSpPr txBox="1">
              <a:spLocks noChangeArrowheads="1"/>
            </p:cNvSpPr>
            <p:nvPr/>
          </p:nvSpPr>
          <p:spPr bwMode="auto">
            <a:xfrm>
              <a:off x="3651" y="754"/>
              <a:ext cx="452" cy="326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40k</a:t>
              </a:r>
            </a:p>
          </p:txBody>
        </p:sp>
        <p:sp>
          <p:nvSpPr>
            <p:cNvPr id="29739" name="Line 123"/>
            <p:cNvSpPr>
              <a:spLocks noChangeShapeType="1"/>
            </p:cNvSpPr>
            <p:nvPr/>
          </p:nvSpPr>
          <p:spPr bwMode="auto">
            <a:xfrm>
              <a:off x="4150" y="1253"/>
              <a:ext cx="136" cy="181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40" name="Rectangle 124"/>
            <p:cNvSpPr>
              <a:spLocks noChangeArrowheads="1"/>
            </p:cNvSpPr>
            <p:nvPr/>
          </p:nvSpPr>
          <p:spPr bwMode="auto">
            <a:xfrm>
              <a:off x="3424" y="618"/>
              <a:ext cx="317" cy="136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</a:gradFill>
            <a:ln w="2857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29741" name="Group 125"/>
            <p:cNvGrpSpPr>
              <a:grpSpLocks/>
            </p:cNvGrpSpPr>
            <p:nvPr/>
          </p:nvGrpSpPr>
          <p:grpSpPr bwMode="auto">
            <a:xfrm>
              <a:off x="4468" y="981"/>
              <a:ext cx="240" cy="93"/>
              <a:chOff x="3787" y="2478"/>
              <a:chExt cx="240" cy="93"/>
            </a:xfrm>
          </p:grpSpPr>
          <p:sp>
            <p:nvSpPr>
              <p:cNvPr id="29742" name="Line 126"/>
              <p:cNvSpPr>
                <a:spLocks noChangeShapeType="1"/>
              </p:cNvSpPr>
              <p:nvPr/>
            </p:nvSpPr>
            <p:spPr bwMode="auto">
              <a:xfrm flipV="1">
                <a:off x="3787" y="2568"/>
                <a:ext cx="240" cy="3"/>
              </a:xfrm>
              <a:prstGeom prst="line">
                <a:avLst/>
              </a:prstGeom>
              <a:noFill/>
              <a:ln w="38100">
                <a:solidFill>
                  <a:srgbClr val="FF99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9743" name="Line 127"/>
              <p:cNvSpPr>
                <a:spLocks noChangeShapeType="1"/>
              </p:cNvSpPr>
              <p:nvPr/>
            </p:nvSpPr>
            <p:spPr bwMode="auto">
              <a:xfrm>
                <a:off x="3787" y="2478"/>
                <a:ext cx="240" cy="1"/>
              </a:xfrm>
              <a:prstGeom prst="line">
                <a:avLst/>
              </a:prstGeom>
              <a:noFill/>
              <a:ln w="38100">
                <a:solidFill>
                  <a:srgbClr val="FF99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29744" name="Rectangle 128"/>
            <p:cNvSpPr>
              <a:spLocks noChangeArrowheads="1"/>
            </p:cNvSpPr>
            <p:nvPr/>
          </p:nvSpPr>
          <p:spPr bwMode="auto">
            <a:xfrm>
              <a:off x="4068" y="754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</a:gradFill>
            <a:ln w="2857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87169" name="Group 129"/>
          <p:cNvGrpSpPr>
            <a:grpSpLocks/>
          </p:cNvGrpSpPr>
          <p:nvPr/>
        </p:nvGrpSpPr>
        <p:grpSpPr bwMode="auto">
          <a:xfrm>
            <a:off x="4500563" y="1125538"/>
            <a:ext cx="3300412" cy="1511300"/>
            <a:chOff x="2971" y="2342"/>
            <a:chExt cx="2079" cy="952"/>
          </a:xfrm>
        </p:grpSpPr>
        <p:sp>
          <p:nvSpPr>
            <p:cNvPr id="29746" name="Oval 130"/>
            <p:cNvSpPr>
              <a:spLocks noChangeArrowheads="1"/>
            </p:cNvSpPr>
            <p:nvPr/>
          </p:nvSpPr>
          <p:spPr bwMode="auto">
            <a:xfrm>
              <a:off x="3017" y="2659"/>
              <a:ext cx="363" cy="363"/>
            </a:xfrm>
            <a:prstGeom prst="ellipse">
              <a:avLst/>
            </a:prstGeom>
            <a:gradFill rotWithShape="1">
              <a:gsLst>
                <a:gs pos="0">
                  <a:srgbClr val="0099FF"/>
                </a:gs>
                <a:gs pos="100000">
                  <a:srgbClr val="004776"/>
                </a:gs>
              </a:gsLst>
              <a:path path="shape">
                <a:fillToRect l="50000" t="50000" r="50000" b="50000"/>
              </a:path>
            </a:gradFill>
            <a:ln w="38100">
              <a:solidFill>
                <a:srgbClr val="FF99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endParaRPr lang="zh-CN" altLang="zh-CN" sz="2400" b="0">
                <a:ea typeface="仿宋_GB2312" pitchFamily="49" charset="-122"/>
              </a:endParaRPr>
            </a:p>
          </p:txBody>
        </p:sp>
        <p:sp>
          <p:nvSpPr>
            <p:cNvPr id="29747" name="Line 131"/>
            <p:cNvSpPr>
              <a:spLocks noChangeShapeType="1"/>
            </p:cNvSpPr>
            <p:nvPr/>
          </p:nvSpPr>
          <p:spPr bwMode="auto">
            <a:xfrm flipV="1">
              <a:off x="4195" y="2387"/>
              <a:ext cx="1" cy="907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 type="oval" w="med" len="med"/>
              <a:tailEnd type="oval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48" name="Line 132"/>
            <p:cNvSpPr>
              <a:spLocks noChangeShapeType="1"/>
            </p:cNvSpPr>
            <p:nvPr/>
          </p:nvSpPr>
          <p:spPr bwMode="auto">
            <a:xfrm>
              <a:off x="4649" y="2886"/>
              <a:ext cx="1" cy="408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 type="oval" w="med" len="med"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49" name="Line 133"/>
            <p:cNvSpPr>
              <a:spLocks noChangeShapeType="1"/>
            </p:cNvSpPr>
            <p:nvPr/>
          </p:nvSpPr>
          <p:spPr bwMode="auto">
            <a:xfrm flipH="1">
              <a:off x="4649" y="2387"/>
              <a:ext cx="0" cy="272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 type="oval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50" name="Line 134"/>
            <p:cNvSpPr>
              <a:spLocks noChangeShapeType="1"/>
            </p:cNvSpPr>
            <p:nvPr/>
          </p:nvSpPr>
          <p:spPr bwMode="auto">
            <a:xfrm flipV="1">
              <a:off x="3198" y="2387"/>
              <a:ext cx="1451" cy="0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51" name="Line 135"/>
            <p:cNvSpPr>
              <a:spLocks noChangeShapeType="1"/>
            </p:cNvSpPr>
            <p:nvPr/>
          </p:nvSpPr>
          <p:spPr bwMode="auto">
            <a:xfrm>
              <a:off x="3198" y="2387"/>
              <a:ext cx="0" cy="907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52" name="Line 136"/>
            <p:cNvSpPr>
              <a:spLocks noChangeShapeType="1"/>
            </p:cNvSpPr>
            <p:nvPr/>
          </p:nvSpPr>
          <p:spPr bwMode="auto">
            <a:xfrm>
              <a:off x="3198" y="3294"/>
              <a:ext cx="1451" cy="0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53" name="Text Box 137"/>
            <p:cNvSpPr txBox="1">
              <a:spLocks noChangeArrowheads="1"/>
            </p:cNvSpPr>
            <p:nvPr/>
          </p:nvSpPr>
          <p:spPr bwMode="auto">
            <a:xfrm>
              <a:off x="2971" y="2418"/>
              <a:ext cx="244" cy="865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+</a:t>
              </a:r>
            </a:p>
            <a:p>
              <a:pPr algn="ctr"/>
              <a:endParaRPr lang="en-US" altLang="zh-CN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endParaRPr>
            </a:p>
            <a:p>
              <a:pPr algn="ctr"/>
              <a:r>
                <a:rPr lang="en-US" altLang="zh-CN" b="0">
                  <a:solidFill>
                    <a:schemeClr val="bg1"/>
                  </a:solidFill>
                  <a:latin typeface="宋体" pitchFamily="2" charset="-122"/>
                  <a:ea typeface="宋体" pitchFamily="2" charset="-122"/>
                </a:rPr>
                <a:t>-</a:t>
              </a:r>
            </a:p>
          </p:txBody>
        </p:sp>
        <p:sp>
          <p:nvSpPr>
            <p:cNvPr id="29754" name="Text Box 138"/>
            <p:cNvSpPr txBox="1">
              <a:spLocks noChangeArrowheads="1"/>
            </p:cNvSpPr>
            <p:nvPr/>
          </p:nvSpPr>
          <p:spPr bwMode="auto">
            <a:xfrm>
              <a:off x="3334" y="2750"/>
              <a:ext cx="502" cy="32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10V</a:t>
              </a:r>
            </a:p>
          </p:txBody>
        </p:sp>
        <p:sp>
          <p:nvSpPr>
            <p:cNvPr id="29755" name="Text Box 139"/>
            <p:cNvSpPr txBox="1">
              <a:spLocks noChangeArrowheads="1"/>
            </p:cNvSpPr>
            <p:nvPr/>
          </p:nvSpPr>
          <p:spPr bwMode="auto">
            <a:xfrm>
              <a:off x="4703" y="2373"/>
              <a:ext cx="347" cy="865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pPr algn="ctr"/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+</a:t>
              </a:r>
            </a:p>
            <a:p>
              <a:pPr algn="ctr"/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u</a:t>
              </a:r>
              <a:r>
                <a:rPr lang="en-US" altLang="zh-CN" b="0" i="1" baseline="-2500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C</a:t>
              </a:r>
            </a:p>
            <a:p>
              <a:pPr algn="ctr"/>
              <a:r>
                <a:rPr lang="en-US" altLang="zh-CN" b="0">
                  <a:solidFill>
                    <a:schemeClr val="bg1"/>
                  </a:solidFill>
                  <a:latin typeface="宋体" pitchFamily="2" charset="-122"/>
                  <a:ea typeface="宋体" pitchFamily="2" charset="-122"/>
                </a:rPr>
                <a:t>-</a:t>
              </a:r>
            </a:p>
          </p:txBody>
        </p:sp>
        <p:sp>
          <p:nvSpPr>
            <p:cNvPr id="29756" name="Text Box 140"/>
            <p:cNvSpPr txBox="1">
              <a:spLocks noChangeArrowheads="1"/>
            </p:cNvSpPr>
            <p:nvPr/>
          </p:nvSpPr>
          <p:spPr bwMode="auto">
            <a:xfrm>
              <a:off x="3424" y="2387"/>
              <a:ext cx="452" cy="32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10k</a:t>
              </a:r>
            </a:p>
          </p:txBody>
        </p:sp>
        <p:sp>
          <p:nvSpPr>
            <p:cNvPr id="29757" name="Text Box 141"/>
            <p:cNvSpPr txBox="1">
              <a:spLocks noChangeArrowheads="1"/>
            </p:cNvSpPr>
            <p:nvPr/>
          </p:nvSpPr>
          <p:spPr bwMode="auto">
            <a:xfrm>
              <a:off x="3742" y="2659"/>
              <a:ext cx="452" cy="326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40k</a:t>
              </a:r>
            </a:p>
          </p:txBody>
        </p:sp>
        <p:sp>
          <p:nvSpPr>
            <p:cNvPr id="29758" name="Rectangle 142"/>
            <p:cNvSpPr>
              <a:spLocks noChangeArrowheads="1"/>
            </p:cNvSpPr>
            <p:nvPr/>
          </p:nvSpPr>
          <p:spPr bwMode="auto">
            <a:xfrm>
              <a:off x="3470" y="2342"/>
              <a:ext cx="317" cy="136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</a:gradFill>
            <a:ln w="2857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759" name="Rectangle 143"/>
            <p:cNvSpPr>
              <a:spLocks noChangeArrowheads="1"/>
            </p:cNvSpPr>
            <p:nvPr/>
          </p:nvSpPr>
          <p:spPr bwMode="auto">
            <a:xfrm>
              <a:off x="4150" y="2704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</a:gradFill>
            <a:ln w="2857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87201" name="Group 161"/>
          <p:cNvGrpSpPr>
            <a:grpSpLocks/>
          </p:cNvGrpSpPr>
          <p:nvPr/>
        </p:nvGrpSpPr>
        <p:grpSpPr bwMode="auto">
          <a:xfrm>
            <a:off x="684213" y="4005263"/>
            <a:ext cx="3179762" cy="1958975"/>
            <a:chOff x="385" y="2704"/>
            <a:chExt cx="2003" cy="1234"/>
          </a:xfrm>
        </p:grpSpPr>
        <p:sp>
          <p:nvSpPr>
            <p:cNvPr id="29761" name="Oval 162"/>
            <p:cNvSpPr>
              <a:spLocks noChangeArrowheads="1"/>
            </p:cNvSpPr>
            <p:nvPr/>
          </p:nvSpPr>
          <p:spPr bwMode="auto">
            <a:xfrm>
              <a:off x="1882" y="3022"/>
              <a:ext cx="363" cy="363"/>
            </a:xfrm>
            <a:prstGeom prst="ellipse">
              <a:avLst/>
            </a:prstGeom>
            <a:gradFill rotWithShape="1">
              <a:gsLst>
                <a:gs pos="0">
                  <a:srgbClr val="0099FF"/>
                </a:gs>
                <a:gs pos="100000">
                  <a:srgbClr val="004776"/>
                </a:gs>
              </a:gsLst>
              <a:path path="shape">
                <a:fillToRect l="50000" t="50000" r="50000" b="50000"/>
              </a:path>
            </a:gradFill>
            <a:ln w="38100">
              <a:solidFill>
                <a:srgbClr val="FF99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endParaRPr lang="zh-CN" altLang="zh-CN" sz="2400" b="0">
                <a:ea typeface="仿宋_GB2312" pitchFamily="49" charset="-122"/>
              </a:endParaRPr>
            </a:p>
          </p:txBody>
        </p:sp>
        <p:sp>
          <p:nvSpPr>
            <p:cNvPr id="29762" name="Text Box 163"/>
            <p:cNvSpPr txBox="1">
              <a:spLocks noChangeArrowheads="1"/>
            </p:cNvSpPr>
            <p:nvPr/>
          </p:nvSpPr>
          <p:spPr bwMode="auto">
            <a:xfrm>
              <a:off x="1519" y="2750"/>
              <a:ext cx="390" cy="865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+</a:t>
              </a:r>
            </a:p>
            <a:p>
              <a:pPr algn="ctr"/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8V</a:t>
              </a:r>
              <a:endParaRPr lang="en-US" altLang="zh-CN" b="0" i="1" baseline="-2500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endParaRPr>
            </a:p>
            <a:p>
              <a:pPr algn="ctr"/>
              <a:r>
                <a:rPr lang="en-US" altLang="zh-CN" b="0" i="1" baseline="-25000">
                  <a:solidFill>
                    <a:schemeClr val="bg1"/>
                  </a:solidFill>
                  <a:latin typeface="宋体" pitchFamily="2" charset="-122"/>
                  <a:ea typeface="宋体" pitchFamily="2" charset="-122"/>
                  <a:sym typeface="Symbol" pitchFamily="18" charset="2"/>
                </a:rPr>
                <a:t>-</a:t>
              </a:r>
              <a:endParaRPr lang="en-US" altLang="zh-CN" b="0">
                <a:solidFill>
                  <a:schemeClr val="bg1"/>
                </a:solidFill>
                <a:latin typeface="宋体" pitchFamily="2" charset="-122"/>
                <a:ea typeface="宋体" pitchFamily="2" charset="-122"/>
              </a:endParaRPr>
            </a:p>
          </p:txBody>
        </p:sp>
        <p:sp>
          <p:nvSpPr>
            <p:cNvPr id="29763" name="Text Box 164"/>
            <p:cNvSpPr txBox="1">
              <a:spLocks noChangeArrowheads="1"/>
            </p:cNvSpPr>
            <p:nvPr/>
          </p:nvSpPr>
          <p:spPr bwMode="auto">
            <a:xfrm>
              <a:off x="746" y="3611"/>
              <a:ext cx="1214" cy="327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b="0">
                  <a:latin typeface="Times New Roman" pitchFamily="18" charset="0"/>
                  <a:ea typeface="宋体" pitchFamily="2" charset="-122"/>
                </a:rPr>
                <a:t>0</a:t>
              </a:r>
              <a:r>
                <a:rPr lang="en-US" altLang="zh-CN" b="0" baseline="-25000">
                  <a:latin typeface="Times New Roman" pitchFamily="18" charset="0"/>
                  <a:ea typeface="宋体" pitchFamily="2" charset="-122"/>
                </a:rPr>
                <a:t>+</a:t>
              </a:r>
              <a:r>
                <a:rPr lang="zh-CN" altLang="en-US">
                  <a:latin typeface="Times New Roman" pitchFamily="18" charset="0"/>
                </a:rPr>
                <a:t>等效电路</a:t>
              </a:r>
            </a:p>
          </p:txBody>
        </p:sp>
        <p:sp>
          <p:nvSpPr>
            <p:cNvPr id="29764" name="Oval 165"/>
            <p:cNvSpPr>
              <a:spLocks noChangeArrowheads="1"/>
            </p:cNvSpPr>
            <p:nvPr/>
          </p:nvSpPr>
          <p:spPr bwMode="auto">
            <a:xfrm>
              <a:off x="431" y="3022"/>
              <a:ext cx="363" cy="363"/>
            </a:xfrm>
            <a:prstGeom prst="ellipse">
              <a:avLst/>
            </a:prstGeom>
            <a:gradFill rotWithShape="1">
              <a:gsLst>
                <a:gs pos="0">
                  <a:srgbClr val="0099FF"/>
                </a:gs>
                <a:gs pos="100000">
                  <a:srgbClr val="004776"/>
                </a:gs>
              </a:gsLst>
              <a:path path="shape">
                <a:fillToRect l="50000" t="50000" r="50000" b="50000"/>
              </a:path>
            </a:gradFill>
            <a:ln w="38100">
              <a:solidFill>
                <a:srgbClr val="FF99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endParaRPr lang="zh-CN" altLang="zh-CN" sz="2400" b="0">
                <a:ea typeface="仿宋_GB2312" pitchFamily="49" charset="-122"/>
              </a:endParaRPr>
            </a:p>
          </p:txBody>
        </p:sp>
        <p:sp>
          <p:nvSpPr>
            <p:cNvPr id="29765" name="Line 166"/>
            <p:cNvSpPr>
              <a:spLocks noChangeShapeType="1"/>
            </p:cNvSpPr>
            <p:nvPr/>
          </p:nvSpPr>
          <p:spPr bwMode="auto">
            <a:xfrm flipV="1">
              <a:off x="2063" y="2750"/>
              <a:ext cx="1" cy="861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66" name="Line 167"/>
            <p:cNvSpPr>
              <a:spLocks noChangeShapeType="1"/>
            </p:cNvSpPr>
            <p:nvPr/>
          </p:nvSpPr>
          <p:spPr bwMode="auto">
            <a:xfrm flipV="1">
              <a:off x="612" y="2750"/>
              <a:ext cx="1452" cy="0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67" name="Line 168"/>
            <p:cNvSpPr>
              <a:spLocks noChangeShapeType="1"/>
            </p:cNvSpPr>
            <p:nvPr/>
          </p:nvSpPr>
          <p:spPr bwMode="auto">
            <a:xfrm flipH="1">
              <a:off x="611" y="2750"/>
              <a:ext cx="1" cy="861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68" name="Line 169"/>
            <p:cNvSpPr>
              <a:spLocks noChangeShapeType="1"/>
            </p:cNvSpPr>
            <p:nvPr/>
          </p:nvSpPr>
          <p:spPr bwMode="auto">
            <a:xfrm>
              <a:off x="611" y="3611"/>
              <a:ext cx="1452" cy="0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69" name="Text Box 170"/>
            <p:cNvSpPr txBox="1">
              <a:spLocks noChangeArrowheads="1"/>
            </p:cNvSpPr>
            <p:nvPr/>
          </p:nvSpPr>
          <p:spPr bwMode="auto">
            <a:xfrm>
              <a:off x="385" y="2781"/>
              <a:ext cx="244" cy="865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+</a:t>
              </a:r>
            </a:p>
            <a:p>
              <a:pPr algn="ctr"/>
              <a:endParaRPr lang="en-US" altLang="zh-CN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endParaRPr>
            </a:p>
            <a:p>
              <a:pPr algn="ctr"/>
              <a:r>
                <a:rPr lang="en-US" altLang="zh-CN" b="0">
                  <a:solidFill>
                    <a:schemeClr val="bg1"/>
                  </a:solidFill>
                  <a:latin typeface="宋体" pitchFamily="2" charset="-122"/>
                  <a:ea typeface="宋体" pitchFamily="2" charset="-122"/>
                </a:rPr>
                <a:t>-</a:t>
              </a:r>
            </a:p>
          </p:txBody>
        </p:sp>
        <p:sp>
          <p:nvSpPr>
            <p:cNvPr id="29770" name="Text Box 171"/>
            <p:cNvSpPr txBox="1">
              <a:spLocks noChangeArrowheads="1"/>
            </p:cNvSpPr>
            <p:nvPr/>
          </p:nvSpPr>
          <p:spPr bwMode="auto">
            <a:xfrm>
              <a:off x="748" y="3113"/>
              <a:ext cx="502" cy="32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10V</a:t>
              </a:r>
            </a:p>
          </p:txBody>
        </p:sp>
        <p:sp>
          <p:nvSpPr>
            <p:cNvPr id="29771" name="Line 172"/>
            <p:cNvSpPr>
              <a:spLocks noChangeShapeType="1"/>
            </p:cNvSpPr>
            <p:nvPr/>
          </p:nvSpPr>
          <p:spPr bwMode="auto">
            <a:xfrm>
              <a:off x="658" y="2705"/>
              <a:ext cx="226" cy="0"/>
            </a:xfrm>
            <a:prstGeom prst="line">
              <a:avLst/>
            </a:prstGeom>
            <a:noFill/>
            <a:ln w="28575">
              <a:solidFill>
                <a:srgbClr val="00FFFF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72" name="Text Box 173"/>
            <p:cNvSpPr txBox="1">
              <a:spLocks noChangeArrowheads="1"/>
            </p:cNvSpPr>
            <p:nvPr/>
          </p:nvSpPr>
          <p:spPr bwMode="auto">
            <a:xfrm>
              <a:off x="657" y="2704"/>
              <a:ext cx="178" cy="32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i</a:t>
              </a:r>
              <a:endParaRPr lang="en-US" altLang="zh-CN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29773" name="Line 174"/>
            <p:cNvSpPr>
              <a:spLocks noChangeShapeType="1"/>
            </p:cNvSpPr>
            <p:nvPr/>
          </p:nvSpPr>
          <p:spPr bwMode="auto">
            <a:xfrm>
              <a:off x="2109" y="2795"/>
              <a:ext cx="1" cy="193"/>
            </a:xfrm>
            <a:prstGeom prst="line">
              <a:avLst/>
            </a:prstGeom>
            <a:noFill/>
            <a:ln w="28575">
              <a:solidFill>
                <a:srgbClr val="00FFFF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74" name="Text Box 175"/>
            <p:cNvSpPr txBox="1">
              <a:spLocks noChangeArrowheads="1"/>
            </p:cNvSpPr>
            <p:nvPr/>
          </p:nvSpPr>
          <p:spPr bwMode="auto">
            <a:xfrm>
              <a:off x="2109" y="2704"/>
              <a:ext cx="279" cy="32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i</a:t>
              </a:r>
              <a:r>
                <a:rPr lang="en-US" altLang="zh-CN" b="0" i="1" baseline="-2500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C</a:t>
              </a:r>
              <a:endParaRPr lang="en-US" altLang="zh-CN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29775" name="Text Box 176"/>
            <p:cNvSpPr txBox="1">
              <a:spLocks noChangeArrowheads="1"/>
            </p:cNvSpPr>
            <p:nvPr/>
          </p:nvSpPr>
          <p:spPr bwMode="auto">
            <a:xfrm>
              <a:off x="975" y="2795"/>
              <a:ext cx="452" cy="32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10k</a:t>
              </a:r>
            </a:p>
          </p:txBody>
        </p:sp>
        <p:sp>
          <p:nvSpPr>
            <p:cNvPr id="29776" name="Rectangle 177"/>
            <p:cNvSpPr>
              <a:spLocks noChangeArrowheads="1"/>
            </p:cNvSpPr>
            <p:nvPr/>
          </p:nvSpPr>
          <p:spPr bwMode="auto">
            <a:xfrm>
              <a:off x="1066" y="2704"/>
              <a:ext cx="317" cy="136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</a:gradFill>
            <a:ln w="2857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87130" name="AutoShape 90" descr="羊皮纸"/>
          <p:cNvSpPr>
            <a:spLocks noChangeArrowheads="1"/>
          </p:cNvSpPr>
          <p:nvPr/>
        </p:nvSpPr>
        <p:spPr bwMode="auto">
          <a:xfrm>
            <a:off x="3779838" y="4797425"/>
            <a:ext cx="865187" cy="1727200"/>
          </a:xfrm>
          <a:prstGeom prst="wedgeRoundRectCallout">
            <a:avLst>
              <a:gd name="adj1" fmla="val -97157"/>
              <a:gd name="adj2" fmla="val -46782"/>
              <a:gd name="adj3" fmla="val 16667"/>
            </a:avLst>
          </a:prstGeom>
          <a:blipFill dpi="0" rotWithShape="1">
            <a:blip r:embed="rId4"/>
            <a:srcRect/>
            <a:tile tx="0" ty="0" sx="100000" sy="100000" flip="none" algn="tl"/>
          </a:blipFill>
          <a:ln w="9525">
            <a:noFill/>
            <a:miter lim="800000"/>
            <a:headEnd/>
            <a:tailEnd/>
          </a:ln>
        </p:spPr>
        <p:txBody>
          <a:bodyPr/>
          <a:lstStyle/>
          <a:p>
            <a:r>
              <a:rPr lang="zh-CN" altLang="en-US" sz="2400">
                <a:solidFill>
                  <a:schemeClr val="tx1"/>
                </a:solidFill>
              </a:rPr>
              <a:t>电容用</a:t>
            </a:r>
            <a:r>
              <a:rPr lang="zh-CN" altLang="en-US" sz="2400">
                <a:solidFill>
                  <a:schemeClr val="tx1"/>
                </a:solidFill>
                <a:latin typeface="Times New Roman" pitchFamily="18" charset="0"/>
              </a:rPr>
              <a:t>电压源</a:t>
            </a:r>
            <a:r>
              <a:rPr lang="zh-CN" altLang="en-US" sz="2400">
                <a:solidFill>
                  <a:schemeClr val="tx1"/>
                </a:solidFill>
              </a:rPr>
              <a:t>替代</a:t>
            </a:r>
          </a:p>
        </p:txBody>
      </p:sp>
      <p:grpSp>
        <p:nvGrpSpPr>
          <p:cNvPr id="87218" name="Group 178"/>
          <p:cNvGrpSpPr>
            <a:grpSpLocks/>
          </p:cNvGrpSpPr>
          <p:nvPr/>
        </p:nvGrpSpPr>
        <p:grpSpPr bwMode="auto">
          <a:xfrm>
            <a:off x="3622675" y="5746750"/>
            <a:ext cx="1644650" cy="850900"/>
            <a:chOff x="385" y="3022"/>
            <a:chExt cx="1036" cy="536"/>
          </a:xfrm>
        </p:grpSpPr>
        <p:pic>
          <p:nvPicPr>
            <p:cNvPr id="29779" name="Picture 179" descr="123"/>
            <p:cNvPicPr>
              <a:picLocks noChangeAspect="1" noChangeArrowheads="1"/>
            </p:cNvPicPr>
            <p:nvPr/>
          </p:nvPicPr>
          <p:blipFill>
            <a:blip r:embed="rId6"/>
            <a:srcRect/>
            <a:stretch>
              <a:fillRect/>
            </a:stretch>
          </p:blipFill>
          <p:spPr bwMode="auto">
            <a:xfrm>
              <a:off x="385" y="3022"/>
              <a:ext cx="590" cy="53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29780" name="Text Box 180"/>
            <p:cNvSpPr txBox="1">
              <a:spLocks noChangeArrowheads="1"/>
            </p:cNvSpPr>
            <p:nvPr/>
          </p:nvSpPr>
          <p:spPr bwMode="auto">
            <a:xfrm>
              <a:off x="793" y="3125"/>
              <a:ext cx="628" cy="3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zh-CN" altLang="en-US" sz="3200" b="0">
                  <a:solidFill>
                    <a:srgbClr val="CC6600"/>
                  </a:solidFill>
                  <a:ea typeface="华文行楷" pitchFamily="2" charset="-122"/>
                </a:rPr>
                <a:t>注意</a:t>
              </a:r>
            </a:p>
          </p:txBody>
        </p:sp>
      </p:grpSp>
      <p:grpSp>
        <p:nvGrpSpPr>
          <p:cNvPr id="29781" name="Group 184"/>
          <p:cNvGrpSpPr>
            <a:grpSpLocks/>
          </p:cNvGrpSpPr>
          <p:nvPr/>
        </p:nvGrpSpPr>
        <p:grpSpPr bwMode="auto">
          <a:xfrm>
            <a:off x="6588125" y="6445250"/>
            <a:ext cx="792163" cy="366713"/>
            <a:chOff x="4649" y="4020"/>
            <a:chExt cx="499" cy="231"/>
          </a:xfrm>
        </p:grpSpPr>
        <p:pic>
          <p:nvPicPr>
            <p:cNvPr id="29782" name="Picture 185" descr="78900"/>
            <p:cNvPicPr>
              <a:picLocks noChangeAspect="1" noChangeArrowheads="1"/>
            </p:cNvPicPr>
            <p:nvPr/>
          </p:nvPicPr>
          <p:blipFill>
            <a:blip r:embed="rId5"/>
            <a:srcRect/>
            <a:stretch>
              <a:fillRect/>
            </a:stretch>
          </p:blipFill>
          <p:spPr bwMode="auto"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29783" name="Text Box 186">
              <a:hlinkClick r:id="rId7" action="ppaction://hlinksldjump"/>
            </p:cNvPr>
            <p:cNvSpPr txBox="1">
              <a:spLocks noChangeArrowheads="1"/>
            </p:cNvSpPr>
            <p:nvPr/>
          </p:nvSpPr>
          <p:spPr bwMode="auto"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0">
                  <a:solidFill>
                    <a:schemeClr val="bg1"/>
                  </a:solidFill>
                  <a:latin typeface="隶书" pitchFamily="49" charset="-122"/>
                  <a:ea typeface="隶书" pitchFamily="49" charset="-122"/>
                </a:rPr>
                <a:t>返 回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70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70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8709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8709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870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870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87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"/>
                            </p:stCondLst>
                            <p:childTnLst>
                              <p:par>
                                <p:cTn id="22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871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71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2000"/>
                                        <p:tgtEl>
                                          <p:spTgt spid="870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87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2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39" dur="2000"/>
                                        <p:tgtEl>
                                          <p:spTgt spid="87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3000"/>
                                        <p:tgtEl>
                                          <p:spTgt spid="870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2000"/>
                                        <p:tgtEl>
                                          <p:spTgt spid="870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3000"/>
                                        <p:tgtEl>
                                          <p:spTgt spid="870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2000"/>
                                        <p:tgtEl>
                                          <p:spTgt spid="870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4" dur="500"/>
                                        <p:tgtEl>
                                          <p:spTgt spid="87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500"/>
                            </p:stCondLst>
                            <p:childTnLst>
                              <p:par>
                                <p:cTn id="66" presetID="2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68" dur="2000"/>
                                        <p:tgtEl>
                                          <p:spTgt spid="8713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7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0"/>
                                        <p:tgtEl>
                                          <p:spTgt spid="870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8" dur="500"/>
                                        <p:tgtEl>
                                          <p:spTgt spid="87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500"/>
                            </p:stCondLst>
                            <p:childTnLst>
                              <p:par>
                                <p:cTn id="8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2000"/>
                                        <p:tgtEl>
                                          <p:spTgt spid="87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7044" grpId="0" animBg="1"/>
      <p:bldP spid="87047" grpId="0" build="p"/>
      <p:bldP spid="87048" grpId="0" build="p"/>
      <p:bldP spid="87071" grpId="0" build="p"/>
      <p:bldP spid="87089" grpId="0" build="p"/>
      <p:bldP spid="87090" grpId="0" build="p"/>
      <p:bldP spid="87098" grpId="0"/>
      <p:bldP spid="87124" grpId="0"/>
      <p:bldP spid="87129" grpId="0" animBg="1"/>
      <p:bldP spid="87130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6022" name="Object 6"/>
          <p:cNvGraphicFramePr>
            <a:graphicFrameLocks noChangeAspect="1"/>
          </p:cNvGraphicFramePr>
          <p:nvPr/>
        </p:nvGraphicFramePr>
        <p:xfrm>
          <a:off x="5221288" y="5589588"/>
          <a:ext cx="2632075" cy="574675"/>
        </p:xfrm>
        <a:graphic>
          <a:graphicData uri="http://schemas.openxmlformats.org/presentationml/2006/ole">
            <p:oleObj spid="_x0000_s30721" r:id="rId3" imgW="996480" imgH="207720" progId="Equation.3">
              <p:embed/>
            </p:oleObj>
          </a:graphicData>
        </a:graphic>
      </p:graphicFrame>
      <p:sp>
        <p:nvSpPr>
          <p:cNvPr id="86024" name="Rectangle 8"/>
          <p:cNvSpPr>
            <a:spLocks noChangeArrowheads="1"/>
          </p:cNvSpPr>
          <p:nvPr/>
        </p:nvSpPr>
        <p:spPr bwMode="auto">
          <a:xfrm>
            <a:off x="4787900" y="1628775"/>
            <a:ext cx="2873375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lang="en-US" altLang="zh-CN" b="0" i="1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i</a:t>
            </a:r>
            <a:r>
              <a:rPr lang="en-US" altLang="zh-CN" b="0" i="1" baseline="-2500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L</a:t>
            </a:r>
            <a:r>
              <a:rPr lang="en-US" altLang="zh-CN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(0</a:t>
            </a:r>
            <a:r>
              <a:rPr lang="en-US" altLang="zh-CN" b="0" baseline="-2500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+</a:t>
            </a:r>
            <a:r>
              <a:rPr lang="en-US" altLang="zh-CN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)= </a:t>
            </a:r>
            <a:r>
              <a:rPr lang="en-US" altLang="zh-CN" b="0" i="1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i</a:t>
            </a:r>
            <a:r>
              <a:rPr lang="en-US" altLang="zh-CN" b="0" i="1" baseline="-2500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L</a:t>
            </a:r>
            <a:r>
              <a:rPr lang="en-US" altLang="zh-CN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(0</a:t>
            </a:r>
            <a:r>
              <a:rPr lang="zh-CN" altLang="en-US" b="0" baseline="-2500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－</a:t>
            </a:r>
            <a:r>
              <a:rPr lang="en-US" altLang="zh-CN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) =2A</a:t>
            </a:r>
          </a:p>
        </p:txBody>
      </p:sp>
      <p:graphicFrame>
        <p:nvGraphicFramePr>
          <p:cNvPr id="86025" name="Object 9"/>
          <p:cNvGraphicFramePr>
            <a:graphicFrameLocks noChangeAspect="1"/>
          </p:cNvGraphicFramePr>
          <p:nvPr/>
        </p:nvGraphicFramePr>
        <p:xfrm>
          <a:off x="4716463" y="4976813"/>
          <a:ext cx="3527425" cy="539750"/>
        </p:xfrm>
        <a:graphic>
          <a:graphicData uri="http://schemas.openxmlformats.org/presentationml/2006/ole">
            <p:oleObj spid="_x0000_s30723" r:id="rId4" imgW="1425240" imgH="207720" progId="Equation.3">
              <p:embed/>
            </p:oleObj>
          </a:graphicData>
        </a:graphic>
      </p:graphicFrame>
      <p:sp>
        <p:nvSpPr>
          <p:cNvPr id="86029" name="Text Box 13"/>
          <p:cNvSpPr txBox="1">
            <a:spLocks noChangeArrowheads="1"/>
          </p:cNvSpPr>
          <p:nvPr/>
        </p:nvSpPr>
        <p:spPr bwMode="auto">
          <a:xfrm>
            <a:off x="250825" y="446088"/>
            <a:ext cx="1081088" cy="579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sz="320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例 </a:t>
            </a:r>
            <a:r>
              <a:rPr lang="en-US" altLang="zh-CN" sz="3200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2</a:t>
            </a:r>
          </a:p>
        </p:txBody>
      </p:sp>
      <p:sp>
        <p:nvSpPr>
          <p:cNvPr id="86055" name="Text Box 39"/>
          <p:cNvSpPr txBox="1">
            <a:spLocks noChangeArrowheads="1"/>
          </p:cNvSpPr>
          <p:nvPr/>
        </p:nvSpPr>
        <p:spPr bwMode="auto">
          <a:xfrm>
            <a:off x="1331913" y="476250"/>
            <a:ext cx="4537075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r>
              <a:rPr lang="en-US" altLang="zh-CN" b="0" i="1">
                <a:solidFill>
                  <a:schemeClr val="bg1"/>
                </a:solidFill>
                <a:latin typeface="Times New Roman" pitchFamily="18" charset="0"/>
                <a:ea typeface="仿宋_GB2312" pitchFamily="49" charset="-122"/>
              </a:rPr>
              <a:t>t </a:t>
            </a:r>
            <a:r>
              <a:rPr lang="en-US" altLang="zh-CN" b="0">
                <a:solidFill>
                  <a:schemeClr val="bg1"/>
                </a:solidFill>
                <a:latin typeface="Times New Roman" pitchFamily="18" charset="0"/>
                <a:ea typeface="仿宋_GB2312" pitchFamily="49" charset="-122"/>
              </a:rPr>
              <a:t>= 0</a:t>
            </a:r>
            <a:r>
              <a:rPr lang="zh-CN" altLang="en-US">
                <a:latin typeface="楷体_GB2312" pitchFamily="49" charset="-122"/>
              </a:rPr>
              <a:t>时闭合开关</a:t>
            </a:r>
            <a:r>
              <a:rPr lang="en-US" altLang="zh-CN" b="0">
                <a:latin typeface="Times New Roman" pitchFamily="18" charset="0"/>
                <a:ea typeface="仿宋_GB2312" pitchFamily="49" charset="-122"/>
              </a:rPr>
              <a:t>k</a:t>
            </a:r>
            <a:r>
              <a:rPr lang="en-US" altLang="zh-CN">
                <a:latin typeface="仿宋_GB2312" pitchFamily="49" charset="-122"/>
                <a:ea typeface="仿宋_GB2312" pitchFamily="49" charset="-122"/>
              </a:rPr>
              <a:t> ,</a:t>
            </a:r>
            <a:r>
              <a:rPr lang="zh-CN" altLang="en-US">
                <a:latin typeface="楷体_GB2312" pitchFamily="49" charset="-122"/>
              </a:rPr>
              <a:t>求</a:t>
            </a:r>
            <a:r>
              <a:rPr lang="zh-CN" altLang="en-US">
                <a:latin typeface="仿宋_GB2312" pitchFamily="49" charset="-122"/>
                <a:ea typeface="仿宋_GB2312" pitchFamily="49" charset="-122"/>
              </a:rPr>
              <a:t> </a:t>
            </a:r>
            <a:r>
              <a:rPr lang="en-US" altLang="zh-CN" b="0" i="1">
                <a:solidFill>
                  <a:schemeClr val="bg1"/>
                </a:solidFill>
                <a:latin typeface="Times New Roman" pitchFamily="18" charset="0"/>
                <a:ea typeface="仿宋_GB2312" pitchFamily="49" charset="-122"/>
              </a:rPr>
              <a:t>u</a:t>
            </a:r>
            <a:r>
              <a:rPr lang="en-US" altLang="zh-CN" b="0" i="1" baseline="-25000">
                <a:solidFill>
                  <a:schemeClr val="bg1"/>
                </a:solidFill>
                <a:latin typeface="Times New Roman" pitchFamily="18" charset="0"/>
                <a:ea typeface="仿宋_GB2312" pitchFamily="49" charset="-122"/>
              </a:rPr>
              <a:t>L</a:t>
            </a:r>
            <a:r>
              <a:rPr lang="en-US" altLang="zh-CN" b="0">
                <a:solidFill>
                  <a:schemeClr val="bg1"/>
                </a:solidFill>
                <a:latin typeface="Times New Roman" pitchFamily="18" charset="0"/>
                <a:ea typeface="仿宋_GB2312" pitchFamily="49" charset="-122"/>
              </a:rPr>
              <a:t>(0</a:t>
            </a:r>
            <a:r>
              <a:rPr lang="en-US" altLang="zh-CN" b="0" i="1" baseline="-25000">
                <a:solidFill>
                  <a:schemeClr val="bg1"/>
                </a:solidFill>
                <a:latin typeface="Times New Roman" pitchFamily="18" charset="0"/>
                <a:ea typeface="仿宋_GB2312" pitchFamily="49" charset="-122"/>
              </a:rPr>
              <a:t>+</a:t>
            </a:r>
            <a:r>
              <a:rPr lang="en-US" altLang="zh-CN" b="0">
                <a:solidFill>
                  <a:schemeClr val="bg1"/>
                </a:solidFill>
                <a:latin typeface="Times New Roman" pitchFamily="18" charset="0"/>
                <a:ea typeface="仿宋_GB2312" pitchFamily="49" charset="-122"/>
              </a:rPr>
              <a:t>)</a:t>
            </a:r>
          </a:p>
        </p:txBody>
      </p:sp>
      <p:sp>
        <p:nvSpPr>
          <p:cNvPr id="86089" name="Text Box 73"/>
          <p:cNvSpPr txBox="1">
            <a:spLocks noChangeArrowheads="1"/>
          </p:cNvSpPr>
          <p:nvPr/>
        </p:nvSpPr>
        <p:spPr bwMode="auto">
          <a:xfrm>
            <a:off x="1187450" y="3038475"/>
            <a:ext cx="1512888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marL="342900" indent="-342900">
              <a:spcBef>
                <a:spcPct val="50000"/>
              </a:spcBef>
              <a:buFontTx/>
              <a:buAutoNum type="circleNumDbPlain"/>
            </a:pPr>
            <a:r>
              <a:rPr lang="zh-CN" altLang="en-US">
                <a:latin typeface="Times New Roman" pitchFamily="18" charset="0"/>
              </a:rPr>
              <a:t>先求</a:t>
            </a:r>
          </a:p>
        </p:txBody>
      </p:sp>
      <p:graphicFrame>
        <p:nvGraphicFramePr>
          <p:cNvPr id="86090" name="Object 74"/>
          <p:cNvGraphicFramePr>
            <a:graphicFrameLocks noChangeAspect="1"/>
          </p:cNvGraphicFramePr>
          <p:nvPr/>
        </p:nvGraphicFramePr>
        <p:xfrm>
          <a:off x="468313" y="5445125"/>
          <a:ext cx="2863850" cy="941388"/>
        </p:xfrm>
        <a:graphic>
          <a:graphicData uri="http://schemas.openxmlformats.org/presentationml/2006/ole">
            <p:oleObj spid="_x0000_s30727" r:id="rId5" imgW="1216800" imgH="392040" progId="Equation.3">
              <p:embed/>
            </p:oleObj>
          </a:graphicData>
        </a:graphic>
      </p:graphicFrame>
      <p:sp>
        <p:nvSpPr>
          <p:cNvPr id="86091" name="Text Box 75"/>
          <p:cNvSpPr txBox="1">
            <a:spLocks noChangeArrowheads="1"/>
          </p:cNvSpPr>
          <p:nvPr/>
        </p:nvSpPr>
        <p:spPr bwMode="auto">
          <a:xfrm>
            <a:off x="4371975" y="1052513"/>
            <a:ext cx="2863850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marL="342900" indent="-342900">
              <a:buFontTx/>
              <a:buAutoNum type="circleNumDbPlain" startAt="2"/>
            </a:pPr>
            <a:r>
              <a:rPr lang="zh-CN" altLang="en-US">
                <a:latin typeface="楷体_GB2312" pitchFamily="49" charset="-122"/>
              </a:rPr>
              <a:t>应用换路定律</a:t>
            </a:r>
            <a:r>
              <a:rPr lang="en-US" altLang="zh-CN">
                <a:latin typeface="楷体_GB2312" pitchFamily="49" charset="-122"/>
              </a:rPr>
              <a:t>:</a:t>
            </a:r>
          </a:p>
        </p:txBody>
      </p:sp>
      <p:sp>
        <p:nvSpPr>
          <p:cNvPr id="86094" name="AutoShape 78" descr="羊皮纸"/>
          <p:cNvSpPr>
            <a:spLocks noChangeArrowheads="1"/>
          </p:cNvSpPr>
          <p:nvPr/>
        </p:nvSpPr>
        <p:spPr bwMode="auto">
          <a:xfrm>
            <a:off x="8101013" y="3286125"/>
            <a:ext cx="863600" cy="1655763"/>
          </a:xfrm>
          <a:prstGeom prst="wedgeRoundRectCallout">
            <a:avLst>
              <a:gd name="adj1" fmla="val -154597"/>
              <a:gd name="adj2" fmla="val 10977"/>
              <a:gd name="adj3" fmla="val 16667"/>
            </a:avLst>
          </a:prstGeom>
          <a:blipFill dpi="0" rotWithShape="1">
            <a:blip r:embed="rId6"/>
            <a:srcRect/>
            <a:tile tx="0" ty="0" sx="100000" sy="100000" flip="none" algn="tl"/>
          </a:blipFill>
          <a:ln w="9525">
            <a:noFill/>
            <a:miter lim="800000"/>
            <a:headEnd/>
            <a:tailEnd/>
          </a:ln>
        </p:spPr>
        <p:txBody>
          <a:bodyPr/>
          <a:lstStyle/>
          <a:p>
            <a:r>
              <a:rPr lang="zh-CN" altLang="en-US" sz="2400">
                <a:solidFill>
                  <a:schemeClr val="tx1"/>
                </a:solidFill>
                <a:ea typeface="仿宋_GB2312" pitchFamily="49" charset="-122"/>
              </a:rPr>
              <a:t>电感用</a:t>
            </a:r>
            <a:r>
              <a:rPr lang="zh-CN" altLang="en-US" sz="2400">
                <a:solidFill>
                  <a:schemeClr val="tx1"/>
                </a:solidFill>
                <a:latin typeface="Times New Roman" pitchFamily="18" charset="0"/>
                <a:ea typeface="仿宋_GB2312" pitchFamily="49" charset="-122"/>
              </a:rPr>
              <a:t>电流源</a:t>
            </a:r>
            <a:r>
              <a:rPr lang="zh-CN" altLang="en-US" sz="2400">
                <a:solidFill>
                  <a:schemeClr val="tx1"/>
                </a:solidFill>
                <a:ea typeface="仿宋_GB2312" pitchFamily="49" charset="-122"/>
              </a:rPr>
              <a:t>替代</a:t>
            </a:r>
          </a:p>
        </p:txBody>
      </p:sp>
      <p:graphicFrame>
        <p:nvGraphicFramePr>
          <p:cNvPr id="86095" name="Object 79"/>
          <p:cNvGraphicFramePr>
            <a:graphicFrameLocks noChangeAspect="1"/>
          </p:cNvGraphicFramePr>
          <p:nvPr/>
        </p:nvGraphicFramePr>
        <p:xfrm>
          <a:off x="2476500" y="3054350"/>
          <a:ext cx="1016000" cy="590550"/>
        </p:xfrm>
        <a:graphic>
          <a:graphicData uri="http://schemas.openxmlformats.org/presentationml/2006/ole">
            <p:oleObj spid="_x0000_s30730" r:id="rId7" imgW="405720" imgH="230760" progId="Equation.3">
              <p:embed/>
            </p:oleObj>
          </a:graphicData>
        </a:graphic>
      </p:graphicFrame>
      <p:sp>
        <p:nvSpPr>
          <p:cNvPr id="86123" name="Text Box 107"/>
          <p:cNvSpPr txBox="1">
            <a:spLocks noChangeArrowheads="1"/>
          </p:cNvSpPr>
          <p:nvPr/>
        </p:nvSpPr>
        <p:spPr bwMode="auto">
          <a:xfrm>
            <a:off x="468313" y="3068638"/>
            <a:ext cx="574675" cy="519112"/>
          </a:xfrm>
          <a:prstGeom prst="rect">
            <a:avLst/>
          </a:prstGeom>
          <a:solidFill>
            <a:srgbClr val="990033"/>
          </a:solidFill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algn="ctr"/>
            <a:r>
              <a:rPr lang="zh-CN" altLang="en-US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解</a:t>
            </a:r>
            <a:endParaRPr lang="zh-CN" altLang="en-US" sz="2400">
              <a:ea typeface="仿宋_GB2312" pitchFamily="49" charset="-122"/>
            </a:endParaRPr>
          </a:p>
        </p:txBody>
      </p:sp>
      <p:sp>
        <p:nvSpPr>
          <p:cNvPr id="86124" name="AutoShape 108" descr="羊皮纸"/>
          <p:cNvSpPr>
            <a:spLocks noChangeArrowheads="1"/>
          </p:cNvSpPr>
          <p:nvPr/>
        </p:nvSpPr>
        <p:spPr bwMode="auto">
          <a:xfrm>
            <a:off x="3348038" y="4437063"/>
            <a:ext cx="1081087" cy="1008062"/>
          </a:xfrm>
          <a:prstGeom prst="wedgeRoundRectCallout">
            <a:avLst>
              <a:gd name="adj1" fmla="val -91852"/>
              <a:gd name="adj2" fmla="val -8583"/>
              <a:gd name="adj3" fmla="val 16667"/>
            </a:avLst>
          </a:prstGeom>
          <a:blipFill dpi="0" rotWithShape="1">
            <a:blip r:embed="rId6"/>
            <a:srcRect/>
            <a:tile tx="0" ty="0" sx="100000" sy="100000" flip="none" algn="tl"/>
          </a:blip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algn="ctr"/>
            <a:r>
              <a:rPr lang="zh-CN" altLang="en-US">
                <a:solidFill>
                  <a:schemeClr val="tx1"/>
                </a:solidFill>
              </a:rPr>
              <a:t>电感短路</a:t>
            </a:r>
          </a:p>
        </p:txBody>
      </p:sp>
      <p:grpSp>
        <p:nvGrpSpPr>
          <p:cNvPr id="30733" name="Group 112"/>
          <p:cNvGrpSpPr>
            <a:grpSpLocks/>
          </p:cNvGrpSpPr>
          <p:nvPr/>
        </p:nvGrpSpPr>
        <p:grpSpPr bwMode="auto"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30734" name="Picture 113" descr="78900"/>
            <p:cNvPicPr>
              <a:picLocks noChangeAspect="1" noChangeArrowheads="1"/>
            </p:cNvPicPr>
            <p:nvPr/>
          </p:nvPicPr>
          <p:blipFill>
            <a:blip r:embed="rId8"/>
            <a:srcRect/>
            <a:stretch>
              <a:fillRect/>
            </a:stretch>
          </p:blipFill>
          <p:spPr bwMode="auto"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30735" name="Text Box 114">
              <a:hlinkClick r:id="" action="ppaction://hlinkshowjump?jump=nextslide"/>
            </p:cNvPr>
            <p:cNvSpPr txBox="1">
              <a:spLocks noChangeArrowheads="1"/>
            </p:cNvSpPr>
            <p:nvPr/>
          </p:nvSpPr>
          <p:spPr bwMode="auto"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0">
                  <a:solidFill>
                    <a:schemeClr val="bg1"/>
                  </a:solidFill>
                  <a:latin typeface="隶书" pitchFamily="49" charset="-122"/>
                  <a:ea typeface="隶书" pitchFamily="49" charset="-122"/>
                </a:rPr>
                <a:t>下 页</a:t>
              </a:r>
            </a:p>
          </p:txBody>
        </p:sp>
      </p:grpSp>
      <p:grpSp>
        <p:nvGrpSpPr>
          <p:cNvPr id="30736" name="Group 115"/>
          <p:cNvGrpSpPr>
            <a:grpSpLocks/>
          </p:cNvGrpSpPr>
          <p:nvPr/>
        </p:nvGrpSpPr>
        <p:grpSpPr bwMode="auto">
          <a:xfrm>
            <a:off x="7453313" y="6446838"/>
            <a:ext cx="792162" cy="366712"/>
            <a:chOff x="4649" y="4020"/>
            <a:chExt cx="499" cy="231"/>
          </a:xfrm>
        </p:grpSpPr>
        <p:pic>
          <p:nvPicPr>
            <p:cNvPr id="30737" name="Picture 116" descr="78900"/>
            <p:cNvPicPr>
              <a:picLocks noChangeAspect="1" noChangeArrowheads="1"/>
            </p:cNvPicPr>
            <p:nvPr/>
          </p:nvPicPr>
          <p:blipFill>
            <a:blip r:embed="rId8"/>
            <a:srcRect/>
            <a:stretch>
              <a:fillRect/>
            </a:stretch>
          </p:blipFill>
          <p:spPr bwMode="auto"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30738" name="Text Box 117">
              <a:hlinkClick r:id="" action="ppaction://hlinkshowjump?jump=previousslide"/>
            </p:cNvPr>
            <p:cNvSpPr txBox="1">
              <a:spLocks noChangeArrowheads="1"/>
            </p:cNvSpPr>
            <p:nvPr/>
          </p:nvSpPr>
          <p:spPr bwMode="auto"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0">
                  <a:solidFill>
                    <a:schemeClr val="bg1"/>
                  </a:solidFill>
                  <a:latin typeface="隶书" pitchFamily="49" charset="-122"/>
                  <a:ea typeface="隶书" pitchFamily="49" charset="-122"/>
                </a:rPr>
                <a:t>上 页</a:t>
              </a:r>
            </a:p>
          </p:txBody>
        </p:sp>
      </p:grpSp>
      <p:grpSp>
        <p:nvGrpSpPr>
          <p:cNvPr id="86137" name="Group 121"/>
          <p:cNvGrpSpPr>
            <a:grpSpLocks/>
          </p:cNvGrpSpPr>
          <p:nvPr/>
        </p:nvGrpSpPr>
        <p:grpSpPr bwMode="auto">
          <a:xfrm>
            <a:off x="755650" y="908050"/>
            <a:ext cx="3357563" cy="1885950"/>
            <a:chOff x="3152" y="346"/>
            <a:chExt cx="2115" cy="1188"/>
          </a:xfrm>
        </p:grpSpPr>
        <p:sp>
          <p:nvSpPr>
            <p:cNvPr id="30740" name="Oval 122"/>
            <p:cNvSpPr>
              <a:spLocks noChangeArrowheads="1"/>
            </p:cNvSpPr>
            <p:nvPr/>
          </p:nvSpPr>
          <p:spPr bwMode="auto">
            <a:xfrm>
              <a:off x="3152" y="890"/>
              <a:ext cx="363" cy="363"/>
            </a:xfrm>
            <a:prstGeom prst="ellipse">
              <a:avLst/>
            </a:prstGeom>
            <a:gradFill rotWithShape="1">
              <a:gsLst>
                <a:gs pos="0">
                  <a:srgbClr val="0099FF"/>
                </a:gs>
                <a:gs pos="100000">
                  <a:srgbClr val="004776"/>
                </a:gs>
              </a:gsLst>
              <a:path path="shape">
                <a:fillToRect l="50000" t="50000" r="50000" b="50000"/>
              </a:path>
            </a:gradFill>
            <a:ln w="38100">
              <a:solidFill>
                <a:srgbClr val="FF99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endParaRPr lang="zh-CN" altLang="zh-CN" sz="2400" b="0">
                <a:ea typeface="仿宋_GB2312" pitchFamily="49" charset="-122"/>
              </a:endParaRPr>
            </a:p>
          </p:txBody>
        </p:sp>
        <p:sp>
          <p:nvSpPr>
            <p:cNvPr id="30741" name="Line 123"/>
            <p:cNvSpPr>
              <a:spLocks noChangeShapeType="1"/>
            </p:cNvSpPr>
            <p:nvPr/>
          </p:nvSpPr>
          <p:spPr bwMode="auto">
            <a:xfrm>
              <a:off x="4830" y="1207"/>
              <a:ext cx="0" cy="288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42" name="Text Box 124"/>
            <p:cNvSpPr txBox="1">
              <a:spLocks noChangeArrowheads="1"/>
            </p:cNvSpPr>
            <p:nvPr/>
          </p:nvSpPr>
          <p:spPr bwMode="auto">
            <a:xfrm>
              <a:off x="4449" y="1160"/>
              <a:ext cx="263" cy="327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i</a:t>
              </a:r>
              <a:r>
                <a:rPr lang="en-US" altLang="zh-CN" b="0" i="1" baseline="-2500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L</a:t>
              </a:r>
              <a:endParaRPr lang="en-US" altLang="zh-CN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30743" name="Text Box 125"/>
            <p:cNvSpPr txBox="1">
              <a:spLocks noChangeArrowheads="1"/>
            </p:cNvSpPr>
            <p:nvPr/>
          </p:nvSpPr>
          <p:spPr bwMode="auto">
            <a:xfrm>
              <a:off x="4954" y="624"/>
              <a:ext cx="313" cy="865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+</a:t>
              </a:r>
            </a:p>
            <a:p>
              <a:pPr algn="ctr"/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u</a:t>
              </a:r>
              <a:r>
                <a:rPr lang="en-US" altLang="zh-CN" b="0" i="1" baseline="-2500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L</a:t>
              </a:r>
            </a:p>
            <a:p>
              <a:pPr algn="ctr"/>
              <a:r>
                <a:rPr lang="en-US" altLang="zh-CN" b="0">
                  <a:solidFill>
                    <a:schemeClr val="bg1"/>
                  </a:solidFill>
                  <a:latin typeface="宋体" pitchFamily="2" charset="-122"/>
                  <a:ea typeface="宋体" pitchFamily="2" charset="-122"/>
                </a:rPr>
                <a:t>-</a:t>
              </a:r>
            </a:p>
          </p:txBody>
        </p:sp>
        <p:sp>
          <p:nvSpPr>
            <p:cNvPr id="30744" name="Text Box 126"/>
            <p:cNvSpPr txBox="1">
              <a:spLocks noChangeArrowheads="1"/>
            </p:cNvSpPr>
            <p:nvPr/>
          </p:nvSpPr>
          <p:spPr bwMode="auto">
            <a:xfrm>
              <a:off x="4604" y="845"/>
              <a:ext cx="241" cy="327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L</a:t>
              </a:r>
              <a:endParaRPr lang="en-US" altLang="zh-CN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30745" name="Line 127"/>
            <p:cNvSpPr>
              <a:spLocks noChangeShapeType="1"/>
            </p:cNvSpPr>
            <p:nvPr/>
          </p:nvSpPr>
          <p:spPr bwMode="auto">
            <a:xfrm flipV="1">
              <a:off x="3334" y="663"/>
              <a:ext cx="8" cy="846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46" name="Line 128"/>
            <p:cNvSpPr>
              <a:spLocks noChangeShapeType="1"/>
            </p:cNvSpPr>
            <p:nvPr/>
          </p:nvSpPr>
          <p:spPr bwMode="auto">
            <a:xfrm>
              <a:off x="3342" y="1495"/>
              <a:ext cx="1488" cy="0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47" name="Line 129"/>
            <p:cNvSpPr>
              <a:spLocks noChangeShapeType="1"/>
            </p:cNvSpPr>
            <p:nvPr/>
          </p:nvSpPr>
          <p:spPr bwMode="auto">
            <a:xfrm flipV="1">
              <a:off x="3334" y="663"/>
              <a:ext cx="1496" cy="0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48" name="Line 130"/>
            <p:cNvSpPr>
              <a:spLocks noChangeShapeType="1"/>
            </p:cNvSpPr>
            <p:nvPr/>
          </p:nvSpPr>
          <p:spPr bwMode="auto">
            <a:xfrm>
              <a:off x="4830" y="663"/>
              <a:ext cx="0" cy="182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49" name="Line 131"/>
            <p:cNvSpPr>
              <a:spLocks noChangeShapeType="1"/>
            </p:cNvSpPr>
            <p:nvPr/>
          </p:nvSpPr>
          <p:spPr bwMode="auto">
            <a:xfrm>
              <a:off x="4105" y="663"/>
              <a:ext cx="0" cy="288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 type="oval" w="med" len="med"/>
              <a:tailEnd type="oval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50" name="Line 132"/>
            <p:cNvSpPr>
              <a:spLocks noChangeShapeType="1"/>
            </p:cNvSpPr>
            <p:nvPr/>
          </p:nvSpPr>
          <p:spPr bwMode="auto">
            <a:xfrm>
              <a:off x="4110" y="967"/>
              <a:ext cx="131" cy="150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51" name="Line 133"/>
            <p:cNvSpPr>
              <a:spLocks noChangeShapeType="1"/>
            </p:cNvSpPr>
            <p:nvPr/>
          </p:nvSpPr>
          <p:spPr bwMode="auto">
            <a:xfrm>
              <a:off x="4110" y="1111"/>
              <a:ext cx="0" cy="384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 type="oval" w="med" len="med"/>
              <a:tailEnd type="oval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52" name="Line 134"/>
            <p:cNvSpPr>
              <a:spLocks noChangeShapeType="1"/>
            </p:cNvSpPr>
            <p:nvPr/>
          </p:nvSpPr>
          <p:spPr bwMode="auto">
            <a:xfrm flipH="1">
              <a:off x="4195" y="890"/>
              <a:ext cx="131" cy="144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53" name="Text Box 135"/>
            <p:cNvSpPr txBox="1">
              <a:spLocks noChangeArrowheads="1"/>
            </p:cNvSpPr>
            <p:nvPr/>
          </p:nvSpPr>
          <p:spPr bwMode="auto">
            <a:xfrm>
              <a:off x="3470" y="890"/>
              <a:ext cx="502" cy="327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10V</a:t>
              </a:r>
            </a:p>
          </p:txBody>
        </p:sp>
        <p:sp>
          <p:nvSpPr>
            <p:cNvPr id="30754" name="Text Box 136"/>
            <p:cNvSpPr txBox="1">
              <a:spLocks noChangeArrowheads="1"/>
            </p:cNvSpPr>
            <p:nvPr/>
          </p:nvSpPr>
          <p:spPr bwMode="auto">
            <a:xfrm>
              <a:off x="4214" y="935"/>
              <a:ext cx="241" cy="327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S</a:t>
              </a:r>
            </a:p>
          </p:txBody>
        </p:sp>
        <p:sp>
          <p:nvSpPr>
            <p:cNvPr id="30755" name="Text Box 137"/>
            <p:cNvSpPr txBox="1">
              <a:spLocks noChangeArrowheads="1"/>
            </p:cNvSpPr>
            <p:nvPr/>
          </p:nvSpPr>
          <p:spPr bwMode="auto">
            <a:xfrm>
              <a:off x="3515" y="346"/>
              <a:ext cx="400" cy="327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1</a:t>
              </a:r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  <a:sym typeface="Symbol" pitchFamily="18" charset="2"/>
                </a:rPr>
                <a:t></a:t>
              </a:r>
              <a:endParaRPr lang="en-US" altLang="zh-CN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30756" name="Text Box 138"/>
            <p:cNvSpPr txBox="1">
              <a:spLocks noChangeArrowheads="1"/>
            </p:cNvSpPr>
            <p:nvPr/>
          </p:nvSpPr>
          <p:spPr bwMode="auto">
            <a:xfrm>
              <a:off x="4241" y="346"/>
              <a:ext cx="400" cy="327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4</a:t>
              </a:r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  <a:sym typeface="Symbol" pitchFamily="18" charset="2"/>
                </a:rPr>
                <a:t></a:t>
              </a:r>
            </a:p>
          </p:txBody>
        </p:sp>
        <p:sp>
          <p:nvSpPr>
            <p:cNvPr id="30757" name="Line 139"/>
            <p:cNvSpPr>
              <a:spLocks noChangeShapeType="1"/>
            </p:cNvSpPr>
            <p:nvPr/>
          </p:nvSpPr>
          <p:spPr bwMode="auto">
            <a:xfrm>
              <a:off x="4709" y="1167"/>
              <a:ext cx="0" cy="262"/>
            </a:xfrm>
            <a:prstGeom prst="line">
              <a:avLst/>
            </a:prstGeom>
            <a:noFill/>
            <a:ln w="28575">
              <a:solidFill>
                <a:srgbClr val="00FFFF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30758" name="Group 140"/>
            <p:cNvGrpSpPr>
              <a:grpSpLocks/>
            </p:cNvGrpSpPr>
            <p:nvPr/>
          </p:nvGrpSpPr>
          <p:grpSpPr bwMode="auto">
            <a:xfrm>
              <a:off x="4830" y="845"/>
              <a:ext cx="91" cy="363"/>
              <a:chOff x="2744" y="2931"/>
              <a:chExt cx="57" cy="283"/>
            </a:xfrm>
          </p:grpSpPr>
          <p:sp>
            <p:nvSpPr>
              <p:cNvPr id="30759" name="Arc 141"/>
              <p:cNvSpPr>
                <a:spLocks noChangeArrowheads="1"/>
              </p:cNvSpPr>
              <p:nvPr/>
            </p:nvSpPr>
            <p:spPr bwMode="auto">
              <a:xfrm rot="10800000" flipH="1" flipV="1">
                <a:off x="2744" y="2931"/>
                <a:ext cx="57" cy="91"/>
              </a:xfrm>
              <a:custGeom>
                <a:avLst/>
                <a:gdLst/>
                <a:ahLst/>
                <a:cxnLst>
                  <a:cxn ang="0">
                    <a:pos x="1123" y="0"/>
                  </a:cxn>
                  <a:cxn ang="0">
                    <a:pos x="22723" y="21600"/>
                  </a:cxn>
                  <a:cxn ang="0">
                    <a:pos x="1123" y="43200"/>
                  </a:cxn>
                  <a:cxn ang="0">
                    <a:pos x="0" y="43170"/>
                  </a:cxn>
                  <a:cxn ang="0">
                    <a:pos x="1123" y="0"/>
                  </a:cxn>
                  <a:cxn ang="0">
                    <a:pos x="22723" y="21600"/>
                  </a:cxn>
                  <a:cxn ang="0">
                    <a:pos x="1123" y="43200"/>
                  </a:cxn>
                  <a:cxn ang="0">
                    <a:pos x="0" y="43170"/>
                  </a:cxn>
                  <a:cxn ang="0">
                    <a:pos x="1123" y="21600"/>
                  </a:cxn>
                  <a:cxn ang="0">
                    <a:pos x="1123" y="0"/>
                  </a:cxn>
                </a:cxnLst>
                <a:rect l="0" t="0" r="r" b="b"/>
                <a:pathLst>
                  <a:path w="22723" h="43200" fill="none">
                    <a:moveTo>
                      <a:pt x="1123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>
                    <a:moveTo>
                      <a:pt x="1123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lnTo>
                      <a:pt x="1123" y="0"/>
                    </a:lnTo>
                    <a:close/>
                  </a:path>
                </a:pathLst>
              </a:custGeom>
              <a:noFill/>
              <a:ln w="38100">
                <a:solidFill>
                  <a:srgbClr val="FF99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0760" name="Arc 142"/>
              <p:cNvSpPr>
                <a:spLocks noChangeArrowheads="1"/>
              </p:cNvSpPr>
              <p:nvPr/>
            </p:nvSpPr>
            <p:spPr bwMode="auto">
              <a:xfrm rot="10800000" flipH="1" flipV="1">
                <a:off x="2744" y="3027"/>
                <a:ext cx="57" cy="91"/>
              </a:xfrm>
              <a:custGeom>
                <a:avLst/>
                <a:gdLst/>
                <a:ahLst/>
                <a:cxnLst>
                  <a:cxn ang="0">
                    <a:pos x="1123" y="0"/>
                  </a:cxn>
                  <a:cxn ang="0">
                    <a:pos x="22723" y="21600"/>
                  </a:cxn>
                  <a:cxn ang="0">
                    <a:pos x="1123" y="43200"/>
                  </a:cxn>
                  <a:cxn ang="0">
                    <a:pos x="0" y="43170"/>
                  </a:cxn>
                  <a:cxn ang="0">
                    <a:pos x="1123" y="0"/>
                  </a:cxn>
                  <a:cxn ang="0">
                    <a:pos x="22723" y="21600"/>
                  </a:cxn>
                  <a:cxn ang="0">
                    <a:pos x="1123" y="43200"/>
                  </a:cxn>
                  <a:cxn ang="0">
                    <a:pos x="0" y="43170"/>
                  </a:cxn>
                  <a:cxn ang="0">
                    <a:pos x="1123" y="21600"/>
                  </a:cxn>
                  <a:cxn ang="0">
                    <a:pos x="1123" y="0"/>
                  </a:cxn>
                </a:cxnLst>
                <a:rect l="0" t="0" r="r" b="b"/>
                <a:pathLst>
                  <a:path w="22723" h="43200" fill="none">
                    <a:moveTo>
                      <a:pt x="1123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>
                    <a:moveTo>
                      <a:pt x="1123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lnTo>
                      <a:pt x="1123" y="0"/>
                    </a:lnTo>
                    <a:close/>
                  </a:path>
                </a:pathLst>
              </a:custGeom>
              <a:noFill/>
              <a:ln w="38100">
                <a:solidFill>
                  <a:srgbClr val="FF99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0761" name="Arc 143"/>
              <p:cNvSpPr>
                <a:spLocks noChangeArrowheads="1"/>
              </p:cNvSpPr>
              <p:nvPr/>
            </p:nvSpPr>
            <p:spPr bwMode="auto">
              <a:xfrm rot="10800000" flipH="1" flipV="1">
                <a:off x="2744" y="3123"/>
                <a:ext cx="57" cy="91"/>
              </a:xfrm>
              <a:custGeom>
                <a:avLst/>
                <a:gdLst/>
                <a:ahLst/>
                <a:cxnLst>
                  <a:cxn ang="0">
                    <a:pos x="1123" y="0"/>
                  </a:cxn>
                  <a:cxn ang="0">
                    <a:pos x="22723" y="21600"/>
                  </a:cxn>
                  <a:cxn ang="0">
                    <a:pos x="1123" y="43200"/>
                  </a:cxn>
                  <a:cxn ang="0">
                    <a:pos x="0" y="43170"/>
                  </a:cxn>
                  <a:cxn ang="0">
                    <a:pos x="1123" y="0"/>
                  </a:cxn>
                  <a:cxn ang="0">
                    <a:pos x="22723" y="21600"/>
                  </a:cxn>
                  <a:cxn ang="0">
                    <a:pos x="1123" y="43200"/>
                  </a:cxn>
                  <a:cxn ang="0">
                    <a:pos x="0" y="43170"/>
                  </a:cxn>
                  <a:cxn ang="0">
                    <a:pos x="1123" y="21600"/>
                  </a:cxn>
                  <a:cxn ang="0">
                    <a:pos x="1123" y="0"/>
                  </a:cxn>
                </a:cxnLst>
                <a:rect l="0" t="0" r="r" b="b"/>
                <a:pathLst>
                  <a:path w="22723" h="43200" fill="none">
                    <a:moveTo>
                      <a:pt x="1123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>
                    <a:moveTo>
                      <a:pt x="1123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lnTo>
                      <a:pt x="1123" y="0"/>
                    </a:lnTo>
                    <a:close/>
                  </a:path>
                </a:pathLst>
              </a:custGeom>
              <a:noFill/>
              <a:ln w="38100">
                <a:solidFill>
                  <a:srgbClr val="FF99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30762" name="Rectangle 144"/>
            <p:cNvSpPr>
              <a:spLocks noChangeArrowheads="1"/>
            </p:cNvSpPr>
            <p:nvPr/>
          </p:nvSpPr>
          <p:spPr bwMode="auto">
            <a:xfrm>
              <a:off x="4286" y="618"/>
              <a:ext cx="317" cy="136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</a:gradFill>
            <a:ln w="2857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0763" name="Rectangle 145"/>
            <p:cNvSpPr>
              <a:spLocks noChangeArrowheads="1"/>
            </p:cNvSpPr>
            <p:nvPr/>
          </p:nvSpPr>
          <p:spPr bwMode="auto">
            <a:xfrm>
              <a:off x="3560" y="618"/>
              <a:ext cx="317" cy="136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</a:gradFill>
            <a:ln w="2857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0764" name="Text Box 146"/>
            <p:cNvSpPr txBox="1">
              <a:spLocks noChangeArrowheads="1"/>
            </p:cNvSpPr>
            <p:nvPr/>
          </p:nvSpPr>
          <p:spPr bwMode="auto">
            <a:xfrm>
              <a:off x="3334" y="663"/>
              <a:ext cx="267" cy="327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+</a:t>
              </a:r>
              <a:endParaRPr lang="en-US" altLang="zh-CN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30765" name="Text Box 147"/>
            <p:cNvSpPr txBox="1">
              <a:spLocks noChangeArrowheads="1"/>
            </p:cNvSpPr>
            <p:nvPr/>
          </p:nvSpPr>
          <p:spPr bwMode="auto">
            <a:xfrm>
              <a:off x="3288" y="1207"/>
              <a:ext cx="228" cy="327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b="0" i="1">
                  <a:solidFill>
                    <a:schemeClr val="bg1"/>
                  </a:solidFill>
                  <a:latin typeface="宋体" pitchFamily="2" charset="-122"/>
                  <a:ea typeface="宋体" pitchFamily="2" charset="-122"/>
                </a:rPr>
                <a:t>-</a:t>
              </a:r>
              <a:endParaRPr lang="en-US" altLang="zh-CN" b="0">
                <a:solidFill>
                  <a:schemeClr val="bg1"/>
                </a:solidFill>
                <a:latin typeface="宋体" pitchFamily="2" charset="-122"/>
                <a:ea typeface="宋体" pitchFamily="2" charset="-122"/>
              </a:endParaRPr>
            </a:p>
          </p:txBody>
        </p:sp>
      </p:grpSp>
      <p:grpSp>
        <p:nvGrpSpPr>
          <p:cNvPr id="86164" name="Group 148"/>
          <p:cNvGrpSpPr>
            <a:grpSpLocks/>
          </p:cNvGrpSpPr>
          <p:nvPr/>
        </p:nvGrpSpPr>
        <p:grpSpPr bwMode="auto">
          <a:xfrm>
            <a:off x="468313" y="3573463"/>
            <a:ext cx="2665412" cy="1885950"/>
            <a:chOff x="793" y="2341"/>
            <a:chExt cx="1679" cy="1188"/>
          </a:xfrm>
        </p:grpSpPr>
        <p:sp>
          <p:nvSpPr>
            <p:cNvPr id="30767" name="Oval 149"/>
            <p:cNvSpPr>
              <a:spLocks noChangeArrowheads="1"/>
            </p:cNvSpPr>
            <p:nvPr/>
          </p:nvSpPr>
          <p:spPr bwMode="auto">
            <a:xfrm>
              <a:off x="793" y="2885"/>
              <a:ext cx="363" cy="363"/>
            </a:xfrm>
            <a:prstGeom prst="ellipse">
              <a:avLst/>
            </a:prstGeom>
            <a:gradFill rotWithShape="1">
              <a:gsLst>
                <a:gs pos="0">
                  <a:srgbClr val="0099FF"/>
                </a:gs>
                <a:gs pos="100000">
                  <a:srgbClr val="004776"/>
                </a:gs>
              </a:gsLst>
              <a:path path="shape">
                <a:fillToRect l="50000" t="50000" r="50000" b="50000"/>
              </a:path>
            </a:gradFill>
            <a:ln w="38100">
              <a:solidFill>
                <a:srgbClr val="FF99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endParaRPr lang="zh-CN" altLang="zh-CN" sz="2400" b="0">
                <a:ea typeface="仿宋_GB2312" pitchFamily="49" charset="-122"/>
              </a:endParaRPr>
            </a:p>
          </p:txBody>
        </p:sp>
        <p:sp>
          <p:nvSpPr>
            <p:cNvPr id="30768" name="Text Box 150"/>
            <p:cNvSpPr txBox="1">
              <a:spLocks noChangeArrowheads="1"/>
            </p:cNvSpPr>
            <p:nvPr/>
          </p:nvSpPr>
          <p:spPr bwMode="auto">
            <a:xfrm>
              <a:off x="2090" y="3155"/>
              <a:ext cx="263" cy="327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i</a:t>
              </a:r>
              <a:r>
                <a:rPr lang="en-US" altLang="zh-CN" b="0" i="1" baseline="-2500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L</a:t>
              </a:r>
              <a:endParaRPr lang="en-US" altLang="zh-CN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30769" name="Line 151"/>
            <p:cNvSpPr>
              <a:spLocks noChangeShapeType="1"/>
            </p:cNvSpPr>
            <p:nvPr/>
          </p:nvSpPr>
          <p:spPr bwMode="auto">
            <a:xfrm flipV="1">
              <a:off x="975" y="2658"/>
              <a:ext cx="8" cy="846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70" name="Line 152"/>
            <p:cNvSpPr>
              <a:spLocks noChangeShapeType="1"/>
            </p:cNvSpPr>
            <p:nvPr/>
          </p:nvSpPr>
          <p:spPr bwMode="auto">
            <a:xfrm>
              <a:off x="983" y="3490"/>
              <a:ext cx="1488" cy="0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71" name="Line 153"/>
            <p:cNvSpPr>
              <a:spLocks noChangeShapeType="1"/>
            </p:cNvSpPr>
            <p:nvPr/>
          </p:nvSpPr>
          <p:spPr bwMode="auto">
            <a:xfrm flipV="1">
              <a:off x="975" y="2658"/>
              <a:ext cx="1496" cy="0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72" name="Line 154"/>
            <p:cNvSpPr>
              <a:spLocks noChangeShapeType="1"/>
            </p:cNvSpPr>
            <p:nvPr/>
          </p:nvSpPr>
          <p:spPr bwMode="auto">
            <a:xfrm>
              <a:off x="2472" y="2659"/>
              <a:ext cx="0" cy="816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73" name="Text Box 155"/>
            <p:cNvSpPr txBox="1">
              <a:spLocks noChangeArrowheads="1"/>
            </p:cNvSpPr>
            <p:nvPr/>
          </p:nvSpPr>
          <p:spPr bwMode="auto">
            <a:xfrm>
              <a:off x="1111" y="2885"/>
              <a:ext cx="502" cy="327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10V</a:t>
              </a:r>
            </a:p>
          </p:txBody>
        </p:sp>
        <p:sp>
          <p:nvSpPr>
            <p:cNvPr id="30774" name="Text Box 156"/>
            <p:cNvSpPr txBox="1">
              <a:spLocks noChangeArrowheads="1"/>
            </p:cNvSpPr>
            <p:nvPr/>
          </p:nvSpPr>
          <p:spPr bwMode="auto">
            <a:xfrm>
              <a:off x="1156" y="2341"/>
              <a:ext cx="400" cy="327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1</a:t>
              </a:r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  <a:sym typeface="Symbol" pitchFamily="18" charset="2"/>
                </a:rPr>
                <a:t></a:t>
              </a:r>
              <a:endParaRPr lang="en-US" altLang="zh-CN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30775" name="Text Box 157"/>
            <p:cNvSpPr txBox="1">
              <a:spLocks noChangeArrowheads="1"/>
            </p:cNvSpPr>
            <p:nvPr/>
          </p:nvSpPr>
          <p:spPr bwMode="auto">
            <a:xfrm>
              <a:off x="1882" y="2341"/>
              <a:ext cx="400" cy="327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4</a:t>
              </a:r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  <a:sym typeface="Symbol" pitchFamily="18" charset="2"/>
                </a:rPr>
                <a:t></a:t>
              </a:r>
            </a:p>
          </p:txBody>
        </p:sp>
        <p:sp>
          <p:nvSpPr>
            <p:cNvPr id="30776" name="Line 158"/>
            <p:cNvSpPr>
              <a:spLocks noChangeShapeType="1"/>
            </p:cNvSpPr>
            <p:nvPr/>
          </p:nvSpPr>
          <p:spPr bwMode="auto">
            <a:xfrm>
              <a:off x="2350" y="3162"/>
              <a:ext cx="0" cy="262"/>
            </a:xfrm>
            <a:prstGeom prst="line">
              <a:avLst/>
            </a:prstGeom>
            <a:noFill/>
            <a:ln w="28575">
              <a:solidFill>
                <a:srgbClr val="00FFFF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77" name="Rectangle 159"/>
            <p:cNvSpPr>
              <a:spLocks noChangeArrowheads="1"/>
            </p:cNvSpPr>
            <p:nvPr/>
          </p:nvSpPr>
          <p:spPr bwMode="auto">
            <a:xfrm>
              <a:off x="1927" y="2613"/>
              <a:ext cx="317" cy="136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</a:gradFill>
            <a:ln w="2857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0778" name="Rectangle 160"/>
            <p:cNvSpPr>
              <a:spLocks noChangeArrowheads="1"/>
            </p:cNvSpPr>
            <p:nvPr/>
          </p:nvSpPr>
          <p:spPr bwMode="auto">
            <a:xfrm>
              <a:off x="1201" y="2613"/>
              <a:ext cx="317" cy="136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</a:gradFill>
            <a:ln w="2857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0779" name="Text Box 161"/>
            <p:cNvSpPr txBox="1">
              <a:spLocks noChangeArrowheads="1"/>
            </p:cNvSpPr>
            <p:nvPr/>
          </p:nvSpPr>
          <p:spPr bwMode="auto">
            <a:xfrm>
              <a:off x="975" y="2658"/>
              <a:ext cx="267" cy="327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+</a:t>
              </a:r>
              <a:endParaRPr lang="en-US" altLang="zh-CN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30780" name="Text Box 162"/>
            <p:cNvSpPr txBox="1">
              <a:spLocks noChangeArrowheads="1"/>
            </p:cNvSpPr>
            <p:nvPr/>
          </p:nvSpPr>
          <p:spPr bwMode="auto">
            <a:xfrm>
              <a:off x="929" y="3202"/>
              <a:ext cx="228" cy="327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b="0" i="1">
                  <a:solidFill>
                    <a:schemeClr val="bg1"/>
                  </a:solidFill>
                  <a:latin typeface="宋体" pitchFamily="2" charset="-122"/>
                  <a:ea typeface="宋体" pitchFamily="2" charset="-122"/>
                </a:rPr>
                <a:t>-</a:t>
              </a:r>
              <a:endParaRPr lang="en-US" altLang="zh-CN" b="0">
                <a:solidFill>
                  <a:schemeClr val="bg1"/>
                </a:solidFill>
                <a:latin typeface="宋体" pitchFamily="2" charset="-122"/>
                <a:ea typeface="宋体" pitchFamily="2" charset="-122"/>
              </a:endParaRPr>
            </a:p>
          </p:txBody>
        </p:sp>
      </p:grpSp>
      <p:sp>
        <p:nvSpPr>
          <p:cNvPr id="86179" name="Text Box 163"/>
          <p:cNvSpPr txBox="1">
            <a:spLocks noChangeArrowheads="1"/>
          </p:cNvSpPr>
          <p:nvPr/>
        </p:nvSpPr>
        <p:spPr bwMode="auto">
          <a:xfrm>
            <a:off x="4427538" y="2276475"/>
            <a:ext cx="4251325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marL="342900" indent="-342900">
              <a:buFontTx/>
              <a:buAutoNum type="circleNumDbPlain" startAt="3"/>
            </a:pPr>
            <a:r>
              <a:rPr lang="zh-CN" altLang="en-US">
                <a:latin typeface="Times New Roman" pitchFamily="18" charset="0"/>
              </a:rPr>
              <a:t>由</a:t>
            </a:r>
            <a:r>
              <a:rPr lang="en-US" altLang="zh-CN" b="0">
                <a:latin typeface="Times New Roman" pitchFamily="18" charset="0"/>
                <a:ea typeface="宋体" pitchFamily="2" charset="-122"/>
              </a:rPr>
              <a:t>0</a:t>
            </a:r>
            <a:r>
              <a:rPr lang="en-US" altLang="zh-CN" b="0" baseline="-25000">
                <a:latin typeface="Times New Roman" pitchFamily="18" charset="0"/>
                <a:ea typeface="宋体" pitchFamily="2" charset="-122"/>
              </a:rPr>
              <a:t>+</a:t>
            </a:r>
            <a:r>
              <a:rPr lang="zh-CN" altLang="en-US">
                <a:latin typeface="Times New Roman" pitchFamily="18" charset="0"/>
              </a:rPr>
              <a:t>等效电路求</a:t>
            </a:r>
            <a:r>
              <a:rPr lang="zh-CN" altLang="en-US">
                <a:latin typeface="Times New Roman" pitchFamily="18" charset="0"/>
                <a:ea typeface="宋体" pitchFamily="2" charset="-122"/>
              </a:rPr>
              <a:t> </a:t>
            </a:r>
            <a:r>
              <a:rPr lang="en-US" altLang="zh-CN" b="0" i="1">
                <a:latin typeface="Times New Roman" pitchFamily="18" charset="0"/>
                <a:ea typeface="宋体" pitchFamily="2" charset="-122"/>
              </a:rPr>
              <a:t>u</a:t>
            </a:r>
            <a:r>
              <a:rPr lang="en-US" altLang="zh-CN" b="0" i="1" baseline="-25000">
                <a:latin typeface="Times New Roman" pitchFamily="18" charset="0"/>
                <a:ea typeface="宋体" pitchFamily="2" charset="-122"/>
              </a:rPr>
              <a:t>L</a:t>
            </a:r>
            <a:r>
              <a:rPr lang="en-US" altLang="zh-CN" b="0">
                <a:latin typeface="Times New Roman" pitchFamily="18" charset="0"/>
                <a:ea typeface="宋体" pitchFamily="2" charset="-122"/>
              </a:rPr>
              <a:t>(0</a:t>
            </a:r>
            <a:r>
              <a:rPr lang="en-US" altLang="zh-CN" b="0" baseline="-25000">
                <a:latin typeface="Times New Roman" pitchFamily="18" charset="0"/>
                <a:ea typeface="宋体" pitchFamily="2" charset="-122"/>
              </a:rPr>
              <a:t>+</a:t>
            </a:r>
            <a:r>
              <a:rPr lang="en-US" altLang="zh-CN" b="0">
                <a:latin typeface="Times New Roman" pitchFamily="18" charset="0"/>
                <a:ea typeface="宋体" pitchFamily="2" charset="-122"/>
              </a:rPr>
              <a:t>)</a:t>
            </a:r>
          </a:p>
        </p:txBody>
      </p:sp>
      <p:grpSp>
        <p:nvGrpSpPr>
          <p:cNvPr id="86209" name="Group 193"/>
          <p:cNvGrpSpPr>
            <a:grpSpLocks/>
          </p:cNvGrpSpPr>
          <p:nvPr/>
        </p:nvGrpSpPr>
        <p:grpSpPr bwMode="auto">
          <a:xfrm>
            <a:off x="4364038" y="2838450"/>
            <a:ext cx="3441700" cy="1885950"/>
            <a:chOff x="2794" y="1788"/>
            <a:chExt cx="2168" cy="1188"/>
          </a:xfrm>
        </p:grpSpPr>
        <p:sp>
          <p:nvSpPr>
            <p:cNvPr id="30783" name="Oval 165"/>
            <p:cNvSpPr>
              <a:spLocks noChangeArrowheads="1"/>
            </p:cNvSpPr>
            <p:nvPr/>
          </p:nvSpPr>
          <p:spPr bwMode="auto">
            <a:xfrm>
              <a:off x="2794" y="2332"/>
              <a:ext cx="363" cy="363"/>
            </a:xfrm>
            <a:prstGeom prst="ellipse">
              <a:avLst/>
            </a:prstGeom>
            <a:gradFill rotWithShape="1">
              <a:gsLst>
                <a:gs pos="0">
                  <a:srgbClr val="0099FF"/>
                </a:gs>
                <a:gs pos="100000">
                  <a:srgbClr val="004776"/>
                </a:gs>
              </a:gsLst>
              <a:path path="shape">
                <a:fillToRect l="50000" t="50000" r="50000" b="50000"/>
              </a:path>
            </a:gradFill>
            <a:ln w="38100">
              <a:solidFill>
                <a:srgbClr val="FF99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endParaRPr lang="zh-CN" altLang="zh-CN" sz="2400" b="0">
                <a:ea typeface="仿宋_GB2312" pitchFamily="49" charset="-122"/>
              </a:endParaRPr>
            </a:p>
          </p:txBody>
        </p:sp>
        <p:sp>
          <p:nvSpPr>
            <p:cNvPr id="30784" name="Text Box 166"/>
            <p:cNvSpPr txBox="1">
              <a:spLocks noChangeArrowheads="1"/>
            </p:cNvSpPr>
            <p:nvPr/>
          </p:nvSpPr>
          <p:spPr bwMode="auto">
            <a:xfrm>
              <a:off x="4078" y="2559"/>
              <a:ext cx="390" cy="327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2A</a:t>
              </a:r>
            </a:p>
          </p:txBody>
        </p:sp>
        <p:sp>
          <p:nvSpPr>
            <p:cNvPr id="30785" name="Text Box 167"/>
            <p:cNvSpPr txBox="1">
              <a:spLocks noChangeArrowheads="1"/>
            </p:cNvSpPr>
            <p:nvPr/>
          </p:nvSpPr>
          <p:spPr bwMode="auto">
            <a:xfrm>
              <a:off x="4649" y="1933"/>
              <a:ext cx="313" cy="865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+</a:t>
              </a:r>
            </a:p>
            <a:p>
              <a:pPr algn="ctr"/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u</a:t>
              </a:r>
              <a:r>
                <a:rPr lang="en-US" altLang="zh-CN" b="0" i="1" baseline="-2500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L</a:t>
              </a:r>
            </a:p>
            <a:p>
              <a:pPr algn="ctr"/>
              <a:r>
                <a:rPr lang="en-US" altLang="zh-CN" b="0">
                  <a:solidFill>
                    <a:schemeClr val="bg1"/>
                  </a:solidFill>
                  <a:latin typeface="宋体" pitchFamily="2" charset="-122"/>
                  <a:ea typeface="宋体" pitchFamily="2" charset="-122"/>
                </a:rPr>
                <a:t>-</a:t>
              </a:r>
            </a:p>
          </p:txBody>
        </p:sp>
        <p:sp>
          <p:nvSpPr>
            <p:cNvPr id="30786" name="Line 168"/>
            <p:cNvSpPr>
              <a:spLocks noChangeShapeType="1"/>
            </p:cNvSpPr>
            <p:nvPr/>
          </p:nvSpPr>
          <p:spPr bwMode="auto">
            <a:xfrm flipV="1">
              <a:off x="2976" y="2105"/>
              <a:ext cx="8" cy="846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87" name="Line 169"/>
            <p:cNvSpPr>
              <a:spLocks noChangeShapeType="1"/>
            </p:cNvSpPr>
            <p:nvPr/>
          </p:nvSpPr>
          <p:spPr bwMode="auto">
            <a:xfrm>
              <a:off x="2975" y="2967"/>
              <a:ext cx="1497" cy="0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88" name="Line 170"/>
            <p:cNvSpPr>
              <a:spLocks noChangeShapeType="1"/>
            </p:cNvSpPr>
            <p:nvPr/>
          </p:nvSpPr>
          <p:spPr bwMode="auto">
            <a:xfrm flipV="1">
              <a:off x="2976" y="2105"/>
              <a:ext cx="1496" cy="0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89" name="Line 171"/>
            <p:cNvSpPr>
              <a:spLocks noChangeShapeType="1"/>
            </p:cNvSpPr>
            <p:nvPr/>
          </p:nvSpPr>
          <p:spPr bwMode="auto">
            <a:xfrm>
              <a:off x="4472" y="2105"/>
              <a:ext cx="0" cy="862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90" name="Line 172"/>
            <p:cNvSpPr>
              <a:spLocks noChangeShapeType="1"/>
            </p:cNvSpPr>
            <p:nvPr/>
          </p:nvSpPr>
          <p:spPr bwMode="auto">
            <a:xfrm>
              <a:off x="3747" y="2105"/>
              <a:ext cx="0" cy="862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 type="oval" w="med" len="med"/>
              <a:tailEnd type="oval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91" name="Text Box 173"/>
            <p:cNvSpPr txBox="1">
              <a:spLocks noChangeArrowheads="1"/>
            </p:cNvSpPr>
            <p:nvPr/>
          </p:nvSpPr>
          <p:spPr bwMode="auto">
            <a:xfrm>
              <a:off x="3112" y="2332"/>
              <a:ext cx="502" cy="327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10V</a:t>
              </a:r>
            </a:p>
          </p:txBody>
        </p:sp>
        <p:sp>
          <p:nvSpPr>
            <p:cNvPr id="30792" name="Text Box 174"/>
            <p:cNvSpPr txBox="1">
              <a:spLocks noChangeArrowheads="1"/>
            </p:cNvSpPr>
            <p:nvPr/>
          </p:nvSpPr>
          <p:spPr bwMode="auto">
            <a:xfrm>
              <a:off x="3157" y="1788"/>
              <a:ext cx="400" cy="327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1</a:t>
              </a:r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  <a:sym typeface="Symbol" pitchFamily="18" charset="2"/>
                </a:rPr>
                <a:t></a:t>
              </a:r>
              <a:endParaRPr lang="en-US" altLang="zh-CN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30793" name="Text Box 175"/>
            <p:cNvSpPr txBox="1">
              <a:spLocks noChangeArrowheads="1"/>
            </p:cNvSpPr>
            <p:nvPr/>
          </p:nvSpPr>
          <p:spPr bwMode="auto">
            <a:xfrm>
              <a:off x="3883" y="1788"/>
              <a:ext cx="400" cy="327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4</a:t>
              </a:r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  <a:sym typeface="Symbol" pitchFamily="18" charset="2"/>
                </a:rPr>
                <a:t></a:t>
              </a:r>
            </a:p>
          </p:txBody>
        </p:sp>
        <p:sp>
          <p:nvSpPr>
            <p:cNvPr id="30794" name="Line 176"/>
            <p:cNvSpPr>
              <a:spLocks noChangeShapeType="1"/>
            </p:cNvSpPr>
            <p:nvPr/>
          </p:nvSpPr>
          <p:spPr bwMode="auto">
            <a:xfrm>
              <a:off x="4468" y="2478"/>
              <a:ext cx="0" cy="398"/>
            </a:xfrm>
            <a:prstGeom prst="line">
              <a:avLst/>
            </a:prstGeom>
            <a:noFill/>
            <a:ln w="28575">
              <a:solidFill>
                <a:srgbClr val="00FFFF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95" name="Rectangle 177"/>
            <p:cNvSpPr>
              <a:spLocks noChangeArrowheads="1"/>
            </p:cNvSpPr>
            <p:nvPr/>
          </p:nvSpPr>
          <p:spPr bwMode="auto">
            <a:xfrm>
              <a:off x="3928" y="2060"/>
              <a:ext cx="317" cy="136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</a:gradFill>
            <a:ln w="2857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0796" name="Rectangle 178"/>
            <p:cNvSpPr>
              <a:spLocks noChangeArrowheads="1"/>
            </p:cNvSpPr>
            <p:nvPr/>
          </p:nvSpPr>
          <p:spPr bwMode="auto">
            <a:xfrm>
              <a:off x="3202" y="2060"/>
              <a:ext cx="317" cy="136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</a:gradFill>
            <a:ln w="2857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0797" name="Text Box 179"/>
            <p:cNvSpPr txBox="1">
              <a:spLocks noChangeArrowheads="1"/>
            </p:cNvSpPr>
            <p:nvPr/>
          </p:nvSpPr>
          <p:spPr bwMode="auto">
            <a:xfrm>
              <a:off x="2976" y="2105"/>
              <a:ext cx="267" cy="327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+</a:t>
              </a:r>
              <a:endParaRPr lang="en-US" altLang="zh-CN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30798" name="Text Box 180"/>
            <p:cNvSpPr txBox="1">
              <a:spLocks noChangeArrowheads="1"/>
            </p:cNvSpPr>
            <p:nvPr/>
          </p:nvSpPr>
          <p:spPr bwMode="auto">
            <a:xfrm>
              <a:off x="2930" y="2649"/>
              <a:ext cx="228" cy="327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b="0" i="1">
                  <a:solidFill>
                    <a:schemeClr val="bg1"/>
                  </a:solidFill>
                  <a:latin typeface="宋体" pitchFamily="2" charset="-122"/>
                  <a:ea typeface="宋体" pitchFamily="2" charset="-122"/>
                </a:rPr>
                <a:t>-</a:t>
              </a:r>
              <a:endParaRPr lang="en-US" altLang="zh-CN" b="0">
                <a:solidFill>
                  <a:schemeClr val="bg1"/>
                </a:solidFill>
                <a:latin typeface="宋体" pitchFamily="2" charset="-122"/>
                <a:ea typeface="宋体" pitchFamily="2" charset="-122"/>
              </a:endParaRPr>
            </a:p>
          </p:txBody>
        </p:sp>
        <p:grpSp>
          <p:nvGrpSpPr>
            <p:cNvPr id="30799" name="Group 181"/>
            <p:cNvGrpSpPr>
              <a:grpSpLocks/>
            </p:cNvGrpSpPr>
            <p:nvPr/>
          </p:nvGrpSpPr>
          <p:grpSpPr bwMode="auto">
            <a:xfrm>
              <a:off x="4291" y="2205"/>
              <a:ext cx="363" cy="363"/>
              <a:chOff x="4785" y="709"/>
              <a:chExt cx="363" cy="363"/>
            </a:xfrm>
          </p:grpSpPr>
          <p:sp>
            <p:nvSpPr>
              <p:cNvPr id="30800" name="Oval 182"/>
              <p:cNvSpPr>
                <a:spLocks noChangeArrowheads="1"/>
              </p:cNvSpPr>
              <p:nvPr/>
            </p:nvSpPr>
            <p:spPr bwMode="auto">
              <a:xfrm>
                <a:off x="4785" y="709"/>
                <a:ext cx="363" cy="363"/>
              </a:xfrm>
              <a:prstGeom prst="ellipse">
                <a:avLst/>
              </a:prstGeom>
              <a:gradFill rotWithShape="1">
                <a:gsLst>
                  <a:gs pos="0">
                    <a:srgbClr val="0099FF"/>
                  </a:gs>
                  <a:gs pos="100000">
                    <a:srgbClr val="004776"/>
                  </a:gs>
                </a:gsLst>
                <a:path path="shape">
                  <a:fillToRect l="50000" t="50000" r="50000" b="50000"/>
                </a:path>
              </a:gradFill>
              <a:ln w="38100">
                <a:solidFill>
                  <a:srgbClr val="FF99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endParaRPr lang="zh-CN" altLang="zh-CN" sz="2400" b="0">
                  <a:ea typeface="仿宋_GB2312" pitchFamily="49" charset="-122"/>
                </a:endParaRPr>
              </a:p>
            </p:txBody>
          </p:sp>
          <p:sp>
            <p:nvSpPr>
              <p:cNvPr id="30801" name="Line 183"/>
              <p:cNvSpPr>
                <a:spLocks noChangeShapeType="1"/>
              </p:cNvSpPr>
              <p:nvPr/>
            </p:nvSpPr>
            <p:spPr bwMode="auto">
              <a:xfrm>
                <a:off x="4785" y="890"/>
                <a:ext cx="363" cy="0"/>
              </a:xfrm>
              <a:prstGeom prst="line">
                <a:avLst/>
              </a:prstGeom>
              <a:noFill/>
              <a:ln w="38100">
                <a:solidFill>
                  <a:srgbClr val="FF99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grpSp>
        <p:nvGrpSpPr>
          <p:cNvPr id="86200" name="Group 184"/>
          <p:cNvGrpSpPr>
            <a:grpSpLocks/>
          </p:cNvGrpSpPr>
          <p:nvPr/>
        </p:nvGrpSpPr>
        <p:grpSpPr bwMode="auto">
          <a:xfrm>
            <a:off x="3421063" y="5445125"/>
            <a:ext cx="1644650" cy="850900"/>
            <a:chOff x="385" y="3022"/>
            <a:chExt cx="1036" cy="536"/>
          </a:xfrm>
        </p:grpSpPr>
        <p:pic>
          <p:nvPicPr>
            <p:cNvPr id="30803" name="Picture 185" descr="123"/>
            <p:cNvPicPr>
              <a:picLocks noChangeAspect="1" noChangeArrowheads="1"/>
            </p:cNvPicPr>
            <p:nvPr/>
          </p:nvPicPr>
          <p:blipFill>
            <a:blip r:embed="rId9"/>
            <a:srcRect/>
            <a:stretch>
              <a:fillRect/>
            </a:stretch>
          </p:blipFill>
          <p:spPr bwMode="auto">
            <a:xfrm>
              <a:off x="385" y="3022"/>
              <a:ext cx="590" cy="53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30804" name="Text Box 186"/>
            <p:cNvSpPr txBox="1">
              <a:spLocks noChangeArrowheads="1"/>
            </p:cNvSpPr>
            <p:nvPr/>
          </p:nvSpPr>
          <p:spPr bwMode="auto">
            <a:xfrm>
              <a:off x="793" y="3125"/>
              <a:ext cx="628" cy="3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zh-CN" altLang="en-US" sz="3200" b="0">
                  <a:solidFill>
                    <a:srgbClr val="CC6600"/>
                  </a:solidFill>
                  <a:ea typeface="华文行楷" pitchFamily="2" charset="-122"/>
                </a:rPr>
                <a:t>注意</a:t>
              </a:r>
            </a:p>
          </p:txBody>
        </p:sp>
      </p:grpSp>
      <p:grpSp>
        <p:nvGrpSpPr>
          <p:cNvPr id="30805" name="Group 190"/>
          <p:cNvGrpSpPr>
            <a:grpSpLocks/>
          </p:cNvGrpSpPr>
          <p:nvPr/>
        </p:nvGrpSpPr>
        <p:grpSpPr bwMode="auto">
          <a:xfrm>
            <a:off x="6588125" y="6445250"/>
            <a:ext cx="792163" cy="366713"/>
            <a:chOff x="4649" y="4020"/>
            <a:chExt cx="499" cy="231"/>
          </a:xfrm>
        </p:grpSpPr>
        <p:pic>
          <p:nvPicPr>
            <p:cNvPr id="30806" name="Picture 191" descr="78900"/>
            <p:cNvPicPr>
              <a:picLocks noChangeAspect="1" noChangeArrowheads="1"/>
            </p:cNvPicPr>
            <p:nvPr/>
          </p:nvPicPr>
          <p:blipFill>
            <a:blip r:embed="rId8"/>
            <a:srcRect/>
            <a:stretch>
              <a:fillRect/>
            </a:stretch>
          </p:blipFill>
          <p:spPr bwMode="auto"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30807" name="Text Box 192">
              <a:hlinkClick r:id="rId10" action="ppaction://hlinksldjump"/>
            </p:cNvPr>
            <p:cNvSpPr txBox="1">
              <a:spLocks noChangeArrowheads="1"/>
            </p:cNvSpPr>
            <p:nvPr/>
          </p:nvSpPr>
          <p:spPr bwMode="auto"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0">
                  <a:solidFill>
                    <a:schemeClr val="bg1"/>
                  </a:solidFill>
                  <a:latin typeface="隶书" pitchFamily="49" charset="-122"/>
                  <a:ea typeface="隶书" pitchFamily="49" charset="-122"/>
                </a:rPr>
                <a:t>返 回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860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60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60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860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" dur="500"/>
                                        <p:tgtEl>
                                          <p:spTgt spid="86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500"/>
                            </p:stCondLst>
                            <p:childTnLst>
                              <p:par>
                                <p:cTn id="16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860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60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861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861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861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861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860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860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86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"/>
                            </p:stCondLst>
                            <p:childTnLst>
                              <p:par>
                                <p:cTn id="43" presetID="2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45" dur="2000"/>
                                        <p:tgtEl>
                                          <p:spTgt spid="86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50" dur="1000"/>
                                        <p:tgtEl>
                                          <p:spTgt spid="860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860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860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1000"/>
                                        <p:tgtEl>
                                          <p:spTgt spid="860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1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2000"/>
                                        <p:tgtEl>
                                          <p:spTgt spid="861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2000"/>
                            </p:stCondLst>
                            <p:childTnLst>
                              <p:par>
                                <p:cTn id="6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1000"/>
                                        <p:tgtEl>
                                          <p:spTgt spid="862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3000"/>
                            </p:stCondLst>
                            <p:childTnLst>
                              <p:par>
                                <p:cTn id="72" presetID="2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74" dur="2000"/>
                                        <p:tgtEl>
                                          <p:spTgt spid="860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1000"/>
                                        <p:tgtEl>
                                          <p:spTgt spid="860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4" dur="500"/>
                                        <p:tgtEl>
                                          <p:spTgt spid="86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500"/>
                            </p:stCondLst>
                            <p:childTnLst>
                              <p:par>
                                <p:cTn id="8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1000"/>
                                        <p:tgtEl>
                                          <p:spTgt spid="860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6024" grpId="0" build="p"/>
      <p:bldP spid="86029" grpId="0"/>
      <p:bldP spid="86055" grpId="0"/>
      <p:bldP spid="86089" grpId="0"/>
      <p:bldP spid="86091" grpId="0"/>
      <p:bldP spid="86123" grpId="0" animBg="1"/>
      <p:bldP spid="86124" grpId="0" animBg="1"/>
      <p:bldP spid="86179" grpId="0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6" name="Text Box 4" descr="绿色大理石"/>
          <p:cNvSpPr txBox="1">
            <a:spLocks noChangeArrowheads="1"/>
          </p:cNvSpPr>
          <p:nvPr/>
        </p:nvSpPr>
        <p:spPr bwMode="auto">
          <a:xfrm>
            <a:off x="2268538" y="549275"/>
            <a:ext cx="3244850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zh-CN" altLang="en-US" sz="3200">
                <a:solidFill>
                  <a:schemeClr val="bg1"/>
                </a:solidFill>
                <a:latin typeface="楷体_GB2312" pitchFamily="49" charset="-122"/>
              </a:rPr>
              <a:t>求初始值的步骤</a:t>
            </a:r>
            <a:r>
              <a:rPr lang="en-US" altLang="zh-CN" sz="3200">
                <a:solidFill>
                  <a:schemeClr val="bg1"/>
                </a:solidFill>
                <a:latin typeface="楷体_GB2312" pitchFamily="49" charset="-122"/>
              </a:rPr>
              <a:t>:</a:t>
            </a:r>
          </a:p>
        </p:txBody>
      </p:sp>
      <p:sp>
        <p:nvSpPr>
          <p:cNvPr id="84997" name="Text Box 5"/>
          <p:cNvSpPr txBox="1">
            <a:spLocks noChangeArrowheads="1"/>
          </p:cNvSpPr>
          <p:nvPr/>
        </p:nvSpPr>
        <p:spPr bwMode="auto">
          <a:xfrm>
            <a:off x="539750" y="1254125"/>
            <a:ext cx="8137525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r>
              <a:rPr lang="en-US" altLang="zh-CN">
                <a:latin typeface="楷体_GB2312" pitchFamily="49" charset="-122"/>
              </a:rPr>
              <a:t>1.</a:t>
            </a:r>
            <a:r>
              <a:rPr lang="zh-CN" altLang="en-US">
                <a:latin typeface="楷体_GB2312" pitchFamily="49" charset="-122"/>
              </a:rPr>
              <a:t>由换路前电路（稳定状态）求</a:t>
            </a:r>
            <a:r>
              <a:rPr lang="en-US" altLang="zh-CN" b="0" i="1">
                <a:solidFill>
                  <a:schemeClr val="bg1"/>
                </a:solidFill>
                <a:latin typeface="Times New Roman" pitchFamily="18" charset="0"/>
              </a:rPr>
              <a:t>u</a:t>
            </a:r>
            <a:r>
              <a:rPr lang="en-US" altLang="zh-CN" b="0" i="1" baseline="-25000">
                <a:solidFill>
                  <a:schemeClr val="bg1"/>
                </a:solidFill>
                <a:latin typeface="Times New Roman" pitchFamily="18" charset="0"/>
              </a:rPr>
              <a:t>C</a:t>
            </a:r>
            <a:r>
              <a:rPr lang="en-US" altLang="zh-CN" b="0">
                <a:solidFill>
                  <a:schemeClr val="bg1"/>
                </a:solidFill>
                <a:latin typeface="Times New Roman" pitchFamily="18" charset="0"/>
              </a:rPr>
              <a:t>(0</a:t>
            </a:r>
            <a:r>
              <a:rPr lang="zh-CN" altLang="en-US" b="0" baseline="-25000">
                <a:solidFill>
                  <a:schemeClr val="bg1"/>
                </a:solidFill>
                <a:latin typeface="Times New Roman" pitchFamily="18" charset="0"/>
              </a:rPr>
              <a:t>－</a:t>
            </a:r>
            <a:r>
              <a:rPr lang="en-US" altLang="zh-CN" b="0">
                <a:solidFill>
                  <a:schemeClr val="bg1"/>
                </a:solidFill>
                <a:latin typeface="楷体_GB2312" pitchFamily="49" charset="-122"/>
              </a:rPr>
              <a:t>)</a:t>
            </a:r>
            <a:r>
              <a:rPr lang="zh-CN" altLang="en-US">
                <a:latin typeface="楷体_GB2312" pitchFamily="49" charset="-122"/>
              </a:rPr>
              <a:t>和</a:t>
            </a:r>
            <a:r>
              <a:rPr lang="en-US" altLang="zh-CN" b="0" i="1">
                <a:solidFill>
                  <a:schemeClr val="bg1"/>
                </a:solidFill>
                <a:latin typeface="Times New Roman" pitchFamily="18" charset="0"/>
              </a:rPr>
              <a:t>i</a:t>
            </a:r>
            <a:r>
              <a:rPr lang="en-US" altLang="zh-CN" b="0" i="1" baseline="-25000">
                <a:solidFill>
                  <a:schemeClr val="bg1"/>
                </a:solidFill>
                <a:latin typeface="Times New Roman" pitchFamily="18" charset="0"/>
              </a:rPr>
              <a:t>L</a:t>
            </a:r>
            <a:r>
              <a:rPr lang="en-US" altLang="zh-CN" b="0">
                <a:solidFill>
                  <a:schemeClr val="bg1"/>
                </a:solidFill>
                <a:latin typeface="Times New Roman" pitchFamily="18" charset="0"/>
              </a:rPr>
              <a:t>(0</a:t>
            </a:r>
            <a:r>
              <a:rPr lang="zh-CN" altLang="en-US" b="0" baseline="-25000">
                <a:solidFill>
                  <a:schemeClr val="bg1"/>
                </a:solidFill>
                <a:latin typeface="Times New Roman" pitchFamily="18" charset="0"/>
              </a:rPr>
              <a:t>－</a:t>
            </a:r>
            <a:r>
              <a:rPr lang="en-US" altLang="zh-CN" b="0">
                <a:solidFill>
                  <a:schemeClr val="bg1"/>
                </a:solidFill>
                <a:latin typeface="Times New Roman" pitchFamily="18" charset="0"/>
              </a:rPr>
              <a:t>)</a:t>
            </a:r>
            <a:r>
              <a:rPr lang="zh-CN" altLang="en-US">
                <a:latin typeface="楷体_GB2312" pitchFamily="49" charset="-122"/>
              </a:rPr>
              <a:t>；</a:t>
            </a:r>
          </a:p>
        </p:txBody>
      </p:sp>
      <p:sp>
        <p:nvSpPr>
          <p:cNvPr id="84998" name="Text Box 6"/>
          <p:cNvSpPr txBox="1">
            <a:spLocks noChangeArrowheads="1"/>
          </p:cNvSpPr>
          <p:nvPr/>
        </p:nvSpPr>
        <p:spPr bwMode="auto">
          <a:xfrm>
            <a:off x="557213" y="1757363"/>
            <a:ext cx="7543800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r>
              <a:rPr lang="en-US" altLang="zh-CN">
                <a:latin typeface="楷体_GB2312" pitchFamily="49" charset="-122"/>
              </a:rPr>
              <a:t>2.</a:t>
            </a:r>
            <a:r>
              <a:rPr lang="zh-CN" altLang="en-US">
                <a:latin typeface="楷体_GB2312" pitchFamily="49" charset="-122"/>
              </a:rPr>
              <a:t>由换路定律得 </a:t>
            </a:r>
            <a:r>
              <a:rPr lang="en-US" altLang="zh-CN" b="0" i="1">
                <a:solidFill>
                  <a:schemeClr val="bg1"/>
                </a:solidFill>
                <a:latin typeface="Times New Roman" pitchFamily="18" charset="0"/>
              </a:rPr>
              <a:t>u</a:t>
            </a:r>
            <a:r>
              <a:rPr lang="en-US" altLang="zh-CN" b="0" i="1" baseline="-25000">
                <a:solidFill>
                  <a:schemeClr val="bg1"/>
                </a:solidFill>
                <a:latin typeface="Times New Roman" pitchFamily="18" charset="0"/>
              </a:rPr>
              <a:t>C</a:t>
            </a:r>
            <a:r>
              <a:rPr lang="en-US" altLang="zh-CN" b="0">
                <a:solidFill>
                  <a:schemeClr val="bg1"/>
                </a:solidFill>
                <a:latin typeface="Times New Roman" pitchFamily="18" charset="0"/>
              </a:rPr>
              <a:t>(0</a:t>
            </a:r>
            <a:r>
              <a:rPr lang="en-US" altLang="zh-CN" b="0" baseline="-25000">
                <a:solidFill>
                  <a:schemeClr val="bg1"/>
                </a:solidFill>
                <a:latin typeface="Times New Roman" pitchFamily="18" charset="0"/>
              </a:rPr>
              <a:t>+</a:t>
            </a:r>
            <a:r>
              <a:rPr lang="en-US" altLang="zh-CN" b="0">
                <a:solidFill>
                  <a:schemeClr val="bg1"/>
                </a:solidFill>
                <a:latin typeface="Times New Roman" pitchFamily="18" charset="0"/>
              </a:rPr>
              <a:t>)</a:t>
            </a:r>
            <a:r>
              <a:rPr lang="en-US" altLang="zh-CN">
                <a:latin typeface="楷体_GB2312" pitchFamily="49" charset="-122"/>
              </a:rPr>
              <a:t> </a:t>
            </a:r>
            <a:r>
              <a:rPr lang="zh-CN" altLang="en-US">
                <a:latin typeface="楷体_GB2312" pitchFamily="49" charset="-122"/>
              </a:rPr>
              <a:t>和 </a:t>
            </a:r>
            <a:r>
              <a:rPr lang="en-US" altLang="zh-CN" b="0" i="1">
                <a:solidFill>
                  <a:schemeClr val="bg1"/>
                </a:solidFill>
                <a:latin typeface="Times New Roman" pitchFamily="18" charset="0"/>
              </a:rPr>
              <a:t>i</a:t>
            </a:r>
            <a:r>
              <a:rPr lang="en-US" altLang="zh-CN" b="0" i="1" baseline="-25000">
                <a:solidFill>
                  <a:schemeClr val="bg1"/>
                </a:solidFill>
                <a:latin typeface="Times New Roman" pitchFamily="18" charset="0"/>
              </a:rPr>
              <a:t>L</a:t>
            </a:r>
            <a:r>
              <a:rPr lang="en-US" altLang="zh-CN" b="0">
                <a:solidFill>
                  <a:schemeClr val="bg1"/>
                </a:solidFill>
                <a:latin typeface="Times New Roman" pitchFamily="18" charset="0"/>
              </a:rPr>
              <a:t>(0</a:t>
            </a:r>
            <a:r>
              <a:rPr lang="en-US" altLang="zh-CN" b="0" baseline="-25000">
                <a:solidFill>
                  <a:schemeClr val="bg1"/>
                </a:solidFill>
                <a:latin typeface="Times New Roman" pitchFamily="18" charset="0"/>
              </a:rPr>
              <a:t>+</a:t>
            </a:r>
            <a:r>
              <a:rPr lang="en-US" altLang="zh-CN" b="0">
                <a:solidFill>
                  <a:schemeClr val="bg1"/>
                </a:solidFill>
                <a:latin typeface="Times New Roman" pitchFamily="18" charset="0"/>
              </a:rPr>
              <a:t>)</a:t>
            </a:r>
            <a:r>
              <a:rPr lang="zh-CN" altLang="en-US">
                <a:latin typeface="楷体_GB2312" pitchFamily="49" charset="-122"/>
              </a:rPr>
              <a:t>。</a:t>
            </a:r>
          </a:p>
        </p:txBody>
      </p:sp>
      <p:sp>
        <p:nvSpPr>
          <p:cNvPr id="84999" name="Text Box 7"/>
          <p:cNvSpPr txBox="1">
            <a:spLocks noChangeArrowheads="1"/>
          </p:cNvSpPr>
          <p:nvPr/>
        </p:nvSpPr>
        <p:spPr bwMode="auto">
          <a:xfrm>
            <a:off x="539750" y="2406650"/>
            <a:ext cx="3000375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en-US" altLang="zh-CN">
                <a:latin typeface="楷体_GB2312" pitchFamily="49" charset="-122"/>
              </a:rPr>
              <a:t>3.</a:t>
            </a:r>
            <a:r>
              <a:rPr lang="zh-CN" altLang="en-US">
                <a:latin typeface="楷体_GB2312" pitchFamily="49" charset="-122"/>
              </a:rPr>
              <a:t>画</a:t>
            </a:r>
            <a:r>
              <a:rPr lang="en-US" altLang="zh-CN" b="0">
                <a:solidFill>
                  <a:schemeClr val="bg1"/>
                </a:solidFill>
                <a:latin typeface="Times New Roman" pitchFamily="18" charset="0"/>
              </a:rPr>
              <a:t>0</a:t>
            </a:r>
            <a:r>
              <a:rPr lang="en-US" altLang="zh-CN" b="0" baseline="-25000">
                <a:solidFill>
                  <a:schemeClr val="bg1"/>
                </a:solidFill>
                <a:latin typeface="Times New Roman" pitchFamily="18" charset="0"/>
              </a:rPr>
              <a:t>+</a:t>
            </a:r>
            <a:r>
              <a:rPr lang="zh-CN" altLang="en-US">
                <a:latin typeface="楷体_GB2312" pitchFamily="49" charset="-122"/>
              </a:rPr>
              <a:t>等效电路。</a:t>
            </a:r>
          </a:p>
        </p:txBody>
      </p:sp>
      <p:sp>
        <p:nvSpPr>
          <p:cNvPr id="85000" name="Text Box 8"/>
          <p:cNvSpPr txBox="1">
            <a:spLocks noChangeArrowheads="1"/>
          </p:cNvSpPr>
          <p:nvPr/>
        </p:nvSpPr>
        <p:spPr bwMode="auto">
          <a:xfrm>
            <a:off x="611188" y="5502275"/>
            <a:ext cx="5459412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lang="en-US" altLang="zh-CN">
                <a:latin typeface="楷体_GB2312" pitchFamily="49" charset="-122"/>
              </a:rPr>
              <a:t>4.</a:t>
            </a:r>
            <a:r>
              <a:rPr lang="zh-CN" altLang="en-US">
                <a:latin typeface="楷体_GB2312" pitchFamily="49" charset="-122"/>
              </a:rPr>
              <a:t>由</a:t>
            </a:r>
            <a:r>
              <a:rPr lang="en-US" altLang="zh-CN" b="0">
                <a:latin typeface="Times New Roman" pitchFamily="18" charset="0"/>
              </a:rPr>
              <a:t>0</a:t>
            </a:r>
            <a:r>
              <a:rPr lang="en-US" altLang="zh-CN" b="0" baseline="-25000">
                <a:latin typeface="Times New Roman" pitchFamily="18" charset="0"/>
              </a:rPr>
              <a:t>+</a:t>
            </a:r>
            <a:r>
              <a:rPr lang="zh-CN" altLang="en-US">
                <a:latin typeface="楷体_GB2312" pitchFamily="49" charset="-122"/>
              </a:rPr>
              <a:t>电路求所需各变量的</a:t>
            </a:r>
            <a:r>
              <a:rPr lang="en-US" altLang="zh-CN" b="0">
                <a:latin typeface="Times New Roman" pitchFamily="18" charset="0"/>
              </a:rPr>
              <a:t>0</a:t>
            </a:r>
            <a:r>
              <a:rPr lang="en-US" altLang="zh-CN" b="0" baseline="-25000">
                <a:latin typeface="Times New Roman" pitchFamily="18" charset="0"/>
              </a:rPr>
              <a:t>+</a:t>
            </a:r>
            <a:r>
              <a:rPr lang="zh-CN" altLang="en-US">
                <a:latin typeface="楷体_GB2312" pitchFamily="49" charset="-122"/>
              </a:rPr>
              <a:t>值。</a:t>
            </a:r>
          </a:p>
        </p:txBody>
      </p:sp>
      <p:sp>
        <p:nvSpPr>
          <p:cNvPr id="85003" name="Text Box 11"/>
          <p:cNvSpPr txBox="1">
            <a:spLocks noChangeArrowheads="1"/>
          </p:cNvSpPr>
          <p:nvPr/>
        </p:nvSpPr>
        <p:spPr bwMode="auto">
          <a:xfrm>
            <a:off x="1116013" y="3630613"/>
            <a:ext cx="7180262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algn="ctr"/>
            <a:r>
              <a:rPr lang="en-US" altLang="zh-CN">
                <a:latin typeface="楷体_GB2312" pitchFamily="49" charset="-122"/>
              </a:rPr>
              <a:t>b. </a:t>
            </a:r>
            <a:r>
              <a:rPr lang="zh-CN" altLang="en-US">
                <a:latin typeface="楷体_GB2312" pitchFamily="49" charset="-122"/>
              </a:rPr>
              <a:t>电容（电感）用电压源（电流源）替代。</a:t>
            </a:r>
          </a:p>
        </p:txBody>
      </p:sp>
      <p:sp>
        <p:nvSpPr>
          <p:cNvPr id="85004" name="Text Box 12"/>
          <p:cNvSpPr txBox="1">
            <a:spLocks noChangeArrowheads="1"/>
          </p:cNvSpPr>
          <p:nvPr/>
        </p:nvSpPr>
        <p:spPr bwMode="auto">
          <a:xfrm>
            <a:off x="1187450" y="2981325"/>
            <a:ext cx="2865438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en-US" altLang="zh-CN">
                <a:latin typeface="楷体_GB2312" pitchFamily="49" charset="-122"/>
              </a:rPr>
              <a:t>a. </a:t>
            </a:r>
            <a:r>
              <a:rPr lang="zh-CN" altLang="en-US">
                <a:latin typeface="楷体_GB2312" pitchFamily="49" charset="-122"/>
              </a:rPr>
              <a:t>换路后的电路</a:t>
            </a:r>
          </a:p>
        </p:txBody>
      </p:sp>
      <p:sp>
        <p:nvSpPr>
          <p:cNvPr id="85005" name="Text Box 13"/>
          <p:cNvSpPr txBox="1">
            <a:spLocks noChangeArrowheads="1"/>
          </p:cNvSpPr>
          <p:nvPr/>
        </p:nvSpPr>
        <p:spPr bwMode="auto">
          <a:xfrm>
            <a:off x="1042988" y="4349750"/>
            <a:ext cx="7416800" cy="946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r>
              <a:rPr lang="zh-CN" altLang="en-US">
                <a:latin typeface="楷体_GB2312" pitchFamily="49" charset="-122"/>
              </a:rPr>
              <a:t>（取</a:t>
            </a:r>
            <a:r>
              <a:rPr lang="en-US" altLang="zh-CN" b="0">
                <a:latin typeface="Times New Roman" pitchFamily="18" charset="0"/>
              </a:rPr>
              <a:t>0</a:t>
            </a:r>
            <a:r>
              <a:rPr lang="en-US" altLang="zh-CN" b="0" baseline="-25000">
                <a:latin typeface="Times New Roman" pitchFamily="18" charset="0"/>
              </a:rPr>
              <a:t>+</a:t>
            </a:r>
            <a:r>
              <a:rPr lang="zh-CN" altLang="en-US">
                <a:latin typeface="楷体_GB2312" pitchFamily="49" charset="-122"/>
              </a:rPr>
              <a:t>时刻值，方向与原假定的电容电压、电感电流方向相同）。</a:t>
            </a:r>
          </a:p>
        </p:txBody>
      </p:sp>
      <p:sp>
        <p:nvSpPr>
          <p:cNvPr id="85007" name="AutoShape 15"/>
          <p:cNvSpPr>
            <a:spLocks/>
          </p:cNvSpPr>
          <p:nvPr/>
        </p:nvSpPr>
        <p:spPr bwMode="auto">
          <a:xfrm>
            <a:off x="900113" y="3198813"/>
            <a:ext cx="142875" cy="1008062"/>
          </a:xfrm>
          <a:prstGeom prst="leftBrace">
            <a:avLst>
              <a:gd name="adj1" fmla="val 58698"/>
              <a:gd name="adj2" fmla="val 50000"/>
            </a:avLst>
          </a:prstGeom>
          <a:noFill/>
          <a:ln w="28575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31754" name="Group 19"/>
          <p:cNvGrpSpPr>
            <a:grpSpLocks/>
          </p:cNvGrpSpPr>
          <p:nvPr/>
        </p:nvGrpSpPr>
        <p:grpSpPr bwMode="auto"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31755" name="Picture 20" descr="78900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31756" name="Text Box 21">
              <a:hlinkClick r:id="" action="ppaction://hlinkshowjump?jump=nextslide"/>
            </p:cNvPr>
            <p:cNvSpPr txBox="1">
              <a:spLocks noChangeArrowheads="1"/>
            </p:cNvSpPr>
            <p:nvPr/>
          </p:nvSpPr>
          <p:spPr bwMode="auto"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0">
                  <a:solidFill>
                    <a:schemeClr val="bg1"/>
                  </a:solidFill>
                  <a:latin typeface="隶书" pitchFamily="49" charset="-122"/>
                  <a:ea typeface="隶书" pitchFamily="49" charset="-122"/>
                </a:rPr>
                <a:t>下 页</a:t>
              </a:r>
            </a:p>
          </p:txBody>
        </p:sp>
      </p:grpSp>
      <p:grpSp>
        <p:nvGrpSpPr>
          <p:cNvPr id="31757" name="Group 22"/>
          <p:cNvGrpSpPr>
            <a:grpSpLocks/>
          </p:cNvGrpSpPr>
          <p:nvPr/>
        </p:nvGrpSpPr>
        <p:grpSpPr bwMode="auto">
          <a:xfrm>
            <a:off x="7453313" y="6446838"/>
            <a:ext cx="792162" cy="366712"/>
            <a:chOff x="4649" y="4020"/>
            <a:chExt cx="499" cy="231"/>
          </a:xfrm>
        </p:grpSpPr>
        <p:pic>
          <p:nvPicPr>
            <p:cNvPr id="31758" name="Picture 23" descr="78900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31759" name="Text Box 24">
              <a:hlinkClick r:id="" action="ppaction://hlinkshowjump?jump=previousslide"/>
            </p:cNvPr>
            <p:cNvSpPr txBox="1">
              <a:spLocks noChangeArrowheads="1"/>
            </p:cNvSpPr>
            <p:nvPr/>
          </p:nvSpPr>
          <p:spPr bwMode="auto"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0">
                  <a:solidFill>
                    <a:schemeClr val="bg1"/>
                  </a:solidFill>
                  <a:latin typeface="隶书" pitchFamily="49" charset="-122"/>
                  <a:ea typeface="隶书" pitchFamily="49" charset="-122"/>
                </a:rPr>
                <a:t>上 页</a:t>
              </a:r>
            </a:p>
          </p:txBody>
        </p:sp>
      </p:grpSp>
      <p:grpSp>
        <p:nvGrpSpPr>
          <p:cNvPr id="85020" name="Group 28"/>
          <p:cNvGrpSpPr>
            <a:grpSpLocks/>
          </p:cNvGrpSpPr>
          <p:nvPr/>
        </p:nvGrpSpPr>
        <p:grpSpPr bwMode="auto">
          <a:xfrm>
            <a:off x="539750" y="476250"/>
            <a:ext cx="1644650" cy="850900"/>
            <a:chOff x="385" y="3022"/>
            <a:chExt cx="1036" cy="536"/>
          </a:xfrm>
        </p:grpSpPr>
        <p:pic>
          <p:nvPicPr>
            <p:cNvPr id="31761" name="Picture 29" descr="123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385" y="3022"/>
              <a:ext cx="590" cy="53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31762" name="Text Box 30"/>
            <p:cNvSpPr txBox="1">
              <a:spLocks noChangeArrowheads="1"/>
            </p:cNvSpPr>
            <p:nvPr/>
          </p:nvSpPr>
          <p:spPr bwMode="auto">
            <a:xfrm>
              <a:off x="793" y="3125"/>
              <a:ext cx="628" cy="3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zh-CN" altLang="en-US" sz="3200" b="0">
                  <a:solidFill>
                    <a:srgbClr val="CC6600"/>
                  </a:solidFill>
                  <a:ea typeface="华文行楷" pitchFamily="2" charset="-122"/>
                </a:rPr>
                <a:t>小结</a:t>
              </a:r>
            </a:p>
          </p:txBody>
        </p:sp>
      </p:grpSp>
      <p:grpSp>
        <p:nvGrpSpPr>
          <p:cNvPr id="31763" name="Group 34"/>
          <p:cNvGrpSpPr>
            <a:grpSpLocks/>
          </p:cNvGrpSpPr>
          <p:nvPr/>
        </p:nvGrpSpPr>
        <p:grpSpPr bwMode="auto">
          <a:xfrm>
            <a:off x="6588125" y="6445250"/>
            <a:ext cx="792163" cy="366713"/>
            <a:chOff x="4649" y="4020"/>
            <a:chExt cx="499" cy="231"/>
          </a:xfrm>
        </p:grpSpPr>
        <p:pic>
          <p:nvPicPr>
            <p:cNvPr id="31764" name="Picture 35" descr="78900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31765" name="Text Box 36">
              <a:hlinkClick r:id="rId4" action="ppaction://hlinksldjump"/>
            </p:cNvPr>
            <p:cNvSpPr txBox="1">
              <a:spLocks noChangeArrowheads="1"/>
            </p:cNvSpPr>
            <p:nvPr/>
          </p:nvSpPr>
          <p:spPr bwMode="auto"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0">
                  <a:solidFill>
                    <a:schemeClr val="bg1"/>
                  </a:solidFill>
                  <a:latin typeface="隶书" pitchFamily="49" charset="-122"/>
                  <a:ea typeface="隶书" pitchFamily="49" charset="-122"/>
                </a:rPr>
                <a:t>返 回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50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9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49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49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2000"/>
                                        <p:tgtEl>
                                          <p:spTgt spid="8499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2000"/>
                                        <p:tgtEl>
                                          <p:spTgt spid="849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2000"/>
                                        <p:tgtEl>
                                          <p:spTgt spid="849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"/>
                            </p:stCondLst>
                            <p:childTnLst>
                              <p:par>
                                <p:cTn id="34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850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500"/>
                                        <p:tgtEl>
                                          <p:spTgt spid="850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6" dur="500"/>
                                        <p:tgtEl>
                                          <p:spTgt spid="850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2000"/>
                                        <p:tgtEl>
                                          <p:spTgt spid="850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4996" grpId="0"/>
      <p:bldP spid="84997" grpId="0" build="p"/>
      <p:bldP spid="84998" grpId="0" build="p"/>
      <p:bldP spid="84999" grpId="0"/>
      <p:bldP spid="85000" grpId="0" build="p"/>
      <p:bldP spid="85003" grpId="0"/>
      <p:bldP spid="85004" grpId="0"/>
      <p:bldP spid="85005" grpId="0"/>
      <p:bldP spid="85007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2" name="Text Box 4"/>
          <p:cNvSpPr txBox="1">
            <a:spLocks noChangeArrowheads="1"/>
          </p:cNvSpPr>
          <p:nvPr/>
        </p:nvSpPr>
        <p:spPr bwMode="auto">
          <a:xfrm>
            <a:off x="695325" y="5229225"/>
            <a:ext cx="3178175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3200" b="0" i="1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i</a:t>
            </a:r>
            <a:r>
              <a:rPr lang="en-US" altLang="zh-CN" sz="3200" b="0" i="1" baseline="-2500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L</a:t>
            </a:r>
            <a:r>
              <a:rPr lang="en-US" altLang="zh-CN" sz="3200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(0</a:t>
            </a:r>
            <a:r>
              <a:rPr lang="en-US" altLang="zh-CN" sz="3200" b="0" baseline="-2500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+</a:t>
            </a:r>
            <a:r>
              <a:rPr lang="en-US" altLang="zh-CN" sz="3200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) = </a:t>
            </a:r>
            <a:r>
              <a:rPr lang="en-US" altLang="zh-CN" sz="3200" b="0" i="1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i</a:t>
            </a:r>
            <a:r>
              <a:rPr lang="en-US" altLang="zh-CN" sz="3200" b="0" i="1" baseline="-2500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L</a:t>
            </a:r>
            <a:r>
              <a:rPr lang="en-US" altLang="zh-CN" sz="3200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(0</a:t>
            </a:r>
            <a:r>
              <a:rPr lang="zh-CN" altLang="en-US" sz="3200" b="0" baseline="-2500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－</a:t>
            </a:r>
            <a:r>
              <a:rPr lang="en-US" altLang="zh-CN" sz="3200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) = </a:t>
            </a:r>
            <a:r>
              <a:rPr lang="en-US" altLang="zh-CN" sz="3200" b="0" i="1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i</a:t>
            </a:r>
            <a:r>
              <a:rPr lang="en-US" altLang="zh-CN" sz="3200" b="0" i="1" baseline="-2500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S</a:t>
            </a:r>
            <a:endParaRPr lang="en-US" altLang="zh-CN" sz="3200" b="0" baseline="-25000">
              <a:solidFill>
                <a:schemeClr val="bg1"/>
              </a:solidFill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83973" name="Text Box 5"/>
          <p:cNvSpPr txBox="1">
            <a:spLocks noChangeArrowheads="1"/>
          </p:cNvSpPr>
          <p:nvPr/>
        </p:nvSpPr>
        <p:spPr bwMode="auto">
          <a:xfrm>
            <a:off x="695325" y="5876925"/>
            <a:ext cx="3667125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3200" b="0" i="1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u</a:t>
            </a:r>
            <a:r>
              <a:rPr lang="en-US" altLang="zh-CN" sz="3200" b="0" baseline="-2500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C</a:t>
            </a:r>
            <a:r>
              <a:rPr lang="en-US" altLang="zh-CN" sz="3200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(0</a:t>
            </a:r>
            <a:r>
              <a:rPr lang="en-US" altLang="zh-CN" sz="3200" b="0" baseline="-2500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+</a:t>
            </a:r>
            <a:r>
              <a:rPr lang="en-US" altLang="zh-CN" sz="3200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) =</a:t>
            </a:r>
            <a:r>
              <a:rPr lang="en-US" altLang="zh-CN" sz="3200" b="0" i="1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 u</a:t>
            </a:r>
            <a:r>
              <a:rPr lang="en-US" altLang="zh-CN" sz="3200" b="0" i="1" baseline="-2500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C</a:t>
            </a:r>
            <a:r>
              <a:rPr lang="en-US" altLang="zh-CN" sz="3200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(0</a:t>
            </a:r>
            <a:r>
              <a:rPr lang="zh-CN" altLang="en-US" sz="3200" b="0" baseline="-2500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－</a:t>
            </a:r>
            <a:r>
              <a:rPr lang="en-US" altLang="zh-CN" sz="3200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) = </a:t>
            </a:r>
            <a:r>
              <a:rPr lang="en-US" altLang="zh-CN" sz="3200" b="0" i="1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Ri</a:t>
            </a:r>
            <a:r>
              <a:rPr lang="en-US" altLang="zh-CN" sz="3200" b="0" i="1" baseline="-2500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S</a:t>
            </a:r>
            <a:endParaRPr lang="en-US" altLang="zh-CN" sz="3200" b="0">
              <a:solidFill>
                <a:schemeClr val="bg1"/>
              </a:solidFill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83974" name="Text Box 6"/>
          <p:cNvSpPr txBox="1">
            <a:spLocks noChangeArrowheads="1"/>
          </p:cNvSpPr>
          <p:nvPr/>
        </p:nvSpPr>
        <p:spPr bwMode="auto">
          <a:xfrm>
            <a:off x="4643438" y="4724400"/>
            <a:ext cx="3816350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3200" b="0" i="1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u</a:t>
            </a:r>
            <a:r>
              <a:rPr lang="en-US" altLang="zh-CN" sz="3200" b="0" i="1" baseline="-2500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L</a:t>
            </a:r>
            <a:r>
              <a:rPr lang="en-US" altLang="zh-CN" sz="3200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(0</a:t>
            </a:r>
            <a:r>
              <a:rPr lang="en-US" altLang="zh-CN" sz="3200" b="0" baseline="-2500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+</a:t>
            </a:r>
            <a:r>
              <a:rPr lang="en-US" altLang="zh-CN" sz="3200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)= </a:t>
            </a:r>
            <a:r>
              <a:rPr lang="en-US" altLang="zh-CN" sz="3200" b="0" i="1">
                <a:solidFill>
                  <a:schemeClr val="bg1"/>
                </a:solidFill>
                <a:latin typeface="宋体" pitchFamily="2" charset="-122"/>
                <a:ea typeface="宋体" pitchFamily="2" charset="-122"/>
              </a:rPr>
              <a:t>-</a:t>
            </a:r>
            <a:r>
              <a:rPr lang="en-US" altLang="zh-CN" sz="3200" b="0" i="1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 Ri</a:t>
            </a:r>
            <a:r>
              <a:rPr lang="en-US" altLang="zh-CN" sz="3200" b="0" i="1" baseline="-2500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S</a:t>
            </a:r>
            <a:endParaRPr lang="en-US" altLang="zh-CN" sz="3200" b="0" baseline="-25000">
              <a:solidFill>
                <a:schemeClr val="bg1"/>
              </a:solidFill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83977" name="Text Box 9"/>
          <p:cNvSpPr txBox="1">
            <a:spLocks noChangeArrowheads="1"/>
          </p:cNvSpPr>
          <p:nvPr/>
        </p:nvSpPr>
        <p:spPr bwMode="auto">
          <a:xfrm>
            <a:off x="1258888" y="476250"/>
            <a:ext cx="2751137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zh-CN" altLang="en-US">
                <a:latin typeface="Times New Roman" pitchFamily="18" charset="0"/>
                <a:ea typeface="宋体" pitchFamily="2" charset="-122"/>
              </a:rPr>
              <a:t>求 </a:t>
            </a:r>
            <a:r>
              <a:rPr lang="en-US" altLang="zh-CN" b="0" i="1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i</a:t>
            </a:r>
            <a:r>
              <a:rPr lang="en-US" altLang="zh-CN" b="0" i="1" baseline="-2500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C</a:t>
            </a:r>
            <a:r>
              <a:rPr lang="en-US" altLang="zh-CN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(0</a:t>
            </a:r>
            <a:r>
              <a:rPr lang="en-US" altLang="zh-CN" b="0" baseline="-2500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+</a:t>
            </a:r>
            <a:r>
              <a:rPr lang="en-US" altLang="zh-CN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)  ,  </a:t>
            </a:r>
            <a:r>
              <a:rPr lang="en-US" altLang="zh-CN" b="0" i="1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u</a:t>
            </a:r>
            <a:r>
              <a:rPr lang="en-US" altLang="zh-CN" b="0" i="1" baseline="-2500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L</a:t>
            </a:r>
            <a:r>
              <a:rPr lang="en-US" altLang="zh-CN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(0</a:t>
            </a:r>
            <a:r>
              <a:rPr lang="en-US" altLang="zh-CN" b="0" baseline="-2500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+</a:t>
            </a:r>
            <a:r>
              <a:rPr lang="en-US" altLang="zh-CN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)</a:t>
            </a:r>
          </a:p>
        </p:txBody>
      </p:sp>
      <p:graphicFrame>
        <p:nvGraphicFramePr>
          <p:cNvPr id="84000" name="Object 32"/>
          <p:cNvGraphicFramePr>
            <a:graphicFrameLocks noChangeAspect="1"/>
          </p:cNvGraphicFramePr>
          <p:nvPr/>
        </p:nvGraphicFramePr>
        <p:xfrm>
          <a:off x="5076825" y="3789363"/>
          <a:ext cx="2990850" cy="939800"/>
        </p:xfrm>
        <a:graphic>
          <a:graphicData uri="http://schemas.openxmlformats.org/presentationml/2006/ole">
            <p:oleObj spid="_x0000_s32773" r:id="rId3" imgW="1274760" imgH="392040" progId="Equation.3">
              <p:embed/>
            </p:oleObj>
          </a:graphicData>
        </a:graphic>
      </p:graphicFrame>
      <p:sp>
        <p:nvSpPr>
          <p:cNvPr id="84003" name="Text Box 35"/>
          <p:cNvSpPr txBox="1">
            <a:spLocks noChangeArrowheads="1"/>
          </p:cNvSpPr>
          <p:nvPr/>
        </p:nvSpPr>
        <p:spPr bwMode="auto">
          <a:xfrm>
            <a:off x="395288" y="476250"/>
            <a:ext cx="863600" cy="579438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sz="320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例</a:t>
            </a:r>
            <a:r>
              <a:rPr lang="en-US" altLang="zh-CN" sz="3200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3</a:t>
            </a:r>
          </a:p>
        </p:txBody>
      </p:sp>
      <p:sp>
        <p:nvSpPr>
          <p:cNvPr id="84050" name="Text Box 82"/>
          <p:cNvSpPr txBox="1">
            <a:spLocks noChangeArrowheads="1"/>
          </p:cNvSpPr>
          <p:nvPr/>
        </p:nvSpPr>
        <p:spPr bwMode="auto">
          <a:xfrm>
            <a:off x="468313" y="3068638"/>
            <a:ext cx="647700" cy="519112"/>
          </a:xfrm>
          <a:prstGeom prst="rect">
            <a:avLst/>
          </a:prstGeom>
          <a:solidFill>
            <a:srgbClr val="990033"/>
          </a:solidFill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algn="ctr"/>
            <a:r>
              <a:rPr lang="zh-CN" altLang="en-US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解</a:t>
            </a:r>
            <a:endParaRPr lang="zh-CN" altLang="en-US" sz="2400">
              <a:ea typeface="仿宋_GB2312" pitchFamily="49" charset="-122"/>
            </a:endParaRPr>
          </a:p>
        </p:txBody>
      </p:sp>
      <p:sp>
        <p:nvSpPr>
          <p:cNvPr id="84076" name="Text Box 108"/>
          <p:cNvSpPr txBox="1">
            <a:spLocks noChangeArrowheads="1"/>
          </p:cNvSpPr>
          <p:nvPr/>
        </p:nvSpPr>
        <p:spPr bwMode="auto">
          <a:xfrm>
            <a:off x="1258888" y="3068638"/>
            <a:ext cx="3097212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>
                <a:latin typeface="楷体_GB2312" pitchFamily="49" charset="-122"/>
              </a:rPr>
              <a:t>由</a:t>
            </a:r>
            <a:r>
              <a:rPr lang="en-US" altLang="zh-CN" b="0">
                <a:latin typeface="宋体" pitchFamily="2" charset="-122"/>
                <a:ea typeface="宋体" pitchFamily="2" charset="-122"/>
              </a:rPr>
              <a:t>0</a:t>
            </a:r>
            <a:r>
              <a:rPr lang="zh-CN" altLang="en-US" b="0" baseline="-25000">
                <a:latin typeface="宋体" pitchFamily="2" charset="-122"/>
                <a:ea typeface="宋体" pitchFamily="2" charset="-122"/>
              </a:rPr>
              <a:t>－</a:t>
            </a:r>
            <a:r>
              <a:rPr lang="zh-CN" altLang="en-US">
                <a:latin typeface="楷体_GB2312" pitchFamily="49" charset="-122"/>
              </a:rPr>
              <a:t>电路得</a:t>
            </a:r>
            <a:r>
              <a:rPr lang="zh-CN" altLang="en-US">
                <a:latin typeface="宋体" pitchFamily="2" charset="-122"/>
                <a:ea typeface="宋体" pitchFamily="2" charset="-122"/>
              </a:rPr>
              <a:t>：</a:t>
            </a:r>
          </a:p>
        </p:txBody>
      </p:sp>
      <p:grpSp>
        <p:nvGrpSpPr>
          <p:cNvPr id="32777" name="Group 115"/>
          <p:cNvGrpSpPr>
            <a:grpSpLocks/>
          </p:cNvGrpSpPr>
          <p:nvPr/>
        </p:nvGrpSpPr>
        <p:grpSpPr bwMode="auto"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32778" name="Picture 116" descr="78900"/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32779" name="Text Box 117">
              <a:hlinkClick r:id="" action="ppaction://hlinkshowjump?jump=nextslide"/>
            </p:cNvPr>
            <p:cNvSpPr txBox="1">
              <a:spLocks noChangeArrowheads="1"/>
            </p:cNvSpPr>
            <p:nvPr/>
          </p:nvSpPr>
          <p:spPr bwMode="auto"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0">
                  <a:solidFill>
                    <a:schemeClr val="bg1"/>
                  </a:solidFill>
                  <a:latin typeface="隶书" pitchFamily="49" charset="-122"/>
                  <a:ea typeface="隶书" pitchFamily="49" charset="-122"/>
                </a:rPr>
                <a:t>下 页</a:t>
              </a:r>
            </a:p>
          </p:txBody>
        </p:sp>
      </p:grpSp>
      <p:grpSp>
        <p:nvGrpSpPr>
          <p:cNvPr id="32780" name="Group 118"/>
          <p:cNvGrpSpPr>
            <a:grpSpLocks/>
          </p:cNvGrpSpPr>
          <p:nvPr/>
        </p:nvGrpSpPr>
        <p:grpSpPr bwMode="auto">
          <a:xfrm>
            <a:off x="7453313" y="6446838"/>
            <a:ext cx="792162" cy="366712"/>
            <a:chOff x="4649" y="4020"/>
            <a:chExt cx="499" cy="231"/>
          </a:xfrm>
        </p:grpSpPr>
        <p:pic>
          <p:nvPicPr>
            <p:cNvPr id="32781" name="Picture 119" descr="78900"/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32782" name="Text Box 120">
              <a:hlinkClick r:id="" action="ppaction://hlinkshowjump?jump=previousslide"/>
            </p:cNvPr>
            <p:cNvSpPr txBox="1">
              <a:spLocks noChangeArrowheads="1"/>
            </p:cNvSpPr>
            <p:nvPr/>
          </p:nvSpPr>
          <p:spPr bwMode="auto"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0">
                  <a:solidFill>
                    <a:schemeClr val="bg1"/>
                  </a:solidFill>
                  <a:latin typeface="隶书" pitchFamily="49" charset="-122"/>
                  <a:ea typeface="隶书" pitchFamily="49" charset="-122"/>
                </a:rPr>
                <a:t>上 页</a:t>
              </a:r>
            </a:p>
          </p:txBody>
        </p:sp>
      </p:grpSp>
      <p:sp>
        <p:nvSpPr>
          <p:cNvPr id="84093" name="Text Box 125"/>
          <p:cNvSpPr txBox="1">
            <a:spLocks noChangeArrowheads="1"/>
          </p:cNvSpPr>
          <p:nvPr/>
        </p:nvSpPr>
        <p:spPr bwMode="auto">
          <a:xfrm>
            <a:off x="5003800" y="3213100"/>
            <a:ext cx="3097213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>
                <a:latin typeface="楷体_GB2312" pitchFamily="49" charset="-122"/>
              </a:rPr>
              <a:t>由</a:t>
            </a:r>
            <a:r>
              <a:rPr lang="en-US" altLang="zh-CN" b="0">
                <a:latin typeface="宋体" pitchFamily="2" charset="-122"/>
                <a:ea typeface="宋体" pitchFamily="2" charset="-122"/>
              </a:rPr>
              <a:t>0</a:t>
            </a:r>
            <a:r>
              <a:rPr lang="en-US" altLang="zh-CN" b="0" baseline="-25000">
                <a:latin typeface="宋体" pitchFamily="2" charset="-122"/>
                <a:ea typeface="宋体" pitchFamily="2" charset="-122"/>
              </a:rPr>
              <a:t>+</a:t>
            </a:r>
            <a:r>
              <a:rPr lang="zh-CN" altLang="en-US">
                <a:latin typeface="楷体_GB2312" pitchFamily="49" charset="-122"/>
              </a:rPr>
              <a:t>电路得</a:t>
            </a:r>
            <a:r>
              <a:rPr lang="zh-CN" altLang="en-US">
                <a:latin typeface="宋体" pitchFamily="2" charset="-122"/>
                <a:ea typeface="宋体" pitchFamily="2" charset="-122"/>
              </a:rPr>
              <a:t>：</a:t>
            </a:r>
          </a:p>
        </p:txBody>
      </p:sp>
      <p:grpSp>
        <p:nvGrpSpPr>
          <p:cNvPr id="84179" name="Group 211"/>
          <p:cNvGrpSpPr>
            <a:grpSpLocks/>
          </p:cNvGrpSpPr>
          <p:nvPr/>
        </p:nvGrpSpPr>
        <p:grpSpPr bwMode="auto">
          <a:xfrm>
            <a:off x="539750" y="908050"/>
            <a:ext cx="4338638" cy="2185988"/>
            <a:chOff x="340" y="572"/>
            <a:chExt cx="2733" cy="1377"/>
          </a:xfrm>
        </p:grpSpPr>
        <p:sp>
          <p:nvSpPr>
            <p:cNvPr id="32785" name="Text Box 31"/>
            <p:cNvSpPr txBox="1">
              <a:spLocks noChangeArrowheads="1"/>
            </p:cNvSpPr>
            <p:nvPr/>
          </p:nvSpPr>
          <p:spPr bwMode="auto">
            <a:xfrm>
              <a:off x="1417" y="1661"/>
              <a:ext cx="116" cy="288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endParaRPr lang="zh-CN" altLang="zh-CN" sz="240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32786" name="Line 128"/>
            <p:cNvSpPr>
              <a:spLocks noChangeShapeType="1"/>
            </p:cNvSpPr>
            <p:nvPr/>
          </p:nvSpPr>
          <p:spPr bwMode="auto">
            <a:xfrm>
              <a:off x="1882" y="980"/>
              <a:ext cx="0" cy="816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 type="oval" w="med" len="med"/>
              <a:tailEnd type="oval" w="med" len="med"/>
            </a:ln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32787" name="Group 129"/>
            <p:cNvGrpSpPr>
              <a:grpSpLocks/>
            </p:cNvGrpSpPr>
            <p:nvPr/>
          </p:nvGrpSpPr>
          <p:grpSpPr bwMode="auto">
            <a:xfrm>
              <a:off x="2517" y="1343"/>
              <a:ext cx="240" cy="93"/>
              <a:chOff x="3787" y="2478"/>
              <a:chExt cx="240" cy="93"/>
            </a:xfrm>
          </p:grpSpPr>
          <p:sp>
            <p:nvSpPr>
              <p:cNvPr id="32788" name="Line 130"/>
              <p:cNvSpPr>
                <a:spLocks noChangeShapeType="1"/>
              </p:cNvSpPr>
              <p:nvPr/>
            </p:nvSpPr>
            <p:spPr bwMode="auto">
              <a:xfrm flipV="1">
                <a:off x="3787" y="2568"/>
                <a:ext cx="240" cy="3"/>
              </a:xfrm>
              <a:prstGeom prst="line">
                <a:avLst/>
              </a:prstGeom>
              <a:noFill/>
              <a:ln w="38100">
                <a:solidFill>
                  <a:srgbClr val="FF99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2789" name="Line 131"/>
              <p:cNvSpPr>
                <a:spLocks noChangeShapeType="1"/>
              </p:cNvSpPr>
              <p:nvPr/>
            </p:nvSpPr>
            <p:spPr bwMode="auto">
              <a:xfrm>
                <a:off x="3787" y="2478"/>
                <a:ext cx="240" cy="1"/>
              </a:xfrm>
              <a:prstGeom prst="line">
                <a:avLst/>
              </a:prstGeom>
              <a:noFill/>
              <a:ln w="38100">
                <a:solidFill>
                  <a:srgbClr val="FF99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32790" name="Rectangle 132"/>
            <p:cNvSpPr>
              <a:spLocks noChangeArrowheads="1"/>
            </p:cNvSpPr>
            <p:nvPr/>
          </p:nvSpPr>
          <p:spPr bwMode="auto">
            <a:xfrm>
              <a:off x="1800" y="1207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</a:gradFill>
            <a:ln w="2857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2791" name="Line 133"/>
            <p:cNvSpPr>
              <a:spLocks noChangeShapeType="1"/>
            </p:cNvSpPr>
            <p:nvPr/>
          </p:nvSpPr>
          <p:spPr bwMode="auto">
            <a:xfrm flipH="1" flipV="1">
              <a:off x="1111" y="1343"/>
              <a:ext cx="181" cy="136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792" name="Text Box 134"/>
            <p:cNvSpPr txBox="1">
              <a:spLocks noChangeArrowheads="1"/>
            </p:cNvSpPr>
            <p:nvPr/>
          </p:nvSpPr>
          <p:spPr bwMode="auto">
            <a:xfrm>
              <a:off x="1039" y="1433"/>
              <a:ext cx="691" cy="327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S(</a:t>
              </a:r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t</a:t>
              </a:r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=0)</a:t>
              </a:r>
            </a:p>
          </p:txBody>
        </p:sp>
        <p:sp>
          <p:nvSpPr>
            <p:cNvPr id="32793" name="Line 135"/>
            <p:cNvSpPr>
              <a:spLocks noChangeShapeType="1"/>
            </p:cNvSpPr>
            <p:nvPr/>
          </p:nvSpPr>
          <p:spPr bwMode="auto">
            <a:xfrm>
              <a:off x="1610" y="980"/>
              <a:ext cx="1043" cy="0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794" name="Line 136"/>
            <p:cNvSpPr>
              <a:spLocks noChangeShapeType="1"/>
            </p:cNvSpPr>
            <p:nvPr/>
          </p:nvSpPr>
          <p:spPr bwMode="auto">
            <a:xfrm flipH="1">
              <a:off x="612" y="980"/>
              <a:ext cx="589" cy="0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795" name="Line 137"/>
            <p:cNvSpPr>
              <a:spLocks noChangeShapeType="1"/>
            </p:cNvSpPr>
            <p:nvPr/>
          </p:nvSpPr>
          <p:spPr bwMode="auto">
            <a:xfrm>
              <a:off x="612" y="980"/>
              <a:ext cx="0" cy="816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796" name="Line 138"/>
            <p:cNvSpPr>
              <a:spLocks noChangeShapeType="1"/>
            </p:cNvSpPr>
            <p:nvPr/>
          </p:nvSpPr>
          <p:spPr bwMode="auto">
            <a:xfrm flipH="1" flipV="1">
              <a:off x="612" y="1796"/>
              <a:ext cx="2041" cy="0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32797" name="Group 139"/>
            <p:cNvGrpSpPr>
              <a:grpSpLocks/>
            </p:cNvGrpSpPr>
            <p:nvPr/>
          </p:nvGrpSpPr>
          <p:grpSpPr bwMode="auto">
            <a:xfrm>
              <a:off x="1111" y="934"/>
              <a:ext cx="607" cy="365"/>
              <a:chOff x="813" y="749"/>
              <a:chExt cx="607" cy="365"/>
            </a:xfrm>
          </p:grpSpPr>
          <p:grpSp>
            <p:nvGrpSpPr>
              <p:cNvPr id="32798" name="Group 140"/>
              <p:cNvGrpSpPr>
                <a:grpSpLocks/>
              </p:cNvGrpSpPr>
              <p:nvPr/>
            </p:nvGrpSpPr>
            <p:grpSpPr bwMode="auto">
              <a:xfrm>
                <a:off x="813" y="749"/>
                <a:ext cx="607" cy="327"/>
                <a:chOff x="813" y="749"/>
                <a:chExt cx="607" cy="327"/>
              </a:xfrm>
            </p:grpSpPr>
            <p:sp>
              <p:nvSpPr>
                <p:cNvPr id="32799" name="Text Box 141"/>
                <p:cNvSpPr txBox="1">
                  <a:spLocks noChangeArrowheads="1"/>
                </p:cNvSpPr>
                <p:nvPr/>
              </p:nvSpPr>
              <p:spPr bwMode="auto">
                <a:xfrm>
                  <a:off x="813" y="749"/>
                  <a:ext cx="228" cy="327"/>
                </a:xfrm>
                <a:prstGeom prst="rect">
                  <a:avLst/>
                </a:prstGeom>
                <a:noFill/>
                <a:ln w="28575">
                  <a:noFill/>
                  <a:miter lim="800000"/>
                  <a:headEnd/>
                  <a:tailEnd/>
                </a:ln>
              </p:spPr>
              <p:txBody>
                <a:bodyPr wrap="none" anchor="ctr">
                  <a:spAutoFit/>
                </a:bodyPr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altLang="zh-CN" b="0">
                      <a:solidFill>
                        <a:schemeClr val="bg1"/>
                      </a:solidFill>
                      <a:latin typeface="宋体" pitchFamily="2" charset="-122"/>
                      <a:ea typeface="宋体" pitchFamily="2" charset="-122"/>
                    </a:rPr>
                    <a:t>+</a:t>
                  </a:r>
                  <a:endParaRPr lang="en-US" altLang="zh-CN" b="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endParaRPr>
                </a:p>
              </p:txBody>
            </p:sp>
            <p:sp>
              <p:nvSpPr>
                <p:cNvPr id="32800" name="Text Box 142"/>
                <p:cNvSpPr txBox="1">
                  <a:spLocks noChangeArrowheads="1"/>
                </p:cNvSpPr>
                <p:nvPr/>
              </p:nvSpPr>
              <p:spPr bwMode="auto">
                <a:xfrm>
                  <a:off x="1192" y="749"/>
                  <a:ext cx="228" cy="327"/>
                </a:xfrm>
                <a:prstGeom prst="rect">
                  <a:avLst/>
                </a:prstGeom>
                <a:noFill/>
                <a:ln w="28575">
                  <a:noFill/>
                  <a:miter lim="800000"/>
                  <a:headEnd/>
                  <a:tailEnd/>
                </a:ln>
              </p:spPr>
              <p:txBody>
                <a:bodyPr wrap="none" anchor="ctr">
                  <a:spAutoFit/>
                </a:bodyPr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altLang="zh-CN" b="0">
                      <a:solidFill>
                        <a:schemeClr val="bg1"/>
                      </a:solidFill>
                      <a:latin typeface="Times New Roman" pitchFamily="18" charset="0"/>
                      <a:ea typeface="黑体" pitchFamily="49" charset="-122"/>
                    </a:rPr>
                    <a:t>–</a:t>
                  </a:r>
                  <a:endParaRPr lang="en-US" altLang="zh-CN" b="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endParaRPr>
                </a:p>
              </p:txBody>
            </p:sp>
          </p:grpSp>
          <p:sp>
            <p:nvSpPr>
              <p:cNvPr id="32801" name="Text Box 143"/>
              <p:cNvSpPr txBox="1">
                <a:spLocks noChangeArrowheads="1"/>
              </p:cNvSpPr>
              <p:nvPr/>
            </p:nvSpPr>
            <p:spPr bwMode="auto">
              <a:xfrm>
                <a:off x="967" y="787"/>
                <a:ext cx="313" cy="327"/>
              </a:xfrm>
              <a:prstGeom prst="rect">
                <a:avLst/>
              </a:prstGeom>
              <a:noFill/>
              <a:ln w="28575">
                <a:noFill/>
                <a:miter lim="800000"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altLang="zh-CN" b="0" i="1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rPr>
                  <a:t>u</a:t>
                </a:r>
                <a:r>
                  <a:rPr lang="en-US" altLang="zh-CN" b="0" i="1" baseline="-250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rPr>
                  <a:t>L</a:t>
                </a:r>
                <a:endParaRPr lang="en-US" altLang="zh-CN" b="0" baseline="-2500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endParaRPr>
              </a:p>
            </p:txBody>
          </p:sp>
        </p:grpSp>
        <p:sp>
          <p:nvSpPr>
            <p:cNvPr id="32802" name="Line 144"/>
            <p:cNvSpPr>
              <a:spLocks noChangeShapeType="1"/>
            </p:cNvSpPr>
            <p:nvPr/>
          </p:nvSpPr>
          <p:spPr bwMode="auto">
            <a:xfrm>
              <a:off x="748" y="934"/>
              <a:ext cx="240" cy="0"/>
            </a:xfrm>
            <a:prstGeom prst="line">
              <a:avLst/>
            </a:prstGeom>
            <a:noFill/>
            <a:ln w="28575">
              <a:solidFill>
                <a:srgbClr val="00FFFF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803" name="Text Box 145"/>
            <p:cNvSpPr txBox="1">
              <a:spLocks noChangeArrowheads="1"/>
            </p:cNvSpPr>
            <p:nvPr/>
          </p:nvSpPr>
          <p:spPr bwMode="auto">
            <a:xfrm>
              <a:off x="884" y="572"/>
              <a:ext cx="263" cy="327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i</a:t>
              </a:r>
              <a:r>
                <a:rPr lang="en-US" altLang="zh-CN" b="0" i="1" baseline="-2500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L</a:t>
              </a:r>
              <a:endParaRPr lang="en-US" altLang="zh-CN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32804" name="Line 146"/>
            <p:cNvSpPr>
              <a:spLocks noChangeShapeType="1"/>
            </p:cNvSpPr>
            <p:nvPr/>
          </p:nvSpPr>
          <p:spPr bwMode="auto">
            <a:xfrm flipV="1">
              <a:off x="2653" y="1433"/>
              <a:ext cx="0" cy="363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805" name="Line 147"/>
            <p:cNvSpPr>
              <a:spLocks noChangeShapeType="1"/>
            </p:cNvSpPr>
            <p:nvPr/>
          </p:nvSpPr>
          <p:spPr bwMode="auto">
            <a:xfrm>
              <a:off x="2653" y="980"/>
              <a:ext cx="0" cy="363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806" name="Text Box 148"/>
            <p:cNvSpPr txBox="1">
              <a:spLocks noChangeArrowheads="1"/>
            </p:cNvSpPr>
            <p:nvPr/>
          </p:nvSpPr>
          <p:spPr bwMode="auto">
            <a:xfrm>
              <a:off x="2290" y="1252"/>
              <a:ext cx="265" cy="327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C</a:t>
              </a:r>
              <a:endParaRPr lang="en-US" altLang="zh-CN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grpSp>
          <p:nvGrpSpPr>
            <p:cNvPr id="32807" name="Group 149"/>
            <p:cNvGrpSpPr>
              <a:grpSpLocks/>
            </p:cNvGrpSpPr>
            <p:nvPr/>
          </p:nvGrpSpPr>
          <p:grpSpPr bwMode="auto">
            <a:xfrm>
              <a:off x="2744" y="1025"/>
              <a:ext cx="233" cy="711"/>
              <a:chOff x="1624" y="1229"/>
              <a:chExt cx="233" cy="711"/>
            </a:xfrm>
          </p:grpSpPr>
          <p:sp>
            <p:nvSpPr>
              <p:cNvPr id="32808" name="Text Box 150"/>
              <p:cNvSpPr txBox="1">
                <a:spLocks noChangeArrowheads="1"/>
              </p:cNvSpPr>
              <p:nvPr/>
            </p:nvSpPr>
            <p:spPr bwMode="auto">
              <a:xfrm>
                <a:off x="1629" y="1229"/>
                <a:ext cx="228" cy="327"/>
              </a:xfrm>
              <a:prstGeom prst="rect">
                <a:avLst/>
              </a:prstGeom>
              <a:noFill/>
              <a:ln w="28575">
                <a:noFill/>
                <a:miter lim="800000"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altLang="zh-CN" b="0">
                    <a:solidFill>
                      <a:schemeClr val="bg1"/>
                    </a:solidFill>
                    <a:latin typeface="宋体" pitchFamily="2" charset="-122"/>
                    <a:ea typeface="宋体" pitchFamily="2" charset="-122"/>
                  </a:rPr>
                  <a:t>+</a:t>
                </a:r>
                <a:endPara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endParaRPr>
              </a:p>
            </p:txBody>
          </p:sp>
          <p:sp>
            <p:nvSpPr>
              <p:cNvPr id="32809" name="Text Box 151"/>
              <p:cNvSpPr txBox="1">
                <a:spLocks noChangeArrowheads="1"/>
              </p:cNvSpPr>
              <p:nvPr/>
            </p:nvSpPr>
            <p:spPr bwMode="auto">
              <a:xfrm>
                <a:off x="1624" y="1613"/>
                <a:ext cx="228" cy="327"/>
              </a:xfrm>
              <a:prstGeom prst="rect">
                <a:avLst/>
              </a:prstGeom>
              <a:noFill/>
              <a:ln w="28575">
                <a:noFill/>
                <a:miter lim="800000"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altLang="zh-CN" b="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rPr>
                  <a:t>–</a:t>
                </a:r>
              </a:p>
            </p:txBody>
          </p:sp>
        </p:grpSp>
        <p:sp>
          <p:nvSpPr>
            <p:cNvPr id="32810" name="Text Box 152"/>
            <p:cNvSpPr txBox="1">
              <a:spLocks noChangeArrowheads="1"/>
            </p:cNvSpPr>
            <p:nvPr/>
          </p:nvSpPr>
          <p:spPr bwMode="auto">
            <a:xfrm>
              <a:off x="2744" y="1207"/>
              <a:ext cx="329" cy="327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u</a:t>
              </a:r>
              <a:r>
                <a:rPr lang="en-US" altLang="zh-CN" b="0" i="1" baseline="-2500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C</a:t>
              </a:r>
              <a:endParaRPr lang="en-US" altLang="zh-CN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32811" name="Text Box 153"/>
            <p:cNvSpPr txBox="1">
              <a:spLocks noChangeArrowheads="1"/>
            </p:cNvSpPr>
            <p:nvPr/>
          </p:nvSpPr>
          <p:spPr bwMode="auto">
            <a:xfrm>
              <a:off x="1292" y="572"/>
              <a:ext cx="241" cy="327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L</a:t>
              </a:r>
              <a:endParaRPr lang="en-US" altLang="zh-CN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32812" name="Text Box 154"/>
            <p:cNvSpPr txBox="1">
              <a:spLocks noChangeArrowheads="1"/>
            </p:cNvSpPr>
            <p:nvPr/>
          </p:nvSpPr>
          <p:spPr bwMode="auto">
            <a:xfrm>
              <a:off x="1927" y="1207"/>
              <a:ext cx="254" cy="327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R</a:t>
              </a:r>
              <a:endParaRPr lang="en-US" altLang="zh-CN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32813" name="Text Box 155"/>
            <p:cNvSpPr txBox="1">
              <a:spLocks noChangeArrowheads="1"/>
            </p:cNvSpPr>
            <p:nvPr/>
          </p:nvSpPr>
          <p:spPr bwMode="auto">
            <a:xfrm>
              <a:off x="340" y="971"/>
              <a:ext cx="254" cy="327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i</a:t>
              </a:r>
              <a:r>
                <a:rPr lang="en-US" altLang="zh-CN" b="0" i="1" baseline="-2500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S</a:t>
              </a:r>
              <a:endParaRPr lang="en-US" altLang="zh-CN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32814" name="Line 156"/>
            <p:cNvSpPr>
              <a:spLocks noChangeShapeType="1"/>
            </p:cNvSpPr>
            <p:nvPr/>
          </p:nvSpPr>
          <p:spPr bwMode="auto">
            <a:xfrm flipV="1">
              <a:off x="612" y="1026"/>
              <a:ext cx="0" cy="334"/>
            </a:xfrm>
            <a:prstGeom prst="line">
              <a:avLst/>
            </a:prstGeom>
            <a:noFill/>
            <a:ln w="28575">
              <a:solidFill>
                <a:srgbClr val="00FFFF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815" name="Line 157"/>
            <p:cNvSpPr>
              <a:spLocks noChangeShapeType="1"/>
            </p:cNvSpPr>
            <p:nvPr/>
          </p:nvSpPr>
          <p:spPr bwMode="auto">
            <a:xfrm>
              <a:off x="2608" y="1071"/>
              <a:ext cx="0" cy="226"/>
            </a:xfrm>
            <a:prstGeom prst="line">
              <a:avLst/>
            </a:prstGeom>
            <a:noFill/>
            <a:ln w="28575">
              <a:solidFill>
                <a:srgbClr val="00FFFF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816" name="Text Box 158"/>
            <p:cNvSpPr txBox="1">
              <a:spLocks noChangeArrowheads="1"/>
            </p:cNvSpPr>
            <p:nvPr/>
          </p:nvSpPr>
          <p:spPr bwMode="auto">
            <a:xfrm>
              <a:off x="2335" y="980"/>
              <a:ext cx="279" cy="327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i</a:t>
              </a:r>
              <a:r>
                <a:rPr lang="en-US" altLang="zh-CN" b="0" i="1" baseline="-2500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C</a:t>
              </a:r>
              <a:endParaRPr lang="en-US" altLang="zh-CN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32817" name="Line 159"/>
            <p:cNvSpPr>
              <a:spLocks noChangeShapeType="1"/>
            </p:cNvSpPr>
            <p:nvPr/>
          </p:nvSpPr>
          <p:spPr bwMode="auto">
            <a:xfrm>
              <a:off x="1020" y="980"/>
              <a:ext cx="0" cy="288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 type="oval" w="med" len="med"/>
              <a:tailEnd type="oval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818" name="Line 160"/>
            <p:cNvSpPr>
              <a:spLocks noChangeShapeType="1"/>
            </p:cNvSpPr>
            <p:nvPr/>
          </p:nvSpPr>
          <p:spPr bwMode="auto">
            <a:xfrm flipV="1">
              <a:off x="1020" y="1252"/>
              <a:ext cx="181" cy="181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819" name="Line 161"/>
            <p:cNvSpPr>
              <a:spLocks noChangeShapeType="1"/>
            </p:cNvSpPr>
            <p:nvPr/>
          </p:nvSpPr>
          <p:spPr bwMode="auto">
            <a:xfrm>
              <a:off x="1020" y="1433"/>
              <a:ext cx="0" cy="363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 type="oval" w="med" len="med"/>
              <a:tailEnd type="oval" w="med" len="med"/>
            </a:ln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32820" name="Group 162"/>
            <p:cNvGrpSpPr>
              <a:grpSpLocks/>
            </p:cNvGrpSpPr>
            <p:nvPr/>
          </p:nvGrpSpPr>
          <p:grpSpPr bwMode="auto">
            <a:xfrm>
              <a:off x="430" y="1343"/>
              <a:ext cx="363" cy="363"/>
              <a:chOff x="4785" y="709"/>
              <a:chExt cx="363" cy="363"/>
            </a:xfrm>
          </p:grpSpPr>
          <p:sp>
            <p:nvSpPr>
              <p:cNvPr id="32821" name="Oval 163"/>
              <p:cNvSpPr>
                <a:spLocks noChangeArrowheads="1"/>
              </p:cNvSpPr>
              <p:nvPr/>
            </p:nvSpPr>
            <p:spPr bwMode="auto">
              <a:xfrm>
                <a:off x="4785" y="709"/>
                <a:ext cx="363" cy="363"/>
              </a:xfrm>
              <a:prstGeom prst="ellipse">
                <a:avLst/>
              </a:prstGeom>
              <a:gradFill rotWithShape="1">
                <a:gsLst>
                  <a:gs pos="0">
                    <a:srgbClr val="0099FF"/>
                  </a:gs>
                  <a:gs pos="100000">
                    <a:srgbClr val="004776"/>
                  </a:gs>
                </a:gsLst>
                <a:path path="shape">
                  <a:fillToRect l="50000" t="50000" r="50000" b="50000"/>
                </a:path>
              </a:gradFill>
              <a:ln w="38100">
                <a:solidFill>
                  <a:srgbClr val="FF99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endParaRPr lang="zh-CN" altLang="zh-CN" sz="2400" b="0">
                  <a:ea typeface="仿宋_GB2312" pitchFamily="49" charset="-122"/>
                </a:endParaRPr>
              </a:p>
            </p:txBody>
          </p:sp>
          <p:sp>
            <p:nvSpPr>
              <p:cNvPr id="32822" name="Line 164"/>
              <p:cNvSpPr>
                <a:spLocks noChangeShapeType="1"/>
              </p:cNvSpPr>
              <p:nvPr/>
            </p:nvSpPr>
            <p:spPr bwMode="auto">
              <a:xfrm>
                <a:off x="4785" y="890"/>
                <a:ext cx="363" cy="0"/>
              </a:xfrm>
              <a:prstGeom prst="line">
                <a:avLst/>
              </a:prstGeom>
              <a:noFill/>
              <a:ln w="38100">
                <a:solidFill>
                  <a:srgbClr val="FF99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32823" name="Group 165"/>
            <p:cNvGrpSpPr>
              <a:grpSpLocks/>
            </p:cNvGrpSpPr>
            <p:nvPr/>
          </p:nvGrpSpPr>
          <p:grpSpPr bwMode="auto">
            <a:xfrm rot="-5400000">
              <a:off x="1360" y="730"/>
              <a:ext cx="90" cy="408"/>
              <a:chOff x="2744" y="2931"/>
              <a:chExt cx="57" cy="283"/>
            </a:xfrm>
          </p:grpSpPr>
          <p:sp>
            <p:nvSpPr>
              <p:cNvPr id="32824" name="Arc 166"/>
              <p:cNvSpPr>
                <a:spLocks noChangeArrowheads="1"/>
              </p:cNvSpPr>
              <p:nvPr/>
            </p:nvSpPr>
            <p:spPr bwMode="auto">
              <a:xfrm rot="10800000" flipH="1" flipV="1">
                <a:off x="2744" y="2931"/>
                <a:ext cx="57" cy="91"/>
              </a:xfrm>
              <a:custGeom>
                <a:avLst/>
                <a:gdLst/>
                <a:ahLst/>
                <a:cxnLst>
                  <a:cxn ang="0">
                    <a:pos x="1123" y="0"/>
                  </a:cxn>
                  <a:cxn ang="0">
                    <a:pos x="22723" y="21600"/>
                  </a:cxn>
                  <a:cxn ang="0">
                    <a:pos x="1123" y="43200"/>
                  </a:cxn>
                  <a:cxn ang="0">
                    <a:pos x="0" y="43170"/>
                  </a:cxn>
                  <a:cxn ang="0">
                    <a:pos x="1123" y="0"/>
                  </a:cxn>
                  <a:cxn ang="0">
                    <a:pos x="22723" y="21600"/>
                  </a:cxn>
                  <a:cxn ang="0">
                    <a:pos x="1123" y="43200"/>
                  </a:cxn>
                  <a:cxn ang="0">
                    <a:pos x="0" y="43170"/>
                  </a:cxn>
                  <a:cxn ang="0">
                    <a:pos x="1123" y="21600"/>
                  </a:cxn>
                  <a:cxn ang="0">
                    <a:pos x="1123" y="0"/>
                  </a:cxn>
                </a:cxnLst>
                <a:rect l="0" t="0" r="r" b="b"/>
                <a:pathLst>
                  <a:path w="22723" h="43200" fill="none">
                    <a:moveTo>
                      <a:pt x="1123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>
                    <a:moveTo>
                      <a:pt x="1123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lnTo>
                      <a:pt x="1123" y="0"/>
                    </a:lnTo>
                    <a:close/>
                  </a:path>
                </a:pathLst>
              </a:custGeom>
              <a:noFill/>
              <a:ln w="38100">
                <a:solidFill>
                  <a:srgbClr val="FF99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2825" name="Arc 167"/>
              <p:cNvSpPr>
                <a:spLocks noChangeArrowheads="1"/>
              </p:cNvSpPr>
              <p:nvPr/>
            </p:nvSpPr>
            <p:spPr bwMode="auto">
              <a:xfrm rot="10800000" flipH="1" flipV="1">
                <a:off x="2744" y="3027"/>
                <a:ext cx="57" cy="91"/>
              </a:xfrm>
              <a:custGeom>
                <a:avLst/>
                <a:gdLst/>
                <a:ahLst/>
                <a:cxnLst>
                  <a:cxn ang="0">
                    <a:pos x="1123" y="0"/>
                  </a:cxn>
                  <a:cxn ang="0">
                    <a:pos x="22723" y="21600"/>
                  </a:cxn>
                  <a:cxn ang="0">
                    <a:pos x="1123" y="43200"/>
                  </a:cxn>
                  <a:cxn ang="0">
                    <a:pos x="0" y="43170"/>
                  </a:cxn>
                  <a:cxn ang="0">
                    <a:pos x="1123" y="0"/>
                  </a:cxn>
                  <a:cxn ang="0">
                    <a:pos x="22723" y="21600"/>
                  </a:cxn>
                  <a:cxn ang="0">
                    <a:pos x="1123" y="43200"/>
                  </a:cxn>
                  <a:cxn ang="0">
                    <a:pos x="0" y="43170"/>
                  </a:cxn>
                  <a:cxn ang="0">
                    <a:pos x="1123" y="21600"/>
                  </a:cxn>
                  <a:cxn ang="0">
                    <a:pos x="1123" y="0"/>
                  </a:cxn>
                </a:cxnLst>
                <a:rect l="0" t="0" r="r" b="b"/>
                <a:pathLst>
                  <a:path w="22723" h="43200" fill="none">
                    <a:moveTo>
                      <a:pt x="1123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>
                    <a:moveTo>
                      <a:pt x="1123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lnTo>
                      <a:pt x="1123" y="0"/>
                    </a:lnTo>
                    <a:close/>
                  </a:path>
                </a:pathLst>
              </a:custGeom>
              <a:noFill/>
              <a:ln w="38100">
                <a:solidFill>
                  <a:srgbClr val="FF99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2826" name="Arc 168"/>
              <p:cNvSpPr>
                <a:spLocks noChangeArrowheads="1"/>
              </p:cNvSpPr>
              <p:nvPr/>
            </p:nvSpPr>
            <p:spPr bwMode="auto">
              <a:xfrm rot="10800000" flipH="1" flipV="1">
                <a:off x="2744" y="3123"/>
                <a:ext cx="57" cy="91"/>
              </a:xfrm>
              <a:custGeom>
                <a:avLst/>
                <a:gdLst/>
                <a:ahLst/>
                <a:cxnLst>
                  <a:cxn ang="0">
                    <a:pos x="1123" y="0"/>
                  </a:cxn>
                  <a:cxn ang="0">
                    <a:pos x="22723" y="21600"/>
                  </a:cxn>
                  <a:cxn ang="0">
                    <a:pos x="1123" y="43200"/>
                  </a:cxn>
                  <a:cxn ang="0">
                    <a:pos x="0" y="43170"/>
                  </a:cxn>
                  <a:cxn ang="0">
                    <a:pos x="1123" y="0"/>
                  </a:cxn>
                  <a:cxn ang="0">
                    <a:pos x="22723" y="21600"/>
                  </a:cxn>
                  <a:cxn ang="0">
                    <a:pos x="1123" y="43200"/>
                  </a:cxn>
                  <a:cxn ang="0">
                    <a:pos x="0" y="43170"/>
                  </a:cxn>
                  <a:cxn ang="0">
                    <a:pos x="1123" y="21600"/>
                  </a:cxn>
                  <a:cxn ang="0">
                    <a:pos x="1123" y="0"/>
                  </a:cxn>
                </a:cxnLst>
                <a:rect l="0" t="0" r="r" b="b"/>
                <a:pathLst>
                  <a:path w="22723" h="43200" fill="none">
                    <a:moveTo>
                      <a:pt x="1123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>
                    <a:moveTo>
                      <a:pt x="1123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lnTo>
                      <a:pt x="1123" y="0"/>
                    </a:lnTo>
                    <a:close/>
                  </a:path>
                </a:pathLst>
              </a:custGeom>
              <a:noFill/>
              <a:ln w="38100">
                <a:solidFill>
                  <a:srgbClr val="FF99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grpSp>
        <p:nvGrpSpPr>
          <p:cNvPr id="84180" name="Group 212"/>
          <p:cNvGrpSpPr>
            <a:grpSpLocks/>
          </p:cNvGrpSpPr>
          <p:nvPr/>
        </p:nvGrpSpPr>
        <p:grpSpPr bwMode="auto">
          <a:xfrm>
            <a:off x="611188" y="3789363"/>
            <a:ext cx="3970337" cy="1343025"/>
            <a:chOff x="385" y="2387"/>
            <a:chExt cx="2501" cy="846"/>
          </a:xfrm>
        </p:grpSpPr>
        <p:sp>
          <p:nvSpPr>
            <p:cNvPr id="32828" name="Oval 170"/>
            <p:cNvSpPr>
              <a:spLocks noChangeArrowheads="1"/>
            </p:cNvSpPr>
            <p:nvPr/>
          </p:nvSpPr>
          <p:spPr bwMode="auto">
            <a:xfrm>
              <a:off x="2018" y="2887"/>
              <a:ext cx="71" cy="68"/>
            </a:xfrm>
            <a:prstGeom prst="ellips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2829" name="Line 171"/>
            <p:cNvSpPr>
              <a:spLocks noChangeShapeType="1"/>
            </p:cNvSpPr>
            <p:nvPr/>
          </p:nvSpPr>
          <p:spPr bwMode="auto">
            <a:xfrm>
              <a:off x="2063" y="2931"/>
              <a:ext cx="0" cy="288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830" name="Line 172"/>
            <p:cNvSpPr>
              <a:spLocks noChangeShapeType="1"/>
            </p:cNvSpPr>
            <p:nvPr/>
          </p:nvSpPr>
          <p:spPr bwMode="auto">
            <a:xfrm flipV="1">
              <a:off x="567" y="2387"/>
              <a:ext cx="8" cy="846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831" name="Line 173"/>
            <p:cNvSpPr>
              <a:spLocks noChangeShapeType="1"/>
            </p:cNvSpPr>
            <p:nvPr/>
          </p:nvSpPr>
          <p:spPr bwMode="auto">
            <a:xfrm>
              <a:off x="575" y="3219"/>
              <a:ext cx="1488" cy="0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832" name="Line 174"/>
            <p:cNvSpPr>
              <a:spLocks noChangeShapeType="1"/>
            </p:cNvSpPr>
            <p:nvPr/>
          </p:nvSpPr>
          <p:spPr bwMode="auto">
            <a:xfrm flipV="1">
              <a:off x="567" y="2387"/>
              <a:ext cx="1496" cy="0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833" name="Line 175"/>
            <p:cNvSpPr>
              <a:spLocks noChangeShapeType="1"/>
            </p:cNvSpPr>
            <p:nvPr/>
          </p:nvSpPr>
          <p:spPr bwMode="auto">
            <a:xfrm>
              <a:off x="2063" y="2387"/>
              <a:ext cx="0" cy="182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834" name="Line 176"/>
            <p:cNvSpPr>
              <a:spLocks noChangeShapeType="1"/>
            </p:cNvSpPr>
            <p:nvPr/>
          </p:nvSpPr>
          <p:spPr bwMode="auto">
            <a:xfrm>
              <a:off x="1337" y="2388"/>
              <a:ext cx="0" cy="816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 type="oval" w="med" len="med"/>
              <a:tailEnd type="oval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835" name="Text Box 177"/>
            <p:cNvSpPr txBox="1">
              <a:spLocks noChangeArrowheads="1"/>
            </p:cNvSpPr>
            <p:nvPr/>
          </p:nvSpPr>
          <p:spPr bwMode="auto">
            <a:xfrm>
              <a:off x="1428" y="2615"/>
              <a:ext cx="253" cy="327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R</a:t>
              </a:r>
              <a:endParaRPr lang="en-US" altLang="zh-CN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32836" name="Line 178"/>
            <p:cNvSpPr>
              <a:spLocks noChangeShapeType="1"/>
            </p:cNvSpPr>
            <p:nvPr/>
          </p:nvSpPr>
          <p:spPr bwMode="auto">
            <a:xfrm flipV="1">
              <a:off x="567" y="2432"/>
              <a:ext cx="0" cy="318"/>
            </a:xfrm>
            <a:prstGeom prst="line">
              <a:avLst/>
            </a:prstGeom>
            <a:noFill/>
            <a:ln w="28575">
              <a:solidFill>
                <a:srgbClr val="00FFFF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837" name="Text Box 179"/>
            <p:cNvSpPr txBox="1">
              <a:spLocks noChangeArrowheads="1"/>
            </p:cNvSpPr>
            <p:nvPr/>
          </p:nvSpPr>
          <p:spPr bwMode="auto">
            <a:xfrm>
              <a:off x="612" y="2387"/>
              <a:ext cx="254" cy="327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i</a:t>
              </a:r>
              <a:r>
                <a:rPr lang="en-US" altLang="zh-CN" b="0" i="1" baseline="-2500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S</a:t>
              </a:r>
              <a:endParaRPr lang="en-US" altLang="zh-CN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32838" name="Text Box 180"/>
            <p:cNvSpPr txBox="1">
              <a:spLocks noChangeArrowheads="1"/>
            </p:cNvSpPr>
            <p:nvPr/>
          </p:nvSpPr>
          <p:spPr bwMode="auto">
            <a:xfrm>
              <a:off x="1972" y="2615"/>
              <a:ext cx="914" cy="327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b="0">
                  <a:latin typeface="Times New Roman" pitchFamily="18" charset="0"/>
                  <a:ea typeface="宋体" pitchFamily="2" charset="-122"/>
                </a:rPr>
                <a:t>0</a:t>
              </a:r>
              <a:r>
                <a:rPr lang="zh-CN" altLang="en-US" b="0" baseline="-25000">
                  <a:latin typeface="Times New Roman" pitchFamily="18" charset="0"/>
                  <a:ea typeface="宋体" pitchFamily="2" charset="-122"/>
                </a:rPr>
                <a:t>－</a:t>
              </a:r>
              <a:r>
                <a:rPr lang="zh-CN" altLang="en-US">
                  <a:latin typeface="Times New Roman" pitchFamily="18" charset="0"/>
                </a:rPr>
                <a:t>电路</a:t>
              </a:r>
            </a:p>
          </p:txBody>
        </p:sp>
        <p:sp>
          <p:nvSpPr>
            <p:cNvPr id="32839" name="Oval 181"/>
            <p:cNvSpPr>
              <a:spLocks noChangeArrowheads="1"/>
            </p:cNvSpPr>
            <p:nvPr/>
          </p:nvSpPr>
          <p:spPr bwMode="auto">
            <a:xfrm>
              <a:off x="2018" y="2569"/>
              <a:ext cx="71" cy="68"/>
            </a:xfrm>
            <a:prstGeom prst="ellips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2840" name="Rectangle 182"/>
            <p:cNvSpPr>
              <a:spLocks noChangeArrowheads="1"/>
            </p:cNvSpPr>
            <p:nvPr/>
          </p:nvSpPr>
          <p:spPr bwMode="auto">
            <a:xfrm>
              <a:off x="1292" y="2615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</a:gradFill>
            <a:ln w="2857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32841" name="Group 183"/>
            <p:cNvGrpSpPr>
              <a:grpSpLocks/>
            </p:cNvGrpSpPr>
            <p:nvPr/>
          </p:nvGrpSpPr>
          <p:grpSpPr bwMode="auto">
            <a:xfrm>
              <a:off x="385" y="2750"/>
              <a:ext cx="363" cy="363"/>
              <a:chOff x="4785" y="709"/>
              <a:chExt cx="363" cy="363"/>
            </a:xfrm>
          </p:grpSpPr>
          <p:sp>
            <p:nvSpPr>
              <p:cNvPr id="32842" name="Oval 184"/>
              <p:cNvSpPr>
                <a:spLocks noChangeArrowheads="1"/>
              </p:cNvSpPr>
              <p:nvPr/>
            </p:nvSpPr>
            <p:spPr bwMode="auto">
              <a:xfrm>
                <a:off x="4785" y="709"/>
                <a:ext cx="363" cy="363"/>
              </a:xfrm>
              <a:prstGeom prst="ellipse">
                <a:avLst/>
              </a:prstGeom>
              <a:gradFill rotWithShape="1">
                <a:gsLst>
                  <a:gs pos="0">
                    <a:srgbClr val="0099FF"/>
                  </a:gs>
                  <a:gs pos="100000">
                    <a:srgbClr val="004776"/>
                  </a:gs>
                </a:gsLst>
                <a:path path="shape">
                  <a:fillToRect l="50000" t="50000" r="50000" b="50000"/>
                </a:path>
              </a:gradFill>
              <a:ln w="38100">
                <a:solidFill>
                  <a:srgbClr val="FF99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endParaRPr lang="zh-CN" altLang="zh-CN" sz="2400" b="0">
                  <a:ea typeface="仿宋_GB2312" pitchFamily="49" charset="-122"/>
                </a:endParaRPr>
              </a:p>
            </p:txBody>
          </p:sp>
          <p:sp>
            <p:nvSpPr>
              <p:cNvPr id="32843" name="Line 185"/>
              <p:cNvSpPr>
                <a:spLocks noChangeShapeType="1"/>
              </p:cNvSpPr>
              <p:nvPr/>
            </p:nvSpPr>
            <p:spPr bwMode="auto">
              <a:xfrm>
                <a:off x="4785" y="890"/>
                <a:ext cx="363" cy="0"/>
              </a:xfrm>
              <a:prstGeom prst="line">
                <a:avLst/>
              </a:prstGeom>
              <a:noFill/>
              <a:ln w="38100">
                <a:solidFill>
                  <a:srgbClr val="FF99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grpSp>
        <p:nvGrpSpPr>
          <p:cNvPr id="84181" name="Group 213"/>
          <p:cNvGrpSpPr>
            <a:grpSpLocks/>
          </p:cNvGrpSpPr>
          <p:nvPr/>
        </p:nvGrpSpPr>
        <p:grpSpPr bwMode="auto">
          <a:xfrm>
            <a:off x="5041900" y="836613"/>
            <a:ext cx="3851275" cy="2103437"/>
            <a:chOff x="3176" y="527"/>
            <a:chExt cx="2426" cy="1325"/>
          </a:xfrm>
        </p:grpSpPr>
        <p:sp>
          <p:nvSpPr>
            <p:cNvPr id="32845" name="Oval 187"/>
            <p:cNvSpPr>
              <a:spLocks noChangeArrowheads="1"/>
            </p:cNvSpPr>
            <p:nvPr/>
          </p:nvSpPr>
          <p:spPr bwMode="auto">
            <a:xfrm>
              <a:off x="4719" y="1253"/>
              <a:ext cx="363" cy="363"/>
            </a:xfrm>
            <a:prstGeom prst="ellipse">
              <a:avLst/>
            </a:prstGeom>
            <a:gradFill rotWithShape="1">
              <a:gsLst>
                <a:gs pos="0">
                  <a:srgbClr val="0099FF"/>
                </a:gs>
                <a:gs pos="100000">
                  <a:srgbClr val="004776"/>
                </a:gs>
              </a:gsLst>
              <a:path path="shape">
                <a:fillToRect l="50000" t="50000" r="50000" b="50000"/>
              </a:path>
            </a:gradFill>
            <a:ln w="38100">
              <a:solidFill>
                <a:srgbClr val="FF99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endParaRPr lang="zh-CN" altLang="zh-CN" sz="2400" b="0">
                <a:ea typeface="仿宋_GB2312" pitchFamily="49" charset="-122"/>
              </a:endParaRPr>
            </a:p>
          </p:txBody>
        </p:sp>
        <p:sp>
          <p:nvSpPr>
            <p:cNvPr id="32846" name="Rectangle 188"/>
            <p:cNvSpPr>
              <a:spLocks noChangeArrowheads="1"/>
            </p:cNvSpPr>
            <p:nvPr/>
          </p:nvSpPr>
          <p:spPr bwMode="auto">
            <a:xfrm>
              <a:off x="3176" y="890"/>
              <a:ext cx="1712" cy="960"/>
            </a:xfrm>
            <a:prstGeom prst="rect">
              <a:avLst/>
            </a:prstGeom>
            <a:noFill/>
            <a:ln w="28575">
              <a:solidFill>
                <a:srgbClr val="FFCC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2847" name="Line 189"/>
            <p:cNvSpPr>
              <a:spLocks noChangeShapeType="1"/>
            </p:cNvSpPr>
            <p:nvPr/>
          </p:nvSpPr>
          <p:spPr bwMode="auto">
            <a:xfrm>
              <a:off x="4283" y="876"/>
              <a:ext cx="0" cy="960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848" name="Text Box 190"/>
            <p:cNvSpPr txBox="1">
              <a:spLocks noChangeArrowheads="1"/>
            </p:cNvSpPr>
            <p:nvPr/>
          </p:nvSpPr>
          <p:spPr bwMode="auto">
            <a:xfrm>
              <a:off x="3515" y="1017"/>
              <a:ext cx="313" cy="327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u</a:t>
              </a:r>
              <a:r>
                <a:rPr lang="en-US" altLang="zh-CN" b="0" i="1" baseline="-2500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L</a:t>
              </a:r>
              <a:endParaRPr lang="en-US" altLang="zh-CN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32849" name="Text Box 191"/>
            <p:cNvSpPr txBox="1">
              <a:spLocks noChangeArrowheads="1"/>
            </p:cNvSpPr>
            <p:nvPr/>
          </p:nvSpPr>
          <p:spPr bwMode="auto">
            <a:xfrm>
              <a:off x="3198" y="880"/>
              <a:ext cx="242" cy="327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+</a:t>
              </a:r>
            </a:p>
          </p:txBody>
        </p:sp>
        <p:sp>
          <p:nvSpPr>
            <p:cNvPr id="32850" name="Text Box 192"/>
            <p:cNvSpPr txBox="1">
              <a:spLocks noChangeArrowheads="1"/>
            </p:cNvSpPr>
            <p:nvPr/>
          </p:nvSpPr>
          <p:spPr bwMode="auto">
            <a:xfrm>
              <a:off x="3877" y="880"/>
              <a:ext cx="228" cy="327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–</a:t>
              </a:r>
            </a:p>
          </p:txBody>
        </p:sp>
        <p:sp>
          <p:nvSpPr>
            <p:cNvPr id="32851" name="Text Box 193"/>
            <p:cNvSpPr txBox="1">
              <a:spLocks noChangeArrowheads="1"/>
            </p:cNvSpPr>
            <p:nvPr/>
          </p:nvSpPr>
          <p:spPr bwMode="auto">
            <a:xfrm>
              <a:off x="5021" y="799"/>
              <a:ext cx="279" cy="327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i</a:t>
              </a:r>
              <a:r>
                <a:rPr lang="en-US" altLang="zh-CN" b="0" i="1" baseline="-2500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C</a:t>
              </a:r>
              <a:endParaRPr lang="en-US" altLang="zh-CN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32852" name="Line 194"/>
            <p:cNvSpPr>
              <a:spLocks noChangeShapeType="1"/>
            </p:cNvSpPr>
            <p:nvPr/>
          </p:nvSpPr>
          <p:spPr bwMode="auto">
            <a:xfrm>
              <a:off x="4995" y="867"/>
              <a:ext cx="0" cy="192"/>
            </a:xfrm>
            <a:prstGeom prst="line">
              <a:avLst/>
            </a:prstGeom>
            <a:noFill/>
            <a:ln w="28575">
              <a:solidFill>
                <a:srgbClr val="00FFFF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853" name="Text Box 195"/>
            <p:cNvSpPr txBox="1">
              <a:spLocks noChangeArrowheads="1"/>
            </p:cNvSpPr>
            <p:nvPr/>
          </p:nvSpPr>
          <p:spPr bwMode="auto">
            <a:xfrm>
              <a:off x="3982" y="1193"/>
              <a:ext cx="253" cy="327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R</a:t>
              </a:r>
              <a:endParaRPr lang="en-US" altLang="zh-CN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32854" name="Line 196"/>
            <p:cNvSpPr>
              <a:spLocks noChangeShapeType="1"/>
            </p:cNvSpPr>
            <p:nvPr/>
          </p:nvSpPr>
          <p:spPr bwMode="auto">
            <a:xfrm>
              <a:off x="3833" y="890"/>
              <a:ext cx="363" cy="0"/>
            </a:xfrm>
            <a:prstGeom prst="line">
              <a:avLst/>
            </a:prstGeom>
            <a:noFill/>
            <a:ln w="28575">
              <a:solidFill>
                <a:srgbClr val="00FFFF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855" name="Text Box 197"/>
            <p:cNvSpPr txBox="1">
              <a:spLocks noChangeArrowheads="1"/>
            </p:cNvSpPr>
            <p:nvPr/>
          </p:nvSpPr>
          <p:spPr bwMode="auto">
            <a:xfrm>
              <a:off x="3878" y="527"/>
              <a:ext cx="254" cy="327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i</a:t>
              </a:r>
              <a:r>
                <a:rPr lang="en-US" altLang="zh-CN" b="0" i="1" baseline="-2500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S</a:t>
              </a:r>
              <a:endParaRPr lang="en-US" altLang="zh-CN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32856" name="Text Box 198"/>
            <p:cNvSpPr txBox="1">
              <a:spLocks noChangeArrowheads="1"/>
            </p:cNvSpPr>
            <p:nvPr/>
          </p:nvSpPr>
          <p:spPr bwMode="auto">
            <a:xfrm>
              <a:off x="5082" y="1208"/>
              <a:ext cx="520" cy="327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Ri</a:t>
              </a:r>
              <a:r>
                <a:rPr lang="en-US" altLang="zh-CN" b="0" i="1" baseline="-2500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S</a:t>
              </a:r>
            </a:p>
          </p:txBody>
        </p:sp>
        <p:sp>
          <p:nvSpPr>
            <p:cNvPr id="32857" name="Text Box 199"/>
            <p:cNvSpPr txBox="1">
              <a:spLocks noChangeArrowheads="1"/>
            </p:cNvSpPr>
            <p:nvPr/>
          </p:nvSpPr>
          <p:spPr bwMode="auto">
            <a:xfrm>
              <a:off x="4945" y="981"/>
              <a:ext cx="242" cy="327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+</a:t>
              </a:r>
            </a:p>
          </p:txBody>
        </p:sp>
        <p:sp>
          <p:nvSpPr>
            <p:cNvPr id="32858" name="Text Box 200"/>
            <p:cNvSpPr txBox="1">
              <a:spLocks noChangeArrowheads="1"/>
            </p:cNvSpPr>
            <p:nvPr/>
          </p:nvSpPr>
          <p:spPr bwMode="auto">
            <a:xfrm>
              <a:off x="4945" y="1525"/>
              <a:ext cx="228" cy="327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–</a:t>
              </a:r>
            </a:p>
          </p:txBody>
        </p:sp>
        <p:grpSp>
          <p:nvGrpSpPr>
            <p:cNvPr id="32859" name="Group 201"/>
            <p:cNvGrpSpPr>
              <a:grpSpLocks/>
            </p:cNvGrpSpPr>
            <p:nvPr/>
          </p:nvGrpSpPr>
          <p:grpSpPr bwMode="auto">
            <a:xfrm rot="5400000">
              <a:off x="3467" y="706"/>
              <a:ext cx="363" cy="363"/>
              <a:chOff x="4785" y="709"/>
              <a:chExt cx="363" cy="363"/>
            </a:xfrm>
          </p:grpSpPr>
          <p:sp>
            <p:nvSpPr>
              <p:cNvPr id="32860" name="Oval 202"/>
              <p:cNvSpPr>
                <a:spLocks noChangeArrowheads="1"/>
              </p:cNvSpPr>
              <p:nvPr/>
            </p:nvSpPr>
            <p:spPr bwMode="auto">
              <a:xfrm>
                <a:off x="4785" y="709"/>
                <a:ext cx="363" cy="363"/>
              </a:xfrm>
              <a:prstGeom prst="ellipse">
                <a:avLst/>
              </a:prstGeom>
              <a:gradFill rotWithShape="1">
                <a:gsLst>
                  <a:gs pos="0">
                    <a:srgbClr val="0099FF"/>
                  </a:gs>
                  <a:gs pos="100000">
                    <a:srgbClr val="004776"/>
                  </a:gs>
                </a:gsLst>
                <a:path path="shape">
                  <a:fillToRect l="50000" t="50000" r="50000" b="50000"/>
                </a:path>
              </a:gradFill>
              <a:ln w="38100">
                <a:solidFill>
                  <a:srgbClr val="FF9900"/>
                </a:solidFill>
                <a:round/>
                <a:headEnd/>
                <a:tailEnd/>
              </a:ln>
            </p:spPr>
            <p:txBody>
              <a:bodyPr rot="10800000" vert="eaVert" wrap="none" anchor="ctr"/>
              <a:lstStyle/>
              <a:p>
                <a:pPr algn="ctr"/>
                <a:endParaRPr lang="zh-CN" altLang="zh-CN" sz="2400" b="0">
                  <a:ea typeface="仿宋_GB2312" pitchFamily="49" charset="-122"/>
                </a:endParaRPr>
              </a:p>
            </p:txBody>
          </p:sp>
          <p:sp>
            <p:nvSpPr>
              <p:cNvPr id="32861" name="Line 203"/>
              <p:cNvSpPr>
                <a:spLocks noChangeShapeType="1"/>
              </p:cNvSpPr>
              <p:nvPr/>
            </p:nvSpPr>
            <p:spPr bwMode="auto">
              <a:xfrm>
                <a:off x="4785" y="890"/>
                <a:ext cx="363" cy="0"/>
              </a:xfrm>
              <a:prstGeom prst="line">
                <a:avLst/>
              </a:prstGeom>
              <a:noFill/>
              <a:ln w="38100">
                <a:solidFill>
                  <a:srgbClr val="FF99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32862" name="Rectangle 204"/>
            <p:cNvSpPr>
              <a:spLocks noChangeArrowheads="1"/>
            </p:cNvSpPr>
            <p:nvPr/>
          </p:nvSpPr>
          <p:spPr bwMode="auto">
            <a:xfrm>
              <a:off x="4220" y="1208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</a:gradFill>
            <a:ln w="2857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32863" name="Group 208"/>
          <p:cNvGrpSpPr>
            <a:grpSpLocks/>
          </p:cNvGrpSpPr>
          <p:nvPr/>
        </p:nvGrpSpPr>
        <p:grpSpPr bwMode="auto">
          <a:xfrm>
            <a:off x="6588125" y="6445250"/>
            <a:ext cx="792163" cy="366713"/>
            <a:chOff x="4649" y="4020"/>
            <a:chExt cx="499" cy="231"/>
          </a:xfrm>
        </p:grpSpPr>
        <p:pic>
          <p:nvPicPr>
            <p:cNvPr id="32864" name="Picture 209" descr="78900"/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32865" name="Text Box 210">
              <a:hlinkClick r:id="rId5" action="ppaction://hlinksldjump"/>
            </p:cNvPr>
            <p:cNvSpPr txBox="1">
              <a:spLocks noChangeArrowheads="1"/>
            </p:cNvSpPr>
            <p:nvPr/>
          </p:nvSpPr>
          <p:spPr bwMode="auto"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0">
                  <a:solidFill>
                    <a:schemeClr val="bg1"/>
                  </a:solidFill>
                  <a:latin typeface="隶书" pitchFamily="49" charset="-122"/>
                  <a:ea typeface="隶书" pitchFamily="49" charset="-122"/>
                </a:rPr>
                <a:t>返 回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0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8400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400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40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840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84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500"/>
                            </p:stCondLst>
                            <p:childTnLst>
                              <p:par>
                                <p:cTn id="16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839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39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840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840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840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840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840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840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1000"/>
                                        <p:tgtEl>
                                          <p:spTgt spid="84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1000"/>
                                        <p:tgtEl>
                                          <p:spTgt spid="839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1000"/>
                                        <p:tgtEl>
                                          <p:spTgt spid="839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0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840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840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841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841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0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65" dur="1000"/>
                                        <p:tgtEl>
                                          <p:spTgt spid="840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70" dur="1000"/>
                                        <p:tgtEl>
                                          <p:spTgt spid="839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3972" grpId="0"/>
      <p:bldP spid="83973" grpId="0"/>
      <p:bldP spid="83974" grpId="0"/>
      <p:bldP spid="83977" grpId="0"/>
      <p:bldP spid="84003" grpId="0"/>
      <p:bldP spid="84050" grpId="0" animBg="1"/>
      <p:bldP spid="84076" grpId="0"/>
      <p:bldP spid="84093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2949" name="Object 5"/>
          <p:cNvGraphicFramePr>
            <a:graphicFrameLocks noChangeAspect="1"/>
          </p:cNvGraphicFramePr>
          <p:nvPr/>
        </p:nvGraphicFramePr>
        <p:xfrm>
          <a:off x="754063" y="5300663"/>
          <a:ext cx="2449512" cy="974725"/>
        </p:xfrm>
        <a:graphic>
          <a:graphicData uri="http://schemas.openxmlformats.org/presentationml/2006/ole">
            <p:oleObj spid="_x0000_s33793" r:id="rId3" imgW="1008000" imgH="392040" progId="Equation.3">
              <p:embed/>
            </p:oleObj>
          </a:graphicData>
        </a:graphic>
      </p:graphicFrame>
      <p:graphicFrame>
        <p:nvGraphicFramePr>
          <p:cNvPr id="82950" name="Object 6"/>
          <p:cNvGraphicFramePr>
            <a:graphicFrameLocks noChangeAspect="1"/>
          </p:cNvGraphicFramePr>
          <p:nvPr/>
        </p:nvGraphicFramePr>
        <p:xfrm>
          <a:off x="755650" y="4076700"/>
          <a:ext cx="2347913" cy="1087438"/>
        </p:xfrm>
        <a:graphic>
          <a:graphicData uri="http://schemas.openxmlformats.org/presentationml/2006/ole">
            <p:oleObj spid="_x0000_s33794" r:id="rId4" imgW="915480" imgH="415080" progId="Equation.3">
              <p:embed/>
            </p:oleObj>
          </a:graphicData>
        </a:graphic>
      </p:graphicFrame>
      <p:sp>
        <p:nvSpPr>
          <p:cNvPr id="82952" name="Rectangle 8"/>
          <p:cNvSpPr>
            <a:spLocks noChangeArrowheads="1"/>
          </p:cNvSpPr>
          <p:nvPr/>
        </p:nvSpPr>
        <p:spPr bwMode="auto">
          <a:xfrm>
            <a:off x="468313" y="549275"/>
            <a:ext cx="795337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lang="zh-CN" altLang="en-US" sz="320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例</a:t>
            </a:r>
            <a:r>
              <a:rPr lang="en-US" altLang="zh-CN" sz="3200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4</a:t>
            </a:r>
          </a:p>
        </p:txBody>
      </p:sp>
      <p:sp>
        <p:nvSpPr>
          <p:cNvPr id="83006" name="Text Box 62"/>
          <p:cNvSpPr txBox="1">
            <a:spLocks noChangeArrowheads="1"/>
          </p:cNvSpPr>
          <p:nvPr/>
        </p:nvSpPr>
        <p:spPr bwMode="auto">
          <a:xfrm>
            <a:off x="1258888" y="549275"/>
            <a:ext cx="5932487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198000" rIns="198000" anchor="ctr">
            <a:spAutoFit/>
          </a:bodyPr>
          <a:lstStyle/>
          <a:p>
            <a:r>
              <a:rPr lang="zh-CN" altLang="en-US">
                <a:latin typeface="楷体_GB2312" pitchFamily="49" charset="-122"/>
              </a:rPr>
              <a:t>求</a:t>
            </a:r>
            <a:r>
              <a:rPr lang="en-US" altLang="zh-CN" b="0">
                <a:latin typeface="Times New Roman" pitchFamily="18" charset="0"/>
              </a:rPr>
              <a:t>k</a:t>
            </a:r>
            <a:r>
              <a:rPr lang="zh-CN" altLang="en-US">
                <a:latin typeface="楷体_GB2312" pitchFamily="49" charset="-122"/>
              </a:rPr>
              <a:t>闭合瞬间各支路电流和电感电压</a:t>
            </a:r>
          </a:p>
        </p:txBody>
      </p:sp>
      <p:sp>
        <p:nvSpPr>
          <p:cNvPr id="83007" name="Text Box 63"/>
          <p:cNvSpPr txBox="1">
            <a:spLocks noChangeArrowheads="1"/>
          </p:cNvSpPr>
          <p:nvPr/>
        </p:nvSpPr>
        <p:spPr bwMode="auto">
          <a:xfrm>
            <a:off x="468313" y="3429000"/>
            <a:ext cx="504825" cy="519113"/>
          </a:xfrm>
          <a:prstGeom prst="rect">
            <a:avLst/>
          </a:prstGeom>
          <a:solidFill>
            <a:srgbClr val="660033"/>
          </a:solidFill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algn="ctr"/>
            <a:r>
              <a:rPr lang="zh-CN" altLang="en-US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解</a:t>
            </a:r>
            <a:endParaRPr lang="zh-CN" altLang="en-US" sz="2400">
              <a:ea typeface="仿宋_GB2312" pitchFamily="49" charset="-122"/>
            </a:endParaRPr>
          </a:p>
        </p:txBody>
      </p:sp>
      <p:graphicFrame>
        <p:nvGraphicFramePr>
          <p:cNvPr id="83080" name="Object 136"/>
          <p:cNvGraphicFramePr>
            <a:graphicFrameLocks noChangeAspect="1"/>
          </p:cNvGraphicFramePr>
          <p:nvPr/>
        </p:nvGraphicFramePr>
        <p:xfrm>
          <a:off x="4140200" y="4149725"/>
          <a:ext cx="4227513" cy="557213"/>
        </p:xfrm>
        <a:graphic>
          <a:graphicData uri="http://schemas.openxmlformats.org/presentationml/2006/ole">
            <p:oleObj spid="_x0000_s33798" r:id="rId5" imgW="1657080" imgH="207720" progId="Equation.3">
              <p:embed/>
            </p:oleObj>
          </a:graphicData>
        </a:graphic>
      </p:graphicFrame>
      <p:graphicFrame>
        <p:nvGraphicFramePr>
          <p:cNvPr id="83081" name="Object 137"/>
          <p:cNvGraphicFramePr>
            <a:graphicFrameLocks noChangeAspect="1"/>
          </p:cNvGraphicFramePr>
          <p:nvPr/>
        </p:nvGraphicFramePr>
        <p:xfrm>
          <a:off x="4140200" y="4797425"/>
          <a:ext cx="3346450" cy="555625"/>
        </p:xfrm>
        <a:graphic>
          <a:graphicData uri="http://schemas.openxmlformats.org/presentationml/2006/ole">
            <p:oleObj spid="_x0000_s33799" r:id="rId6" imgW="1309320" imgH="207720" progId="Equation.3">
              <p:embed/>
            </p:oleObj>
          </a:graphicData>
        </a:graphic>
      </p:graphicFrame>
      <p:graphicFrame>
        <p:nvGraphicFramePr>
          <p:cNvPr id="83082" name="Object 138"/>
          <p:cNvGraphicFramePr>
            <a:graphicFrameLocks noChangeAspect="1"/>
          </p:cNvGraphicFramePr>
          <p:nvPr/>
        </p:nvGraphicFramePr>
        <p:xfrm>
          <a:off x="4140200" y="5445125"/>
          <a:ext cx="4346575" cy="558800"/>
        </p:xfrm>
        <a:graphic>
          <a:graphicData uri="http://schemas.openxmlformats.org/presentationml/2006/ole">
            <p:oleObj spid="_x0000_s33800" r:id="rId7" imgW="1703520" imgH="207720" progId="Equation.3">
              <p:embed/>
            </p:oleObj>
          </a:graphicData>
        </a:graphic>
      </p:graphicFrame>
      <p:grpSp>
        <p:nvGrpSpPr>
          <p:cNvPr id="33801" name="Group 147"/>
          <p:cNvGrpSpPr>
            <a:grpSpLocks/>
          </p:cNvGrpSpPr>
          <p:nvPr/>
        </p:nvGrpSpPr>
        <p:grpSpPr bwMode="auto"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33802" name="Picture 148" descr="78900"/>
            <p:cNvPicPr>
              <a:picLocks noChangeAspect="1" noChangeArrowheads="1"/>
            </p:cNvPicPr>
            <p:nvPr/>
          </p:nvPicPr>
          <p:blipFill>
            <a:blip r:embed="rId8"/>
            <a:srcRect/>
            <a:stretch>
              <a:fillRect/>
            </a:stretch>
          </p:blipFill>
          <p:spPr bwMode="auto"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33803" name="Text Box 149">
              <a:hlinkClick r:id="" action="ppaction://hlinkshowjump?jump=nextslide"/>
            </p:cNvPr>
            <p:cNvSpPr txBox="1">
              <a:spLocks noChangeArrowheads="1"/>
            </p:cNvSpPr>
            <p:nvPr/>
          </p:nvSpPr>
          <p:spPr bwMode="auto"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0">
                  <a:solidFill>
                    <a:schemeClr val="bg1"/>
                  </a:solidFill>
                  <a:latin typeface="隶书" pitchFamily="49" charset="-122"/>
                  <a:ea typeface="隶书" pitchFamily="49" charset="-122"/>
                </a:rPr>
                <a:t>下 页</a:t>
              </a:r>
            </a:p>
          </p:txBody>
        </p:sp>
      </p:grpSp>
      <p:grpSp>
        <p:nvGrpSpPr>
          <p:cNvPr id="33804" name="Group 150"/>
          <p:cNvGrpSpPr>
            <a:grpSpLocks/>
          </p:cNvGrpSpPr>
          <p:nvPr/>
        </p:nvGrpSpPr>
        <p:grpSpPr bwMode="auto">
          <a:xfrm>
            <a:off x="7453313" y="6446838"/>
            <a:ext cx="792162" cy="366712"/>
            <a:chOff x="4649" y="4020"/>
            <a:chExt cx="499" cy="231"/>
          </a:xfrm>
        </p:grpSpPr>
        <p:pic>
          <p:nvPicPr>
            <p:cNvPr id="33805" name="Picture 151" descr="78900"/>
            <p:cNvPicPr>
              <a:picLocks noChangeAspect="1" noChangeArrowheads="1"/>
            </p:cNvPicPr>
            <p:nvPr/>
          </p:nvPicPr>
          <p:blipFill>
            <a:blip r:embed="rId8"/>
            <a:srcRect/>
            <a:stretch>
              <a:fillRect/>
            </a:stretch>
          </p:blipFill>
          <p:spPr bwMode="auto"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33806" name="Text Box 152">
              <a:hlinkClick r:id="" action="ppaction://hlinkshowjump?jump=previousslide"/>
            </p:cNvPr>
            <p:cNvSpPr txBox="1">
              <a:spLocks noChangeArrowheads="1"/>
            </p:cNvSpPr>
            <p:nvPr/>
          </p:nvSpPr>
          <p:spPr bwMode="auto"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0">
                  <a:solidFill>
                    <a:schemeClr val="bg1"/>
                  </a:solidFill>
                  <a:latin typeface="隶书" pitchFamily="49" charset="-122"/>
                  <a:ea typeface="隶书" pitchFamily="49" charset="-122"/>
                </a:rPr>
                <a:t>上 页</a:t>
              </a:r>
            </a:p>
          </p:txBody>
        </p:sp>
      </p:grpSp>
      <p:sp>
        <p:nvSpPr>
          <p:cNvPr id="83100" name="Text Box 156"/>
          <p:cNvSpPr txBox="1">
            <a:spLocks noChangeArrowheads="1"/>
          </p:cNvSpPr>
          <p:nvPr/>
        </p:nvSpPr>
        <p:spPr bwMode="auto">
          <a:xfrm>
            <a:off x="1116013" y="3429000"/>
            <a:ext cx="3097212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>
                <a:latin typeface="楷体_GB2312" pitchFamily="49" charset="-122"/>
              </a:rPr>
              <a:t>由</a:t>
            </a:r>
            <a:r>
              <a:rPr lang="en-US" altLang="zh-CN" b="0">
                <a:latin typeface="宋体" pitchFamily="2" charset="-122"/>
                <a:ea typeface="宋体" pitchFamily="2" charset="-122"/>
              </a:rPr>
              <a:t>0</a:t>
            </a:r>
            <a:r>
              <a:rPr lang="zh-CN" altLang="en-US" b="0" baseline="-25000">
                <a:latin typeface="宋体" pitchFamily="2" charset="-122"/>
                <a:ea typeface="宋体" pitchFamily="2" charset="-122"/>
              </a:rPr>
              <a:t>－</a:t>
            </a:r>
            <a:r>
              <a:rPr lang="zh-CN" altLang="en-US">
                <a:latin typeface="楷体_GB2312" pitchFamily="49" charset="-122"/>
              </a:rPr>
              <a:t>电路得</a:t>
            </a:r>
            <a:r>
              <a:rPr lang="zh-CN" altLang="en-US">
                <a:latin typeface="宋体" pitchFamily="2" charset="-122"/>
                <a:ea typeface="宋体" pitchFamily="2" charset="-122"/>
              </a:rPr>
              <a:t>：</a:t>
            </a:r>
          </a:p>
        </p:txBody>
      </p:sp>
      <p:sp>
        <p:nvSpPr>
          <p:cNvPr id="83101" name="Text Box 157"/>
          <p:cNvSpPr txBox="1">
            <a:spLocks noChangeArrowheads="1"/>
          </p:cNvSpPr>
          <p:nvPr/>
        </p:nvSpPr>
        <p:spPr bwMode="auto">
          <a:xfrm>
            <a:off x="4932363" y="3500438"/>
            <a:ext cx="3097212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>
                <a:latin typeface="楷体_GB2312" pitchFamily="49" charset="-122"/>
              </a:rPr>
              <a:t>由</a:t>
            </a:r>
            <a:r>
              <a:rPr lang="en-US" altLang="zh-CN" b="0">
                <a:latin typeface="宋体" pitchFamily="2" charset="-122"/>
                <a:ea typeface="宋体" pitchFamily="2" charset="-122"/>
              </a:rPr>
              <a:t>0</a:t>
            </a:r>
            <a:r>
              <a:rPr lang="en-US" altLang="zh-CN" b="0" baseline="-25000">
                <a:latin typeface="宋体" pitchFamily="2" charset="-122"/>
                <a:ea typeface="宋体" pitchFamily="2" charset="-122"/>
              </a:rPr>
              <a:t>+</a:t>
            </a:r>
            <a:r>
              <a:rPr lang="zh-CN" altLang="en-US">
                <a:latin typeface="楷体_GB2312" pitchFamily="49" charset="-122"/>
              </a:rPr>
              <a:t>电路得</a:t>
            </a:r>
            <a:r>
              <a:rPr lang="zh-CN" altLang="en-US">
                <a:latin typeface="宋体" pitchFamily="2" charset="-122"/>
                <a:ea typeface="宋体" pitchFamily="2" charset="-122"/>
              </a:rPr>
              <a:t>：</a:t>
            </a:r>
          </a:p>
        </p:txBody>
      </p:sp>
      <p:grpSp>
        <p:nvGrpSpPr>
          <p:cNvPr id="83102" name="Group 158"/>
          <p:cNvGrpSpPr>
            <a:grpSpLocks/>
          </p:cNvGrpSpPr>
          <p:nvPr/>
        </p:nvGrpSpPr>
        <p:grpSpPr bwMode="auto">
          <a:xfrm>
            <a:off x="250825" y="954088"/>
            <a:ext cx="4522788" cy="2762250"/>
            <a:chOff x="1066" y="2205"/>
            <a:chExt cx="2849" cy="1740"/>
          </a:xfrm>
        </p:grpSpPr>
        <p:sp>
          <p:nvSpPr>
            <p:cNvPr id="33810" name="Line 159"/>
            <p:cNvSpPr>
              <a:spLocks noChangeShapeType="1"/>
            </p:cNvSpPr>
            <p:nvPr/>
          </p:nvSpPr>
          <p:spPr bwMode="auto">
            <a:xfrm>
              <a:off x="1247" y="2568"/>
              <a:ext cx="2222" cy="0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33811" name="Group 160"/>
            <p:cNvGrpSpPr>
              <a:grpSpLocks/>
            </p:cNvGrpSpPr>
            <p:nvPr/>
          </p:nvGrpSpPr>
          <p:grpSpPr bwMode="auto">
            <a:xfrm>
              <a:off x="3334" y="3294"/>
              <a:ext cx="240" cy="93"/>
              <a:chOff x="3787" y="2478"/>
              <a:chExt cx="240" cy="93"/>
            </a:xfrm>
          </p:grpSpPr>
          <p:sp>
            <p:nvSpPr>
              <p:cNvPr id="33812" name="Line 161"/>
              <p:cNvSpPr>
                <a:spLocks noChangeShapeType="1"/>
              </p:cNvSpPr>
              <p:nvPr/>
            </p:nvSpPr>
            <p:spPr bwMode="auto">
              <a:xfrm flipV="1">
                <a:off x="3787" y="2568"/>
                <a:ext cx="240" cy="3"/>
              </a:xfrm>
              <a:prstGeom prst="line">
                <a:avLst/>
              </a:prstGeom>
              <a:noFill/>
              <a:ln w="38100">
                <a:solidFill>
                  <a:srgbClr val="FF99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3813" name="Line 162"/>
              <p:cNvSpPr>
                <a:spLocks noChangeShapeType="1"/>
              </p:cNvSpPr>
              <p:nvPr/>
            </p:nvSpPr>
            <p:spPr bwMode="auto">
              <a:xfrm>
                <a:off x="3787" y="2478"/>
                <a:ext cx="240" cy="1"/>
              </a:xfrm>
              <a:prstGeom prst="line">
                <a:avLst/>
              </a:prstGeom>
              <a:noFill/>
              <a:ln w="38100">
                <a:solidFill>
                  <a:srgbClr val="FF99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33814" name="Oval 163"/>
            <p:cNvSpPr>
              <a:spLocks noChangeArrowheads="1"/>
            </p:cNvSpPr>
            <p:nvPr/>
          </p:nvSpPr>
          <p:spPr bwMode="auto">
            <a:xfrm>
              <a:off x="1066" y="2976"/>
              <a:ext cx="363" cy="363"/>
            </a:xfrm>
            <a:prstGeom prst="ellipse">
              <a:avLst/>
            </a:prstGeom>
            <a:gradFill rotWithShape="1">
              <a:gsLst>
                <a:gs pos="0">
                  <a:srgbClr val="0099FF"/>
                </a:gs>
                <a:gs pos="100000">
                  <a:srgbClr val="004776"/>
                </a:gs>
              </a:gsLst>
              <a:path path="shape">
                <a:fillToRect l="50000" t="50000" r="50000" b="50000"/>
              </a:path>
            </a:gradFill>
            <a:ln w="38100">
              <a:solidFill>
                <a:srgbClr val="FF99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endParaRPr lang="zh-CN" altLang="zh-CN" sz="2400" b="0">
                <a:ea typeface="仿宋_GB2312" pitchFamily="49" charset="-122"/>
              </a:endParaRPr>
            </a:p>
          </p:txBody>
        </p:sp>
        <p:sp>
          <p:nvSpPr>
            <p:cNvPr id="33815" name="Rectangle 164"/>
            <p:cNvSpPr>
              <a:spLocks noChangeArrowheads="1"/>
            </p:cNvSpPr>
            <p:nvPr/>
          </p:nvSpPr>
          <p:spPr bwMode="auto">
            <a:xfrm>
              <a:off x="1701" y="2523"/>
              <a:ext cx="317" cy="136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</a:gradFill>
            <a:ln w="2857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3816" name="Rectangle 165"/>
            <p:cNvSpPr>
              <a:spLocks noChangeArrowheads="1"/>
            </p:cNvSpPr>
            <p:nvPr/>
          </p:nvSpPr>
          <p:spPr bwMode="auto">
            <a:xfrm>
              <a:off x="3107" y="3521"/>
              <a:ext cx="187" cy="424"/>
            </a:xfrm>
            <a:prstGeom prst="rect">
              <a:avLst/>
            </a:prstGeom>
            <a:solidFill>
              <a:srgbClr val="000099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3817" name="Text Box 166"/>
            <p:cNvSpPr txBox="1">
              <a:spLocks noChangeArrowheads="1"/>
            </p:cNvSpPr>
            <p:nvPr/>
          </p:nvSpPr>
          <p:spPr bwMode="auto">
            <a:xfrm>
              <a:off x="2880" y="3294"/>
              <a:ext cx="263" cy="32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i</a:t>
              </a:r>
              <a:r>
                <a:rPr lang="en-US" altLang="zh-CN" b="0" i="1" baseline="-2500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L</a:t>
              </a:r>
              <a:endParaRPr lang="en-US" altLang="zh-CN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33818" name="Text Box 167"/>
            <p:cNvSpPr txBox="1">
              <a:spLocks noChangeArrowheads="1"/>
            </p:cNvSpPr>
            <p:nvPr/>
          </p:nvSpPr>
          <p:spPr bwMode="auto">
            <a:xfrm>
              <a:off x="2880" y="2659"/>
              <a:ext cx="313" cy="622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>
                <a:lnSpc>
                  <a:spcPct val="70000"/>
                </a:lnSpc>
              </a:pPr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+</a:t>
              </a:r>
            </a:p>
            <a:p>
              <a:pPr algn="ctr">
                <a:lnSpc>
                  <a:spcPct val="70000"/>
                </a:lnSpc>
              </a:pPr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u</a:t>
              </a:r>
              <a:r>
                <a:rPr lang="en-US" altLang="zh-CN" b="0" i="1" baseline="-2500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L</a:t>
              </a:r>
            </a:p>
            <a:p>
              <a:pPr algn="ctr">
                <a:lnSpc>
                  <a:spcPct val="70000"/>
                </a:lnSpc>
              </a:pPr>
              <a:r>
                <a:rPr lang="en-US" altLang="zh-CN" b="0">
                  <a:solidFill>
                    <a:schemeClr val="bg1"/>
                  </a:solidFill>
                  <a:latin typeface="宋体" pitchFamily="2" charset="-122"/>
                  <a:ea typeface="宋体" pitchFamily="2" charset="-122"/>
                </a:rPr>
                <a:t>-</a:t>
              </a:r>
            </a:p>
          </p:txBody>
        </p:sp>
        <p:sp>
          <p:nvSpPr>
            <p:cNvPr id="33819" name="Text Box 168"/>
            <p:cNvSpPr txBox="1">
              <a:spLocks noChangeArrowheads="1"/>
            </p:cNvSpPr>
            <p:nvPr/>
          </p:nvSpPr>
          <p:spPr bwMode="auto">
            <a:xfrm>
              <a:off x="2517" y="2750"/>
              <a:ext cx="241" cy="32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L</a:t>
              </a:r>
              <a:endParaRPr lang="en-US" altLang="zh-CN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33820" name="Line 169"/>
            <p:cNvSpPr>
              <a:spLocks noChangeShapeType="1"/>
            </p:cNvSpPr>
            <p:nvPr/>
          </p:nvSpPr>
          <p:spPr bwMode="auto">
            <a:xfrm>
              <a:off x="2789" y="2568"/>
              <a:ext cx="0" cy="182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 type="oval" w="med" len="med"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821" name="Text Box 170"/>
            <p:cNvSpPr txBox="1">
              <a:spLocks noChangeArrowheads="1"/>
            </p:cNvSpPr>
            <p:nvPr/>
          </p:nvSpPr>
          <p:spPr bwMode="auto">
            <a:xfrm>
              <a:off x="2058" y="2795"/>
              <a:ext cx="241" cy="32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S</a:t>
              </a:r>
            </a:p>
          </p:txBody>
        </p:sp>
        <p:sp>
          <p:nvSpPr>
            <p:cNvPr id="33822" name="Text Box 171"/>
            <p:cNvSpPr txBox="1">
              <a:spLocks noChangeArrowheads="1"/>
            </p:cNvSpPr>
            <p:nvPr/>
          </p:nvSpPr>
          <p:spPr bwMode="auto">
            <a:xfrm>
              <a:off x="1655" y="2205"/>
              <a:ext cx="400" cy="32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2</a:t>
              </a:r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  <a:sym typeface="Symbol" pitchFamily="18" charset="2"/>
                </a:rPr>
                <a:t></a:t>
              </a:r>
            </a:p>
          </p:txBody>
        </p:sp>
        <p:sp>
          <p:nvSpPr>
            <p:cNvPr id="33823" name="Line 172"/>
            <p:cNvSpPr>
              <a:spLocks noChangeShapeType="1"/>
            </p:cNvSpPr>
            <p:nvPr/>
          </p:nvSpPr>
          <p:spPr bwMode="auto">
            <a:xfrm flipH="1">
              <a:off x="2880" y="3339"/>
              <a:ext cx="1" cy="287"/>
            </a:xfrm>
            <a:prstGeom prst="line">
              <a:avLst/>
            </a:prstGeom>
            <a:noFill/>
            <a:ln w="28575">
              <a:solidFill>
                <a:srgbClr val="00FFFF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824" name="Line 173"/>
            <p:cNvSpPr>
              <a:spLocks noChangeShapeType="1"/>
            </p:cNvSpPr>
            <p:nvPr/>
          </p:nvSpPr>
          <p:spPr bwMode="auto">
            <a:xfrm>
              <a:off x="1519" y="2568"/>
              <a:ext cx="0" cy="226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 type="oval" w="med" len="med"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825" name="Line 174"/>
            <p:cNvSpPr>
              <a:spLocks noChangeShapeType="1"/>
            </p:cNvSpPr>
            <p:nvPr/>
          </p:nvSpPr>
          <p:spPr bwMode="auto">
            <a:xfrm flipH="1">
              <a:off x="1791" y="2795"/>
              <a:ext cx="240" cy="113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826" name="Line 175"/>
            <p:cNvSpPr>
              <a:spLocks noChangeShapeType="1"/>
            </p:cNvSpPr>
            <p:nvPr/>
          </p:nvSpPr>
          <p:spPr bwMode="auto">
            <a:xfrm>
              <a:off x="1927" y="2840"/>
              <a:ext cx="144" cy="112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 type="triangle" w="med" len="med"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827" name="Text Box 176"/>
            <p:cNvSpPr txBox="1">
              <a:spLocks noChangeArrowheads="1"/>
            </p:cNvSpPr>
            <p:nvPr/>
          </p:nvSpPr>
          <p:spPr bwMode="auto">
            <a:xfrm>
              <a:off x="1247" y="2704"/>
              <a:ext cx="244" cy="864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+</a:t>
              </a:r>
            </a:p>
            <a:p>
              <a:pPr algn="ctr"/>
              <a:endParaRPr lang="en-US" altLang="zh-CN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endParaRPr>
            </a:p>
            <a:p>
              <a:pPr algn="ctr"/>
              <a:r>
                <a:rPr lang="en-US" altLang="zh-CN" b="0">
                  <a:solidFill>
                    <a:schemeClr val="bg1"/>
                  </a:solidFill>
                  <a:latin typeface="宋体" pitchFamily="2" charset="-122"/>
                  <a:ea typeface="宋体" pitchFamily="2" charset="-122"/>
                </a:rPr>
                <a:t>-</a:t>
              </a:r>
            </a:p>
          </p:txBody>
        </p:sp>
        <p:sp>
          <p:nvSpPr>
            <p:cNvPr id="33828" name="Line 177"/>
            <p:cNvSpPr>
              <a:spLocks noChangeShapeType="1"/>
            </p:cNvSpPr>
            <p:nvPr/>
          </p:nvSpPr>
          <p:spPr bwMode="auto">
            <a:xfrm>
              <a:off x="1247" y="3702"/>
              <a:ext cx="2222" cy="0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829" name="Line 178"/>
            <p:cNvSpPr>
              <a:spLocks noChangeShapeType="1"/>
            </p:cNvSpPr>
            <p:nvPr/>
          </p:nvSpPr>
          <p:spPr bwMode="auto">
            <a:xfrm>
              <a:off x="1247" y="2568"/>
              <a:ext cx="0" cy="1134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830" name="Line 179"/>
            <p:cNvSpPr>
              <a:spLocks noChangeShapeType="1"/>
            </p:cNvSpPr>
            <p:nvPr/>
          </p:nvSpPr>
          <p:spPr bwMode="auto">
            <a:xfrm>
              <a:off x="2789" y="3113"/>
              <a:ext cx="0" cy="589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 type="oval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831" name="Line 180"/>
            <p:cNvSpPr>
              <a:spLocks noChangeShapeType="1"/>
            </p:cNvSpPr>
            <p:nvPr/>
          </p:nvSpPr>
          <p:spPr bwMode="auto">
            <a:xfrm>
              <a:off x="3470" y="2568"/>
              <a:ext cx="0" cy="726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832" name="Line 181"/>
            <p:cNvSpPr>
              <a:spLocks noChangeShapeType="1"/>
            </p:cNvSpPr>
            <p:nvPr/>
          </p:nvSpPr>
          <p:spPr bwMode="auto">
            <a:xfrm>
              <a:off x="3470" y="3385"/>
              <a:ext cx="0" cy="317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833" name="Text Box 182"/>
            <p:cNvSpPr txBox="1">
              <a:spLocks noChangeArrowheads="1"/>
            </p:cNvSpPr>
            <p:nvPr/>
          </p:nvSpPr>
          <p:spPr bwMode="auto">
            <a:xfrm>
              <a:off x="1383" y="2976"/>
              <a:ext cx="635" cy="32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pPr algn="ctr"/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48V</a:t>
              </a:r>
            </a:p>
          </p:txBody>
        </p:sp>
        <p:sp>
          <p:nvSpPr>
            <p:cNvPr id="33834" name="Text Box 183"/>
            <p:cNvSpPr txBox="1">
              <a:spLocks noChangeArrowheads="1"/>
            </p:cNvSpPr>
            <p:nvPr/>
          </p:nvSpPr>
          <p:spPr bwMode="auto">
            <a:xfrm>
              <a:off x="3515" y="2750"/>
              <a:ext cx="400" cy="32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3</a:t>
              </a:r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  <a:sym typeface="Symbol" pitchFamily="18" charset="2"/>
                </a:rPr>
                <a:t></a:t>
              </a:r>
            </a:p>
          </p:txBody>
        </p:sp>
        <p:sp>
          <p:nvSpPr>
            <p:cNvPr id="33835" name="Text Box 184"/>
            <p:cNvSpPr txBox="1">
              <a:spLocks noChangeArrowheads="1"/>
            </p:cNvSpPr>
            <p:nvPr/>
          </p:nvSpPr>
          <p:spPr bwMode="auto">
            <a:xfrm>
              <a:off x="2336" y="3203"/>
              <a:ext cx="400" cy="32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2</a:t>
              </a:r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  <a:sym typeface="Symbol" pitchFamily="18" charset="2"/>
                </a:rPr>
                <a:t></a:t>
              </a:r>
            </a:p>
          </p:txBody>
        </p:sp>
        <p:sp>
          <p:nvSpPr>
            <p:cNvPr id="33836" name="Text Box 185"/>
            <p:cNvSpPr txBox="1">
              <a:spLocks noChangeArrowheads="1"/>
            </p:cNvSpPr>
            <p:nvPr/>
          </p:nvSpPr>
          <p:spPr bwMode="auto">
            <a:xfrm>
              <a:off x="3560" y="3203"/>
              <a:ext cx="265" cy="32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C</a:t>
              </a:r>
              <a:endParaRPr lang="en-US" altLang="zh-CN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endParaRPr>
            </a:p>
          </p:txBody>
        </p:sp>
        <p:sp>
          <p:nvSpPr>
            <p:cNvPr id="33837" name="Rectangle 186"/>
            <p:cNvSpPr>
              <a:spLocks noChangeArrowheads="1"/>
            </p:cNvSpPr>
            <p:nvPr/>
          </p:nvSpPr>
          <p:spPr bwMode="auto">
            <a:xfrm>
              <a:off x="3388" y="2750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</a:gradFill>
            <a:ln w="2857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3838" name="Line 187"/>
            <p:cNvSpPr>
              <a:spLocks noChangeShapeType="1"/>
            </p:cNvSpPr>
            <p:nvPr/>
          </p:nvSpPr>
          <p:spPr bwMode="auto">
            <a:xfrm>
              <a:off x="2290" y="2568"/>
              <a:ext cx="0" cy="226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 type="oval" w="med" len="med"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839" name="Line 188"/>
            <p:cNvSpPr>
              <a:spLocks noChangeShapeType="1"/>
            </p:cNvSpPr>
            <p:nvPr/>
          </p:nvSpPr>
          <p:spPr bwMode="auto">
            <a:xfrm flipH="1" flipV="1">
              <a:off x="1519" y="2795"/>
              <a:ext cx="227" cy="1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 type="oval" w="med" len="med"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840" name="Line 189"/>
            <p:cNvSpPr>
              <a:spLocks noChangeShapeType="1"/>
            </p:cNvSpPr>
            <p:nvPr/>
          </p:nvSpPr>
          <p:spPr bwMode="auto">
            <a:xfrm>
              <a:off x="2018" y="2795"/>
              <a:ext cx="272" cy="0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 type="oval" w="med" len="med"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33841" name="Group 190"/>
            <p:cNvGrpSpPr>
              <a:grpSpLocks/>
            </p:cNvGrpSpPr>
            <p:nvPr/>
          </p:nvGrpSpPr>
          <p:grpSpPr bwMode="auto">
            <a:xfrm>
              <a:off x="2789" y="2750"/>
              <a:ext cx="91" cy="363"/>
              <a:chOff x="2744" y="2931"/>
              <a:chExt cx="57" cy="283"/>
            </a:xfrm>
          </p:grpSpPr>
          <p:sp>
            <p:nvSpPr>
              <p:cNvPr id="33842" name="Arc 191"/>
              <p:cNvSpPr>
                <a:spLocks noChangeArrowheads="1"/>
              </p:cNvSpPr>
              <p:nvPr/>
            </p:nvSpPr>
            <p:spPr bwMode="auto">
              <a:xfrm rot="10800000" flipH="1" flipV="1">
                <a:off x="2744" y="2931"/>
                <a:ext cx="57" cy="91"/>
              </a:xfrm>
              <a:custGeom>
                <a:avLst/>
                <a:gdLst/>
                <a:ahLst/>
                <a:cxnLst>
                  <a:cxn ang="0">
                    <a:pos x="1123" y="0"/>
                  </a:cxn>
                  <a:cxn ang="0">
                    <a:pos x="22723" y="21600"/>
                  </a:cxn>
                  <a:cxn ang="0">
                    <a:pos x="1123" y="43200"/>
                  </a:cxn>
                  <a:cxn ang="0">
                    <a:pos x="0" y="43170"/>
                  </a:cxn>
                  <a:cxn ang="0">
                    <a:pos x="1123" y="0"/>
                  </a:cxn>
                  <a:cxn ang="0">
                    <a:pos x="22723" y="21600"/>
                  </a:cxn>
                  <a:cxn ang="0">
                    <a:pos x="1123" y="43200"/>
                  </a:cxn>
                  <a:cxn ang="0">
                    <a:pos x="0" y="43170"/>
                  </a:cxn>
                  <a:cxn ang="0">
                    <a:pos x="1123" y="21600"/>
                  </a:cxn>
                  <a:cxn ang="0">
                    <a:pos x="1123" y="0"/>
                  </a:cxn>
                </a:cxnLst>
                <a:rect l="0" t="0" r="r" b="b"/>
                <a:pathLst>
                  <a:path w="22723" h="43200" fill="none">
                    <a:moveTo>
                      <a:pt x="1123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>
                    <a:moveTo>
                      <a:pt x="1123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lnTo>
                      <a:pt x="1123" y="0"/>
                    </a:lnTo>
                    <a:close/>
                  </a:path>
                </a:pathLst>
              </a:custGeom>
              <a:noFill/>
              <a:ln w="38100">
                <a:solidFill>
                  <a:srgbClr val="FF99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3843" name="Arc 192"/>
              <p:cNvSpPr>
                <a:spLocks noChangeArrowheads="1"/>
              </p:cNvSpPr>
              <p:nvPr/>
            </p:nvSpPr>
            <p:spPr bwMode="auto">
              <a:xfrm rot="10800000" flipH="1" flipV="1">
                <a:off x="2744" y="3027"/>
                <a:ext cx="57" cy="91"/>
              </a:xfrm>
              <a:custGeom>
                <a:avLst/>
                <a:gdLst/>
                <a:ahLst/>
                <a:cxnLst>
                  <a:cxn ang="0">
                    <a:pos x="1123" y="0"/>
                  </a:cxn>
                  <a:cxn ang="0">
                    <a:pos x="22723" y="21600"/>
                  </a:cxn>
                  <a:cxn ang="0">
                    <a:pos x="1123" y="43200"/>
                  </a:cxn>
                  <a:cxn ang="0">
                    <a:pos x="0" y="43170"/>
                  </a:cxn>
                  <a:cxn ang="0">
                    <a:pos x="1123" y="0"/>
                  </a:cxn>
                  <a:cxn ang="0">
                    <a:pos x="22723" y="21600"/>
                  </a:cxn>
                  <a:cxn ang="0">
                    <a:pos x="1123" y="43200"/>
                  </a:cxn>
                  <a:cxn ang="0">
                    <a:pos x="0" y="43170"/>
                  </a:cxn>
                  <a:cxn ang="0">
                    <a:pos x="1123" y="21600"/>
                  </a:cxn>
                  <a:cxn ang="0">
                    <a:pos x="1123" y="0"/>
                  </a:cxn>
                </a:cxnLst>
                <a:rect l="0" t="0" r="r" b="b"/>
                <a:pathLst>
                  <a:path w="22723" h="43200" fill="none">
                    <a:moveTo>
                      <a:pt x="1123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>
                    <a:moveTo>
                      <a:pt x="1123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lnTo>
                      <a:pt x="1123" y="0"/>
                    </a:lnTo>
                    <a:close/>
                  </a:path>
                </a:pathLst>
              </a:custGeom>
              <a:noFill/>
              <a:ln w="38100">
                <a:solidFill>
                  <a:srgbClr val="FF99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3844" name="Arc 193"/>
              <p:cNvSpPr>
                <a:spLocks noChangeArrowheads="1"/>
              </p:cNvSpPr>
              <p:nvPr/>
            </p:nvSpPr>
            <p:spPr bwMode="auto">
              <a:xfrm rot="10800000" flipH="1" flipV="1">
                <a:off x="2744" y="3123"/>
                <a:ext cx="57" cy="91"/>
              </a:xfrm>
              <a:custGeom>
                <a:avLst/>
                <a:gdLst/>
                <a:ahLst/>
                <a:cxnLst>
                  <a:cxn ang="0">
                    <a:pos x="1123" y="0"/>
                  </a:cxn>
                  <a:cxn ang="0">
                    <a:pos x="22723" y="21600"/>
                  </a:cxn>
                  <a:cxn ang="0">
                    <a:pos x="1123" y="43200"/>
                  </a:cxn>
                  <a:cxn ang="0">
                    <a:pos x="0" y="43170"/>
                  </a:cxn>
                  <a:cxn ang="0">
                    <a:pos x="1123" y="0"/>
                  </a:cxn>
                  <a:cxn ang="0">
                    <a:pos x="22723" y="21600"/>
                  </a:cxn>
                  <a:cxn ang="0">
                    <a:pos x="1123" y="43200"/>
                  </a:cxn>
                  <a:cxn ang="0">
                    <a:pos x="0" y="43170"/>
                  </a:cxn>
                  <a:cxn ang="0">
                    <a:pos x="1123" y="21600"/>
                  </a:cxn>
                  <a:cxn ang="0">
                    <a:pos x="1123" y="0"/>
                  </a:cxn>
                </a:cxnLst>
                <a:rect l="0" t="0" r="r" b="b"/>
                <a:pathLst>
                  <a:path w="22723" h="43200" fill="none">
                    <a:moveTo>
                      <a:pt x="1123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>
                    <a:moveTo>
                      <a:pt x="1123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lnTo>
                      <a:pt x="1123" y="0"/>
                    </a:lnTo>
                    <a:close/>
                  </a:path>
                </a:pathLst>
              </a:custGeom>
              <a:noFill/>
              <a:ln w="38100">
                <a:solidFill>
                  <a:srgbClr val="FF99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33845" name="Rectangle 194"/>
            <p:cNvSpPr>
              <a:spLocks noChangeArrowheads="1"/>
            </p:cNvSpPr>
            <p:nvPr/>
          </p:nvSpPr>
          <p:spPr bwMode="auto">
            <a:xfrm>
              <a:off x="2708" y="3249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</a:gradFill>
            <a:ln w="2857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83139" name="Group 195"/>
          <p:cNvGrpSpPr>
            <a:grpSpLocks/>
          </p:cNvGrpSpPr>
          <p:nvPr/>
        </p:nvGrpSpPr>
        <p:grpSpPr bwMode="auto">
          <a:xfrm>
            <a:off x="5003800" y="1555750"/>
            <a:ext cx="3922713" cy="1743075"/>
            <a:chOff x="1701" y="2205"/>
            <a:chExt cx="2471" cy="1098"/>
          </a:xfrm>
        </p:grpSpPr>
        <p:sp>
          <p:nvSpPr>
            <p:cNvPr id="33847" name="Line 196"/>
            <p:cNvSpPr>
              <a:spLocks noChangeShapeType="1"/>
            </p:cNvSpPr>
            <p:nvPr/>
          </p:nvSpPr>
          <p:spPr bwMode="auto">
            <a:xfrm flipV="1">
              <a:off x="1882" y="2251"/>
              <a:ext cx="1905" cy="0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848" name="Oval 197"/>
            <p:cNvSpPr>
              <a:spLocks noChangeArrowheads="1"/>
            </p:cNvSpPr>
            <p:nvPr/>
          </p:nvSpPr>
          <p:spPr bwMode="auto">
            <a:xfrm>
              <a:off x="1701" y="2523"/>
              <a:ext cx="363" cy="363"/>
            </a:xfrm>
            <a:prstGeom prst="ellipse">
              <a:avLst/>
            </a:prstGeom>
            <a:gradFill rotWithShape="1">
              <a:gsLst>
                <a:gs pos="0">
                  <a:srgbClr val="0099FF"/>
                </a:gs>
                <a:gs pos="100000">
                  <a:srgbClr val="004776"/>
                </a:gs>
              </a:gsLst>
              <a:path path="shape">
                <a:fillToRect l="50000" t="50000" r="50000" b="50000"/>
              </a:path>
            </a:gradFill>
            <a:ln w="38100">
              <a:solidFill>
                <a:srgbClr val="FF99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endParaRPr lang="zh-CN" altLang="zh-CN" sz="2400" b="0">
                <a:ea typeface="仿宋_GB2312" pitchFamily="49" charset="-122"/>
              </a:endParaRPr>
            </a:p>
          </p:txBody>
        </p:sp>
        <p:sp>
          <p:nvSpPr>
            <p:cNvPr id="33849" name="Rectangle 198"/>
            <p:cNvSpPr>
              <a:spLocks noChangeArrowheads="1"/>
            </p:cNvSpPr>
            <p:nvPr/>
          </p:nvSpPr>
          <p:spPr bwMode="auto">
            <a:xfrm>
              <a:off x="2290" y="2205"/>
              <a:ext cx="317" cy="136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</a:gradFill>
            <a:ln w="2857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3850" name="Text Box 199"/>
            <p:cNvSpPr txBox="1">
              <a:spLocks noChangeArrowheads="1"/>
            </p:cNvSpPr>
            <p:nvPr/>
          </p:nvSpPr>
          <p:spPr bwMode="auto">
            <a:xfrm>
              <a:off x="2608" y="2523"/>
              <a:ext cx="263" cy="32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i</a:t>
              </a:r>
              <a:r>
                <a:rPr lang="en-US" altLang="zh-CN" b="0" i="1" baseline="-2500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L</a:t>
              </a:r>
              <a:endParaRPr lang="en-US" altLang="zh-CN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33851" name="Line 200"/>
            <p:cNvSpPr>
              <a:spLocks noChangeShapeType="1"/>
            </p:cNvSpPr>
            <p:nvPr/>
          </p:nvSpPr>
          <p:spPr bwMode="auto">
            <a:xfrm>
              <a:off x="3007" y="2257"/>
              <a:ext cx="9" cy="946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 type="oval" w="med" len="med"/>
              <a:tailEnd type="oval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852" name="Text Box 201"/>
            <p:cNvSpPr txBox="1">
              <a:spLocks noChangeArrowheads="1"/>
            </p:cNvSpPr>
            <p:nvPr/>
          </p:nvSpPr>
          <p:spPr bwMode="auto">
            <a:xfrm>
              <a:off x="2245" y="2296"/>
              <a:ext cx="400" cy="32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2</a:t>
              </a:r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  <a:sym typeface="Symbol" pitchFamily="18" charset="2"/>
                </a:rPr>
                <a:t></a:t>
              </a:r>
            </a:p>
          </p:txBody>
        </p:sp>
        <p:sp>
          <p:nvSpPr>
            <p:cNvPr id="33853" name="Line 202"/>
            <p:cNvSpPr>
              <a:spLocks noChangeShapeType="1"/>
            </p:cNvSpPr>
            <p:nvPr/>
          </p:nvSpPr>
          <p:spPr bwMode="auto">
            <a:xfrm flipH="1">
              <a:off x="2880" y="2568"/>
              <a:ext cx="1" cy="269"/>
            </a:xfrm>
            <a:prstGeom prst="line">
              <a:avLst/>
            </a:prstGeom>
            <a:noFill/>
            <a:ln w="28575">
              <a:solidFill>
                <a:srgbClr val="00FFFF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854" name="Text Box 203"/>
            <p:cNvSpPr txBox="1">
              <a:spLocks noChangeArrowheads="1"/>
            </p:cNvSpPr>
            <p:nvPr/>
          </p:nvSpPr>
          <p:spPr bwMode="auto">
            <a:xfrm>
              <a:off x="2020" y="2375"/>
              <a:ext cx="242" cy="865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+</a:t>
              </a:r>
            </a:p>
            <a:p>
              <a:pPr algn="ctr"/>
              <a:endParaRPr lang="en-US" altLang="zh-CN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endParaRPr>
            </a:p>
            <a:p>
              <a:pPr algn="ctr"/>
              <a:r>
                <a:rPr lang="en-US" altLang="zh-CN" b="0">
                  <a:solidFill>
                    <a:schemeClr val="bg1"/>
                  </a:solidFill>
                  <a:latin typeface="宋体" pitchFamily="2" charset="-122"/>
                  <a:ea typeface="宋体" pitchFamily="2" charset="-122"/>
                </a:rPr>
                <a:t>-</a:t>
              </a:r>
            </a:p>
          </p:txBody>
        </p:sp>
        <p:sp>
          <p:nvSpPr>
            <p:cNvPr id="33855" name="Line 204"/>
            <p:cNvSpPr>
              <a:spLocks noChangeShapeType="1"/>
            </p:cNvSpPr>
            <p:nvPr/>
          </p:nvSpPr>
          <p:spPr bwMode="auto">
            <a:xfrm flipV="1">
              <a:off x="1882" y="3203"/>
              <a:ext cx="1905" cy="0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856" name="Line 205"/>
            <p:cNvSpPr>
              <a:spLocks noChangeShapeType="1"/>
            </p:cNvSpPr>
            <p:nvPr/>
          </p:nvSpPr>
          <p:spPr bwMode="auto">
            <a:xfrm flipH="1">
              <a:off x="1882" y="2251"/>
              <a:ext cx="0" cy="941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857" name="Line 206"/>
            <p:cNvSpPr>
              <a:spLocks noChangeShapeType="1"/>
            </p:cNvSpPr>
            <p:nvPr/>
          </p:nvSpPr>
          <p:spPr bwMode="auto">
            <a:xfrm>
              <a:off x="3787" y="2251"/>
              <a:ext cx="0" cy="544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858" name="Line 207"/>
            <p:cNvSpPr>
              <a:spLocks noChangeShapeType="1"/>
            </p:cNvSpPr>
            <p:nvPr/>
          </p:nvSpPr>
          <p:spPr bwMode="auto">
            <a:xfrm>
              <a:off x="3787" y="3022"/>
              <a:ext cx="0" cy="181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859" name="Text Box 208"/>
            <p:cNvSpPr txBox="1">
              <a:spLocks noChangeArrowheads="1"/>
            </p:cNvSpPr>
            <p:nvPr/>
          </p:nvSpPr>
          <p:spPr bwMode="auto">
            <a:xfrm>
              <a:off x="2019" y="2627"/>
              <a:ext cx="543" cy="32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pPr algn="ctr"/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48V</a:t>
              </a:r>
            </a:p>
          </p:txBody>
        </p:sp>
        <p:sp>
          <p:nvSpPr>
            <p:cNvPr id="33860" name="Text Box 209"/>
            <p:cNvSpPr txBox="1">
              <a:spLocks noChangeArrowheads="1"/>
            </p:cNvSpPr>
            <p:nvPr/>
          </p:nvSpPr>
          <p:spPr bwMode="auto">
            <a:xfrm>
              <a:off x="3334" y="2296"/>
              <a:ext cx="400" cy="32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3</a:t>
              </a:r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  <a:sym typeface="Symbol" pitchFamily="18" charset="2"/>
                </a:rPr>
                <a:t></a:t>
              </a:r>
            </a:p>
          </p:txBody>
        </p:sp>
        <p:sp>
          <p:nvSpPr>
            <p:cNvPr id="33861" name="Text Box 210"/>
            <p:cNvSpPr txBox="1">
              <a:spLocks noChangeArrowheads="1"/>
            </p:cNvSpPr>
            <p:nvPr/>
          </p:nvSpPr>
          <p:spPr bwMode="auto">
            <a:xfrm>
              <a:off x="3061" y="2568"/>
              <a:ext cx="400" cy="32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2</a:t>
              </a:r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  <a:sym typeface="Symbol" pitchFamily="18" charset="2"/>
                </a:rPr>
                <a:t></a:t>
              </a:r>
            </a:p>
          </p:txBody>
        </p:sp>
        <p:sp>
          <p:nvSpPr>
            <p:cNvPr id="33862" name="Text Box 211"/>
            <p:cNvSpPr txBox="1">
              <a:spLocks noChangeArrowheads="1"/>
            </p:cNvSpPr>
            <p:nvPr/>
          </p:nvSpPr>
          <p:spPr bwMode="auto">
            <a:xfrm>
              <a:off x="3787" y="2568"/>
              <a:ext cx="385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仿宋_GB2312" pitchFamily="49" charset="-122"/>
                </a:rPr>
                <a:t>+</a:t>
              </a:r>
            </a:p>
          </p:txBody>
        </p:sp>
        <p:sp>
          <p:nvSpPr>
            <p:cNvPr id="33863" name="Text Box 212"/>
            <p:cNvSpPr txBox="1">
              <a:spLocks noChangeArrowheads="1"/>
            </p:cNvSpPr>
            <p:nvPr/>
          </p:nvSpPr>
          <p:spPr bwMode="auto">
            <a:xfrm>
              <a:off x="3742" y="2976"/>
              <a:ext cx="385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b="0">
                  <a:solidFill>
                    <a:schemeClr val="bg1"/>
                  </a:solidFill>
                  <a:latin typeface="Times New Roman" pitchFamily="18" charset="0"/>
                  <a:ea typeface="仿宋_GB2312" pitchFamily="49" charset="-122"/>
                </a:rPr>
                <a:t>－</a:t>
              </a:r>
            </a:p>
          </p:txBody>
        </p:sp>
        <p:sp>
          <p:nvSpPr>
            <p:cNvPr id="33864" name="Text Box 213"/>
            <p:cNvSpPr txBox="1">
              <a:spLocks noChangeArrowheads="1"/>
            </p:cNvSpPr>
            <p:nvPr/>
          </p:nvSpPr>
          <p:spPr bwMode="auto">
            <a:xfrm>
              <a:off x="3787" y="2750"/>
              <a:ext cx="385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ea typeface="仿宋_GB2312" pitchFamily="49" charset="-122"/>
                </a:rPr>
                <a:t>u</a:t>
              </a:r>
              <a:r>
                <a:rPr lang="en-US" altLang="zh-CN" b="0" baseline="-25000">
                  <a:solidFill>
                    <a:schemeClr val="bg1"/>
                  </a:solidFill>
                  <a:latin typeface="Times New Roman" pitchFamily="18" charset="0"/>
                  <a:ea typeface="仿宋_GB2312" pitchFamily="49" charset="-122"/>
                </a:rPr>
                <a:t>C</a:t>
              </a:r>
            </a:p>
          </p:txBody>
        </p:sp>
        <p:sp>
          <p:nvSpPr>
            <p:cNvPr id="33865" name="Rectangle 214"/>
            <p:cNvSpPr>
              <a:spLocks noChangeArrowheads="1"/>
            </p:cNvSpPr>
            <p:nvPr/>
          </p:nvSpPr>
          <p:spPr bwMode="auto">
            <a:xfrm>
              <a:off x="3706" y="2341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</a:gradFill>
            <a:ln w="2857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3866" name="Rectangle 215"/>
            <p:cNvSpPr>
              <a:spLocks noChangeArrowheads="1"/>
            </p:cNvSpPr>
            <p:nvPr/>
          </p:nvSpPr>
          <p:spPr bwMode="auto">
            <a:xfrm>
              <a:off x="2925" y="2568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</a:gradFill>
            <a:ln w="2857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3867" name="Oval 216"/>
            <p:cNvSpPr>
              <a:spLocks noChangeArrowheads="1"/>
            </p:cNvSpPr>
            <p:nvPr/>
          </p:nvSpPr>
          <p:spPr bwMode="auto">
            <a:xfrm>
              <a:off x="3742" y="2976"/>
              <a:ext cx="71" cy="68"/>
            </a:xfrm>
            <a:prstGeom prst="ellips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3868" name="Oval 217"/>
            <p:cNvSpPr>
              <a:spLocks noChangeArrowheads="1"/>
            </p:cNvSpPr>
            <p:nvPr/>
          </p:nvSpPr>
          <p:spPr bwMode="auto">
            <a:xfrm>
              <a:off x="3742" y="2795"/>
              <a:ext cx="71" cy="68"/>
            </a:xfrm>
            <a:prstGeom prst="ellips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33869" name="Group 246"/>
          <p:cNvGrpSpPr>
            <a:grpSpLocks/>
          </p:cNvGrpSpPr>
          <p:nvPr/>
        </p:nvGrpSpPr>
        <p:grpSpPr bwMode="auto">
          <a:xfrm>
            <a:off x="6588125" y="6445250"/>
            <a:ext cx="792163" cy="366713"/>
            <a:chOff x="4649" y="4020"/>
            <a:chExt cx="499" cy="231"/>
          </a:xfrm>
        </p:grpSpPr>
        <p:pic>
          <p:nvPicPr>
            <p:cNvPr id="33870" name="Picture 247" descr="78900"/>
            <p:cNvPicPr>
              <a:picLocks noChangeAspect="1" noChangeArrowheads="1"/>
            </p:cNvPicPr>
            <p:nvPr/>
          </p:nvPicPr>
          <p:blipFill>
            <a:blip r:embed="rId8"/>
            <a:srcRect/>
            <a:stretch>
              <a:fillRect/>
            </a:stretch>
          </p:blipFill>
          <p:spPr bwMode="auto"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33871" name="Text Box 248">
              <a:hlinkClick r:id="rId9" action="ppaction://hlinksldjump"/>
            </p:cNvPr>
            <p:cNvSpPr txBox="1">
              <a:spLocks noChangeArrowheads="1"/>
            </p:cNvSpPr>
            <p:nvPr/>
          </p:nvSpPr>
          <p:spPr bwMode="auto"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0">
                  <a:solidFill>
                    <a:schemeClr val="bg1"/>
                  </a:solidFill>
                  <a:latin typeface="隶书" pitchFamily="49" charset="-122"/>
                  <a:ea typeface="隶书" pitchFamily="49" charset="-122"/>
                </a:rPr>
                <a:t>返 回</a:t>
              </a:r>
            </a:p>
          </p:txBody>
        </p:sp>
      </p:grpSp>
      <p:grpSp>
        <p:nvGrpSpPr>
          <p:cNvPr id="83193" name="Group 249"/>
          <p:cNvGrpSpPr>
            <a:grpSpLocks/>
          </p:cNvGrpSpPr>
          <p:nvPr/>
        </p:nvGrpSpPr>
        <p:grpSpPr bwMode="auto">
          <a:xfrm>
            <a:off x="4856163" y="1125538"/>
            <a:ext cx="4252912" cy="2303462"/>
            <a:chOff x="5145" y="346"/>
            <a:chExt cx="2679" cy="1451"/>
          </a:xfrm>
        </p:grpSpPr>
        <p:sp>
          <p:nvSpPr>
            <p:cNvPr id="33873" name="Rectangle 219"/>
            <p:cNvSpPr>
              <a:spLocks noChangeArrowheads="1"/>
            </p:cNvSpPr>
            <p:nvPr/>
          </p:nvSpPr>
          <p:spPr bwMode="auto">
            <a:xfrm>
              <a:off x="5145" y="346"/>
              <a:ext cx="2676" cy="1451"/>
            </a:xfrm>
            <a:prstGeom prst="rect">
              <a:avLst/>
            </a:prstGeom>
            <a:solidFill>
              <a:schemeClr val="bg2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3874" name="Oval 220"/>
            <p:cNvSpPr>
              <a:spLocks noChangeArrowheads="1"/>
            </p:cNvSpPr>
            <p:nvPr/>
          </p:nvSpPr>
          <p:spPr bwMode="auto">
            <a:xfrm>
              <a:off x="6959" y="1162"/>
              <a:ext cx="363" cy="363"/>
            </a:xfrm>
            <a:prstGeom prst="ellipse">
              <a:avLst/>
            </a:prstGeom>
            <a:gradFill rotWithShape="1">
              <a:gsLst>
                <a:gs pos="0">
                  <a:srgbClr val="0099FF"/>
                </a:gs>
                <a:gs pos="100000">
                  <a:srgbClr val="004776"/>
                </a:gs>
              </a:gsLst>
              <a:path path="shape">
                <a:fillToRect l="50000" t="50000" r="50000" b="50000"/>
              </a:path>
            </a:gradFill>
            <a:ln w="38100">
              <a:solidFill>
                <a:srgbClr val="FF99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endParaRPr lang="zh-CN" altLang="zh-CN" sz="2400" b="0">
                <a:ea typeface="仿宋_GB2312" pitchFamily="49" charset="-122"/>
              </a:endParaRPr>
            </a:p>
          </p:txBody>
        </p:sp>
        <p:sp>
          <p:nvSpPr>
            <p:cNvPr id="33875" name="Oval 221"/>
            <p:cNvSpPr>
              <a:spLocks noChangeArrowheads="1"/>
            </p:cNvSpPr>
            <p:nvPr/>
          </p:nvSpPr>
          <p:spPr bwMode="auto">
            <a:xfrm>
              <a:off x="5190" y="935"/>
              <a:ext cx="363" cy="363"/>
            </a:xfrm>
            <a:prstGeom prst="ellipse">
              <a:avLst/>
            </a:prstGeom>
            <a:gradFill rotWithShape="1">
              <a:gsLst>
                <a:gs pos="0">
                  <a:srgbClr val="0099FF"/>
                </a:gs>
                <a:gs pos="100000">
                  <a:srgbClr val="004776"/>
                </a:gs>
              </a:gsLst>
              <a:path path="shape">
                <a:fillToRect l="50000" t="50000" r="50000" b="50000"/>
              </a:path>
            </a:gradFill>
            <a:ln w="38100">
              <a:solidFill>
                <a:srgbClr val="FF99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endParaRPr lang="zh-CN" altLang="zh-CN" sz="2400" b="0">
                <a:ea typeface="仿宋_GB2312" pitchFamily="49" charset="-122"/>
              </a:endParaRPr>
            </a:p>
          </p:txBody>
        </p:sp>
        <p:sp>
          <p:nvSpPr>
            <p:cNvPr id="33876" name="Text Box 222"/>
            <p:cNvSpPr txBox="1">
              <a:spLocks noChangeArrowheads="1"/>
            </p:cNvSpPr>
            <p:nvPr/>
          </p:nvSpPr>
          <p:spPr bwMode="auto">
            <a:xfrm>
              <a:off x="6328" y="926"/>
              <a:ext cx="544" cy="32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pPr algn="ctr"/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12A</a:t>
              </a:r>
              <a:endParaRPr lang="en-US" altLang="zh-CN" b="0">
                <a:ea typeface="仿宋_GB2312" pitchFamily="49" charset="-122"/>
              </a:endParaRPr>
            </a:p>
          </p:txBody>
        </p:sp>
        <p:sp>
          <p:nvSpPr>
            <p:cNvPr id="33877" name="Text Box 223"/>
            <p:cNvSpPr txBox="1">
              <a:spLocks noChangeArrowheads="1"/>
            </p:cNvSpPr>
            <p:nvPr/>
          </p:nvSpPr>
          <p:spPr bwMode="auto">
            <a:xfrm>
              <a:off x="7322" y="1208"/>
              <a:ext cx="502" cy="32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pPr algn="ctr"/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24V</a:t>
              </a:r>
              <a:endParaRPr lang="en-US" altLang="zh-CN" b="0">
                <a:ea typeface="仿宋_GB2312" pitchFamily="49" charset="-122"/>
              </a:endParaRPr>
            </a:p>
          </p:txBody>
        </p:sp>
        <p:sp>
          <p:nvSpPr>
            <p:cNvPr id="33878" name="Text Box 225"/>
            <p:cNvSpPr txBox="1">
              <a:spLocks noChangeArrowheads="1"/>
            </p:cNvSpPr>
            <p:nvPr/>
          </p:nvSpPr>
          <p:spPr bwMode="auto">
            <a:xfrm>
              <a:off x="5372" y="663"/>
              <a:ext cx="242" cy="865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+</a:t>
              </a:r>
            </a:p>
            <a:p>
              <a:pPr algn="ctr"/>
              <a:endParaRPr lang="en-US" altLang="zh-CN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endParaRPr>
            </a:p>
            <a:p>
              <a:pPr algn="ctr"/>
              <a:r>
                <a:rPr lang="en-US" altLang="zh-CN" b="0">
                  <a:solidFill>
                    <a:schemeClr val="bg1"/>
                  </a:solidFill>
                  <a:latin typeface="宋体" pitchFamily="2" charset="-122"/>
                  <a:ea typeface="宋体" pitchFamily="2" charset="-122"/>
                </a:rPr>
                <a:t>-</a:t>
              </a:r>
              <a:endParaRPr lang="en-US" altLang="zh-CN" b="0">
                <a:latin typeface="宋体" pitchFamily="2" charset="-122"/>
                <a:ea typeface="宋体" pitchFamily="2" charset="-122"/>
              </a:endParaRPr>
            </a:p>
          </p:txBody>
        </p:sp>
        <p:sp>
          <p:nvSpPr>
            <p:cNvPr id="33879" name="Line 226"/>
            <p:cNvSpPr>
              <a:spLocks noChangeShapeType="1"/>
            </p:cNvSpPr>
            <p:nvPr/>
          </p:nvSpPr>
          <p:spPr bwMode="auto">
            <a:xfrm>
              <a:off x="6324" y="527"/>
              <a:ext cx="0" cy="1179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 type="oval" w="med" len="med"/>
              <a:tailEnd type="oval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880" name="Text Box 227"/>
            <p:cNvSpPr txBox="1">
              <a:spLocks noChangeArrowheads="1"/>
            </p:cNvSpPr>
            <p:nvPr/>
          </p:nvSpPr>
          <p:spPr bwMode="auto">
            <a:xfrm>
              <a:off x="5508" y="935"/>
              <a:ext cx="544" cy="32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pPr algn="ctr"/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48V</a:t>
              </a:r>
              <a:endParaRPr lang="en-US" altLang="zh-CN" b="0">
                <a:ea typeface="仿宋_GB2312" pitchFamily="49" charset="-122"/>
              </a:endParaRPr>
            </a:p>
          </p:txBody>
        </p:sp>
        <p:sp>
          <p:nvSpPr>
            <p:cNvPr id="33881" name="Text Box 228"/>
            <p:cNvSpPr txBox="1">
              <a:spLocks noChangeArrowheads="1"/>
            </p:cNvSpPr>
            <p:nvPr/>
          </p:nvSpPr>
          <p:spPr bwMode="auto">
            <a:xfrm>
              <a:off x="7186" y="618"/>
              <a:ext cx="400" cy="32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3</a:t>
              </a:r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  <a:sym typeface="Symbol" pitchFamily="18" charset="2"/>
                </a:rPr>
                <a:t></a:t>
              </a:r>
              <a:endParaRPr lang="en-US" altLang="zh-CN" b="0">
                <a:ea typeface="仿宋_GB2312" pitchFamily="49" charset="-122"/>
              </a:endParaRPr>
            </a:p>
          </p:txBody>
        </p:sp>
        <p:sp>
          <p:nvSpPr>
            <p:cNvPr id="33882" name="Text Box 229"/>
            <p:cNvSpPr txBox="1">
              <a:spLocks noChangeArrowheads="1"/>
            </p:cNvSpPr>
            <p:nvPr/>
          </p:nvSpPr>
          <p:spPr bwMode="auto">
            <a:xfrm>
              <a:off x="6336" y="1289"/>
              <a:ext cx="400" cy="32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2</a:t>
              </a:r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  <a:sym typeface="Symbol" pitchFamily="18" charset="2"/>
                </a:rPr>
                <a:t></a:t>
              </a:r>
              <a:endParaRPr lang="en-US" altLang="zh-CN" b="0">
                <a:ea typeface="仿宋_GB2312" pitchFamily="49" charset="-122"/>
              </a:endParaRPr>
            </a:p>
          </p:txBody>
        </p:sp>
        <p:sp>
          <p:nvSpPr>
            <p:cNvPr id="33883" name="Text Box 230"/>
            <p:cNvSpPr txBox="1">
              <a:spLocks noChangeArrowheads="1"/>
            </p:cNvSpPr>
            <p:nvPr/>
          </p:nvSpPr>
          <p:spPr bwMode="auto">
            <a:xfrm>
              <a:off x="7186" y="890"/>
              <a:ext cx="242" cy="865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+</a:t>
              </a:r>
            </a:p>
            <a:p>
              <a:pPr algn="ctr"/>
              <a:endParaRPr lang="en-US" altLang="zh-CN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endParaRPr>
            </a:p>
            <a:p>
              <a:pPr algn="ctr"/>
              <a:r>
                <a:rPr lang="en-US" altLang="zh-CN" b="0">
                  <a:solidFill>
                    <a:schemeClr val="bg1"/>
                  </a:solidFill>
                  <a:latin typeface="宋体" pitchFamily="2" charset="-122"/>
                  <a:ea typeface="宋体" pitchFamily="2" charset="-122"/>
                </a:rPr>
                <a:t>-</a:t>
              </a:r>
              <a:endParaRPr lang="en-US" altLang="zh-CN" b="0">
                <a:latin typeface="宋体" pitchFamily="2" charset="-122"/>
                <a:ea typeface="宋体" pitchFamily="2" charset="-122"/>
              </a:endParaRPr>
            </a:p>
          </p:txBody>
        </p:sp>
        <p:sp>
          <p:nvSpPr>
            <p:cNvPr id="33884" name="Line 231"/>
            <p:cNvSpPr>
              <a:spLocks noChangeShapeType="1"/>
            </p:cNvSpPr>
            <p:nvPr/>
          </p:nvSpPr>
          <p:spPr bwMode="auto">
            <a:xfrm>
              <a:off x="7005" y="663"/>
              <a:ext cx="0" cy="317"/>
            </a:xfrm>
            <a:prstGeom prst="line">
              <a:avLst/>
            </a:prstGeom>
            <a:noFill/>
            <a:ln w="28575">
              <a:solidFill>
                <a:srgbClr val="00FFFF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885" name="Line 232"/>
            <p:cNvSpPr>
              <a:spLocks noChangeShapeType="1"/>
            </p:cNvSpPr>
            <p:nvPr/>
          </p:nvSpPr>
          <p:spPr bwMode="auto">
            <a:xfrm>
              <a:off x="5556" y="482"/>
              <a:ext cx="317" cy="0"/>
            </a:xfrm>
            <a:prstGeom prst="line">
              <a:avLst/>
            </a:prstGeom>
            <a:noFill/>
            <a:ln w="28575">
              <a:solidFill>
                <a:srgbClr val="00FFFF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886" name="Text Box 233"/>
            <p:cNvSpPr txBox="1">
              <a:spLocks noChangeArrowheads="1"/>
            </p:cNvSpPr>
            <p:nvPr/>
          </p:nvSpPr>
          <p:spPr bwMode="auto">
            <a:xfrm>
              <a:off x="5556" y="472"/>
              <a:ext cx="318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ea typeface="仿宋_GB2312" pitchFamily="49" charset="-122"/>
                </a:rPr>
                <a:t>i</a:t>
              </a:r>
            </a:p>
          </p:txBody>
        </p:sp>
        <p:sp>
          <p:nvSpPr>
            <p:cNvPr id="33887" name="Text Box 234"/>
            <p:cNvSpPr txBox="1">
              <a:spLocks noChangeArrowheads="1"/>
            </p:cNvSpPr>
            <p:nvPr/>
          </p:nvSpPr>
          <p:spPr bwMode="auto">
            <a:xfrm>
              <a:off x="6687" y="618"/>
              <a:ext cx="318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ea typeface="仿宋_GB2312" pitchFamily="49" charset="-122"/>
                </a:rPr>
                <a:t>i</a:t>
              </a:r>
              <a:r>
                <a:rPr lang="en-US" altLang="zh-CN" b="0" baseline="-25000">
                  <a:solidFill>
                    <a:schemeClr val="bg1"/>
                  </a:solidFill>
                  <a:latin typeface="Times New Roman" pitchFamily="18" charset="0"/>
                  <a:ea typeface="仿宋_GB2312" pitchFamily="49" charset="-122"/>
                </a:rPr>
                <a:t>C</a:t>
              </a:r>
            </a:p>
          </p:txBody>
        </p:sp>
        <p:sp>
          <p:nvSpPr>
            <p:cNvPr id="33888" name="Text Box 235"/>
            <p:cNvSpPr txBox="1">
              <a:spLocks noChangeArrowheads="1"/>
            </p:cNvSpPr>
            <p:nvPr/>
          </p:nvSpPr>
          <p:spPr bwMode="auto">
            <a:xfrm>
              <a:off x="5964" y="436"/>
              <a:ext cx="242" cy="865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+</a:t>
              </a:r>
            </a:p>
            <a:p>
              <a:pPr algn="ctr"/>
              <a:endParaRPr lang="en-US" altLang="zh-CN" b="0">
                <a:solidFill>
                  <a:schemeClr val="bg1"/>
                </a:solidFill>
                <a:latin typeface="宋体" pitchFamily="2" charset="-122"/>
                <a:ea typeface="宋体" pitchFamily="2" charset="-122"/>
              </a:endParaRPr>
            </a:p>
            <a:p>
              <a:pPr algn="ctr"/>
              <a:r>
                <a:rPr lang="en-US" altLang="zh-CN" b="0">
                  <a:solidFill>
                    <a:schemeClr val="bg1"/>
                  </a:solidFill>
                  <a:latin typeface="宋体" pitchFamily="2" charset="-122"/>
                  <a:ea typeface="宋体" pitchFamily="2" charset="-122"/>
                </a:rPr>
                <a:t>-</a:t>
              </a:r>
              <a:endParaRPr lang="en-US" altLang="zh-CN" b="0">
                <a:latin typeface="宋体" pitchFamily="2" charset="-122"/>
                <a:ea typeface="宋体" pitchFamily="2" charset="-122"/>
              </a:endParaRPr>
            </a:p>
          </p:txBody>
        </p:sp>
        <p:sp>
          <p:nvSpPr>
            <p:cNvPr id="33889" name="Text Box 236"/>
            <p:cNvSpPr txBox="1">
              <a:spLocks noChangeArrowheads="1"/>
            </p:cNvSpPr>
            <p:nvPr/>
          </p:nvSpPr>
          <p:spPr bwMode="auto">
            <a:xfrm>
              <a:off x="5825" y="618"/>
              <a:ext cx="499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ea typeface="仿宋_GB2312" pitchFamily="49" charset="-122"/>
                </a:rPr>
                <a:t>u</a:t>
              </a:r>
              <a:r>
                <a:rPr lang="en-US" altLang="zh-CN" b="0" baseline="-25000">
                  <a:solidFill>
                    <a:schemeClr val="bg1"/>
                  </a:solidFill>
                  <a:latin typeface="Times New Roman" pitchFamily="18" charset="0"/>
                  <a:ea typeface="仿宋_GB2312" pitchFamily="49" charset="-122"/>
                </a:rPr>
                <a:t>L</a:t>
              </a:r>
            </a:p>
          </p:txBody>
        </p:sp>
        <p:sp>
          <p:nvSpPr>
            <p:cNvPr id="33890" name="Rectangle 237"/>
            <p:cNvSpPr>
              <a:spLocks noChangeArrowheads="1"/>
            </p:cNvSpPr>
            <p:nvPr/>
          </p:nvSpPr>
          <p:spPr bwMode="auto">
            <a:xfrm>
              <a:off x="5372" y="527"/>
              <a:ext cx="1769" cy="1179"/>
            </a:xfrm>
            <a:prstGeom prst="rect">
              <a:avLst/>
            </a:prstGeom>
            <a:noFill/>
            <a:ln w="28575">
              <a:solidFill>
                <a:srgbClr val="FFCC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3891" name="Rectangle 238"/>
            <p:cNvSpPr>
              <a:spLocks noChangeArrowheads="1"/>
            </p:cNvSpPr>
            <p:nvPr/>
          </p:nvSpPr>
          <p:spPr bwMode="auto">
            <a:xfrm>
              <a:off x="7059" y="663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</a:gradFill>
            <a:ln w="2857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3892" name="Rectangle 239"/>
            <p:cNvSpPr>
              <a:spLocks noChangeArrowheads="1"/>
            </p:cNvSpPr>
            <p:nvPr/>
          </p:nvSpPr>
          <p:spPr bwMode="auto">
            <a:xfrm>
              <a:off x="6246" y="1298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</a:gradFill>
            <a:ln w="2857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3893" name="Line 224"/>
            <p:cNvSpPr>
              <a:spLocks noChangeShapeType="1"/>
            </p:cNvSpPr>
            <p:nvPr/>
          </p:nvSpPr>
          <p:spPr bwMode="auto">
            <a:xfrm flipH="1">
              <a:off x="6327" y="984"/>
              <a:ext cx="1" cy="269"/>
            </a:xfrm>
            <a:prstGeom prst="line">
              <a:avLst/>
            </a:prstGeom>
            <a:noFill/>
            <a:ln w="28575">
              <a:solidFill>
                <a:srgbClr val="00FFFF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33894" name="Group 240"/>
            <p:cNvGrpSpPr>
              <a:grpSpLocks/>
            </p:cNvGrpSpPr>
            <p:nvPr/>
          </p:nvGrpSpPr>
          <p:grpSpPr bwMode="auto">
            <a:xfrm>
              <a:off x="6143" y="618"/>
              <a:ext cx="363" cy="363"/>
              <a:chOff x="4785" y="709"/>
              <a:chExt cx="363" cy="363"/>
            </a:xfrm>
          </p:grpSpPr>
          <p:sp>
            <p:nvSpPr>
              <p:cNvPr id="33895" name="Oval 241"/>
              <p:cNvSpPr>
                <a:spLocks noChangeArrowheads="1"/>
              </p:cNvSpPr>
              <p:nvPr/>
            </p:nvSpPr>
            <p:spPr bwMode="auto">
              <a:xfrm>
                <a:off x="4785" y="709"/>
                <a:ext cx="363" cy="363"/>
              </a:xfrm>
              <a:prstGeom prst="ellipse">
                <a:avLst/>
              </a:prstGeom>
              <a:gradFill rotWithShape="1">
                <a:gsLst>
                  <a:gs pos="0">
                    <a:srgbClr val="0099FF"/>
                  </a:gs>
                  <a:gs pos="100000">
                    <a:srgbClr val="004776"/>
                  </a:gs>
                </a:gsLst>
                <a:path path="shape">
                  <a:fillToRect l="50000" t="50000" r="50000" b="50000"/>
                </a:path>
              </a:gradFill>
              <a:ln w="38100">
                <a:solidFill>
                  <a:srgbClr val="FF99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endParaRPr lang="zh-CN" altLang="zh-CN" sz="2400" b="0">
                  <a:ea typeface="仿宋_GB2312" pitchFamily="49" charset="-122"/>
                </a:endParaRPr>
              </a:p>
            </p:txBody>
          </p:sp>
          <p:sp>
            <p:nvSpPr>
              <p:cNvPr id="33896" name="Line 242"/>
              <p:cNvSpPr>
                <a:spLocks noChangeShapeType="1"/>
              </p:cNvSpPr>
              <p:nvPr/>
            </p:nvSpPr>
            <p:spPr bwMode="auto">
              <a:xfrm>
                <a:off x="4785" y="890"/>
                <a:ext cx="363" cy="0"/>
              </a:xfrm>
              <a:prstGeom prst="line">
                <a:avLst/>
              </a:prstGeom>
              <a:noFill/>
              <a:ln w="38100">
                <a:solidFill>
                  <a:srgbClr val="FF99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829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29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29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829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" dur="500"/>
                                        <p:tgtEl>
                                          <p:spTgt spid="83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500"/>
                            </p:stCondLst>
                            <p:childTnLst>
                              <p:par>
                                <p:cTn id="16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0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830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30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0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8300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8300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830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830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831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831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83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3000"/>
                                        <p:tgtEl>
                                          <p:spTgt spid="829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2000"/>
                                        <p:tgtEl>
                                          <p:spTgt spid="829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831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831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9" dur="500"/>
                                        <p:tgtEl>
                                          <p:spTgt spid="83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0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68" dur="3000"/>
                                        <p:tgtEl>
                                          <p:spTgt spid="830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830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830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2952" grpId="0"/>
      <p:bldP spid="83006" grpId="0"/>
      <p:bldP spid="83007" grpId="0" animBg="1"/>
      <p:bldP spid="83100" grpId="0"/>
      <p:bldP spid="83101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5" name="Text Box 5"/>
          <p:cNvSpPr txBox="1">
            <a:spLocks noChangeArrowheads="1"/>
          </p:cNvSpPr>
          <p:nvPr/>
        </p:nvSpPr>
        <p:spPr bwMode="auto">
          <a:xfrm>
            <a:off x="1042988" y="476250"/>
            <a:ext cx="4860925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198000" rIns="198000" anchor="ctr">
            <a:spAutoFit/>
          </a:bodyPr>
          <a:lstStyle/>
          <a:p>
            <a:r>
              <a:rPr lang="zh-CN" altLang="en-US">
                <a:latin typeface="楷体_GB2312" pitchFamily="49" charset="-122"/>
              </a:rPr>
              <a:t>求</a:t>
            </a:r>
            <a:r>
              <a:rPr lang="en-US" altLang="zh-CN" b="0">
                <a:latin typeface="Times New Roman" pitchFamily="18" charset="0"/>
              </a:rPr>
              <a:t>k</a:t>
            </a:r>
            <a:r>
              <a:rPr lang="zh-CN" altLang="en-US">
                <a:latin typeface="楷体_GB2312" pitchFamily="49" charset="-122"/>
              </a:rPr>
              <a:t>闭合瞬间流过它的电流值</a:t>
            </a:r>
          </a:p>
        </p:txBody>
      </p:sp>
      <p:sp>
        <p:nvSpPr>
          <p:cNvPr id="81978" name="Text Box 58"/>
          <p:cNvSpPr txBox="1">
            <a:spLocks noChangeArrowheads="1"/>
          </p:cNvSpPr>
          <p:nvPr/>
        </p:nvSpPr>
        <p:spPr bwMode="auto">
          <a:xfrm>
            <a:off x="395288" y="3716338"/>
            <a:ext cx="504825" cy="519112"/>
          </a:xfrm>
          <a:prstGeom prst="rect">
            <a:avLst/>
          </a:prstGeom>
          <a:solidFill>
            <a:srgbClr val="660033"/>
          </a:solidFill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algn="ctr"/>
            <a:r>
              <a:rPr lang="zh-CN" altLang="en-US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解</a:t>
            </a:r>
            <a:endParaRPr lang="zh-CN" altLang="en-US" sz="2400">
              <a:ea typeface="仿宋_GB2312" pitchFamily="49" charset="-122"/>
            </a:endParaRPr>
          </a:p>
        </p:txBody>
      </p:sp>
      <p:sp>
        <p:nvSpPr>
          <p:cNvPr id="81979" name="Text Box 59"/>
          <p:cNvSpPr txBox="1">
            <a:spLocks noChangeArrowheads="1"/>
          </p:cNvSpPr>
          <p:nvPr/>
        </p:nvSpPr>
        <p:spPr bwMode="auto">
          <a:xfrm>
            <a:off x="971550" y="3716338"/>
            <a:ext cx="2881313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>
              <a:spcBef>
                <a:spcPct val="50000"/>
              </a:spcBef>
              <a:buFontTx/>
              <a:buAutoNum type="circleNumDbPlain"/>
            </a:pPr>
            <a:r>
              <a:rPr lang="zh-CN" altLang="en-US">
                <a:latin typeface="楷体_GB2312" pitchFamily="49" charset="-122"/>
              </a:rPr>
              <a:t>确定</a:t>
            </a:r>
            <a:r>
              <a:rPr lang="en-US" altLang="zh-CN" b="0">
                <a:latin typeface="宋体" pitchFamily="2" charset="-122"/>
                <a:ea typeface="宋体" pitchFamily="2" charset="-122"/>
              </a:rPr>
              <a:t>0</a:t>
            </a:r>
            <a:r>
              <a:rPr lang="zh-CN" altLang="en-US" b="0" baseline="-25000">
                <a:latin typeface="宋体" pitchFamily="2" charset="-122"/>
                <a:ea typeface="宋体" pitchFamily="2" charset="-122"/>
              </a:rPr>
              <a:t>－</a:t>
            </a:r>
            <a:r>
              <a:rPr lang="zh-CN" altLang="en-US">
                <a:latin typeface="楷体_GB2312" pitchFamily="49" charset="-122"/>
              </a:rPr>
              <a:t>值</a:t>
            </a:r>
          </a:p>
        </p:txBody>
      </p:sp>
      <p:graphicFrame>
        <p:nvGraphicFramePr>
          <p:cNvPr id="81986" name="Object 66"/>
          <p:cNvGraphicFramePr>
            <a:graphicFrameLocks noChangeAspect="1"/>
          </p:cNvGraphicFramePr>
          <p:nvPr/>
        </p:nvGraphicFramePr>
        <p:xfrm>
          <a:off x="611188" y="4149725"/>
          <a:ext cx="3563937" cy="928688"/>
        </p:xfrm>
        <a:graphic>
          <a:graphicData uri="http://schemas.openxmlformats.org/presentationml/2006/ole">
            <p:oleObj spid="_x0000_s34820" r:id="rId3" imgW="1587600" imgH="403560" progId="Equation.3">
              <p:embed/>
            </p:oleObj>
          </a:graphicData>
        </a:graphic>
      </p:graphicFrame>
      <p:graphicFrame>
        <p:nvGraphicFramePr>
          <p:cNvPr id="81987" name="Object 67"/>
          <p:cNvGraphicFramePr>
            <a:graphicFrameLocks noChangeAspect="1"/>
          </p:cNvGraphicFramePr>
          <p:nvPr/>
        </p:nvGraphicFramePr>
        <p:xfrm>
          <a:off x="611188" y="5157788"/>
          <a:ext cx="3476625" cy="530225"/>
        </p:xfrm>
        <a:graphic>
          <a:graphicData uri="http://schemas.openxmlformats.org/presentationml/2006/ole">
            <p:oleObj spid="_x0000_s34821" r:id="rId4" imgW="1436760" imgH="207720" progId="Equation.3">
              <p:embed/>
            </p:oleObj>
          </a:graphicData>
        </a:graphic>
      </p:graphicFrame>
      <p:sp>
        <p:nvSpPr>
          <p:cNvPr id="81988" name="Text Box 68"/>
          <p:cNvSpPr txBox="1">
            <a:spLocks noChangeArrowheads="1"/>
          </p:cNvSpPr>
          <p:nvPr/>
        </p:nvSpPr>
        <p:spPr bwMode="auto">
          <a:xfrm>
            <a:off x="539750" y="5805488"/>
            <a:ext cx="3995738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>
              <a:spcBef>
                <a:spcPct val="50000"/>
              </a:spcBef>
              <a:buFontTx/>
              <a:buAutoNum type="circleNumDbPlain" startAt="2"/>
            </a:pPr>
            <a:r>
              <a:rPr lang="zh-CN" altLang="en-US">
                <a:latin typeface="楷体_GB2312" pitchFamily="49" charset="-122"/>
              </a:rPr>
              <a:t>给出</a:t>
            </a:r>
            <a:r>
              <a:rPr lang="en-US" altLang="zh-CN" b="0">
                <a:latin typeface="宋体" pitchFamily="2" charset="-122"/>
                <a:ea typeface="宋体" pitchFamily="2" charset="-122"/>
              </a:rPr>
              <a:t>0</a:t>
            </a:r>
            <a:r>
              <a:rPr lang="zh-CN" altLang="en-US" b="0" baseline="-25000">
                <a:latin typeface="宋体" pitchFamily="2" charset="-122"/>
                <a:ea typeface="宋体" pitchFamily="2" charset="-122"/>
              </a:rPr>
              <a:t>＋</a:t>
            </a:r>
            <a:r>
              <a:rPr lang="zh-CN" altLang="en-US">
                <a:latin typeface="楷体_GB2312" pitchFamily="49" charset="-122"/>
              </a:rPr>
              <a:t>等效电路</a:t>
            </a:r>
          </a:p>
        </p:txBody>
      </p:sp>
      <p:graphicFrame>
        <p:nvGraphicFramePr>
          <p:cNvPr id="82037" name="Object 117"/>
          <p:cNvGraphicFramePr>
            <a:graphicFrameLocks noChangeAspect="1"/>
          </p:cNvGraphicFramePr>
          <p:nvPr/>
        </p:nvGraphicFramePr>
        <p:xfrm>
          <a:off x="4932363" y="4068763"/>
          <a:ext cx="3663950" cy="944562"/>
        </p:xfrm>
        <a:graphic>
          <a:graphicData uri="http://schemas.openxmlformats.org/presentationml/2006/ole">
            <p:oleObj spid="_x0000_s34823" r:id="rId5" imgW="1610640" imgH="403560" progId="Equation.3">
              <p:embed/>
            </p:oleObj>
          </a:graphicData>
        </a:graphic>
      </p:graphicFrame>
      <p:graphicFrame>
        <p:nvGraphicFramePr>
          <p:cNvPr id="82045" name="Object 125"/>
          <p:cNvGraphicFramePr>
            <a:graphicFrameLocks noChangeAspect="1"/>
          </p:cNvGraphicFramePr>
          <p:nvPr/>
        </p:nvGraphicFramePr>
        <p:xfrm>
          <a:off x="4932363" y="5013325"/>
          <a:ext cx="3660775" cy="485775"/>
        </p:xfrm>
        <a:graphic>
          <a:graphicData uri="http://schemas.openxmlformats.org/presentationml/2006/ole">
            <p:oleObj spid="_x0000_s34824" r:id="rId6" imgW="1657080" imgH="207720" progId="Equation.3">
              <p:embed/>
            </p:oleObj>
          </a:graphicData>
        </a:graphic>
      </p:graphicFrame>
      <p:graphicFrame>
        <p:nvGraphicFramePr>
          <p:cNvPr id="82047" name="Object 127"/>
          <p:cNvGraphicFramePr>
            <a:graphicFrameLocks noChangeAspect="1"/>
          </p:cNvGraphicFramePr>
          <p:nvPr/>
        </p:nvGraphicFramePr>
        <p:xfrm>
          <a:off x="4576763" y="5734050"/>
          <a:ext cx="4171950" cy="525463"/>
        </p:xfrm>
        <a:graphic>
          <a:graphicData uri="http://schemas.openxmlformats.org/presentationml/2006/ole">
            <p:oleObj spid="_x0000_s34825" r:id="rId7" imgW="1738080" imgH="207720" progId="Equation.3">
              <p:embed/>
            </p:oleObj>
          </a:graphicData>
        </a:graphic>
      </p:graphicFrame>
      <p:grpSp>
        <p:nvGrpSpPr>
          <p:cNvPr id="34826" name="Group 131"/>
          <p:cNvGrpSpPr>
            <a:grpSpLocks/>
          </p:cNvGrpSpPr>
          <p:nvPr/>
        </p:nvGrpSpPr>
        <p:grpSpPr bwMode="auto"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34827" name="Picture 132" descr="78900"/>
            <p:cNvPicPr>
              <a:picLocks noChangeAspect="1" noChangeArrowheads="1"/>
            </p:cNvPicPr>
            <p:nvPr/>
          </p:nvPicPr>
          <p:blipFill>
            <a:blip r:embed="rId8"/>
            <a:srcRect/>
            <a:stretch>
              <a:fillRect/>
            </a:stretch>
          </p:blipFill>
          <p:spPr bwMode="auto"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34828" name="Text Box 133">
              <a:hlinkClick r:id="" action="ppaction://hlinkshowjump?jump=nextslide"/>
            </p:cNvPr>
            <p:cNvSpPr txBox="1">
              <a:spLocks noChangeArrowheads="1"/>
            </p:cNvSpPr>
            <p:nvPr/>
          </p:nvSpPr>
          <p:spPr bwMode="auto"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0">
                  <a:solidFill>
                    <a:schemeClr val="bg1"/>
                  </a:solidFill>
                  <a:latin typeface="隶书" pitchFamily="49" charset="-122"/>
                  <a:ea typeface="隶书" pitchFamily="49" charset="-122"/>
                </a:rPr>
                <a:t>下 页</a:t>
              </a:r>
            </a:p>
          </p:txBody>
        </p:sp>
      </p:grpSp>
      <p:grpSp>
        <p:nvGrpSpPr>
          <p:cNvPr id="34829" name="Group 134"/>
          <p:cNvGrpSpPr>
            <a:grpSpLocks/>
          </p:cNvGrpSpPr>
          <p:nvPr/>
        </p:nvGrpSpPr>
        <p:grpSpPr bwMode="auto">
          <a:xfrm>
            <a:off x="7453313" y="6446838"/>
            <a:ext cx="792162" cy="366712"/>
            <a:chOff x="4649" y="4020"/>
            <a:chExt cx="499" cy="231"/>
          </a:xfrm>
        </p:grpSpPr>
        <p:pic>
          <p:nvPicPr>
            <p:cNvPr id="34830" name="Picture 135" descr="78900"/>
            <p:cNvPicPr>
              <a:picLocks noChangeAspect="1" noChangeArrowheads="1"/>
            </p:cNvPicPr>
            <p:nvPr/>
          </p:nvPicPr>
          <p:blipFill>
            <a:blip r:embed="rId8"/>
            <a:srcRect/>
            <a:stretch>
              <a:fillRect/>
            </a:stretch>
          </p:blipFill>
          <p:spPr bwMode="auto"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34831" name="Text Box 136">
              <a:hlinkClick r:id="" action="ppaction://hlinkshowjump?jump=previousslide"/>
            </p:cNvPr>
            <p:cNvSpPr txBox="1">
              <a:spLocks noChangeArrowheads="1"/>
            </p:cNvSpPr>
            <p:nvPr/>
          </p:nvSpPr>
          <p:spPr bwMode="auto"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0">
                  <a:solidFill>
                    <a:schemeClr val="bg1"/>
                  </a:solidFill>
                  <a:latin typeface="隶书" pitchFamily="49" charset="-122"/>
                  <a:ea typeface="隶书" pitchFamily="49" charset="-122"/>
                </a:rPr>
                <a:t>上 页</a:t>
              </a:r>
            </a:p>
          </p:txBody>
        </p:sp>
      </p:grpSp>
      <p:sp>
        <p:nvSpPr>
          <p:cNvPr id="81924" name="Rectangle 4"/>
          <p:cNvSpPr>
            <a:spLocks noChangeArrowheads="1"/>
          </p:cNvSpPr>
          <p:nvPr/>
        </p:nvSpPr>
        <p:spPr bwMode="auto">
          <a:xfrm>
            <a:off x="395288" y="549275"/>
            <a:ext cx="1152525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r>
              <a:rPr lang="zh-CN" altLang="en-US" sz="320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例</a:t>
            </a:r>
            <a:r>
              <a:rPr lang="en-US" altLang="zh-CN" sz="3200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5</a:t>
            </a:r>
          </a:p>
        </p:txBody>
      </p:sp>
      <p:grpSp>
        <p:nvGrpSpPr>
          <p:cNvPr id="82123" name="Group 203"/>
          <p:cNvGrpSpPr>
            <a:grpSpLocks/>
          </p:cNvGrpSpPr>
          <p:nvPr/>
        </p:nvGrpSpPr>
        <p:grpSpPr bwMode="auto">
          <a:xfrm>
            <a:off x="4859338" y="1268413"/>
            <a:ext cx="3787775" cy="2089150"/>
            <a:chOff x="612" y="2296"/>
            <a:chExt cx="2386" cy="1316"/>
          </a:xfrm>
        </p:grpSpPr>
        <p:sp>
          <p:nvSpPr>
            <p:cNvPr id="34834" name="Oval 204"/>
            <p:cNvSpPr>
              <a:spLocks noChangeArrowheads="1"/>
            </p:cNvSpPr>
            <p:nvPr/>
          </p:nvSpPr>
          <p:spPr bwMode="auto">
            <a:xfrm>
              <a:off x="1655" y="3113"/>
              <a:ext cx="363" cy="363"/>
            </a:xfrm>
            <a:prstGeom prst="ellipse">
              <a:avLst/>
            </a:prstGeom>
            <a:gradFill rotWithShape="1">
              <a:gsLst>
                <a:gs pos="0">
                  <a:srgbClr val="0099FF"/>
                </a:gs>
                <a:gs pos="100000">
                  <a:srgbClr val="004776"/>
                </a:gs>
              </a:gsLst>
              <a:path path="shape">
                <a:fillToRect l="50000" t="50000" r="50000" b="50000"/>
              </a:path>
            </a:gradFill>
            <a:ln w="38100">
              <a:solidFill>
                <a:srgbClr val="FF99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endParaRPr lang="zh-CN" altLang="zh-CN" sz="2400" b="0">
                <a:ea typeface="仿宋_GB2312" pitchFamily="49" charset="-122"/>
              </a:endParaRPr>
            </a:p>
          </p:txBody>
        </p:sp>
        <p:sp>
          <p:nvSpPr>
            <p:cNvPr id="34835" name="Line 205"/>
            <p:cNvSpPr>
              <a:spLocks noChangeShapeType="1"/>
            </p:cNvSpPr>
            <p:nvPr/>
          </p:nvSpPr>
          <p:spPr bwMode="auto">
            <a:xfrm>
              <a:off x="1610" y="2387"/>
              <a:ext cx="0" cy="272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 type="oval" w="med" len="med"/>
              <a:tailEnd type="oval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836" name="Text Box 206"/>
            <p:cNvSpPr txBox="1">
              <a:spLocks noChangeArrowheads="1"/>
            </p:cNvSpPr>
            <p:nvPr/>
          </p:nvSpPr>
          <p:spPr bwMode="auto">
            <a:xfrm>
              <a:off x="739" y="2342"/>
              <a:ext cx="263" cy="32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i</a:t>
              </a:r>
              <a:r>
                <a:rPr lang="en-US" altLang="zh-CN" b="0" i="1" baseline="-2500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L</a:t>
              </a:r>
              <a:endParaRPr lang="en-US" altLang="zh-CN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34837" name="Text Box 207"/>
            <p:cNvSpPr txBox="1">
              <a:spLocks noChangeArrowheads="1"/>
            </p:cNvSpPr>
            <p:nvPr/>
          </p:nvSpPr>
          <p:spPr bwMode="auto">
            <a:xfrm>
              <a:off x="2018" y="3022"/>
              <a:ext cx="502" cy="583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>
                <a:lnSpc>
                  <a:spcPct val="65000"/>
                </a:lnSpc>
              </a:pPr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+</a:t>
              </a:r>
            </a:p>
            <a:p>
              <a:pPr>
                <a:lnSpc>
                  <a:spcPct val="65000"/>
                </a:lnSpc>
              </a:pPr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20V</a:t>
              </a:r>
              <a:endParaRPr lang="en-US" altLang="zh-CN" b="0" baseline="-2500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endParaRPr>
            </a:p>
            <a:p>
              <a:pPr>
                <a:lnSpc>
                  <a:spcPct val="65000"/>
                </a:lnSpc>
              </a:pPr>
              <a:r>
                <a:rPr lang="en-US" altLang="zh-CN" b="0">
                  <a:solidFill>
                    <a:schemeClr val="bg1"/>
                  </a:solidFill>
                  <a:latin typeface="宋体" pitchFamily="2" charset="-122"/>
                  <a:ea typeface="宋体" pitchFamily="2" charset="-122"/>
                </a:rPr>
                <a:t>-</a:t>
              </a:r>
            </a:p>
          </p:txBody>
        </p:sp>
        <p:sp>
          <p:nvSpPr>
            <p:cNvPr id="34838" name="Text Box 208"/>
            <p:cNvSpPr txBox="1">
              <a:spLocks noChangeArrowheads="1"/>
            </p:cNvSpPr>
            <p:nvPr/>
          </p:nvSpPr>
          <p:spPr bwMode="auto">
            <a:xfrm>
              <a:off x="714" y="2822"/>
              <a:ext cx="512" cy="32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  <a:sym typeface="Symbol" pitchFamily="18" charset="2"/>
                </a:rPr>
                <a:t>10</a:t>
              </a:r>
            </a:p>
          </p:txBody>
        </p:sp>
        <p:sp>
          <p:nvSpPr>
            <p:cNvPr id="34839" name="Line 209"/>
            <p:cNvSpPr>
              <a:spLocks noChangeShapeType="1"/>
            </p:cNvSpPr>
            <p:nvPr/>
          </p:nvSpPr>
          <p:spPr bwMode="auto">
            <a:xfrm flipH="1">
              <a:off x="1010" y="2478"/>
              <a:ext cx="318" cy="0"/>
            </a:xfrm>
            <a:prstGeom prst="line">
              <a:avLst/>
            </a:prstGeom>
            <a:noFill/>
            <a:ln w="28575">
              <a:solidFill>
                <a:srgbClr val="00FFFF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840" name="Text Box 210"/>
            <p:cNvSpPr txBox="1">
              <a:spLocks noChangeArrowheads="1"/>
            </p:cNvSpPr>
            <p:nvPr/>
          </p:nvSpPr>
          <p:spPr bwMode="auto">
            <a:xfrm>
              <a:off x="1973" y="2296"/>
              <a:ext cx="244" cy="32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+</a:t>
              </a:r>
            </a:p>
          </p:txBody>
        </p:sp>
        <p:sp>
          <p:nvSpPr>
            <p:cNvPr id="34841" name="Line 211"/>
            <p:cNvSpPr>
              <a:spLocks noChangeShapeType="1"/>
            </p:cNvSpPr>
            <p:nvPr/>
          </p:nvSpPr>
          <p:spPr bwMode="auto">
            <a:xfrm flipH="1" flipV="1">
              <a:off x="2916" y="2387"/>
              <a:ext cx="0" cy="1225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842" name="Line 212"/>
            <p:cNvSpPr>
              <a:spLocks noChangeShapeType="1"/>
            </p:cNvSpPr>
            <p:nvPr/>
          </p:nvSpPr>
          <p:spPr bwMode="auto">
            <a:xfrm>
              <a:off x="694" y="2388"/>
              <a:ext cx="0" cy="1224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843" name="Line 213"/>
            <p:cNvSpPr>
              <a:spLocks noChangeShapeType="1"/>
            </p:cNvSpPr>
            <p:nvPr/>
          </p:nvSpPr>
          <p:spPr bwMode="auto">
            <a:xfrm>
              <a:off x="694" y="3612"/>
              <a:ext cx="2222" cy="0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844" name="Text Box 214"/>
            <p:cNvSpPr txBox="1">
              <a:spLocks noChangeArrowheads="1"/>
            </p:cNvSpPr>
            <p:nvPr/>
          </p:nvSpPr>
          <p:spPr bwMode="auto">
            <a:xfrm>
              <a:off x="2191" y="2342"/>
              <a:ext cx="436" cy="32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pPr algn="ctr"/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u</a:t>
              </a:r>
              <a:r>
                <a:rPr lang="en-US" altLang="zh-CN" b="0" i="1" baseline="-2500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C</a:t>
              </a:r>
            </a:p>
          </p:txBody>
        </p:sp>
        <p:sp>
          <p:nvSpPr>
            <p:cNvPr id="34845" name="Text Box 215"/>
            <p:cNvSpPr txBox="1">
              <a:spLocks noChangeArrowheads="1"/>
            </p:cNvSpPr>
            <p:nvPr/>
          </p:nvSpPr>
          <p:spPr bwMode="auto">
            <a:xfrm>
              <a:off x="1893" y="2659"/>
              <a:ext cx="512" cy="32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10</a:t>
              </a:r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  <a:sym typeface="Symbol" pitchFamily="18" charset="2"/>
                </a:rPr>
                <a:t></a:t>
              </a:r>
            </a:p>
          </p:txBody>
        </p:sp>
        <p:sp>
          <p:nvSpPr>
            <p:cNvPr id="34846" name="Text Box 216"/>
            <p:cNvSpPr txBox="1">
              <a:spLocks noChangeArrowheads="1"/>
            </p:cNvSpPr>
            <p:nvPr/>
          </p:nvSpPr>
          <p:spPr bwMode="auto">
            <a:xfrm>
              <a:off x="2346" y="2840"/>
              <a:ext cx="512" cy="32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10</a:t>
              </a:r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  <a:sym typeface="Symbol" pitchFamily="18" charset="2"/>
                </a:rPr>
                <a:t></a:t>
              </a:r>
            </a:p>
          </p:txBody>
        </p:sp>
        <p:sp>
          <p:nvSpPr>
            <p:cNvPr id="34847" name="Line 217"/>
            <p:cNvSpPr>
              <a:spLocks noChangeShapeType="1"/>
            </p:cNvSpPr>
            <p:nvPr/>
          </p:nvSpPr>
          <p:spPr bwMode="auto">
            <a:xfrm>
              <a:off x="1338" y="2660"/>
              <a:ext cx="498" cy="0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848" name="Line 218"/>
            <p:cNvSpPr>
              <a:spLocks noChangeShapeType="1"/>
            </p:cNvSpPr>
            <p:nvPr/>
          </p:nvSpPr>
          <p:spPr bwMode="auto">
            <a:xfrm>
              <a:off x="1836" y="2660"/>
              <a:ext cx="0" cy="952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 type="oval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849" name="Line 219"/>
            <p:cNvSpPr>
              <a:spLocks noChangeShapeType="1"/>
            </p:cNvSpPr>
            <p:nvPr/>
          </p:nvSpPr>
          <p:spPr bwMode="auto">
            <a:xfrm>
              <a:off x="1338" y="2660"/>
              <a:ext cx="0" cy="363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 type="oval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850" name="Line 220"/>
            <p:cNvSpPr>
              <a:spLocks noChangeShapeType="1"/>
            </p:cNvSpPr>
            <p:nvPr/>
          </p:nvSpPr>
          <p:spPr bwMode="auto">
            <a:xfrm>
              <a:off x="1338" y="3204"/>
              <a:ext cx="0" cy="408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 type="oval" w="med" len="med"/>
              <a:tailEnd type="oval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851" name="Line 221"/>
            <p:cNvSpPr>
              <a:spLocks noChangeShapeType="1"/>
            </p:cNvSpPr>
            <p:nvPr/>
          </p:nvSpPr>
          <p:spPr bwMode="auto">
            <a:xfrm>
              <a:off x="694" y="2387"/>
              <a:ext cx="1587" cy="0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852" name="Line 222"/>
            <p:cNvSpPr>
              <a:spLocks noChangeShapeType="1"/>
            </p:cNvSpPr>
            <p:nvPr/>
          </p:nvSpPr>
          <p:spPr bwMode="auto">
            <a:xfrm>
              <a:off x="2508" y="2388"/>
              <a:ext cx="408" cy="0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853" name="Text Box 223"/>
            <p:cNvSpPr txBox="1">
              <a:spLocks noChangeArrowheads="1"/>
            </p:cNvSpPr>
            <p:nvPr/>
          </p:nvSpPr>
          <p:spPr bwMode="auto">
            <a:xfrm>
              <a:off x="2508" y="2296"/>
              <a:ext cx="318" cy="32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pPr algn="ctr"/>
              <a:r>
                <a:rPr lang="zh-CN" altLang="en-US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－</a:t>
              </a:r>
            </a:p>
          </p:txBody>
        </p:sp>
        <p:sp>
          <p:nvSpPr>
            <p:cNvPr id="34854" name="Rectangle 224"/>
            <p:cNvSpPr>
              <a:spLocks noChangeArrowheads="1"/>
            </p:cNvSpPr>
            <p:nvPr/>
          </p:nvSpPr>
          <p:spPr bwMode="auto">
            <a:xfrm>
              <a:off x="612" y="2840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</a:gradFill>
            <a:ln w="2857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4855" name="Rectangle 225"/>
            <p:cNvSpPr>
              <a:spLocks noChangeArrowheads="1"/>
            </p:cNvSpPr>
            <p:nvPr/>
          </p:nvSpPr>
          <p:spPr bwMode="auto">
            <a:xfrm>
              <a:off x="1791" y="2704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</a:gradFill>
            <a:ln w="2857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4856" name="Rectangle 226"/>
            <p:cNvSpPr>
              <a:spLocks noChangeArrowheads="1"/>
            </p:cNvSpPr>
            <p:nvPr/>
          </p:nvSpPr>
          <p:spPr bwMode="auto">
            <a:xfrm>
              <a:off x="2871" y="2795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</a:gradFill>
            <a:ln w="2857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4857" name="Oval 227"/>
            <p:cNvSpPr>
              <a:spLocks noChangeArrowheads="1"/>
            </p:cNvSpPr>
            <p:nvPr/>
          </p:nvSpPr>
          <p:spPr bwMode="auto">
            <a:xfrm>
              <a:off x="2437" y="2342"/>
              <a:ext cx="71" cy="68"/>
            </a:xfrm>
            <a:prstGeom prst="ellips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4858" name="Oval 228"/>
            <p:cNvSpPr>
              <a:spLocks noChangeArrowheads="1"/>
            </p:cNvSpPr>
            <p:nvPr/>
          </p:nvSpPr>
          <p:spPr bwMode="auto">
            <a:xfrm>
              <a:off x="2281" y="2342"/>
              <a:ext cx="71" cy="68"/>
            </a:xfrm>
            <a:prstGeom prst="ellips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82149" name="Group 229"/>
          <p:cNvGrpSpPr>
            <a:grpSpLocks/>
          </p:cNvGrpSpPr>
          <p:nvPr/>
        </p:nvGrpSpPr>
        <p:grpSpPr bwMode="auto">
          <a:xfrm>
            <a:off x="684213" y="836613"/>
            <a:ext cx="3787775" cy="2592387"/>
            <a:chOff x="385" y="2069"/>
            <a:chExt cx="2386" cy="1633"/>
          </a:xfrm>
        </p:grpSpPr>
        <p:sp>
          <p:nvSpPr>
            <p:cNvPr id="34860" name="Oval 230"/>
            <p:cNvSpPr>
              <a:spLocks noChangeArrowheads="1"/>
            </p:cNvSpPr>
            <p:nvPr/>
          </p:nvSpPr>
          <p:spPr bwMode="auto">
            <a:xfrm>
              <a:off x="1473" y="3203"/>
              <a:ext cx="363" cy="363"/>
            </a:xfrm>
            <a:prstGeom prst="ellipse">
              <a:avLst/>
            </a:prstGeom>
            <a:gradFill rotWithShape="1">
              <a:gsLst>
                <a:gs pos="0">
                  <a:srgbClr val="0099FF"/>
                </a:gs>
                <a:gs pos="100000">
                  <a:srgbClr val="004776"/>
                </a:gs>
              </a:gsLst>
              <a:path path="shape">
                <a:fillToRect l="50000" t="50000" r="50000" b="50000"/>
              </a:path>
            </a:gradFill>
            <a:ln w="38100">
              <a:solidFill>
                <a:srgbClr val="FF99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endParaRPr lang="zh-CN" altLang="zh-CN" sz="2400" b="0">
                <a:ea typeface="仿宋_GB2312" pitchFamily="49" charset="-122"/>
              </a:endParaRPr>
            </a:p>
          </p:txBody>
        </p:sp>
        <p:sp>
          <p:nvSpPr>
            <p:cNvPr id="34861" name="Line 231"/>
            <p:cNvSpPr>
              <a:spLocks noChangeShapeType="1"/>
            </p:cNvSpPr>
            <p:nvPr/>
          </p:nvSpPr>
          <p:spPr bwMode="auto">
            <a:xfrm>
              <a:off x="1428" y="2477"/>
              <a:ext cx="0" cy="272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 type="oval" w="med" len="med"/>
              <a:tailEnd type="oval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862" name="Text Box 232"/>
            <p:cNvSpPr txBox="1">
              <a:spLocks noChangeArrowheads="1"/>
            </p:cNvSpPr>
            <p:nvPr/>
          </p:nvSpPr>
          <p:spPr bwMode="auto">
            <a:xfrm>
              <a:off x="512" y="2432"/>
              <a:ext cx="263" cy="32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i</a:t>
              </a:r>
              <a:r>
                <a:rPr lang="en-US" altLang="zh-CN" b="0" i="1" baseline="-2500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L</a:t>
              </a:r>
              <a:endParaRPr lang="en-US" altLang="zh-CN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34863" name="Text Box 233"/>
            <p:cNvSpPr txBox="1">
              <a:spLocks noChangeArrowheads="1"/>
            </p:cNvSpPr>
            <p:nvPr/>
          </p:nvSpPr>
          <p:spPr bwMode="auto">
            <a:xfrm>
              <a:off x="1791" y="3113"/>
              <a:ext cx="502" cy="583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>
                <a:lnSpc>
                  <a:spcPct val="65000"/>
                </a:lnSpc>
              </a:pPr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+</a:t>
              </a:r>
            </a:p>
            <a:p>
              <a:pPr>
                <a:lnSpc>
                  <a:spcPct val="65000"/>
                </a:lnSpc>
              </a:pPr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20V</a:t>
              </a:r>
              <a:endParaRPr lang="en-US" altLang="zh-CN" b="0" baseline="-2500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endParaRPr>
            </a:p>
            <a:p>
              <a:pPr>
                <a:lnSpc>
                  <a:spcPct val="65000"/>
                </a:lnSpc>
              </a:pPr>
              <a:r>
                <a:rPr lang="en-US" altLang="zh-CN" b="0">
                  <a:solidFill>
                    <a:schemeClr val="bg1"/>
                  </a:solidFill>
                  <a:latin typeface="宋体" pitchFamily="2" charset="-122"/>
                  <a:ea typeface="宋体" pitchFamily="2" charset="-122"/>
                </a:rPr>
                <a:t>-</a:t>
              </a:r>
            </a:p>
          </p:txBody>
        </p:sp>
        <p:sp>
          <p:nvSpPr>
            <p:cNvPr id="34864" name="Text Box 234"/>
            <p:cNvSpPr txBox="1">
              <a:spLocks noChangeArrowheads="1"/>
            </p:cNvSpPr>
            <p:nvPr/>
          </p:nvSpPr>
          <p:spPr bwMode="auto">
            <a:xfrm>
              <a:off x="830" y="2069"/>
              <a:ext cx="241" cy="32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L</a:t>
              </a:r>
              <a:endParaRPr lang="en-US" altLang="zh-CN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34865" name="Text Box 235"/>
            <p:cNvSpPr txBox="1">
              <a:spLocks noChangeArrowheads="1"/>
            </p:cNvSpPr>
            <p:nvPr/>
          </p:nvSpPr>
          <p:spPr bwMode="auto">
            <a:xfrm>
              <a:off x="878" y="3294"/>
              <a:ext cx="241" cy="32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S</a:t>
              </a:r>
            </a:p>
          </p:txBody>
        </p:sp>
        <p:sp>
          <p:nvSpPr>
            <p:cNvPr id="34866" name="Text Box 236"/>
            <p:cNvSpPr txBox="1">
              <a:spLocks noChangeArrowheads="1"/>
            </p:cNvSpPr>
            <p:nvPr/>
          </p:nvSpPr>
          <p:spPr bwMode="auto">
            <a:xfrm>
              <a:off x="431" y="2931"/>
              <a:ext cx="512" cy="32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  <a:sym typeface="Symbol" pitchFamily="18" charset="2"/>
                </a:rPr>
                <a:t>10</a:t>
              </a:r>
            </a:p>
          </p:txBody>
        </p:sp>
        <p:sp>
          <p:nvSpPr>
            <p:cNvPr id="34867" name="Line 237"/>
            <p:cNvSpPr>
              <a:spLocks noChangeShapeType="1"/>
            </p:cNvSpPr>
            <p:nvPr/>
          </p:nvSpPr>
          <p:spPr bwMode="auto">
            <a:xfrm flipH="1">
              <a:off x="783" y="2568"/>
              <a:ext cx="318" cy="0"/>
            </a:xfrm>
            <a:prstGeom prst="line">
              <a:avLst/>
            </a:prstGeom>
            <a:noFill/>
            <a:ln w="28575">
              <a:solidFill>
                <a:srgbClr val="00FFFF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868" name="Line 238"/>
            <p:cNvSpPr>
              <a:spLocks noChangeShapeType="1"/>
            </p:cNvSpPr>
            <p:nvPr/>
          </p:nvSpPr>
          <p:spPr bwMode="auto">
            <a:xfrm>
              <a:off x="884" y="2931"/>
              <a:ext cx="227" cy="227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869" name="Text Box 239"/>
            <p:cNvSpPr txBox="1">
              <a:spLocks noChangeArrowheads="1"/>
            </p:cNvSpPr>
            <p:nvPr/>
          </p:nvSpPr>
          <p:spPr bwMode="auto">
            <a:xfrm>
              <a:off x="1882" y="2387"/>
              <a:ext cx="244" cy="32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+</a:t>
              </a:r>
            </a:p>
          </p:txBody>
        </p:sp>
        <p:sp>
          <p:nvSpPr>
            <p:cNvPr id="34870" name="Line 240"/>
            <p:cNvSpPr>
              <a:spLocks noChangeShapeType="1"/>
            </p:cNvSpPr>
            <p:nvPr/>
          </p:nvSpPr>
          <p:spPr bwMode="auto">
            <a:xfrm flipH="1" flipV="1">
              <a:off x="2689" y="2477"/>
              <a:ext cx="0" cy="1225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871" name="Line 241"/>
            <p:cNvSpPr>
              <a:spLocks noChangeShapeType="1"/>
            </p:cNvSpPr>
            <p:nvPr/>
          </p:nvSpPr>
          <p:spPr bwMode="auto">
            <a:xfrm>
              <a:off x="467" y="2478"/>
              <a:ext cx="0" cy="1224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872" name="Line 242"/>
            <p:cNvSpPr>
              <a:spLocks noChangeShapeType="1"/>
            </p:cNvSpPr>
            <p:nvPr/>
          </p:nvSpPr>
          <p:spPr bwMode="auto">
            <a:xfrm>
              <a:off x="467" y="3702"/>
              <a:ext cx="2222" cy="0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873" name="Text Box 243"/>
            <p:cNvSpPr txBox="1">
              <a:spLocks noChangeArrowheads="1"/>
            </p:cNvSpPr>
            <p:nvPr/>
          </p:nvSpPr>
          <p:spPr bwMode="auto">
            <a:xfrm>
              <a:off x="2054" y="2522"/>
              <a:ext cx="436" cy="32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pPr algn="ctr"/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u</a:t>
              </a:r>
              <a:r>
                <a:rPr lang="en-US" altLang="zh-CN" b="0" i="1" baseline="-2500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C</a:t>
              </a:r>
            </a:p>
          </p:txBody>
        </p:sp>
        <p:sp>
          <p:nvSpPr>
            <p:cNvPr id="34874" name="Text Box 244"/>
            <p:cNvSpPr txBox="1">
              <a:spLocks noChangeArrowheads="1"/>
            </p:cNvSpPr>
            <p:nvPr/>
          </p:nvSpPr>
          <p:spPr bwMode="auto">
            <a:xfrm>
              <a:off x="1701" y="2795"/>
              <a:ext cx="512" cy="32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10</a:t>
              </a:r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  <a:sym typeface="Symbol" pitchFamily="18" charset="2"/>
                </a:rPr>
                <a:t></a:t>
              </a:r>
            </a:p>
          </p:txBody>
        </p:sp>
        <p:sp>
          <p:nvSpPr>
            <p:cNvPr id="34875" name="Text Box 245"/>
            <p:cNvSpPr txBox="1">
              <a:spLocks noChangeArrowheads="1"/>
            </p:cNvSpPr>
            <p:nvPr/>
          </p:nvSpPr>
          <p:spPr bwMode="auto">
            <a:xfrm>
              <a:off x="2154" y="2886"/>
              <a:ext cx="512" cy="32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10</a:t>
              </a:r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  <a:sym typeface="Symbol" pitchFamily="18" charset="2"/>
                </a:rPr>
                <a:t></a:t>
              </a:r>
            </a:p>
          </p:txBody>
        </p:sp>
        <p:sp>
          <p:nvSpPr>
            <p:cNvPr id="34876" name="Text Box 246"/>
            <p:cNvSpPr txBox="1">
              <a:spLocks noChangeArrowheads="1"/>
            </p:cNvSpPr>
            <p:nvPr/>
          </p:nvSpPr>
          <p:spPr bwMode="auto">
            <a:xfrm>
              <a:off x="2145" y="2069"/>
              <a:ext cx="265" cy="32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C</a:t>
              </a:r>
              <a:endParaRPr lang="en-US" altLang="zh-CN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endParaRPr>
            </a:p>
          </p:txBody>
        </p:sp>
        <p:sp>
          <p:nvSpPr>
            <p:cNvPr id="34877" name="Line 247"/>
            <p:cNvSpPr>
              <a:spLocks noChangeShapeType="1"/>
            </p:cNvSpPr>
            <p:nvPr/>
          </p:nvSpPr>
          <p:spPr bwMode="auto">
            <a:xfrm>
              <a:off x="1156" y="2750"/>
              <a:ext cx="498" cy="0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878" name="Line 248"/>
            <p:cNvSpPr>
              <a:spLocks noChangeShapeType="1"/>
            </p:cNvSpPr>
            <p:nvPr/>
          </p:nvSpPr>
          <p:spPr bwMode="auto">
            <a:xfrm>
              <a:off x="1654" y="2750"/>
              <a:ext cx="0" cy="952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 type="oval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879" name="Line 249"/>
            <p:cNvSpPr>
              <a:spLocks noChangeShapeType="1"/>
            </p:cNvSpPr>
            <p:nvPr/>
          </p:nvSpPr>
          <p:spPr bwMode="auto">
            <a:xfrm>
              <a:off x="1156" y="2750"/>
              <a:ext cx="0" cy="363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 type="oval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880" name="Line 250"/>
            <p:cNvSpPr>
              <a:spLocks noChangeShapeType="1"/>
            </p:cNvSpPr>
            <p:nvPr/>
          </p:nvSpPr>
          <p:spPr bwMode="auto">
            <a:xfrm>
              <a:off x="1156" y="3294"/>
              <a:ext cx="0" cy="408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 type="oval" w="med" len="med"/>
              <a:tailEnd type="oval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881" name="Line 251"/>
            <p:cNvSpPr>
              <a:spLocks noChangeShapeType="1"/>
            </p:cNvSpPr>
            <p:nvPr/>
          </p:nvSpPr>
          <p:spPr bwMode="auto">
            <a:xfrm flipH="1">
              <a:off x="884" y="3113"/>
              <a:ext cx="273" cy="227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882" name="Line 252"/>
            <p:cNvSpPr>
              <a:spLocks noChangeShapeType="1"/>
            </p:cNvSpPr>
            <p:nvPr/>
          </p:nvSpPr>
          <p:spPr bwMode="auto">
            <a:xfrm>
              <a:off x="1147" y="2477"/>
              <a:ext cx="1043" cy="1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883" name="Line 253"/>
            <p:cNvSpPr>
              <a:spLocks noChangeShapeType="1"/>
            </p:cNvSpPr>
            <p:nvPr/>
          </p:nvSpPr>
          <p:spPr bwMode="auto">
            <a:xfrm>
              <a:off x="2281" y="2478"/>
              <a:ext cx="408" cy="0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884" name="Line 254"/>
            <p:cNvSpPr>
              <a:spLocks noChangeShapeType="1"/>
            </p:cNvSpPr>
            <p:nvPr/>
          </p:nvSpPr>
          <p:spPr bwMode="auto">
            <a:xfrm>
              <a:off x="467" y="2478"/>
              <a:ext cx="272" cy="0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885" name="Text Box 255"/>
            <p:cNvSpPr txBox="1">
              <a:spLocks noChangeArrowheads="1"/>
            </p:cNvSpPr>
            <p:nvPr/>
          </p:nvSpPr>
          <p:spPr bwMode="auto">
            <a:xfrm>
              <a:off x="2281" y="2386"/>
              <a:ext cx="318" cy="32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pPr algn="ctr"/>
              <a:r>
                <a:rPr lang="zh-CN" altLang="en-US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－</a:t>
              </a:r>
            </a:p>
          </p:txBody>
        </p:sp>
        <p:grpSp>
          <p:nvGrpSpPr>
            <p:cNvPr id="34886" name="Group 256"/>
            <p:cNvGrpSpPr>
              <a:grpSpLocks/>
            </p:cNvGrpSpPr>
            <p:nvPr/>
          </p:nvGrpSpPr>
          <p:grpSpPr bwMode="auto">
            <a:xfrm rot="-5400000">
              <a:off x="898" y="2227"/>
              <a:ext cx="90" cy="408"/>
              <a:chOff x="2744" y="2931"/>
              <a:chExt cx="57" cy="283"/>
            </a:xfrm>
          </p:grpSpPr>
          <p:sp>
            <p:nvSpPr>
              <p:cNvPr id="34887" name="Arc 257"/>
              <p:cNvSpPr>
                <a:spLocks noChangeArrowheads="1"/>
              </p:cNvSpPr>
              <p:nvPr/>
            </p:nvSpPr>
            <p:spPr bwMode="auto">
              <a:xfrm rot="10800000" flipH="1" flipV="1">
                <a:off x="2744" y="2931"/>
                <a:ext cx="57" cy="91"/>
              </a:xfrm>
              <a:custGeom>
                <a:avLst/>
                <a:gdLst/>
                <a:ahLst/>
                <a:cxnLst>
                  <a:cxn ang="0">
                    <a:pos x="1123" y="0"/>
                  </a:cxn>
                  <a:cxn ang="0">
                    <a:pos x="22723" y="21600"/>
                  </a:cxn>
                  <a:cxn ang="0">
                    <a:pos x="1123" y="43200"/>
                  </a:cxn>
                  <a:cxn ang="0">
                    <a:pos x="0" y="43170"/>
                  </a:cxn>
                  <a:cxn ang="0">
                    <a:pos x="1123" y="0"/>
                  </a:cxn>
                  <a:cxn ang="0">
                    <a:pos x="22723" y="21600"/>
                  </a:cxn>
                  <a:cxn ang="0">
                    <a:pos x="1123" y="43200"/>
                  </a:cxn>
                  <a:cxn ang="0">
                    <a:pos x="0" y="43170"/>
                  </a:cxn>
                  <a:cxn ang="0">
                    <a:pos x="1123" y="21600"/>
                  </a:cxn>
                  <a:cxn ang="0">
                    <a:pos x="1123" y="0"/>
                  </a:cxn>
                </a:cxnLst>
                <a:rect l="0" t="0" r="r" b="b"/>
                <a:pathLst>
                  <a:path w="22723" h="43200" fill="none">
                    <a:moveTo>
                      <a:pt x="1123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>
                    <a:moveTo>
                      <a:pt x="1123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lnTo>
                      <a:pt x="1123" y="0"/>
                    </a:lnTo>
                    <a:close/>
                  </a:path>
                </a:pathLst>
              </a:custGeom>
              <a:noFill/>
              <a:ln w="38100">
                <a:solidFill>
                  <a:srgbClr val="FF99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4888" name="Arc 258"/>
              <p:cNvSpPr>
                <a:spLocks noChangeArrowheads="1"/>
              </p:cNvSpPr>
              <p:nvPr/>
            </p:nvSpPr>
            <p:spPr bwMode="auto">
              <a:xfrm rot="10800000" flipH="1" flipV="1">
                <a:off x="2744" y="3027"/>
                <a:ext cx="57" cy="91"/>
              </a:xfrm>
              <a:custGeom>
                <a:avLst/>
                <a:gdLst/>
                <a:ahLst/>
                <a:cxnLst>
                  <a:cxn ang="0">
                    <a:pos x="1123" y="0"/>
                  </a:cxn>
                  <a:cxn ang="0">
                    <a:pos x="22723" y="21600"/>
                  </a:cxn>
                  <a:cxn ang="0">
                    <a:pos x="1123" y="43200"/>
                  </a:cxn>
                  <a:cxn ang="0">
                    <a:pos x="0" y="43170"/>
                  </a:cxn>
                  <a:cxn ang="0">
                    <a:pos x="1123" y="0"/>
                  </a:cxn>
                  <a:cxn ang="0">
                    <a:pos x="22723" y="21600"/>
                  </a:cxn>
                  <a:cxn ang="0">
                    <a:pos x="1123" y="43200"/>
                  </a:cxn>
                  <a:cxn ang="0">
                    <a:pos x="0" y="43170"/>
                  </a:cxn>
                  <a:cxn ang="0">
                    <a:pos x="1123" y="21600"/>
                  </a:cxn>
                  <a:cxn ang="0">
                    <a:pos x="1123" y="0"/>
                  </a:cxn>
                </a:cxnLst>
                <a:rect l="0" t="0" r="r" b="b"/>
                <a:pathLst>
                  <a:path w="22723" h="43200" fill="none">
                    <a:moveTo>
                      <a:pt x="1123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>
                    <a:moveTo>
                      <a:pt x="1123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lnTo>
                      <a:pt x="1123" y="0"/>
                    </a:lnTo>
                    <a:close/>
                  </a:path>
                </a:pathLst>
              </a:custGeom>
              <a:noFill/>
              <a:ln w="38100">
                <a:solidFill>
                  <a:srgbClr val="FF99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4889" name="Arc 259"/>
              <p:cNvSpPr>
                <a:spLocks noChangeArrowheads="1"/>
              </p:cNvSpPr>
              <p:nvPr/>
            </p:nvSpPr>
            <p:spPr bwMode="auto">
              <a:xfrm rot="10800000" flipH="1" flipV="1">
                <a:off x="2744" y="3123"/>
                <a:ext cx="57" cy="91"/>
              </a:xfrm>
              <a:custGeom>
                <a:avLst/>
                <a:gdLst/>
                <a:ahLst/>
                <a:cxnLst>
                  <a:cxn ang="0">
                    <a:pos x="1123" y="0"/>
                  </a:cxn>
                  <a:cxn ang="0">
                    <a:pos x="22723" y="21600"/>
                  </a:cxn>
                  <a:cxn ang="0">
                    <a:pos x="1123" y="43200"/>
                  </a:cxn>
                  <a:cxn ang="0">
                    <a:pos x="0" y="43170"/>
                  </a:cxn>
                  <a:cxn ang="0">
                    <a:pos x="1123" y="0"/>
                  </a:cxn>
                  <a:cxn ang="0">
                    <a:pos x="22723" y="21600"/>
                  </a:cxn>
                  <a:cxn ang="0">
                    <a:pos x="1123" y="43200"/>
                  </a:cxn>
                  <a:cxn ang="0">
                    <a:pos x="0" y="43170"/>
                  </a:cxn>
                  <a:cxn ang="0">
                    <a:pos x="1123" y="21600"/>
                  </a:cxn>
                  <a:cxn ang="0">
                    <a:pos x="1123" y="0"/>
                  </a:cxn>
                </a:cxnLst>
                <a:rect l="0" t="0" r="r" b="b"/>
                <a:pathLst>
                  <a:path w="22723" h="43200" fill="none">
                    <a:moveTo>
                      <a:pt x="1123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>
                    <a:moveTo>
                      <a:pt x="1123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lnTo>
                      <a:pt x="1123" y="0"/>
                    </a:lnTo>
                    <a:close/>
                  </a:path>
                </a:pathLst>
              </a:custGeom>
              <a:noFill/>
              <a:ln w="38100">
                <a:solidFill>
                  <a:srgbClr val="FF99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34890" name="Group 260"/>
            <p:cNvGrpSpPr>
              <a:grpSpLocks/>
            </p:cNvGrpSpPr>
            <p:nvPr/>
          </p:nvGrpSpPr>
          <p:grpSpPr bwMode="auto">
            <a:xfrm rot="5400000">
              <a:off x="2114" y="2456"/>
              <a:ext cx="240" cy="93"/>
              <a:chOff x="3787" y="2478"/>
              <a:chExt cx="240" cy="93"/>
            </a:xfrm>
          </p:grpSpPr>
          <p:sp>
            <p:nvSpPr>
              <p:cNvPr id="34891" name="Line 261"/>
              <p:cNvSpPr>
                <a:spLocks noChangeShapeType="1"/>
              </p:cNvSpPr>
              <p:nvPr/>
            </p:nvSpPr>
            <p:spPr bwMode="auto">
              <a:xfrm flipV="1">
                <a:off x="3787" y="2568"/>
                <a:ext cx="240" cy="3"/>
              </a:xfrm>
              <a:prstGeom prst="line">
                <a:avLst/>
              </a:prstGeom>
              <a:noFill/>
              <a:ln w="38100">
                <a:solidFill>
                  <a:srgbClr val="FF99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4892" name="Line 262"/>
              <p:cNvSpPr>
                <a:spLocks noChangeShapeType="1"/>
              </p:cNvSpPr>
              <p:nvPr/>
            </p:nvSpPr>
            <p:spPr bwMode="auto">
              <a:xfrm>
                <a:off x="3787" y="2478"/>
                <a:ext cx="240" cy="1"/>
              </a:xfrm>
              <a:prstGeom prst="line">
                <a:avLst/>
              </a:prstGeom>
              <a:noFill/>
              <a:ln w="38100">
                <a:solidFill>
                  <a:srgbClr val="FF99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34893" name="Rectangle 263"/>
            <p:cNvSpPr>
              <a:spLocks noChangeArrowheads="1"/>
            </p:cNvSpPr>
            <p:nvPr/>
          </p:nvSpPr>
          <p:spPr bwMode="auto">
            <a:xfrm>
              <a:off x="385" y="2930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</a:gradFill>
            <a:ln w="2857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4894" name="Rectangle 264"/>
            <p:cNvSpPr>
              <a:spLocks noChangeArrowheads="1"/>
            </p:cNvSpPr>
            <p:nvPr/>
          </p:nvSpPr>
          <p:spPr bwMode="auto">
            <a:xfrm>
              <a:off x="1609" y="2794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</a:gradFill>
            <a:ln w="2857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4895" name="Rectangle 265"/>
            <p:cNvSpPr>
              <a:spLocks noChangeArrowheads="1"/>
            </p:cNvSpPr>
            <p:nvPr/>
          </p:nvSpPr>
          <p:spPr bwMode="auto">
            <a:xfrm>
              <a:off x="2644" y="2885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</a:gradFill>
            <a:ln w="2857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34896" name="Group 304"/>
          <p:cNvGrpSpPr>
            <a:grpSpLocks/>
          </p:cNvGrpSpPr>
          <p:nvPr/>
        </p:nvGrpSpPr>
        <p:grpSpPr bwMode="auto">
          <a:xfrm>
            <a:off x="6588125" y="6445250"/>
            <a:ext cx="792163" cy="366713"/>
            <a:chOff x="4649" y="4020"/>
            <a:chExt cx="499" cy="231"/>
          </a:xfrm>
        </p:grpSpPr>
        <p:pic>
          <p:nvPicPr>
            <p:cNvPr id="34897" name="Picture 305" descr="78900"/>
            <p:cNvPicPr>
              <a:picLocks noChangeAspect="1" noChangeArrowheads="1"/>
            </p:cNvPicPr>
            <p:nvPr/>
          </p:nvPicPr>
          <p:blipFill>
            <a:blip r:embed="rId8"/>
            <a:srcRect/>
            <a:stretch>
              <a:fillRect/>
            </a:stretch>
          </p:blipFill>
          <p:spPr bwMode="auto"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34898" name="Text Box 306">
              <a:hlinkClick r:id="rId9" action="ppaction://hlinksldjump"/>
            </p:cNvPr>
            <p:cNvSpPr txBox="1">
              <a:spLocks noChangeArrowheads="1"/>
            </p:cNvSpPr>
            <p:nvPr/>
          </p:nvSpPr>
          <p:spPr bwMode="auto"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0">
                  <a:solidFill>
                    <a:schemeClr val="bg1"/>
                  </a:solidFill>
                  <a:latin typeface="隶书" pitchFamily="49" charset="-122"/>
                  <a:ea typeface="隶书" pitchFamily="49" charset="-122"/>
                </a:rPr>
                <a:t>返 回</a:t>
              </a:r>
            </a:p>
          </p:txBody>
        </p:sp>
      </p:grpSp>
      <p:grpSp>
        <p:nvGrpSpPr>
          <p:cNvPr id="82227" name="Group 307"/>
          <p:cNvGrpSpPr>
            <a:grpSpLocks/>
          </p:cNvGrpSpPr>
          <p:nvPr/>
        </p:nvGrpSpPr>
        <p:grpSpPr bwMode="auto">
          <a:xfrm>
            <a:off x="4787900" y="909638"/>
            <a:ext cx="4176713" cy="3095625"/>
            <a:chOff x="5760" y="391"/>
            <a:chExt cx="2631" cy="1950"/>
          </a:xfrm>
        </p:grpSpPr>
        <p:sp>
          <p:nvSpPr>
            <p:cNvPr id="34900" name="Rectangle 267"/>
            <p:cNvSpPr>
              <a:spLocks noChangeArrowheads="1"/>
            </p:cNvSpPr>
            <p:nvPr/>
          </p:nvSpPr>
          <p:spPr bwMode="auto">
            <a:xfrm>
              <a:off x="5760" y="436"/>
              <a:ext cx="2631" cy="1905"/>
            </a:xfrm>
            <a:prstGeom prst="rect">
              <a:avLst/>
            </a:prstGeom>
            <a:solidFill>
              <a:schemeClr val="bg2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4901" name="Oval 269"/>
            <p:cNvSpPr>
              <a:spLocks noChangeArrowheads="1"/>
            </p:cNvSpPr>
            <p:nvPr/>
          </p:nvSpPr>
          <p:spPr bwMode="auto">
            <a:xfrm>
              <a:off x="7439" y="754"/>
              <a:ext cx="363" cy="363"/>
            </a:xfrm>
            <a:prstGeom prst="ellipse">
              <a:avLst/>
            </a:prstGeom>
            <a:gradFill rotWithShape="1">
              <a:gsLst>
                <a:gs pos="0">
                  <a:srgbClr val="0099FF"/>
                </a:gs>
                <a:gs pos="100000">
                  <a:srgbClr val="004776"/>
                </a:gs>
              </a:gsLst>
              <a:path path="shape">
                <a:fillToRect l="50000" t="50000" r="50000" b="50000"/>
              </a:path>
            </a:gradFill>
            <a:ln w="38100">
              <a:solidFill>
                <a:srgbClr val="FF99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endParaRPr lang="zh-CN" altLang="zh-CN" sz="2400" b="0">
                <a:ea typeface="仿宋_GB2312" pitchFamily="49" charset="-122"/>
              </a:endParaRPr>
            </a:p>
          </p:txBody>
        </p:sp>
        <p:sp>
          <p:nvSpPr>
            <p:cNvPr id="34902" name="Text Box 270"/>
            <p:cNvSpPr txBox="1">
              <a:spLocks noChangeArrowheads="1"/>
            </p:cNvSpPr>
            <p:nvPr/>
          </p:nvSpPr>
          <p:spPr bwMode="auto">
            <a:xfrm>
              <a:off x="6101" y="926"/>
              <a:ext cx="390" cy="32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1A</a:t>
              </a:r>
            </a:p>
          </p:txBody>
        </p:sp>
        <p:sp>
          <p:nvSpPr>
            <p:cNvPr id="34903" name="Text Box 271"/>
            <p:cNvSpPr txBox="1">
              <a:spLocks noChangeArrowheads="1"/>
            </p:cNvSpPr>
            <p:nvPr/>
          </p:nvSpPr>
          <p:spPr bwMode="auto">
            <a:xfrm>
              <a:off x="7348" y="482"/>
              <a:ext cx="636" cy="32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pPr algn="ctr"/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10V</a:t>
              </a:r>
              <a:endParaRPr lang="en-US" altLang="zh-CN" b="0" baseline="-2500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34904" name="Line 272"/>
            <p:cNvSpPr>
              <a:spLocks noChangeShapeType="1"/>
            </p:cNvSpPr>
            <p:nvPr/>
          </p:nvSpPr>
          <p:spPr bwMode="auto">
            <a:xfrm>
              <a:off x="6668" y="1616"/>
              <a:ext cx="0" cy="363"/>
            </a:xfrm>
            <a:prstGeom prst="line">
              <a:avLst/>
            </a:prstGeom>
            <a:noFill/>
            <a:ln w="28575">
              <a:solidFill>
                <a:srgbClr val="00FFFF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34905" name="Object 273"/>
            <p:cNvGraphicFramePr>
              <a:graphicFrameLocks noChangeAspect="1"/>
            </p:cNvGraphicFramePr>
            <p:nvPr/>
          </p:nvGraphicFramePr>
          <p:xfrm>
            <a:off x="6395" y="1706"/>
            <a:ext cx="241" cy="418"/>
          </p:xfrm>
          <a:graphic>
            <a:graphicData uri="http://schemas.openxmlformats.org/presentationml/2006/ole">
              <p:oleObj spid="_x0000_s34905" r:id="rId10" imgW="115920" imgH="207720" progId="Equation.3">
                <p:embed/>
              </p:oleObj>
            </a:graphicData>
          </a:graphic>
        </p:graphicFrame>
        <p:sp>
          <p:nvSpPr>
            <p:cNvPr id="34906" name="Line 274"/>
            <p:cNvSpPr>
              <a:spLocks noChangeShapeType="1"/>
            </p:cNvSpPr>
            <p:nvPr/>
          </p:nvSpPr>
          <p:spPr bwMode="auto">
            <a:xfrm>
              <a:off x="7847" y="1026"/>
              <a:ext cx="272" cy="0"/>
            </a:xfrm>
            <a:prstGeom prst="line">
              <a:avLst/>
            </a:prstGeom>
            <a:noFill/>
            <a:ln w="28575">
              <a:solidFill>
                <a:srgbClr val="00FFFF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907" name="Text Box 275"/>
            <p:cNvSpPr txBox="1">
              <a:spLocks noChangeArrowheads="1"/>
            </p:cNvSpPr>
            <p:nvPr/>
          </p:nvSpPr>
          <p:spPr bwMode="auto">
            <a:xfrm>
              <a:off x="6123" y="572"/>
              <a:ext cx="244" cy="32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+</a:t>
              </a:r>
            </a:p>
          </p:txBody>
        </p:sp>
        <p:sp>
          <p:nvSpPr>
            <p:cNvPr id="34908" name="Text Box 276"/>
            <p:cNvSpPr txBox="1">
              <a:spLocks noChangeArrowheads="1"/>
            </p:cNvSpPr>
            <p:nvPr/>
          </p:nvSpPr>
          <p:spPr bwMode="auto">
            <a:xfrm>
              <a:off x="6418" y="391"/>
              <a:ext cx="408" cy="32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pPr algn="ctr"/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u</a:t>
              </a:r>
              <a:r>
                <a:rPr lang="en-US" altLang="zh-CN" b="0" baseline="-2500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L</a:t>
              </a:r>
            </a:p>
          </p:txBody>
        </p:sp>
        <p:sp>
          <p:nvSpPr>
            <p:cNvPr id="34909" name="Text Box 277"/>
            <p:cNvSpPr txBox="1">
              <a:spLocks noChangeArrowheads="1"/>
            </p:cNvSpPr>
            <p:nvPr/>
          </p:nvSpPr>
          <p:spPr bwMode="auto">
            <a:xfrm>
              <a:off x="6780" y="572"/>
              <a:ext cx="318" cy="32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pPr algn="ctr"/>
              <a:r>
                <a:rPr lang="zh-CN" altLang="en-US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－</a:t>
              </a:r>
            </a:p>
          </p:txBody>
        </p:sp>
        <p:sp>
          <p:nvSpPr>
            <p:cNvPr id="34910" name="Text Box 278"/>
            <p:cNvSpPr txBox="1">
              <a:spLocks noChangeArrowheads="1"/>
            </p:cNvSpPr>
            <p:nvPr/>
          </p:nvSpPr>
          <p:spPr bwMode="auto">
            <a:xfrm>
              <a:off x="7711" y="981"/>
              <a:ext cx="636" cy="32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pPr algn="ctr"/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i</a:t>
              </a:r>
              <a:r>
                <a:rPr lang="en-US" altLang="zh-CN" b="0" baseline="-2500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C</a:t>
              </a:r>
            </a:p>
          </p:txBody>
        </p:sp>
        <p:sp>
          <p:nvSpPr>
            <p:cNvPr id="34911" name="Oval 279"/>
            <p:cNvSpPr>
              <a:spLocks noChangeArrowheads="1"/>
            </p:cNvSpPr>
            <p:nvPr/>
          </p:nvSpPr>
          <p:spPr bwMode="auto">
            <a:xfrm>
              <a:off x="6939" y="1661"/>
              <a:ext cx="363" cy="363"/>
            </a:xfrm>
            <a:prstGeom prst="ellipse">
              <a:avLst/>
            </a:prstGeom>
            <a:gradFill rotWithShape="1">
              <a:gsLst>
                <a:gs pos="0">
                  <a:srgbClr val="0099FF"/>
                </a:gs>
                <a:gs pos="100000">
                  <a:srgbClr val="004776"/>
                </a:gs>
              </a:gsLst>
              <a:path path="shape">
                <a:fillToRect l="50000" t="50000" r="50000" b="50000"/>
              </a:path>
            </a:gradFill>
            <a:ln w="38100">
              <a:solidFill>
                <a:srgbClr val="FF99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endParaRPr lang="zh-CN" altLang="zh-CN" sz="2400" b="0">
                <a:ea typeface="仿宋_GB2312" pitchFamily="49" charset="-122"/>
              </a:endParaRPr>
            </a:p>
          </p:txBody>
        </p:sp>
        <p:sp>
          <p:nvSpPr>
            <p:cNvPr id="34912" name="Line 280"/>
            <p:cNvSpPr>
              <a:spLocks noChangeShapeType="1"/>
            </p:cNvSpPr>
            <p:nvPr/>
          </p:nvSpPr>
          <p:spPr bwMode="auto">
            <a:xfrm>
              <a:off x="6894" y="935"/>
              <a:ext cx="0" cy="272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 type="oval" w="med" len="med"/>
              <a:tailEnd type="oval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913" name="Text Box 281"/>
            <p:cNvSpPr txBox="1">
              <a:spLocks noChangeArrowheads="1"/>
            </p:cNvSpPr>
            <p:nvPr/>
          </p:nvSpPr>
          <p:spPr bwMode="auto">
            <a:xfrm>
              <a:off x="7302" y="1570"/>
              <a:ext cx="502" cy="583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>
                <a:lnSpc>
                  <a:spcPct val="65000"/>
                </a:lnSpc>
              </a:pPr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+</a:t>
              </a:r>
            </a:p>
            <a:p>
              <a:pPr>
                <a:lnSpc>
                  <a:spcPct val="65000"/>
                </a:lnSpc>
              </a:pPr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20V</a:t>
              </a:r>
              <a:endParaRPr lang="en-US" altLang="zh-CN" b="0" baseline="-2500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endParaRPr>
            </a:p>
            <a:p>
              <a:pPr>
                <a:lnSpc>
                  <a:spcPct val="65000"/>
                </a:lnSpc>
              </a:pPr>
              <a:r>
                <a:rPr lang="en-US" altLang="zh-CN" b="0">
                  <a:solidFill>
                    <a:schemeClr val="bg1"/>
                  </a:solidFill>
                  <a:latin typeface="宋体" pitchFamily="2" charset="-122"/>
                  <a:ea typeface="宋体" pitchFamily="2" charset="-122"/>
                </a:rPr>
                <a:t>-</a:t>
              </a:r>
            </a:p>
          </p:txBody>
        </p:sp>
        <p:sp>
          <p:nvSpPr>
            <p:cNvPr id="34914" name="Text Box 282"/>
            <p:cNvSpPr txBox="1">
              <a:spLocks noChangeArrowheads="1"/>
            </p:cNvSpPr>
            <p:nvPr/>
          </p:nvSpPr>
          <p:spPr bwMode="auto">
            <a:xfrm>
              <a:off x="5998" y="1370"/>
              <a:ext cx="512" cy="32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  <a:sym typeface="Symbol" pitchFamily="18" charset="2"/>
                </a:rPr>
                <a:t>10</a:t>
              </a:r>
            </a:p>
          </p:txBody>
        </p:sp>
        <p:sp>
          <p:nvSpPr>
            <p:cNvPr id="34915" name="Text Box 284"/>
            <p:cNvSpPr txBox="1">
              <a:spLocks noChangeArrowheads="1"/>
            </p:cNvSpPr>
            <p:nvPr/>
          </p:nvSpPr>
          <p:spPr bwMode="auto">
            <a:xfrm>
              <a:off x="7167" y="618"/>
              <a:ext cx="244" cy="32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+</a:t>
              </a:r>
            </a:p>
          </p:txBody>
        </p:sp>
        <p:sp>
          <p:nvSpPr>
            <p:cNvPr id="34916" name="Line 285"/>
            <p:cNvSpPr>
              <a:spLocks noChangeShapeType="1"/>
            </p:cNvSpPr>
            <p:nvPr/>
          </p:nvSpPr>
          <p:spPr bwMode="auto">
            <a:xfrm flipH="1" flipV="1">
              <a:off x="8200" y="935"/>
              <a:ext cx="0" cy="1225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917" name="Line 286"/>
            <p:cNvSpPr>
              <a:spLocks noChangeShapeType="1"/>
            </p:cNvSpPr>
            <p:nvPr/>
          </p:nvSpPr>
          <p:spPr bwMode="auto">
            <a:xfrm>
              <a:off x="5978" y="936"/>
              <a:ext cx="0" cy="1224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918" name="Line 287"/>
            <p:cNvSpPr>
              <a:spLocks noChangeShapeType="1"/>
            </p:cNvSpPr>
            <p:nvPr/>
          </p:nvSpPr>
          <p:spPr bwMode="auto">
            <a:xfrm>
              <a:off x="5978" y="2160"/>
              <a:ext cx="2222" cy="0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919" name="Text Box 288"/>
            <p:cNvSpPr txBox="1">
              <a:spLocks noChangeArrowheads="1"/>
            </p:cNvSpPr>
            <p:nvPr/>
          </p:nvSpPr>
          <p:spPr bwMode="auto">
            <a:xfrm>
              <a:off x="7177" y="1207"/>
              <a:ext cx="512" cy="32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10</a:t>
              </a:r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  <a:sym typeface="Symbol" pitchFamily="18" charset="2"/>
                </a:rPr>
                <a:t></a:t>
              </a:r>
            </a:p>
          </p:txBody>
        </p:sp>
        <p:sp>
          <p:nvSpPr>
            <p:cNvPr id="34920" name="Text Box 289"/>
            <p:cNvSpPr txBox="1">
              <a:spLocks noChangeArrowheads="1"/>
            </p:cNvSpPr>
            <p:nvPr/>
          </p:nvSpPr>
          <p:spPr bwMode="auto">
            <a:xfrm>
              <a:off x="7665" y="1389"/>
              <a:ext cx="512" cy="32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10</a:t>
              </a:r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  <a:sym typeface="Symbol" pitchFamily="18" charset="2"/>
                </a:rPr>
                <a:t></a:t>
              </a:r>
            </a:p>
          </p:txBody>
        </p:sp>
        <p:sp>
          <p:nvSpPr>
            <p:cNvPr id="34921" name="Line 290"/>
            <p:cNvSpPr>
              <a:spLocks noChangeShapeType="1"/>
            </p:cNvSpPr>
            <p:nvPr/>
          </p:nvSpPr>
          <p:spPr bwMode="auto">
            <a:xfrm>
              <a:off x="6622" y="1208"/>
              <a:ext cx="498" cy="0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922" name="Line 291"/>
            <p:cNvSpPr>
              <a:spLocks noChangeShapeType="1"/>
            </p:cNvSpPr>
            <p:nvPr/>
          </p:nvSpPr>
          <p:spPr bwMode="auto">
            <a:xfrm>
              <a:off x="7120" y="1208"/>
              <a:ext cx="0" cy="952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 type="oval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923" name="Line 292"/>
            <p:cNvSpPr>
              <a:spLocks noChangeShapeType="1"/>
            </p:cNvSpPr>
            <p:nvPr/>
          </p:nvSpPr>
          <p:spPr bwMode="auto">
            <a:xfrm>
              <a:off x="6622" y="1208"/>
              <a:ext cx="0" cy="952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924" name="Line 293"/>
            <p:cNvSpPr>
              <a:spLocks noChangeShapeType="1"/>
            </p:cNvSpPr>
            <p:nvPr/>
          </p:nvSpPr>
          <p:spPr bwMode="auto">
            <a:xfrm>
              <a:off x="5978" y="935"/>
              <a:ext cx="2232" cy="0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925" name="Text Box 294"/>
            <p:cNvSpPr txBox="1">
              <a:spLocks noChangeArrowheads="1"/>
            </p:cNvSpPr>
            <p:nvPr/>
          </p:nvSpPr>
          <p:spPr bwMode="auto">
            <a:xfrm>
              <a:off x="7847" y="618"/>
              <a:ext cx="318" cy="32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pPr algn="ctr"/>
              <a:r>
                <a:rPr lang="zh-CN" altLang="en-US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－</a:t>
              </a:r>
            </a:p>
          </p:txBody>
        </p:sp>
        <p:sp>
          <p:nvSpPr>
            <p:cNvPr id="34926" name="Rectangle 295"/>
            <p:cNvSpPr>
              <a:spLocks noChangeArrowheads="1"/>
            </p:cNvSpPr>
            <p:nvPr/>
          </p:nvSpPr>
          <p:spPr bwMode="auto">
            <a:xfrm>
              <a:off x="5896" y="1388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</a:gradFill>
            <a:ln w="2857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4927" name="Rectangle 296"/>
            <p:cNvSpPr>
              <a:spLocks noChangeArrowheads="1"/>
            </p:cNvSpPr>
            <p:nvPr/>
          </p:nvSpPr>
          <p:spPr bwMode="auto">
            <a:xfrm>
              <a:off x="7075" y="1252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</a:gradFill>
            <a:ln w="2857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4928" name="Rectangle 297"/>
            <p:cNvSpPr>
              <a:spLocks noChangeArrowheads="1"/>
            </p:cNvSpPr>
            <p:nvPr/>
          </p:nvSpPr>
          <p:spPr bwMode="auto">
            <a:xfrm>
              <a:off x="8155" y="1343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</a:gradFill>
            <a:ln w="2857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4929" name="Line 283"/>
            <p:cNvSpPr>
              <a:spLocks noChangeShapeType="1"/>
            </p:cNvSpPr>
            <p:nvPr/>
          </p:nvSpPr>
          <p:spPr bwMode="auto">
            <a:xfrm flipH="1">
              <a:off x="6078" y="935"/>
              <a:ext cx="385" cy="0"/>
            </a:xfrm>
            <a:prstGeom prst="line">
              <a:avLst/>
            </a:prstGeom>
            <a:noFill/>
            <a:ln w="28575">
              <a:solidFill>
                <a:srgbClr val="00FFFF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34930" name="Group 298"/>
            <p:cNvGrpSpPr>
              <a:grpSpLocks/>
            </p:cNvGrpSpPr>
            <p:nvPr/>
          </p:nvGrpSpPr>
          <p:grpSpPr bwMode="auto">
            <a:xfrm rot="-5400000">
              <a:off x="6415" y="751"/>
              <a:ext cx="363" cy="363"/>
              <a:chOff x="4785" y="709"/>
              <a:chExt cx="363" cy="363"/>
            </a:xfrm>
          </p:grpSpPr>
          <p:sp>
            <p:nvSpPr>
              <p:cNvPr id="34931" name="Oval 299"/>
              <p:cNvSpPr>
                <a:spLocks noChangeArrowheads="1"/>
              </p:cNvSpPr>
              <p:nvPr/>
            </p:nvSpPr>
            <p:spPr bwMode="auto">
              <a:xfrm>
                <a:off x="4785" y="709"/>
                <a:ext cx="363" cy="363"/>
              </a:xfrm>
              <a:prstGeom prst="ellipse">
                <a:avLst/>
              </a:prstGeom>
              <a:gradFill rotWithShape="1">
                <a:gsLst>
                  <a:gs pos="0">
                    <a:srgbClr val="0099FF"/>
                  </a:gs>
                  <a:gs pos="100000">
                    <a:srgbClr val="004776"/>
                  </a:gs>
                </a:gsLst>
                <a:path path="shape">
                  <a:fillToRect l="50000" t="50000" r="50000" b="50000"/>
                </a:path>
              </a:gradFill>
              <a:ln w="38100">
                <a:solidFill>
                  <a:srgbClr val="FF9900"/>
                </a:solidFill>
                <a:round/>
                <a:headEnd/>
                <a:tailEnd/>
              </a:ln>
            </p:spPr>
            <p:txBody>
              <a:bodyPr vert="eaVert" wrap="none" anchor="ctr"/>
              <a:lstStyle/>
              <a:p>
                <a:pPr algn="ctr"/>
                <a:endParaRPr lang="zh-CN" altLang="zh-CN" sz="2400" b="0">
                  <a:ea typeface="仿宋_GB2312" pitchFamily="49" charset="-122"/>
                </a:endParaRPr>
              </a:p>
            </p:txBody>
          </p:sp>
          <p:sp>
            <p:nvSpPr>
              <p:cNvPr id="34932" name="Line 300"/>
              <p:cNvSpPr>
                <a:spLocks noChangeShapeType="1"/>
              </p:cNvSpPr>
              <p:nvPr/>
            </p:nvSpPr>
            <p:spPr bwMode="auto">
              <a:xfrm>
                <a:off x="4785" y="890"/>
                <a:ext cx="363" cy="0"/>
              </a:xfrm>
              <a:prstGeom prst="line">
                <a:avLst/>
              </a:prstGeom>
              <a:noFill/>
              <a:ln w="38100">
                <a:solidFill>
                  <a:srgbClr val="FF99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819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19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19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819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" dur="500"/>
                                        <p:tgtEl>
                                          <p:spTgt spid="82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500"/>
                            </p:stCondLst>
                            <p:childTnLst>
                              <p:par>
                                <p:cTn id="16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819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19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8197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8197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819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819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000"/>
                            </p:stCondLst>
                            <p:childTnLst>
                              <p:par>
                                <p:cTn id="29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819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819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82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1000"/>
                                        <p:tgtEl>
                                          <p:spTgt spid="819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1000"/>
                                        <p:tgtEl>
                                          <p:spTgt spid="819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819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819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8" dur="500"/>
                                        <p:tgtEl>
                                          <p:spTgt spid="82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3000"/>
                                        <p:tgtEl>
                                          <p:spTgt spid="820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3000"/>
                                        <p:tgtEl>
                                          <p:spTgt spid="820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3000"/>
                                        <p:tgtEl>
                                          <p:spTgt spid="820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925" grpId="0"/>
      <p:bldP spid="81978" grpId="0" animBg="1"/>
      <p:bldP spid="81979" grpId="0"/>
      <p:bldP spid="81988" grpId="0"/>
      <p:bldP spid="81924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900" name="Text Box 4"/>
          <p:cNvSpPr txBox="1">
            <a:spLocks noChangeArrowheads="1"/>
          </p:cNvSpPr>
          <p:nvPr/>
        </p:nvSpPr>
        <p:spPr bwMode="auto">
          <a:xfrm>
            <a:off x="1331913" y="404813"/>
            <a:ext cx="6985000" cy="701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4000">
                <a:solidFill>
                  <a:schemeClr val="bg1"/>
                </a:solidFill>
                <a:latin typeface="楷体_GB2312" pitchFamily="49" charset="-122"/>
              </a:rPr>
              <a:t>7.2 </a:t>
            </a:r>
            <a:r>
              <a:rPr lang="zh-CN" altLang="en-US" sz="4000">
                <a:solidFill>
                  <a:schemeClr val="bg1"/>
                </a:solidFill>
                <a:latin typeface="楷体_GB2312" pitchFamily="49" charset="-122"/>
              </a:rPr>
              <a:t>一阶电路的零输入响应</a:t>
            </a:r>
          </a:p>
        </p:txBody>
      </p:sp>
      <p:sp>
        <p:nvSpPr>
          <p:cNvPr id="80901" name="Text Box 5"/>
          <p:cNvSpPr txBox="1">
            <a:spLocks noChangeArrowheads="1"/>
          </p:cNvSpPr>
          <p:nvPr/>
        </p:nvSpPr>
        <p:spPr bwMode="auto">
          <a:xfrm>
            <a:off x="3779838" y="1196975"/>
            <a:ext cx="4824412" cy="1630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20000"/>
              </a:lnSpc>
              <a:spcBef>
                <a:spcPct val="50000"/>
              </a:spcBef>
            </a:pPr>
            <a:r>
              <a:rPr lang="zh-CN" altLang="en-US">
                <a:latin typeface="楷体_GB2312" pitchFamily="49" charset="-122"/>
              </a:rPr>
              <a:t>换路后外加激励为零，仅由动态元件初始储能产生的电压和电流。</a:t>
            </a:r>
          </a:p>
        </p:txBody>
      </p:sp>
      <p:sp>
        <p:nvSpPr>
          <p:cNvPr id="80904" name="Text Box 8"/>
          <p:cNvSpPr txBox="1">
            <a:spLocks noChangeArrowheads="1"/>
          </p:cNvSpPr>
          <p:nvPr/>
        </p:nvSpPr>
        <p:spPr bwMode="auto">
          <a:xfrm>
            <a:off x="539750" y="2852738"/>
            <a:ext cx="4824413" cy="579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98000" rIns="198000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3200">
                <a:solidFill>
                  <a:schemeClr val="bg1"/>
                </a:solidFill>
                <a:latin typeface="楷体_GB2312" pitchFamily="49" charset="-122"/>
              </a:rPr>
              <a:t>1.</a:t>
            </a:r>
            <a:r>
              <a:rPr lang="en-US" altLang="zh-CN" sz="3200" b="0" i="1">
                <a:solidFill>
                  <a:schemeClr val="bg1"/>
                </a:solidFill>
                <a:latin typeface="Times New Roman" pitchFamily="18" charset="0"/>
              </a:rPr>
              <a:t>RC</a:t>
            </a:r>
            <a:r>
              <a:rPr lang="zh-CN" altLang="en-US" sz="3200">
                <a:solidFill>
                  <a:schemeClr val="bg1"/>
                </a:solidFill>
                <a:latin typeface="楷体_GB2312" pitchFamily="49" charset="-122"/>
              </a:rPr>
              <a:t>电路的零输入响应</a:t>
            </a:r>
          </a:p>
        </p:txBody>
      </p:sp>
      <p:sp>
        <p:nvSpPr>
          <p:cNvPr id="80905" name="Text Box 9"/>
          <p:cNvSpPr txBox="1">
            <a:spLocks noChangeArrowheads="1"/>
          </p:cNvSpPr>
          <p:nvPr/>
        </p:nvSpPr>
        <p:spPr bwMode="auto">
          <a:xfrm>
            <a:off x="4140200" y="3357563"/>
            <a:ext cx="3149600" cy="579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>
                <a:latin typeface="Times New Roman" pitchFamily="18" charset="0"/>
              </a:rPr>
              <a:t>已知</a:t>
            </a:r>
            <a:r>
              <a:rPr lang="zh-CN" altLang="en-US">
                <a:latin typeface="Times New Roman" pitchFamily="18" charset="0"/>
                <a:ea typeface="宋体" pitchFamily="2" charset="-122"/>
              </a:rPr>
              <a:t>   </a:t>
            </a:r>
            <a:r>
              <a:rPr lang="en-US" altLang="zh-CN" sz="3200" b="0" i="1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u</a:t>
            </a:r>
            <a:r>
              <a:rPr lang="en-US" altLang="zh-CN" sz="3200" b="0" i="1" baseline="-2500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C</a:t>
            </a:r>
            <a:r>
              <a:rPr lang="en-US" altLang="zh-CN" sz="3200" b="0" baseline="-2500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 </a:t>
            </a:r>
            <a:r>
              <a:rPr lang="en-US" altLang="zh-CN" sz="3200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(0</a:t>
            </a:r>
            <a:r>
              <a:rPr lang="zh-CN" altLang="en-US" sz="3200" b="0" baseline="-2500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－</a:t>
            </a:r>
            <a:r>
              <a:rPr lang="en-US" altLang="zh-CN" sz="3200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)=</a:t>
            </a:r>
            <a:r>
              <a:rPr lang="en-US" altLang="zh-CN" sz="3200" b="0" i="1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U</a:t>
            </a:r>
            <a:r>
              <a:rPr lang="en-US" altLang="zh-CN" sz="3200" b="0" baseline="-2500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0</a:t>
            </a:r>
            <a:endParaRPr lang="en-US" altLang="zh-CN" sz="3200" b="0">
              <a:solidFill>
                <a:schemeClr val="bg1"/>
              </a:solidFill>
              <a:latin typeface="Times New Roman" pitchFamily="18" charset="0"/>
              <a:ea typeface="宋体" pitchFamily="2" charset="-122"/>
            </a:endParaRPr>
          </a:p>
        </p:txBody>
      </p:sp>
      <p:graphicFrame>
        <p:nvGraphicFramePr>
          <p:cNvPr id="80953" name="Object 57"/>
          <p:cNvGraphicFramePr>
            <a:graphicFrameLocks noChangeAspect="1"/>
          </p:cNvGraphicFramePr>
          <p:nvPr/>
        </p:nvGraphicFramePr>
        <p:xfrm>
          <a:off x="4932363" y="4005263"/>
          <a:ext cx="2592387" cy="666750"/>
        </p:xfrm>
        <a:graphic>
          <a:graphicData uri="http://schemas.openxmlformats.org/presentationml/2006/ole">
            <p:oleObj spid="_x0000_s37893" r:id="rId3" imgW="846000" imgH="207720" progId="Equation.3">
              <p:embed/>
            </p:oleObj>
          </a:graphicData>
        </a:graphic>
      </p:graphicFrame>
      <p:grpSp>
        <p:nvGrpSpPr>
          <p:cNvPr id="80961" name="Group 65"/>
          <p:cNvGrpSpPr>
            <a:grpSpLocks/>
          </p:cNvGrpSpPr>
          <p:nvPr/>
        </p:nvGrpSpPr>
        <p:grpSpPr bwMode="auto">
          <a:xfrm>
            <a:off x="4787900" y="4652963"/>
            <a:ext cx="2441575" cy="1430337"/>
            <a:chOff x="340" y="2395"/>
            <a:chExt cx="1538" cy="901"/>
          </a:xfrm>
        </p:grpSpPr>
        <p:graphicFrame>
          <p:nvGraphicFramePr>
            <p:cNvPr id="37895" name="Object 11"/>
            <p:cNvGraphicFramePr>
              <a:graphicFrameLocks noChangeAspect="1"/>
            </p:cNvGraphicFramePr>
            <p:nvPr/>
          </p:nvGraphicFramePr>
          <p:xfrm>
            <a:off x="524" y="2395"/>
            <a:ext cx="1354" cy="679"/>
          </p:xfrm>
          <a:graphic>
            <a:graphicData uri="http://schemas.openxmlformats.org/presentationml/2006/ole">
              <p:oleObj spid="_x0000_s37895" r:id="rId4" imgW="718560" imgH="403560" progId="Equation.3">
                <p:embed/>
              </p:oleObj>
            </a:graphicData>
          </a:graphic>
        </p:graphicFrame>
        <p:sp>
          <p:nvSpPr>
            <p:cNvPr id="37896" name="Text Box 40"/>
            <p:cNvSpPr txBox="1">
              <a:spLocks noChangeArrowheads="1"/>
            </p:cNvSpPr>
            <p:nvPr/>
          </p:nvSpPr>
          <p:spPr bwMode="auto">
            <a:xfrm>
              <a:off x="340" y="2931"/>
              <a:ext cx="1270" cy="3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90000" tIns="46800" rIns="90000" bIns="46800" anchor="ctr">
              <a:spAutoFit/>
            </a:bodyPr>
            <a:lstStyle/>
            <a:p>
              <a:pPr algn="ctr"/>
              <a:r>
                <a:rPr lang="en-US" altLang="zh-CN" sz="3200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 u</a:t>
              </a:r>
              <a:r>
                <a:rPr lang="en-US" altLang="zh-CN" sz="3200" b="0" i="1" baseline="-2500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R</a:t>
              </a:r>
              <a:r>
                <a:rPr lang="en-US" altLang="zh-CN" sz="3200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= Ri</a:t>
              </a:r>
            </a:p>
          </p:txBody>
        </p:sp>
        <p:sp>
          <p:nvSpPr>
            <p:cNvPr id="37897" name="AutoShape 58"/>
            <p:cNvSpPr>
              <a:spLocks/>
            </p:cNvSpPr>
            <p:nvPr/>
          </p:nvSpPr>
          <p:spPr bwMode="auto">
            <a:xfrm>
              <a:off x="431" y="2659"/>
              <a:ext cx="90" cy="612"/>
            </a:xfrm>
            <a:prstGeom prst="leftBracket">
              <a:avLst>
                <a:gd name="adj" fmla="val 56667"/>
              </a:avLst>
            </a:prstGeom>
            <a:noFill/>
            <a:ln w="28575">
              <a:solidFill>
                <a:schemeClr val="bg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80956" name="Text Box 60"/>
          <p:cNvSpPr txBox="1">
            <a:spLocks noChangeArrowheads="1"/>
          </p:cNvSpPr>
          <p:nvPr/>
        </p:nvSpPr>
        <p:spPr bwMode="auto">
          <a:xfrm>
            <a:off x="539750" y="1412875"/>
            <a:ext cx="2303463" cy="547688"/>
          </a:xfrm>
          <a:prstGeom prst="rect">
            <a:avLst/>
          </a:prstGeom>
          <a:noFill/>
          <a:ln w="28575">
            <a:solidFill>
              <a:srgbClr val="00FFFF"/>
            </a:solidFill>
            <a:miter lim="800000"/>
            <a:headEnd/>
            <a:tailEnd/>
          </a:ln>
        </p:spPr>
        <p:txBody>
          <a:bodyPr lIns="198000" rIns="19800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>
                <a:solidFill>
                  <a:schemeClr val="bg1"/>
                </a:solidFill>
              </a:rPr>
              <a:t>零输入响应</a:t>
            </a:r>
          </a:p>
        </p:txBody>
      </p:sp>
      <p:sp>
        <p:nvSpPr>
          <p:cNvPr id="80957" name="AutoShape 61"/>
          <p:cNvSpPr>
            <a:spLocks noChangeArrowheads="1"/>
          </p:cNvSpPr>
          <p:nvPr/>
        </p:nvSpPr>
        <p:spPr bwMode="auto">
          <a:xfrm>
            <a:off x="3132138" y="1628775"/>
            <a:ext cx="576262" cy="144463"/>
          </a:xfrm>
          <a:prstGeom prst="rightArrow">
            <a:avLst>
              <a:gd name="adj1" fmla="val 50000"/>
              <a:gd name="adj2" fmla="val 99669"/>
            </a:avLst>
          </a:prstGeom>
          <a:solidFill>
            <a:srgbClr val="0099FF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37900" name="Group 70"/>
          <p:cNvGrpSpPr>
            <a:grpSpLocks/>
          </p:cNvGrpSpPr>
          <p:nvPr/>
        </p:nvGrpSpPr>
        <p:grpSpPr bwMode="auto"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37901" name="Picture 71" descr="78900"/>
            <p:cNvPicPr>
              <a:picLocks noChangeAspect="1" noChangeArrowheads="1"/>
            </p:cNvPicPr>
            <p:nvPr/>
          </p:nvPicPr>
          <p:blipFill>
            <a:blip r:embed="rId5"/>
            <a:srcRect/>
            <a:stretch>
              <a:fillRect/>
            </a:stretch>
          </p:blipFill>
          <p:spPr bwMode="auto"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37902" name="Text Box 72">
              <a:hlinkClick r:id="" action="ppaction://hlinkshowjump?jump=nextslide"/>
            </p:cNvPr>
            <p:cNvSpPr txBox="1">
              <a:spLocks noChangeArrowheads="1"/>
            </p:cNvSpPr>
            <p:nvPr/>
          </p:nvSpPr>
          <p:spPr bwMode="auto"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0">
                  <a:solidFill>
                    <a:schemeClr val="bg1"/>
                  </a:solidFill>
                  <a:latin typeface="隶书" pitchFamily="49" charset="-122"/>
                  <a:ea typeface="隶书" pitchFamily="49" charset="-122"/>
                </a:rPr>
                <a:t>下 页</a:t>
              </a:r>
            </a:p>
          </p:txBody>
        </p:sp>
      </p:grpSp>
      <p:grpSp>
        <p:nvGrpSpPr>
          <p:cNvPr id="37903" name="Group 73"/>
          <p:cNvGrpSpPr>
            <a:grpSpLocks/>
          </p:cNvGrpSpPr>
          <p:nvPr/>
        </p:nvGrpSpPr>
        <p:grpSpPr bwMode="auto">
          <a:xfrm>
            <a:off x="7453313" y="6446838"/>
            <a:ext cx="792162" cy="366712"/>
            <a:chOff x="4649" y="4020"/>
            <a:chExt cx="499" cy="231"/>
          </a:xfrm>
        </p:grpSpPr>
        <p:pic>
          <p:nvPicPr>
            <p:cNvPr id="37904" name="Picture 74" descr="78900"/>
            <p:cNvPicPr>
              <a:picLocks noChangeAspect="1" noChangeArrowheads="1"/>
            </p:cNvPicPr>
            <p:nvPr/>
          </p:nvPicPr>
          <p:blipFill>
            <a:blip r:embed="rId5"/>
            <a:srcRect/>
            <a:stretch>
              <a:fillRect/>
            </a:stretch>
          </p:blipFill>
          <p:spPr bwMode="auto"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37905" name="Text Box 75">
              <a:hlinkClick r:id="" action="ppaction://hlinkshowjump?jump=previousslide"/>
            </p:cNvPr>
            <p:cNvSpPr txBox="1">
              <a:spLocks noChangeArrowheads="1"/>
            </p:cNvSpPr>
            <p:nvPr/>
          </p:nvSpPr>
          <p:spPr bwMode="auto"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0">
                  <a:solidFill>
                    <a:schemeClr val="bg1"/>
                  </a:solidFill>
                  <a:latin typeface="隶书" pitchFamily="49" charset="-122"/>
                  <a:ea typeface="隶书" pitchFamily="49" charset="-122"/>
                </a:rPr>
                <a:t>上 页</a:t>
              </a:r>
            </a:p>
          </p:txBody>
        </p:sp>
      </p:grpSp>
      <p:grpSp>
        <p:nvGrpSpPr>
          <p:cNvPr id="80977" name="Group 81"/>
          <p:cNvGrpSpPr>
            <a:grpSpLocks/>
          </p:cNvGrpSpPr>
          <p:nvPr/>
        </p:nvGrpSpPr>
        <p:grpSpPr bwMode="auto">
          <a:xfrm>
            <a:off x="684213" y="3644900"/>
            <a:ext cx="2952750" cy="2182813"/>
            <a:chOff x="431" y="2296"/>
            <a:chExt cx="1860" cy="1375"/>
          </a:xfrm>
        </p:grpSpPr>
        <p:sp>
          <p:nvSpPr>
            <p:cNvPr id="37907" name="Line 82"/>
            <p:cNvSpPr>
              <a:spLocks noChangeShapeType="1"/>
            </p:cNvSpPr>
            <p:nvPr/>
          </p:nvSpPr>
          <p:spPr bwMode="auto">
            <a:xfrm>
              <a:off x="1870" y="2809"/>
              <a:ext cx="0" cy="862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908" name="Line 83"/>
            <p:cNvSpPr>
              <a:spLocks noChangeShapeType="1"/>
            </p:cNvSpPr>
            <p:nvPr/>
          </p:nvSpPr>
          <p:spPr bwMode="auto">
            <a:xfrm>
              <a:off x="1461" y="2900"/>
              <a:ext cx="278" cy="0"/>
            </a:xfrm>
            <a:prstGeom prst="line">
              <a:avLst/>
            </a:prstGeom>
            <a:noFill/>
            <a:ln w="38100">
              <a:solidFill>
                <a:srgbClr val="00FFFF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909" name="Text Box 84"/>
            <p:cNvSpPr txBox="1">
              <a:spLocks noChangeArrowheads="1"/>
            </p:cNvSpPr>
            <p:nvPr/>
          </p:nvSpPr>
          <p:spPr bwMode="auto">
            <a:xfrm>
              <a:off x="1556" y="2465"/>
              <a:ext cx="178" cy="327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i</a:t>
              </a:r>
              <a:endParaRPr lang="en-US" altLang="zh-CN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37910" name="Line 85"/>
            <p:cNvSpPr>
              <a:spLocks noChangeShapeType="1"/>
            </p:cNvSpPr>
            <p:nvPr/>
          </p:nvSpPr>
          <p:spPr bwMode="auto">
            <a:xfrm flipH="1">
              <a:off x="1226" y="2544"/>
              <a:ext cx="167" cy="195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911" name="Text Box 86"/>
            <p:cNvSpPr txBox="1">
              <a:spLocks noChangeArrowheads="1"/>
            </p:cNvSpPr>
            <p:nvPr/>
          </p:nvSpPr>
          <p:spPr bwMode="auto">
            <a:xfrm>
              <a:off x="795" y="2296"/>
              <a:ext cx="691" cy="327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S(</a:t>
              </a:r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t</a:t>
              </a:r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=0)</a:t>
              </a:r>
            </a:p>
          </p:txBody>
        </p:sp>
        <p:sp>
          <p:nvSpPr>
            <p:cNvPr id="37912" name="Text Box 87"/>
            <p:cNvSpPr txBox="1">
              <a:spLocks noChangeArrowheads="1"/>
            </p:cNvSpPr>
            <p:nvPr/>
          </p:nvSpPr>
          <p:spPr bwMode="auto">
            <a:xfrm>
              <a:off x="1906" y="2790"/>
              <a:ext cx="244" cy="327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+</a:t>
              </a:r>
            </a:p>
          </p:txBody>
        </p:sp>
        <p:sp>
          <p:nvSpPr>
            <p:cNvPr id="37913" name="Text Box 88"/>
            <p:cNvSpPr txBox="1">
              <a:spLocks noChangeArrowheads="1"/>
            </p:cNvSpPr>
            <p:nvPr/>
          </p:nvSpPr>
          <p:spPr bwMode="auto">
            <a:xfrm>
              <a:off x="1907" y="3334"/>
              <a:ext cx="228" cy="327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–</a:t>
              </a:r>
            </a:p>
          </p:txBody>
        </p:sp>
        <p:sp>
          <p:nvSpPr>
            <p:cNvPr id="37914" name="Text Box 89"/>
            <p:cNvSpPr txBox="1">
              <a:spLocks noChangeArrowheads="1"/>
            </p:cNvSpPr>
            <p:nvPr/>
          </p:nvSpPr>
          <p:spPr bwMode="auto">
            <a:xfrm>
              <a:off x="1970" y="3010"/>
              <a:ext cx="321" cy="327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u</a:t>
              </a:r>
              <a:r>
                <a:rPr lang="en-US" altLang="zh-CN" b="0" i="1" baseline="-2500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R</a:t>
              </a:r>
              <a:endParaRPr lang="en-US" altLang="zh-CN" b="0" baseline="-2500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37915" name="Line 90"/>
            <p:cNvSpPr>
              <a:spLocks noChangeShapeType="1"/>
            </p:cNvSpPr>
            <p:nvPr/>
          </p:nvSpPr>
          <p:spPr bwMode="auto">
            <a:xfrm>
              <a:off x="1325" y="2809"/>
              <a:ext cx="545" cy="0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916" name="Line 91"/>
            <p:cNvSpPr>
              <a:spLocks noChangeShapeType="1"/>
            </p:cNvSpPr>
            <p:nvPr/>
          </p:nvSpPr>
          <p:spPr bwMode="auto">
            <a:xfrm>
              <a:off x="788" y="2821"/>
              <a:ext cx="390" cy="0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917" name="Text Box 92"/>
            <p:cNvSpPr txBox="1">
              <a:spLocks noChangeArrowheads="1"/>
            </p:cNvSpPr>
            <p:nvPr/>
          </p:nvSpPr>
          <p:spPr bwMode="auto">
            <a:xfrm>
              <a:off x="431" y="2977"/>
              <a:ext cx="265" cy="327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C</a:t>
              </a:r>
              <a:endParaRPr lang="en-US" altLang="zh-CN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37918" name="Text Box 93"/>
            <p:cNvSpPr txBox="1">
              <a:spLocks noChangeArrowheads="1"/>
            </p:cNvSpPr>
            <p:nvPr/>
          </p:nvSpPr>
          <p:spPr bwMode="auto">
            <a:xfrm>
              <a:off x="956" y="2823"/>
              <a:ext cx="244" cy="327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+</a:t>
              </a:r>
            </a:p>
          </p:txBody>
        </p:sp>
        <p:sp>
          <p:nvSpPr>
            <p:cNvPr id="37919" name="Text Box 94"/>
            <p:cNvSpPr txBox="1">
              <a:spLocks noChangeArrowheads="1"/>
            </p:cNvSpPr>
            <p:nvPr/>
          </p:nvSpPr>
          <p:spPr bwMode="auto">
            <a:xfrm>
              <a:off x="965" y="3243"/>
              <a:ext cx="228" cy="327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–</a:t>
              </a:r>
            </a:p>
          </p:txBody>
        </p:sp>
        <p:sp>
          <p:nvSpPr>
            <p:cNvPr id="37920" name="Text Box 95"/>
            <p:cNvSpPr txBox="1">
              <a:spLocks noChangeArrowheads="1"/>
            </p:cNvSpPr>
            <p:nvPr/>
          </p:nvSpPr>
          <p:spPr bwMode="auto">
            <a:xfrm>
              <a:off x="968" y="2964"/>
              <a:ext cx="329" cy="327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u</a:t>
              </a:r>
              <a:r>
                <a:rPr lang="en-US" altLang="zh-CN" b="0" i="1" baseline="-2500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C</a:t>
              </a:r>
              <a:endParaRPr lang="en-US" altLang="zh-CN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37921" name="Line 96"/>
            <p:cNvSpPr>
              <a:spLocks noChangeShapeType="1"/>
            </p:cNvSpPr>
            <p:nvPr/>
          </p:nvSpPr>
          <p:spPr bwMode="auto">
            <a:xfrm flipV="1">
              <a:off x="781" y="3209"/>
              <a:ext cx="7" cy="462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922" name="Line 97"/>
            <p:cNvSpPr>
              <a:spLocks noChangeShapeType="1"/>
            </p:cNvSpPr>
            <p:nvPr/>
          </p:nvSpPr>
          <p:spPr bwMode="auto">
            <a:xfrm flipH="1" flipV="1">
              <a:off x="788" y="2821"/>
              <a:ext cx="5" cy="292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923" name="Line 98"/>
            <p:cNvSpPr>
              <a:spLocks noChangeShapeType="1"/>
            </p:cNvSpPr>
            <p:nvPr/>
          </p:nvSpPr>
          <p:spPr bwMode="auto">
            <a:xfrm flipH="1" flipV="1">
              <a:off x="1098" y="2628"/>
              <a:ext cx="247" cy="193"/>
            </a:xfrm>
            <a:prstGeom prst="line">
              <a:avLst/>
            </a:prstGeom>
            <a:noFill/>
            <a:ln w="38100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924" name="Line 99"/>
            <p:cNvSpPr>
              <a:spLocks noChangeShapeType="1"/>
            </p:cNvSpPr>
            <p:nvPr/>
          </p:nvSpPr>
          <p:spPr bwMode="auto">
            <a:xfrm>
              <a:off x="781" y="3671"/>
              <a:ext cx="1095" cy="0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925" name="Text Box 100"/>
            <p:cNvSpPr txBox="1">
              <a:spLocks noChangeArrowheads="1"/>
            </p:cNvSpPr>
            <p:nvPr/>
          </p:nvSpPr>
          <p:spPr bwMode="auto">
            <a:xfrm>
              <a:off x="1548" y="3017"/>
              <a:ext cx="253" cy="327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R</a:t>
              </a:r>
              <a:endParaRPr lang="en-US" altLang="zh-CN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37926" name="Rectangle 101"/>
            <p:cNvSpPr>
              <a:spLocks noChangeArrowheads="1"/>
            </p:cNvSpPr>
            <p:nvPr/>
          </p:nvSpPr>
          <p:spPr bwMode="auto">
            <a:xfrm>
              <a:off x="1791" y="3067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</a:gradFill>
            <a:ln w="2857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37927" name="Group 102"/>
            <p:cNvGrpSpPr>
              <a:grpSpLocks/>
            </p:cNvGrpSpPr>
            <p:nvPr/>
          </p:nvGrpSpPr>
          <p:grpSpPr bwMode="auto">
            <a:xfrm>
              <a:off x="657" y="3113"/>
              <a:ext cx="240" cy="93"/>
              <a:chOff x="3787" y="2478"/>
              <a:chExt cx="240" cy="93"/>
            </a:xfrm>
          </p:grpSpPr>
          <p:sp>
            <p:nvSpPr>
              <p:cNvPr id="37928" name="Line 103"/>
              <p:cNvSpPr>
                <a:spLocks noChangeShapeType="1"/>
              </p:cNvSpPr>
              <p:nvPr/>
            </p:nvSpPr>
            <p:spPr bwMode="auto">
              <a:xfrm flipV="1">
                <a:off x="3787" y="2568"/>
                <a:ext cx="240" cy="3"/>
              </a:xfrm>
              <a:prstGeom prst="line">
                <a:avLst/>
              </a:prstGeom>
              <a:noFill/>
              <a:ln w="57150">
                <a:solidFill>
                  <a:srgbClr val="FF99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7929" name="Line 104"/>
              <p:cNvSpPr>
                <a:spLocks noChangeShapeType="1"/>
              </p:cNvSpPr>
              <p:nvPr/>
            </p:nvSpPr>
            <p:spPr bwMode="auto">
              <a:xfrm>
                <a:off x="3787" y="2478"/>
                <a:ext cx="240" cy="1"/>
              </a:xfrm>
              <a:prstGeom prst="line">
                <a:avLst/>
              </a:prstGeom>
              <a:noFill/>
              <a:ln w="57150">
                <a:solidFill>
                  <a:srgbClr val="FF99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grpSp>
        <p:nvGrpSpPr>
          <p:cNvPr id="37930" name="Group 108"/>
          <p:cNvGrpSpPr>
            <a:grpSpLocks/>
          </p:cNvGrpSpPr>
          <p:nvPr/>
        </p:nvGrpSpPr>
        <p:grpSpPr bwMode="auto">
          <a:xfrm>
            <a:off x="6588125" y="6445250"/>
            <a:ext cx="792163" cy="366713"/>
            <a:chOff x="4649" y="4020"/>
            <a:chExt cx="499" cy="231"/>
          </a:xfrm>
        </p:grpSpPr>
        <p:pic>
          <p:nvPicPr>
            <p:cNvPr id="37931" name="Picture 109" descr="78900"/>
            <p:cNvPicPr>
              <a:picLocks noChangeAspect="1" noChangeArrowheads="1"/>
            </p:cNvPicPr>
            <p:nvPr/>
          </p:nvPicPr>
          <p:blipFill>
            <a:blip r:embed="rId5"/>
            <a:srcRect/>
            <a:stretch>
              <a:fillRect/>
            </a:stretch>
          </p:blipFill>
          <p:spPr bwMode="auto"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37932" name="Text Box 110">
              <a:hlinkClick r:id="rId6" action="ppaction://hlinksldjump"/>
            </p:cNvPr>
            <p:cNvSpPr txBox="1">
              <a:spLocks noChangeArrowheads="1"/>
            </p:cNvSpPr>
            <p:nvPr/>
          </p:nvSpPr>
          <p:spPr bwMode="auto"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0">
                  <a:solidFill>
                    <a:schemeClr val="bg1"/>
                  </a:solidFill>
                  <a:latin typeface="隶书" pitchFamily="49" charset="-122"/>
                  <a:ea typeface="隶书" pitchFamily="49" charset="-122"/>
                </a:rPr>
                <a:t>返 回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9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09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09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09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09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9" dur="500"/>
                                        <p:tgtEl>
                                          <p:spTgt spid="809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100"/>
                                        <p:tgtEl>
                                          <p:spTgt spid="809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809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809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809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2000"/>
                                        <p:tgtEl>
                                          <p:spTgt spid="809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809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809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0" dur="2000"/>
                                        <p:tgtEl>
                                          <p:spTgt spid="809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0900" grpId="0" build="p" advAuto="0"/>
      <p:bldP spid="80901" grpId="0"/>
      <p:bldP spid="80904" grpId="0"/>
      <p:bldP spid="80905" grpId="0"/>
      <p:bldP spid="80956" grpId="0" animBg="1"/>
      <p:bldP spid="80957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9574" name="Group 6"/>
          <p:cNvGrpSpPr>
            <a:grpSpLocks/>
          </p:cNvGrpSpPr>
          <p:nvPr/>
        </p:nvGrpSpPr>
        <p:grpSpPr bwMode="auto">
          <a:xfrm>
            <a:off x="4067175" y="534988"/>
            <a:ext cx="3509963" cy="1584325"/>
            <a:chOff x="2484" y="1912"/>
            <a:chExt cx="1543" cy="763"/>
          </a:xfrm>
        </p:grpSpPr>
        <p:graphicFrame>
          <p:nvGraphicFramePr>
            <p:cNvPr id="38914" name="Object 7"/>
            <p:cNvGraphicFramePr>
              <a:graphicFrameLocks noChangeAspect="1"/>
            </p:cNvGraphicFramePr>
            <p:nvPr/>
          </p:nvGraphicFramePr>
          <p:xfrm>
            <a:off x="2608" y="1912"/>
            <a:ext cx="1419" cy="763"/>
          </p:xfrm>
          <a:graphic>
            <a:graphicData uri="http://schemas.openxmlformats.org/presentationml/2006/ole">
              <p:oleObj spid="_x0000_s38914" r:id="rId3" imgW="1065960" imgH="622800" progId="Equation.3">
                <p:embed/>
              </p:oleObj>
            </a:graphicData>
          </a:graphic>
        </p:graphicFrame>
        <p:sp>
          <p:nvSpPr>
            <p:cNvPr id="109576" name="AutoShape 8"/>
            <p:cNvSpPr/>
            <p:nvPr/>
          </p:nvSpPr>
          <p:spPr bwMode="auto">
            <a:xfrm>
              <a:off x="2484" y="2126"/>
              <a:ext cx="87" cy="435"/>
            </a:xfrm>
            <a:prstGeom prst="leftBrace">
              <a:avLst>
                <a:gd name="adj1" fmla="val 41667"/>
                <a:gd name="adj2" fmla="val 50000"/>
              </a:avLst>
            </a:prstGeom>
            <a:noFill/>
            <a:ln w="19050">
              <a:solidFill>
                <a:schemeClr val="bg1"/>
              </a:solidFill>
              <a:round/>
            </a:ln>
            <a:effectLst>
              <a:prstShdw prst="shdw17" dist="17961" dir="2700000">
                <a:schemeClr val="bg1">
                  <a:gamma/>
                  <a:shade val="60000"/>
                  <a:invGamma/>
                </a:schemeClr>
              </a:prstShdw>
            </a:effectLst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pPr>
                <a:defRPr/>
              </a:pPr>
              <a:endParaRPr lang="zh-CN" altLang="en-US"/>
            </a:p>
          </p:txBody>
        </p:sp>
      </p:grpSp>
      <p:grpSp>
        <p:nvGrpSpPr>
          <p:cNvPr id="109650" name="Group 82"/>
          <p:cNvGrpSpPr>
            <a:grpSpLocks/>
          </p:cNvGrpSpPr>
          <p:nvPr/>
        </p:nvGrpSpPr>
        <p:grpSpPr bwMode="auto">
          <a:xfrm>
            <a:off x="3779838" y="2781300"/>
            <a:ext cx="3843337" cy="1008063"/>
            <a:chOff x="2318" y="1706"/>
            <a:chExt cx="2529" cy="748"/>
          </a:xfrm>
        </p:grpSpPr>
        <p:graphicFrame>
          <p:nvGraphicFramePr>
            <p:cNvPr id="38917" name="Object 10"/>
            <p:cNvGraphicFramePr>
              <a:graphicFrameLocks noChangeAspect="1"/>
            </p:cNvGraphicFramePr>
            <p:nvPr/>
          </p:nvGraphicFramePr>
          <p:xfrm>
            <a:off x="3606" y="1706"/>
            <a:ext cx="1241" cy="748"/>
          </p:xfrm>
          <a:graphic>
            <a:graphicData uri="http://schemas.openxmlformats.org/presentationml/2006/ole">
              <p:oleObj spid="_x0000_s38917" r:id="rId4" imgW="660600" imgH="392040" progId="Equation.3">
                <p:embed/>
              </p:oleObj>
            </a:graphicData>
          </a:graphic>
        </p:graphicFrame>
        <p:sp>
          <p:nvSpPr>
            <p:cNvPr id="38918" name="Text Box 11"/>
            <p:cNvSpPr txBox="1">
              <a:spLocks noChangeArrowheads="1"/>
            </p:cNvSpPr>
            <p:nvPr/>
          </p:nvSpPr>
          <p:spPr bwMode="auto">
            <a:xfrm>
              <a:off x="2318" y="1918"/>
              <a:ext cx="824" cy="38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90000" tIns="46800" rIns="90000" bIns="46800" anchor="ctr">
              <a:spAutoFit/>
            </a:bodyPr>
            <a:lstStyle/>
            <a:p>
              <a:pPr algn="ctr"/>
              <a:r>
                <a:rPr lang="zh-CN" altLang="zh-CN">
                  <a:latin typeface="Times New Roman" pitchFamily="18" charset="0"/>
                </a:rPr>
                <a:t>特征根</a:t>
              </a:r>
              <a:endParaRPr lang="zh-CN" altLang="en-US">
                <a:latin typeface="Times New Roman" pitchFamily="18" charset="0"/>
              </a:endParaRPr>
            </a:p>
          </p:txBody>
        </p:sp>
      </p:grpSp>
      <p:grpSp>
        <p:nvGrpSpPr>
          <p:cNvPr id="109649" name="Group 81"/>
          <p:cNvGrpSpPr>
            <a:grpSpLocks/>
          </p:cNvGrpSpPr>
          <p:nvPr/>
        </p:nvGrpSpPr>
        <p:grpSpPr bwMode="auto">
          <a:xfrm>
            <a:off x="3708400" y="2276475"/>
            <a:ext cx="4505325" cy="590550"/>
            <a:chOff x="2336" y="1344"/>
            <a:chExt cx="2838" cy="372"/>
          </a:xfrm>
        </p:grpSpPr>
        <p:sp>
          <p:nvSpPr>
            <p:cNvPr id="38920" name="Text Box 13"/>
            <p:cNvSpPr txBox="1">
              <a:spLocks noChangeArrowheads="1"/>
            </p:cNvSpPr>
            <p:nvPr/>
          </p:nvSpPr>
          <p:spPr bwMode="auto">
            <a:xfrm>
              <a:off x="2336" y="1389"/>
              <a:ext cx="2268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90000" tIns="46800" rIns="90000" bIns="46800" anchor="ctr">
              <a:spAutoFit/>
            </a:bodyPr>
            <a:lstStyle/>
            <a:p>
              <a:r>
                <a:rPr lang="zh-CN" altLang="zh-CN">
                  <a:latin typeface="Times New Roman" pitchFamily="18" charset="0"/>
                </a:rPr>
                <a:t>特征方程</a:t>
              </a:r>
              <a:endParaRPr lang="zh-CN" altLang="en-US">
                <a:latin typeface="Times New Roman" pitchFamily="18" charset="0"/>
              </a:endParaRPr>
            </a:p>
          </p:txBody>
        </p:sp>
        <p:sp>
          <p:nvSpPr>
            <p:cNvPr id="38921" name="Text Box 14"/>
            <p:cNvSpPr txBox="1">
              <a:spLocks noChangeArrowheads="1"/>
            </p:cNvSpPr>
            <p:nvPr/>
          </p:nvSpPr>
          <p:spPr bwMode="auto">
            <a:xfrm>
              <a:off x="3696" y="1344"/>
              <a:ext cx="1478" cy="3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3200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RCp+</a:t>
              </a:r>
              <a:r>
                <a:rPr lang="en-US" altLang="zh-CN" sz="3200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1=0</a:t>
              </a:r>
            </a:p>
          </p:txBody>
        </p:sp>
      </p:grpSp>
      <p:grpSp>
        <p:nvGrpSpPr>
          <p:cNvPr id="109583" name="Group 15"/>
          <p:cNvGrpSpPr>
            <a:grpSpLocks/>
          </p:cNvGrpSpPr>
          <p:nvPr/>
        </p:nvGrpSpPr>
        <p:grpSpPr bwMode="auto">
          <a:xfrm>
            <a:off x="1116013" y="3644900"/>
            <a:ext cx="4759325" cy="952500"/>
            <a:chOff x="482" y="3521"/>
            <a:chExt cx="2609" cy="503"/>
          </a:xfrm>
        </p:grpSpPr>
        <p:graphicFrame>
          <p:nvGraphicFramePr>
            <p:cNvPr id="38923" name="Object 16"/>
            <p:cNvGraphicFramePr>
              <a:graphicFrameLocks noChangeAspect="1"/>
            </p:cNvGraphicFramePr>
            <p:nvPr/>
          </p:nvGraphicFramePr>
          <p:xfrm>
            <a:off x="2145" y="3521"/>
            <a:ext cx="946" cy="472"/>
          </p:xfrm>
          <a:graphic>
            <a:graphicData uri="http://schemas.openxmlformats.org/presentationml/2006/ole">
              <p:oleObj spid="_x0000_s38923" r:id="rId5" imgW="567720" imgH="276840" progId="Equation.3">
                <p:embed/>
              </p:oleObj>
            </a:graphicData>
          </a:graphic>
        </p:graphicFrame>
        <p:graphicFrame>
          <p:nvGraphicFramePr>
            <p:cNvPr id="38924" name="Object 17"/>
            <p:cNvGraphicFramePr>
              <a:graphicFrameLocks noChangeAspect="1"/>
            </p:cNvGraphicFramePr>
            <p:nvPr/>
          </p:nvGraphicFramePr>
          <p:xfrm>
            <a:off x="1057" y="3648"/>
            <a:ext cx="1020" cy="376"/>
          </p:xfrm>
          <a:graphic>
            <a:graphicData uri="http://schemas.openxmlformats.org/presentationml/2006/ole">
              <p:oleObj spid="_x0000_s38924" r:id="rId6" imgW="614160" imgH="219240" progId="Equation.3">
                <p:embed/>
              </p:oleObj>
            </a:graphicData>
          </a:graphic>
        </p:graphicFrame>
        <p:sp>
          <p:nvSpPr>
            <p:cNvPr id="38925" name="Text Box 18"/>
            <p:cNvSpPr txBox="1">
              <a:spLocks noChangeArrowheads="1"/>
            </p:cNvSpPr>
            <p:nvPr/>
          </p:nvSpPr>
          <p:spPr bwMode="auto">
            <a:xfrm>
              <a:off x="482" y="3709"/>
              <a:ext cx="295" cy="27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>
              <a:prstShdw prst="shdw17" dist="17961" dir="2700000">
                <a:srgbClr val="999999"/>
              </a:prstShdw>
            </a:effectLst>
          </p:spPr>
          <p:txBody>
            <a:bodyPr wrap="none" lIns="90000" tIns="46800" rIns="90000" bIns="46800" anchor="ctr">
              <a:spAutoFit/>
            </a:bodyPr>
            <a:lstStyle/>
            <a:p>
              <a:pPr algn="ctr"/>
              <a:r>
                <a:rPr lang="zh-CN" altLang="en-US">
                  <a:latin typeface="Times New Roman" pitchFamily="18" charset="0"/>
                </a:rPr>
                <a:t>则</a:t>
              </a:r>
            </a:p>
          </p:txBody>
        </p:sp>
      </p:grpSp>
      <p:grpSp>
        <p:nvGrpSpPr>
          <p:cNvPr id="38926" name="Group 51"/>
          <p:cNvGrpSpPr>
            <a:grpSpLocks/>
          </p:cNvGrpSpPr>
          <p:nvPr/>
        </p:nvGrpSpPr>
        <p:grpSpPr bwMode="auto"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38927" name="Picture 52" descr="78900"/>
            <p:cNvPicPr>
              <a:picLocks noChangeAspect="1" noChangeArrowheads="1"/>
            </p:cNvPicPr>
            <p:nvPr/>
          </p:nvPicPr>
          <p:blipFill>
            <a:blip r:embed="rId7"/>
            <a:srcRect/>
            <a:stretch>
              <a:fillRect/>
            </a:stretch>
          </p:blipFill>
          <p:spPr bwMode="auto"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38928" name="Text Box 53">
              <a:hlinkClick r:id="" action="ppaction://hlinkshowjump?jump=nextslide"/>
            </p:cNvPr>
            <p:cNvSpPr txBox="1">
              <a:spLocks noChangeArrowheads="1"/>
            </p:cNvSpPr>
            <p:nvPr/>
          </p:nvSpPr>
          <p:spPr bwMode="auto"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0">
                  <a:solidFill>
                    <a:schemeClr val="bg1"/>
                  </a:solidFill>
                  <a:latin typeface="隶书" pitchFamily="49" charset="-122"/>
                  <a:ea typeface="隶书" pitchFamily="49" charset="-122"/>
                </a:rPr>
                <a:t>下 页</a:t>
              </a:r>
            </a:p>
          </p:txBody>
        </p:sp>
      </p:grpSp>
      <p:grpSp>
        <p:nvGrpSpPr>
          <p:cNvPr id="38929" name="Group 54"/>
          <p:cNvGrpSpPr>
            <a:grpSpLocks/>
          </p:cNvGrpSpPr>
          <p:nvPr/>
        </p:nvGrpSpPr>
        <p:grpSpPr bwMode="auto">
          <a:xfrm>
            <a:off x="7453313" y="6446838"/>
            <a:ext cx="792162" cy="366712"/>
            <a:chOff x="4649" y="4020"/>
            <a:chExt cx="499" cy="231"/>
          </a:xfrm>
        </p:grpSpPr>
        <p:pic>
          <p:nvPicPr>
            <p:cNvPr id="38930" name="Picture 55" descr="78900"/>
            <p:cNvPicPr>
              <a:picLocks noChangeAspect="1" noChangeArrowheads="1"/>
            </p:cNvPicPr>
            <p:nvPr/>
          </p:nvPicPr>
          <p:blipFill>
            <a:blip r:embed="rId7"/>
            <a:srcRect/>
            <a:stretch>
              <a:fillRect/>
            </a:stretch>
          </p:blipFill>
          <p:spPr bwMode="auto"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38931" name="Text Box 56">
              <a:hlinkClick r:id="" action="ppaction://hlinkshowjump?jump=previousslide"/>
            </p:cNvPr>
            <p:cNvSpPr txBox="1">
              <a:spLocks noChangeArrowheads="1"/>
            </p:cNvSpPr>
            <p:nvPr/>
          </p:nvSpPr>
          <p:spPr bwMode="auto"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0">
                  <a:solidFill>
                    <a:schemeClr val="bg1"/>
                  </a:solidFill>
                  <a:latin typeface="隶书" pitchFamily="49" charset="-122"/>
                  <a:ea typeface="隶书" pitchFamily="49" charset="-122"/>
                </a:rPr>
                <a:t>上 页</a:t>
              </a:r>
            </a:p>
          </p:txBody>
        </p:sp>
      </p:grpSp>
      <p:sp>
        <p:nvSpPr>
          <p:cNvPr id="109651" name="Text Box 83"/>
          <p:cNvSpPr txBox="1">
            <a:spLocks noChangeArrowheads="1"/>
          </p:cNvSpPr>
          <p:nvPr/>
        </p:nvSpPr>
        <p:spPr bwMode="auto">
          <a:xfrm>
            <a:off x="1042988" y="4724400"/>
            <a:ext cx="6335712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>
                <a:latin typeface="Times New Roman" pitchFamily="18" charset="0"/>
              </a:rPr>
              <a:t>代入初始值</a:t>
            </a:r>
            <a:r>
              <a:rPr lang="zh-CN" altLang="en-US" sz="2400" b="0">
                <a:latin typeface="Times New Roman" pitchFamily="18" charset="0"/>
                <a:ea typeface="宋体" pitchFamily="2" charset="-122"/>
              </a:rPr>
              <a:t>        </a:t>
            </a:r>
            <a:r>
              <a:rPr lang="en-US" altLang="zh-CN" sz="3200" b="0" i="1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u</a:t>
            </a:r>
            <a:r>
              <a:rPr lang="en-US" altLang="zh-CN" sz="3200" b="0" i="1" baseline="-2500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C</a:t>
            </a:r>
            <a:r>
              <a:rPr lang="en-US" altLang="zh-CN" sz="3200" b="0" baseline="-2500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 </a:t>
            </a:r>
            <a:r>
              <a:rPr lang="en-US" altLang="zh-CN" sz="3200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(0</a:t>
            </a:r>
            <a:r>
              <a:rPr lang="en-US" altLang="zh-CN" sz="3200" b="0" baseline="-2500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+</a:t>
            </a:r>
            <a:r>
              <a:rPr lang="en-US" altLang="zh-CN" sz="3200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)=</a:t>
            </a:r>
            <a:r>
              <a:rPr lang="en-US" altLang="zh-CN" sz="3200" b="0" i="1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u</a:t>
            </a:r>
            <a:r>
              <a:rPr lang="en-US" altLang="zh-CN" sz="3200" b="0" i="1" baseline="-2500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C</a:t>
            </a:r>
            <a:r>
              <a:rPr lang="en-US" altLang="zh-CN" sz="3200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(0</a:t>
            </a:r>
            <a:r>
              <a:rPr lang="zh-CN" altLang="en-US" sz="3200" b="0" baseline="-2500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－</a:t>
            </a:r>
            <a:r>
              <a:rPr lang="en-US" altLang="zh-CN" sz="3200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)=</a:t>
            </a:r>
            <a:r>
              <a:rPr lang="en-US" altLang="zh-CN" sz="3200" b="0" i="1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U</a:t>
            </a:r>
            <a:r>
              <a:rPr lang="en-US" altLang="zh-CN" sz="3200" b="0" baseline="-2500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0</a:t>
            </a:r>
            <a:endParaRPr lang="en-US" altLang="zh-CN" sz="3200" b="0">
              <a:solidFill>
                <a:schemeClr val="bg1"/>
              </a:solidFill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109652" name="AutoShape 84"/>
          <p:cNvSpPr>
            <a:spLocks noChangeArrowheads="1"/>
          </p:cNvSpPr>
          <p:nvPr/>
        </p:nvSpPr>
        <p:spPr bwMode="auto">
          <a:xfrm>
            <a:off x="1476375" y="5589588"/>
            <a:ext cx="792163" cy="215900"/>
          </a:xfrm>
          <a:prstGeom prst="rightArrow">
            <a:avLst>
              <a:gd name="adj1" fmla="val 50000"/>
              <a:gd name="adj2" fmla="val 91677"/>
            </a:avLst>
          </a:prstGeom>
          <a:solidFill>
            <a:srgbClr val="0099FF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9653" name="Text Box 85"/>
          <p:cNvSpPr txBox="1">
            <a:spLocks noChangeArrowheads="1"/>
          </p:cNvSpPr>
          <p:nvPr/>
        </p:nvSpPr>
        <p:spPr bwMode="auto">
          <a:xfrm>
            <a:off x="2555875" y="5445125"/>
            <a:ext cx="1727200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3200" b="0" i="1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A</a:t>
            </a:r>
            <a:r>
              <a:rPr lang="en-US" altLang="zh-CN" sz="3200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=</a:t>
            </a:r>
            <a:r>
              <a:rPr lang="en-US" altLang="zh-CN" sz="3200" b="0" i="1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U</a:t>
            </a:r>
            <a:r>
              <a:rPr lang="en-US" altLang="zh-CN" sz="3200" b="0" baseline="-2500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0</a:t>
            </a:r>
          </a:p>
        </p:txBody>
      </p:sp>
      <p:grpSp>
        <p:nvGrpSpPr>
          <p:cNvPr id="109654" name="Group 86"/>
          <p:cNvGrpSpPr>
            <a:grpSpLocks/>
          </p:cNvGrpSpPr>
          <p:nvPr/>
        </p:nvGrpSpPr>
        <p:grpSpPr bwMode="auto">
          <a:xfrm>
            <a:off x="468313" y="692150"/>
            <a:ext cx="2952750" cy="2182813"/>
            <a:chOff x="431" y="2296"/>
            <a:chExt cx="1860" cy="1375"/>
          </a:xfrm>
        </p:grpSpPr>
        <p:sp>
          <p:nvSpPr>
            <p:cNvPr id="38936" name="Line 87"/>
            <p:cNvSpPr>
              <a:spLocks noChangeShapeType="1"/>
            </p:cNvSpPr>
            <p:nvPr/>
          </p:nvSpPr>
          <p:spPr bwMode="auto">
            <a:xfrm>
              <a:off x="1870" y="2809"/>
              <a:ext cx="0" cy="862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937" name="Line 88"/>
            <p:cNvSpPr>
              <a:spLocks noChangeShapeType="1"/>
            </p:cNvSpPr>
            <p:nvPr/>
          </p:nvSpPr>
          <p:spPr bwMode="auto">
            <a:xfrm>
              <a:off x="1461" y="2900"/>
              <a:ext cx="278" cy="0"/>
            </a:xfrm>
            <a:prstGeom prst="line">
              <a:avLst/>
            </a:prstGeom>
            <a:noFill/>
            <a:ln w="38100">
              <a:solidFill>
                <a:srgbClr val="00FFFF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938" name="Text Box 89"/>
            <p:cNvSpPr txBox="1">
              <a:spLocks noChangeArrowheads="1"/>
            </p:cNvSpPr>
            <p:nvPr/>
          </p:nvSpPr>
          <p:spPr bwMode="auto">
            <a:xfrm>
              <a:off x="1556" y="2465"/>
              <a:ext cx="178" cy="327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i</a:t>
              </a:r>
              <a:endParaRPr lang="en-US" altLang="zh-CN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38939" name="Line 90"/>
            <p:cNvSpPr>
              <a:spLocks noChangeShapeType="1"/>
            </p:cNvSpPr>
            <p:nvPr/>
          </p:nvSpPr>
          <p:spPr bwMode="auto">
            <a:xfrm flipH="1">
              <a:off x="1226" y="2544"/>
              <a:ext cx="167" cy="195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940" name="Text Box 91"/>
            <p:cNvSpPr txBox="1">
              <a:spLocks noChangeArrowheads="1"/>
            </p:cNvSpPr>
            <p:nvPr/>
          </p:nvSpPr>
          <p:spPr bwMode="auto">
            <a:xfrm>
              <a:off x="795" y="2296"/>
              <a:ext cx="691" cy="327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S(</a:t>
              </a:r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t</a:t>
              </a:r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=0)</a:t>
              </a:r>
            </a:p>
          </p:txBody>
        </p:sp>
        <p:sp>
          <p:nvSpPr>
            <p:cNvPr id="38941" name="Text Box 92"/>
            <p:cNvSpPr txBox="1">
              <a:spLocks noChangeArrowheads="1"/>
            </p:cNvSpPr>
            <p:nvPr/>
          </p:nvSpPr>
          <p:spPr bwMode="auto">
            <a:xfrm>
              <a:off x="1906" y="2790"/>
              <a:ext cx="244" cy="327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+</a:t>
              </a:r>
            </a:p>
          </p:txBody>
        </p:sp>
        <p:sp>
          <p:nvSpPr>
            <p:cNvPr id="38942" name="Text Box 93"/>
            <p:cNvSpPr txBox="1">
              <a:spLocks noChangeArrowheads="1"/>
            </p:cNvSpPr>
            <p:nvPr/>
          </p:nvSpPr>
          <p:spPr bwMode="auto">
            <a:xfrm>
              <a:off x="1907" y="3334"/>
              <a:ext cx="228" cy="327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–</a:t>
              </a:r>
            </a:p>
          </p:txBody>
        </p:sp>
        <p:sp>
          <p:nvSpPr>
            <p:cNvPr id="38943" name="Text Box 94"/>
            <p:cNvSpPr txBox="1">
              <a:spLocks noChangeArrowheads="1"/>
            </p:cNvSpPr>
            <p:nvPr/>
          </p:nvSpPr>
          <p:spPr bwMode="auto">
            <a:xfrm>
              <a:off x="1970" y="3010"/>
              <a:ext cx="321" cy="327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u</a:t>
              </a:r>
              <a:r>
                <a:rPr lang="en-US" altLang="zh-CN" b="0" i="1" baseline="-2500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R</a:t>
              </a:r>
              <a:endParaRPr lang="en-US" altLang="zh-CN" b="0" baseline="-2500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38944" name="Line 95"/>
            <p:cNvSpPr>
              <a:spLocks noChangeShapeType="1"/>
            </p:cNvSpPr>
            <p:nvPr/>
          </p:nvSpPr>
          <p:spPr bwMode="auto">
            <a:xfrm>
              <a:off x="1325" y="2809"/>
              <a:ext cx="545" cy="0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945" name="Line 96"/>
            <p:cNvSpPr>
              <a:spLocks noChangeShapeType="1"/>
            </p:cNvSpPr>
            <p:nvPr/>
          </p:nvSpPr>
          <p:spPr bwMode="auto">
            <a:xfrm>
              <a:off x="788" y="2821"/>
              <a:ext cx="390" cy="0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946" name="Text Box 97"/>
            <p:cNvSpPr txBox="1">
              <a:spLocks noChangeArrowheads="1"/>
            </p:cNvSpPr>
            <p:nvPr/>
          </p:nvSpPr>
          <p:spPr bwMode="auto">
            <a:xfrm>
              <a:off x="431" y="2977"/>
              <a:ext cx="265" cy="327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C</a:t>
              </a:r>
              <a:endParaRPr lang="en-US" altLang="zh-CN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38947" name="Text Box 98"/>
            <p:cNvSpPr txBox="1">
              <a:spLocks noChangeArrowheads="1"/>
            </p:cNvSpPr>
            <p:nvPr/>
          </p:nvSpPr>
          <p:spPr bwMode="auto">
            <a:xfrm>
              <a:off x="956" y="2823"/>
              <a:ext cx="244" cy="327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+</a:t>
              </a:r>
            </a:p>
          </p:txBody>
        </p:sp>
        <p:sp>
          <p:nvSpPr>
            <p:cNvPr id="38948" name="Text Box 99"/>
            <p:cNvSpPr txBox="1">
              <a:spLocks noChangeArrowheads="1"/>
            </p:cNvSpPr>
            <p:nvPr/>
          </p:nvSpPr>
          <p:spPr bwMode="auto">
            <a:xfrm>
              <a:off x="965" y="3243"/>
              <a:ext cx="228" cy="327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–</a:t>
              </a:r>
            </a:p>
          </p:txBody>
        </p:sp>
        <p:sp>
          <p:nvSpPr>
            <p:cNvPr id="38949" name="Text Box 100"/>
            <p:cNvSpPr txBox="1">
              <a:spLocks noChangeArrowheads="1"/>
            </p:cNvSpPr>
            <p:nvPr/>
          </p:nvSpPr>
          <p:spPr bwMode="auto">
            <a:xfrm>
              <a:off x="968" y="2964"/>
              <a:ext cx="329" cy="327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u</a:t>
              </a:r>
              <a:r>
                <a:rPr lang="en-US" altLang="zh-CN" b="0" i="1" baseline="-2500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C</a:t>
              </a:r>
              <a:endParaRPr lang="en-US" altLang="zh-CN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38950" name="Line 101"/>
            <p:cNvSpPr>
              <a:spLocks noChangeShapeType="1"/>
            </p:cNvSpPr>
            <p:nvPr/>
          </p:nvSpPr>
          <p:spPr bwMode="auto">
            <a:xfrm flipV="1">
              <a:off x="781" y="3209"/>
              <a:ext cx="7" cy="462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951" name="Line 102"/>
            <p:cNvSpPr>
              <a:spLocks noChangeShapeType="1"/>
            </p:cNvSpPr>
            <p:nvPr/>
          </p:nvSpPr>
          <p:spPr bwMode="auto">
            <a:xfrm flipH="1" flipV="1">
              <a:off x="788" y="2821"/>
              <a:ext cx="5" cy="292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952" name="Line 103"/>
            <p:cNvSpPr>
              <a:spLocks noChangeShapeType="1"/>
            </p:cNvSpPr>
            <p:nvPr/>
          </p:nvSpPr>
          <p:spPr bwMode="auto">
            <a:xfrm flipH="1" flipV="1">
              <a:off x="1098" y="2628"/>
              <a:ext cx="247" cy="193"/>
            </a:xfrm>
            <a:prstGeom prst="line">
              <a:avLst/>
            </a:prstGeom>
            <a:noFill/>
            <a:ln w="38100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953" name="Line 104"/>
            <p:cNvSpPr>
              <a:spLocks noChangeShapeType="1"/>
            </p:cNvSpPr>
            <p:nvPr/>
          </p:nvSpPr>
          <p:spPr bwMode="auto">
            <a:xfrm>
              <a:off x="781" y="3671"/>
              <a:ext cx="1095" cy="0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954" name="Text Box 105"/>
            <p:cNvSpPr txBox="1">
              <a:spLocks noChangeArrowheads="1"/>
            </p:cNvSpPr>
            <p:nvPr/>
          </p:nvSpPr>
          <p:spPr bwMode="auto">
            <a:xfrm>
              <a:off x="1548" y="3017"/>
              <a:ext cx="253" cy="327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R</a:t>
              </a:r>
              <a:endParaRPr lang="en-US" altLang="zh-CN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38955" name="Rectangle 106"/>
            <p:cNvSpPr>
              <a:spLocks noChangeArrowheads="1"/>
            </p:cNvSpPr>
            <p:nvPr/>
          </p:nvSpPr>
          <p:spPr bwMode="auto">
            <a:xfrm>
              <a:off x="1791" y="3067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</a:gradFill>
            <a:ln w="2857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38956" name="Group 107"/>
            <p:cNvGrpSpPr>
              <a:grpSpLocks/>
            </p:cNvGrpSpPr>
            <p:nvPr/>
          </p:nvGrpSpPr>
          <p:grpSpPr bwMode="auto">
            <a:xfrm>
              <a:off x="657" y="3113"/>
              <a:ext cx="240" cy="93"/>
              <a:chOff x="3787" y="2478"/>
              <a:chExt cx="240" cy="93"/>
            </a:xfrm>
          </p:grpSpPr>
          <p:sp>
            <p:nvSpPr>
              <p:cNvPr id="38957" name="Line 108"/>
              <p:cNvSpPr>
                <a:spLocks noChangeShapeType="1"/>
              </p:cNvSpPr>
              <p:nvPr/>
            </p:nvSpPr>
            <p:spPr bwMode="auto">
              <a:xfrm flipV="1">
                <a:off x="3787" y="2568"/>
                <a:ext cx="240" cy="3"/>
              </a:xfrm>
              <a:prstGeom prst="line">
                <a:avLst/>
              </a:prstGeom>
              <a:noFill/>
              <a:ln w="57150">
                <a:solidFill>
                  <a:srgbClr val="FF99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8958" name="Line 109"/>
              <p:cNvSpPr>
                <a:spLocks noChangeShapeType="1"/>
              </p:cNvSpPr>
              <p:nvPr/>
            </p:nvSpPr>
            <p:spPr bwMode="auto">
              <a:xfrm>
                <a:off x="3787" y="2478"/>
                <a:ext cx="240" cy="1"/>
              </a:xfrm>
              <a:prstGeom prst="line">
                <a:avLst/>
              </a:prstGeom>
              <a:noFill/>
              <a:ln w="57150">
                <a:solidFill>
                  <a:srgbClr val="FF99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grpSp>
        <p:nvGrpSpPr>
          <p:cNvPr id="38959" name="Group 113"/>
          <p:cNvGrpSpPr>
            <a:grpSpLocks/>
          </p:cNvGrpSpPr>
          <p:nvPr/>
        </p:nvGrpSpPr>
        <p:grpSpPr bwMode="auto">
          <a:xfrm>
            <a:off x="6588125" y="6445250"/>
            <a:ext cx="792163" cy="366713"/>
            <a:chOff x="4649" y="4020"/>
            <a:chExt cx="499" cy="231"/>
          </a:xfrm>
        </p:grpSpPr>
        <p:pic>
          <p:nvPicPr>
            <p:cNvPr id="38960" name="Picture 114" descr="78900"/>
            <p:cNvPicPr>
              <a:picLocks noChangeAspect="1" noChangeArrowheads="1"/>
            </p:cNvPicPr>
            <p:nvPr/>
          </p:nvPicPr>
          <p:blipFill>
            <a:blip r:embed="rId7"/>
            <a:srcRect/>
            <a:stretch>
              <a:fillRect/>
            </a:stretch>
          </p:blipFill>
          <p:spPr bwMode="auto"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38961" name="Text Box 115">
              <a:hlinkClick r:id="rId8" action="ppaction://hlinksldjump"/>
            </p:cNvPr>
            <p:cNvSpPr txBox="1">
              <a:spLocks noChangeArrowheads="1"/>
            </p:cNvSpPr>
            <p:nvPr/>
          </p:nvSpPr>
          <p:spPr bwMode="auto"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0">
                  <a:solidFill>
                    <a:schemeClr val="bg1"/>
                  </a:solidFill>
                  <a:latin typeface="隶书" pitchFamily="49" charset="-122"/>
                  <a:ea typeface="隶书" pitchFamily="49" charset="-122"/>
                </a:rPr>
                <a:t>返 回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96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2000"/>
                                        <p:tgtEl>
                                          <p:spTgt spid="1095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6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96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6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96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095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6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096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096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8" dur="500"/>
                                        <p:tgtEl>
                                          <p:spTgt spid="1096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00"/>
                            </p:stCondLst>
                            <p:childTnLst>
                              <p:par>
                                <p:cTn id="40" presetID="4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2" dur="500"/>
                                        <p:tgtEl>
                                          <p:spTgt spid="1096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9651" grpId="0"/>
      <p:bldP spid="109652" grpId="0" animBg="1"/>
      <p:bldP spid="109653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9891" name="Object 19"/>
          <p:cNvGraphicFramePr>
            <a:graphicFrameLocks noChangeAspect="1"/>
          </p:cNvGraphicFramePr>
          <p:nvPr/>
        </p:nvGraphicFramePr>
        <p:xfrm>
          <a:off x="1293813" y="2276475"/>
          <a:ext cx="6483350" cy="1206500"/>
        </p:xfrm>
        <a:graphic>
          <a:graphicData uri="http://schemas.openxmlformats.org/presentationml/2006/ole">
            <p:oleObj spid="_x0000_s39937" r:id="rId3" imgW="2143800" imgH="392040" progId="Equation.3">
              <p:embed/>
            </p:oleObj>
          </a:graphicData>
        </a:graphic>
      </p:graphicFrame>
      <p:graphicFrame>
        <p:nvGraphicFramePr>
          <p:cNvPr id="79892" name="Object 20"/>
          <p:cNvGraphicFramePr>
            <a:graphicFrameLocks noChangeAspect="1"/>
          </p:cNvGraphicFramePr>
          <p:nvPr/>
        </p:nvGraphicFramePr>
        <p:xfrm>
          <a:off x="2509838" y="692150"/>
          <a:ext cx="4051300" cy="1223963"/>
        </p:xfrm>
        <a:graphic>
          <a:graphicData uri="http://schemas.openxmlformats.org/presentationml/2006/ole">
            <p:oleObj spid="_x0000_s39938" r:id="rId4" imgW="1193400" imgH="311400" progId="Equation.3">
              <p:embed/>
            </p:oleObj>
          </a:graphicData>
        </a:graphic>
      </p:graphicFrame>
      <p:graphicFrame>
        <p:nvGraphicFramePr>
          <p:cNvPr id="79909" name="Object 37"/>
          <p:cNvGraphicFramePr>
            <a:graphicFrameLocks noChangeAspect="1"/>
          </p:cNvGraphicFramePr>
          <p:nvPr/>
        </p:nvGraphicFramePr>
        <p:xfrm>
          <a:off x="949325" y="3990975"/>
          <a:ext cx="7461250" cy="1089025"/>
        </p:xfrm>
        <a:graphic>
          <a:graphicData uri="http://schemas.openxmlformats.org/presentationml/2006/ole">
            <p:oleObj spid="_x0000_s39939" r:id="rId5" imgW="2642040" imgH="403560" progId="Equation.3">
              <p:embed/>
            </p:oleObj>
          </a:graphicData>
        </a:graphic>
      </p:graphicFrame>
      <p:grpSp>
        <p:nvGrpSpPr>
          <p:cNvPr id="39940" name="Group 43"/>
          <p:cNvGrpSpPr>
            <a:grpSpLocks/>
          </p:cNvGrpSpPr>
          <p:nvPr/>
        </p:nvGrpSpPr>
        <p:grpSpPr bwMode="auto"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39941" name="Picture 44" descr="78900"/>
            <p:cNvPicPr>
              <a:picLocks noChangeAspect="1" noChangeArrowheads="1"/>
            </p:cNvPicPr>
            <p:nvPr/>
          </p:nvPicPr>
          <p:blipFill>
            <a:blip r:embed="rId6"/>
            <a:srcRect/>
            <a:stretch>
              <a:fillRect/>
            </a:stretch>
          </p:blipFill>
          <p:spPr bwMode="auto"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39942" name="Text Box 45">
              <a:hlinkClick r:id="" action="ppaction://hlinkshowjump?jump=nextslide"/>
            </p:cNvPr>
            <p:cNvSpPr txBox="1">
              <a:spLocks noChangeArrowheads="1"/>
            </p:cNvSpPr>
            <p:nvPr/>
          </p:nvSpPr>
          <p:spPr bwMode="auto"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0">
                  <a:solidFill>
                    <a:schemeClr val="bg1"/>
                  </a:solidFill>
                  <a:latin typeface="隶书" pitchFamily="49" charset="-122"/>
                  <a:ea typeface="隶书" pitchFamily="49" charset="-122"/>
                </a:rPr>
                <a:t>下 页</a:t>
              </a:r>
            </a:p>
          </p:txBody>
        </p:sp>
      </p:grpSp>
      <p:grpSp>
        <p:nvGrpSpPr>
          <p:cNvPr id="39943" name="Group 46"/>
          <p:cNvGrpSpPr>
            <a:grpSpLocks/>
          </p:cNvGrpSpPr>
          <p:nvPr/>
        </p:nvGrpSpPr>
        <p:grpSpPr bwMode="auto">
          <a:xfrm>
            <a:off x="7453313" y="6446838"/>
            <a:ext cx="792162" cy="366712"/>
            <a:chOff x="4649" y="4020"/>
            <a:chExt cx="499" cy="231"/>
          </a:xfrm>
        </p:grpSpPr>
        <p:pic>
          <p:nvPicPr>
            <p:cNvPr id="39944" name="Picture 47" descr="78900"/>
            <p:cNvPicPr>
              <a:picLocks noChangeAspect="1" noChangeArrowheads="1"/>
            </p:cNvPicPr>
            <p:nvPr/>
          </p:nvPicPr>
          <p:blipFill>
            <a:blip r:embed="rId6"/>
            <a:srcRect/>
            <a:stretch>
              <a:fillRect/>
            </a:stretch>
          </p:blipFill>
          <p:spPr bwMode="auto"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39945" name="Text Box 48">
              <a:hlinkClick r:id="" action="ppaction://hlinkshowjump?jump=previousslide"/>
            </p:cNvPr>
            <p:cNvSpPr txBox="1">
              <a:spLocks noChangeArrowheads="1"/>
            </p:cNvSpPr>
            <p:nvPr/>
          </p:nvSpPr>
          <p:spPr bwMode="auto"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0">
                  <a:solidFill>
                    <a:schemeClr val="bg1"/>
                  </a:solidFill>
                  <a:latin typeface="隶书" pitchFamily="49" charset="-122"/>
                  <a:ea typeface="隶书" pitchFamily="49" charset="-122"/>
                </a:rPr>
                <a:t>上 页</a:t>
              </a:r>
            </a:p>
          </p:txBody>
        </p:sp>
      </p:grpSp>
      <p:sp>
        <p:nvSpPr>
          <p:cNvPr id="79924" name="Text Box 52"/>
          <p:cNvSpPr txBox="1">
            <a:spLocks noChangeArrowheads="1"/>
          </p:cNvSpPr>
          <p:nvPr/>
        </p:nvSpPr>
        <p:spPr bwMode="auto">
          <a:xfrm>
            <a:off x="755650" y="3500438"/>
            <a:ext cx="503238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/>
              <a:t>或</a:t>
            </a:r>
          </a:p>
        </p:txBody>
      </p:sp>
      <p:grpSp>
        <p:nvGrpSpPr>
          <p:cNvPr id="39947" name="Group 56"/>
          <p:cNvGrpSpPr>
            <a:grpSpLocks/>
          </p:cNvGrpSpPr>
          <p:nvPr/>
        </p:nvGrpSpPr>
        <p:grpSpPr bwMode="auto">
          <a:xfrm>
            <a:off x="6588125" y="6445250"/>
            <a:ext cx="792163" cy="366713"/>
            <a:chOff x="4649" y="4020"/>
            <a:chExt cx="499" cy="231"/>
          </a:xfrm>
        </p:grpSpPr>
        <p:pic>
          <p:nvPicPr>
            <p:cNvPr id="39948" name="Picture 57" descr="78900"/>
            <p:cNvPicPr>
              <a:picLocks noChangeAspect="1" noChangeArrowheads="1"/>
            </p:cNvPicPr>
            <p:nvPr/>
          </p:nvPicPr>
          <p:blipFill>
            <a:blip r:embed="rId6"/>
            <a:srcRect/>
            <a:stretch>
              <a:fillRect/>
            </a:stretch>
          </p:blipFill>
          <p:spPr bwMode="auto"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39949" name="Text Box 58">
              <a:hlinkClick r:id="rId7" action="ppaction://hlinksldjump"/>
            </p:cNvPr>
            <p:cNvSpPr txBox="1">
              <a:spLocks noChangeArrowheads="1"/>
            </p:cNvSpPr>
            <p:nvPr/>
          </p:nvSpPr>
          <p:spPr bwMode="auto"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0">
                  <a:solidFill>
                    <a:schemeClr val="bg1"/>
                  </a:solidFill>
                  <a:latin typeface="隶书" pitchFamily="49" charset="-122"/>
                  <a:ea typeface="隶书" pitchFamily="49" charset="-122"/>
                </a:rPr>
                <a:t>返 回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2000"/>
                                        <p:tgtEl>
                                          <p:spTgt spid="798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2" dur="2000"/>
                                        <p:tgtEl>
                                          <p:spTgt spid="798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2000"/>
                                        <p:tgtEl>
                                          <p:spTgt spid="799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9924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8852" name="Group 4"/>
          <p:cNvGrpSpPr>
            <a:grpSpLocks/>
          </p:cNvGrpSpPr>
          <p:nvPr/>
        </p:nvGrpSpPr>
        <p:grpSpPr bwMode="auto">
          <a:xfrm>
            <a:off x="1042988" y="1773238"/>
            <a:ext cx="3263900" cy="2097087"/>
            <a:chOff x="3768" y="730"/>
            <a:chExt cx="1534" cy="1084"/>
          </a:xfrm>
        </p:grpSpPr>
        <p:sp>
          <p:nvSpPr>
            <p:cNvPr id="40962" name="Text Box 5"/>
            <p:cNvSpPr txBox="1">
              <a:spLocks noChangeArrowheads="1"/>
            </p:cNvSpPr>
            <p:nvPr/>
          </p:nvSpPr>
          <p:spPr bwMode="auto">
            <a:xfrm>
              <a:off x="5169" y="1545"/>
              <a:ext cx="133" cy="269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t</a:t>
              </a:r>
              <a:endParaRPr lang="en-US" altLang="zh-CN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40963" name="Line 6"/>
            <p:cNvSpPr>
              <a:spLocks noChangeShapeType="1"/>
            </p:cNvSpPr>
            <p:nvPr/>
          </p:nvSpPr>
          <p:spPr bwMode="auto">
            <a:xfrm>
              <a:off x="3951" y="1536"/>
              <a:ext cx="1344" cy="0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964" name="Line 7"/>
            <p:cNvSpPr>
              <a:spLocks noChangeShapeType="1"/>
            </p:cNvSpPr>
            <p:nvPr/>
          </p:nvSpPr>
          <p:spPr bwMode="auto">
            <a:xfrm flipV="1">
              <a:off x="4143" y="816"/>
              <a:ext cx="0" cy="960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965" name="Freeform 8"/>
            <p:cNvSpPr>
              <a:spLocks noChangeArrowheads="1"/>
            </p:cNvSpPr>
            <p:nvPr/>
          </p:nvSpPr>
          <p:spPr bwMode="auto">
            <a:xfrm>
              <a:off x="4143" y="1056"/>
              <a:ext cx="1008" cy="432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40" y="240"/>
                </a:cxn>
                <a:cxn ang="0">
                  <a:pos x="672" y="384"/>
                </a:cxn>
                <a:cxn ang="0">
                  <a:pos x="1008" y="432"/>
                </a:cxn>
              </a:cxnLst>
              <a:rect l="0" t="0" r="r" b="b"/>
              <a:pathLst>
                <a:path w="1008" h="432">
                  <a:moveTo>
                    <a:pt x="0" y="0"/>
                  </a:moveTo>
                  <a:cubicBezTo>
                    <a:pt x="64" y="88"/>
                    <a:pt x="128" y="176"/>
                    <a:pt x="240" y="240"/>
                  </a:cubicBezTo>
                  <a:cubicBezTo>
                    <a:pt x="352" y="304"/>
                    <a:pt x="544" y="352"/>
                    <a:pt x="672" y="384"/>
                  </a:cubicBezTo>
                  <a:cubicBezTo>
                    <a:pt x="800" y="416"/>
                    <a:pt x="952" y="424"/>
                    <a:pt x="1008" y="432"/>
                  </a:cubicBezTo>
                </a:path>
              </a:pathLst>
            </a:custGeom>
            <a:noFill/>
            <a:ln w="38100">
              <a:solidFill>
                <a:srgbClr val="FF33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966" name="Text Box 9"/>
            <p:cNvSpPr txBox="1">
              <a:spLocks noChangeArrowheads="1"/>
            </p:cNvSpPr>
            <p:nvPr/>
          </p:nvSpPr>
          <p:spPr bwMode="auto">
            <a:xfrm>
              <a:off x="3768" y="779"/>
              <a:ext cx="354" cy="2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pPr algn="ctr"/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U</a:t>
              </a:r>
              <a:r>
                <a:rPr lang="en-US" altLang="zh-CN" b="0" baseline="-2500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0</a:t>
              </a:r>
              <a:endParaRPr lang="en-US" altLang="zh-CN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40967" name="Text Box 10"/>
            <p:cNvSpPr txBox="1">
              <a:spLocks noChangeArrowheads="1"/>
            </p:cNvSpPr>
            <p:nvPr/>
          </p:nvSpPr>
          <p:spPr bwMode="auto">
            <a:xfrm>
              <a:off x="4202" y="730"/>
              <a:ext cx="246" cy="2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u</a:t>
              </a:r>
              <a:r>
                <a:rPr lang="en-US" altLang="zh-CN" b="0" i="1" baseline="-2500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C</a:t>
              </a:r>
              <a:endParaRPr lang="en-US" altLang="zh-CN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40968" name="Text Box 11"/>
            <p:cNvSpPr txBox="1">
              <a:spLocks noChangeArrowheads="1"/>
            </p:cNvSpPr>
            <p:nvPr/>
          </p:nvSpPr>
          <p:spPr bwMode="auto">
            <a:xfrm>
              <a:off x="3972" y="1499"/>
              <a:ext cx="170" cy="2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0</a:t>
              </a:r>
            </a:p>
          </p:txBody>
        </p:sp>
        <p:sp>
          <p:nvSpPr>
            <p:cNvPr id="40969" name="Line 12"/>
            <p:cNvSpPr>
              <a:spLocks noChangeShapeType="1"/>
            </p:cNvSpPr>
            <p:nvPr/>
          </p:nvSpPr>
          <p:spPr bwMode="auto">
            <a:xfrm>
              <a:off x="3871" y="1056"/>
              <a:ext cx="305" cy="0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78861" name="Group 13"/>
          <p:cNvGrpSpPr>
            <a:grpSpLocks/>
          </p:cNvGrpSpPr>
          <p:nvPr/>
        </p:nvGrpSpPr>
        <p:grpSpPr bwMode="auto">
          <a:xfrm>
            <a:off x="4932363" y="1916113"/>
            <a:ext cx="3092450" cy="1908175"/>
            <a:chOff x="3918" y="1623"/>
            <a:chExt cx="1398" cy="1122"/>
          </a:xfrm>
        </p:grpSpPr>
        <p:sp>
          <p:nvSpPr>
            <p:cNvPr id="40971" name="Line 14"/>
            <p:cNvSpPr>
              <a:spLocks noChangeShapeType="1"/>
            </p:cNvSpPr>
            <p:nvPr/>
          </p:nvSpPr>
          <p:spPr bwMode="auto">
            <a:xfrm>
              <a:off x="3967" y="2448"/>
              <a:ext cx="1344" cy="0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972" name="Line 15"/>
            <p:cNvSpPr>
              <a:spLocks noChangeShapeType="1"/>
            </p:cNvSpPr>
            <p:nvPr/>
          </p:nvSpPr>
          <p:spPr bwMode="auto">
            <a:xfrm flipV="1">
              <a:off x="4159" y="1728"/>
              <a:ext cx="0" cy="960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973" name="Freeform 16"/>
            <p:cNvSpPr>
              <a:spLocks noChangeArrowheads="1"/>
            </p:cNvSpPr>
            <p:nvPr/>
          </p:nvSpPr>
          <p:spPr bwMode="auto">
            <a:xfrm>
              <a:off x="4159" y="1968"/>
              <a:ext cx="1008" cy="432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40" y="240"/>
                </a:cxn>
                <a:cxn ang="0">
                  <a:pos x="672" y="384"/>
                </a:cxn>
                <a:cxn ang="0">
                  <a:pos x="1008" y="432"/>
                </a:cxn>
              </a:cxnLst>
              <a:rect l="0" t="0" r="r" b="b"/>
              <a:pathLst>
                <a:path w="1008" h="432">
                  <a:moveTo>
                    <a:pt x="0" y="0"/>
                  </a:moveTo>
                  <a:cubicBezTo>
                    <a:pt x="64" y="88"/>
                    <a:pt x="128" y="176"/>
                    <a:pt x="240" y="240"/>
                  </a:cubicBezTo>
                  <a:cubicBezTo>
                    <a:pt x="352" y="304"/>
                    <a:pt x="544" y="352"/>
                    <a:pt x="672" y="384"/>
                  </a:cubicBezTo>
                  <a:cubicBezTo>
                    <a:pt x="800" y="416"/>
                    <a:pt x="952" y="424"/>
                    <a:pt x="1008" y="432"/>
                  </a:cubicBezTo>
                </a:path>
              </a:pathLst>
            </a:custGeom>
            <a:noFill/>
            <a:ln w="38100">
              <a:solidFill>
                <a:srgbClr val="FF33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974" name="Text Box 17"/>
            <p:cNvSpPr txBox="1">
              <a:spLocks noChangeArrowheads="1"/>
            </p:cNvSpPr>
            <p:nvPr/>
          </p:nvSpPr>
          <p:spPr bwMode="auto">
            <a:xfrm>
              <a:off x="3919" y="1791"/>
              <a:ext cx="192" cy="305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I</a:t>
              </a:r>
              <a:r>
                <a:rPr lang="en-US" altLang="zh-CN" b="0" baseline="-2500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0</a:t>
              </a:r>
              <a:endParaRPr lang="en-US" altLang="zh-CN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40975" name="Text Box 18"/>
            <p:cNvSpPr txBox="1">
              <a:spLocks noChangeArrowheads="1"/>
            </p:cNvSpPr>
            <p:nvPr/>
          </p:nvSpPr>
          <p:spPr bwMode="auto">
            <a:xfrm>
              <a:off x="5188" y="2440"/>
              <a:ext cx="128" cy="305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t</a:t>
              </a:r>
              <a:endParaRPr lang="en-US" altLang="zh-CN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40976" name="Text Box 19"/>
            <p:cNvSpPr txBox="1">
              <a:spLocks noChangeArrowheads="1"/>
            </p:cNvSpPr>
            <p:nvPr/>
          </p:nvSpPr>
          <p:spPr bwMode="auto">
            <a:xfrm>
              <a:off x="4277" y="1623"/>
              <a:ext cx="128" cy="305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i</a:t>
              </a:r>
              <a:endParaRPr lang="en-US" altLang="zh-CN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40977" name="Text Box 20"/>
            <p:cNvSpPr txBox="1">
              <a:spLocks noChangeArrowheads="1"/>
            </p:cNvSpPr>
            <p:nvPr/>
          </p:nvSpPr>
          <p:spPr bwMode="auto">
            <a:xfrm>
              <a:off x="3991" y="2392"/>
              <a:ext cx="164" cy="305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0</a:t>
              </a:r>
            </a:p>
          </p:txBody>
        </p:sp>
        <p:sp>
          <p:nvSpPr>
            <p:cNvPr id="40978" name="Line 21"/>
            <p:cNvSpPr>
              <a:spLocks noChangeShapeType="1"/>
            </p:cNvSpPr>
            <p:nvPr/>
          </p:nvSpPr>
          <p:spPr bwMode="auto">
            <a:xfrm flipV="1">
              <a:off x="4144" y="1968"/>
              <a:ext cx="0" cy="480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979" name="Line 22"/>
            <p:cNvSpPr>
              <a:spLocks noChangeShapeType="1"/>
            </p:cNvSpPr>
            <p:nvPr/>
          </p:nvSpPr>
          <p:spPr bwMode="auto">
            <a:xfrm flipH="1" flipV="1">
              <a:off x="3918" y="2427"/>
              <a:ext cx="218" cy="10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78871" name="Text Box 23"/>
          <p:cNvSpPr txBox="1">
            <a:spLocks noChangeArrowheads="1"/>
          </p:cNvSpPr>
          <p:nvPr/>
        </p:nvSpPr>
        <p:spPr bwMode="auto">
          <a:xfrm>
            <a:off x="971550" y="4581525"/>
            <a:ext cx="7272338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>
                <a:latin typeface="楷体_GB2312" pitchFamily="49" charset="-122"/>
              </a:rPr>
              <a:t>令</a:t>
            </a:r>
            <a:r>
              <a:rPr lang="zh-CN" altLang="en-US">
                <a:latin typeface="仿宋_GB2312" pitchFamily="49" charset="-122"/>
                <a:ea typeface="仿宋_GB2312" pitchFamily="49" charset="-122"/>
              </a:rPr>
              <a:t> </a:t>
            </a:r>
            <a:r>
              <a:rPr lang="zh-CN" altLang="en-US" b="0">
                <a:solidFill>
                  <a:schemeClr val="bg1"/>
                </a:solidFill>
                <a:latin typeface="Times New Roman" pitchFamily="18" charset="0"/>
                <a:ea typeface="仿宋_GB2312" pitchFamily="49" charset="-122"/>
                <a:sym typeface="Symbol" pitchFamily="18" charset="2"/>
              </a:rPr>
              <a:t> </a:t>
            </a:r>
            <a:r>
              <a:rPr lang="en-US" altLang="zh-CN" b="0">
                <a:solidFill>
                  <a:schemeClr val="bg1"/>
                </a:solidFill>
                <a:latin typeface="Times New Roman" pitchFamily="18" charset="0"/>
                <a:ea typeface="仿宋_GB2312" pitchFamily="49" charset="-122"/>
                <a:sym typeface="Symbol" pitchFamily="18" charset="2"/>
              </a:rPr>
              <a:t>=</a:t>
            </a:r>
            <a:r>
              <a:rPr lang="en-US" altLang="zh-CN" b="0" i="1">
                <a:solidFill>
                  <a:schemeClr val="bg1"/>
                </a:solidFill>
                <a:latin typeface="Times New Roman" pitchFamily="18" charset="0"/>
                <a:ea typeface="仿宋_GB2312" pitchFamily="49" charset="-122"/>
                <a:sym typeface="Symbol" pitchFamily="18" charset="2"/>
              </a:rPr>
              <a:t>RC</a:t>
            </a:r>
            <a:r>
              <a:rPr lang="en-US" altLang="zh-CN">
                <a:latin typeface="仿宋_GB2312" pitchFamily="49" charset="-122"/>
                <a:ea typeface="仿宋_GB2312" pitchFamily="49" charset="-122"/>
                <a:sym typeface="Symbol" pitchFamily="18" charset="2"/>
              </a:rPr>
              <a:t>  ,   </a:t>
            </a:r>
            <a:r>
              <a:rPr lang="zh-CN" altLang="en-US">
                <a:latin typeface="楷体_GB2312" pitchFamily="49" charset="-122"/>
                <a:sym typeface="Symbol" pitchFamily="18" charset="2"/>
              </a:rPr>
              <a:t>称</a:t>
            </a:r>
            <a:r>
              <a:rPr lang="zh-CN" altLang="en-US" b="0">
                <a:solidFill>
                  <a:schemeClr val="bg1"/>
                </a:solidFill>
                <a:latin typeface="Times New Roman" pitchFamily="18" charset="0"/>
                <a:ea typeface="仿宋_GB2312" pitchFamily="49" charset="-122"/>
                <a:sym typeface="Symbol" pitchFamily="18" charset="2"/>
              </a:rPr>
              <a:t></a:t>
            </a:r>
            <a:r>
              <a:rPr lang="zh-CN" altLang="en-US">
                <a:latin typeface="楷体_GB2312" pitchFamily="49" charset="-122"/>
                <a:sym typeface="Symbol" pitchFamily="18" charset="2"/>
              </a:rPr>
              <a:t>为一阶电路的时间常数</a:t>
            </a:r>
          </a:p>
        </p:txBody>
      </p:sp>
      <p:graphicFrame>
        <p:nvGraphicFramePr>
          <p:cNvPr id="78872" name="Object 24"/>
          <p:cNvGraphicFramePr>
            <a:graphicFrameLocks noChangeAspect="1"/>
          </p:cNvGraphicFramePr>
          <p:nvPr/>
        </p:nvGraphicFramePr>
        <p:xfrm>
          <a:off x="433388" y="5229225"/>
          <a:ext cx="8386762" cy="1131888"/>
        </p:xfrm>
        <a:graphic>
          <a:graphicData uri="http://schemas.openxmlformats.org/presentationml/2006/ole">
            <p:oleObj spid="_x0000_s40981" r:id="rId3" imgW="3464640" imgH="461160" progId="Equation.3">
              <p:embed/>
            </p:oleObj>
          </a:graphicData>
        </a:graphic>
      </p:graphicFrame>
      <p:sp>
        <p:nvSpPr>
          <p:cNvPr id="78873" name="Text Box 25"/>
          <p:cNvSpPr txBox="1">
            <a:spLocks noChangeArrowheads="1"/>
          </p:cNvSpPr>
          <p:nvPr/>
        </p:nvSpPr>
        <p:spPr bwMode="auto">
          <a:xfrm>
            <a:off x="323850" y="1125538"/>
            <a:ext cx="8496300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marL="342900" indent="-342900">
              <a:buFontTx/>
              <a:buAutoNum type="circleNumDbPlain"/>
            </a:pPr>
            <a:r>
              <a:rPr lang="zh-CN" altLang="en-US">
                <a:latin typeface="楷体_GB2312" pitchFamily="49" charset="-122"/>
              </a:rPr>
              <a:t>电压、电流是随时间按同一指数规律衰减的函数；</a:t>
            </a:r>
          </a:p>
        </p:txBody>
      </p:sp>
      <p:sp>
        <p:nvSpPr>
          <p:cNvPr id="78875" name="AutoShape 27" descr="羊皮纸"/>
          <p:cNvSpPr>
            <a:spLocks noChangeArrowheads="1"/>
          </p:cNvSpPr>
          <p:nvPr/>
        </p:nvSpPr>
        <p:spPr bwMode="auto">
          <a:xfrm>
            <a:off x="3348038" y="1916113"/>
            <a:ext cx="1152525" cy="1081087"/>
          </a:xfrm>
          <a:prstGeom prst="wedgeRoundRectCallout">
            <a:avLst>
              <a:gd name="adj1" fmla="val -168319"/>
              <a:gd name="adj2" fmla="val 806"/>
              <a:gd name="adj3" fmla="val 16667"/>
            </a:avLst>
          </a:prstGeom>
          <a:blipFill dpi="0" rotWithShape="1">
            <a:blip r:embed="rId4"/>
            <a:srcRect/>
            <a:tile tx="0" ty="0" sx="100000" sy="100000" flip="none" algn="tl"/>
          </a:blipFill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/>
            <a:r>
              <a:rPr lang="zh-CN" altLang="en-US">
                <a:solidFill>
                  <a:schemeClr val="tx1"/>
                </a:solidFill>
              </a:rPr>
              <a:t>连续函数</a:t>
            </a:r>
          </a:p>
        </p:txBody>
      </p:sp>
      <p:sp>
        <p:nvSpPr>
          <p:cNvPr id="78876" name="AutoShape 28" descr="羊皮纸"/>
          <p:cNvSpPr>
            <a:spLocks noChangeArrowheads="1"/>
          </p:cNvSpPr>
          <p:nvPr/>
        </p:nvSpPr>
        <p:spPr bwMode="auto">
          <a:xfrm>
            <a:off x="6588125" y="2060575"/>
            <a:ext cx="1223963" cy="576263"/>
          </a:xfrm>
          <a:prstGeom prst="wedgeRoundRectCallout">
            <a:avLst>
              <a:gd name="adj1" fmla="val -115889"/>
              <a:gd name="adj2" fmla="val 38704"/>
              <a:gd name="adj3" fmla="val 16667"/>
            </a:avLst>
          </a:prstGeom>
          <a:blipFill dpi="0" rotWithShape="1">
            <a:blip r:embed="rId4"/>
            <a:srcRect/>
            <a:tile tx="0" ty="0" sx="100000" sy="100000" flip="none" algn="tl"/>
          </a:blipFill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/>
            <a:r>
              <a:rPr lang="zh-CN" altLang="en-US">
                <a:solidFill>
                  <a:schemeClr val="tx1"/>
                </a:solidFill>
              </a:rPr>
              <a:t>跃变</a:t>
            </a:r>
          </a:p>
        </p:txBody>
      </p:sp>
      <p:sp>
        <p:nvSpPr>
          <p:cNvPr id="78877" name="Text Box 29"/>
          <p:cNvSpPr txBox="1">
            <a:spLocks noChangeArrowheads="1"/>
          </p:cNvSpPr>
          <p:nvPr/>
        </p:nvSpPr>
        <p:spPr bwMode="auto">
          <a:xfrm>
            <a:off x="250825" y="3933825"/>
            <a:ext cx="8748713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marL="342900" indent="-342900">
              <a:buFontTx/>
              <a:buAutoNum type="circleNumDbPlain" startAt="2"/>
            </a:pPr>
            <a:r>
              <a:rPr lang="zh-CN" altLang="en-US">
                <a:latin typeface="楷体_GB2312" pitchFamily="49" charset="-122"/>
              </a:rPr>
              <a:t>响应与初始状态成线性关系，其衰减快慢与</a:t>
            </a:r>
            <a:r>
              <a:rPr lang="en-US" altLang="zh-CN" b="0" i="1">
                <a:latin typeface="Times New Roman" pitchFamily="18" charset="0"/>
              </a:rPr>
              <a:t>RC</a:t>
            </a:r>
            <a:r>
              <a:rPr lang="zh-CN" altLang="en-US">
                <a:latin typeface="楷体_GB2312" pitchFamily="49" charset="-122"/>
              </a:rPr>
              <a:t>有关</a:t>
            </a:r>
            <a:r>
              <a:rPr lang="en-US" altLang="zh-CN">
                <a:latin typeface="楷体_GB2312" pitchFamily="49" charset="-122"/>
              </a:rPr>
              <a:t>;</a:t>
            </a:r>
          </a:p>
        </p:txBody>
      </p:sp>
      <p:grpSp>
        <p:nvGrpSpPr>
          <p:cNvPr id="40986" name="Group 33"/>
          <p:cNvGrpSpPr>
            <a:grpSpLocks/>
          </p:cNvGrpSpPr>
          <p:nvPr/>
        </p:nvGrpSpPr>
        <p:grpSpPr bwMode="auto"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40987" name="Picture 34" descr="78900"/>
            <p:cNvPicPr>
              <a:picLocks noChangeAspect="1" noChangeArrowheads="1"/>
            </p:cNvPicPr>
            <p:nvPr/>
          </p:nvPicPr>
          <p:blipFill>
            <a:blip r:embed="rId5"/>
            <a:srcRect/>
            <a:stretch>
              <a:fillRect/>
            </a:stretch>
          </p:blipFill>
          <p:spPr bwMode="auto"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40988" name="Text Box 35">
              <a:hlinkClick r:id="" action="ppaction://hlinkshowjump?jump=nextslide"/>
            </p:cNvPr>
            <p:cNvSpPr txBox="1">
              <a:spLocks noChangeArrowheads="1"/>
            </p:cNvSpPr>
            <p:nvPr/>
          </p:nvSpPr>
          <p:spPr bwMode="auto"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0">
                  <a:solidFill>
                    <a:schemeClr val="bg1"/>
                  </a:solidFill>
                  <a:latin typeface="隶书" pitchFamily="49" charset="-122"/>
                  <a:ea typeface="隶书" pitchFamily="49" charset="-122"/>
                </a:rPr>
                <a:t>下 页</a:t>
              </a:r>
            </a:p>
          </p:txBody>
        </p:sp>
      </p:grpSp>
      <p:grpSp>
        <p:nvGrpSpPr>
          <p:cNvPr id="40989" name="Group 36"/>
          <p:cNvGrpSpPr>
            <a:grpSpLocks/>
          </p:cNvGrpSpPr>
          <p:nvPr/>
        </p:nvGrpSpPr>
        <p:grpSpPr bwMode="auto">
          <a:xfrm>
            <a:off x="7453313" y="6446838"/>
            <a:ext cx="792162" cy="366712"/>
            <a:chOff x="4649" y="4020"/>
            <a:chExt cx="499" cy="231"/>
          </a:xfrm>
        </p:grpSpPr>
        <p:pic>
          <p:nvPicPr>
            <p:cNvPr id="40990" name="Picture 37" descr="78900"/>
            <p:cNvPicPr>
              <a:picLocks noChangeAspect="1" noChangeArrowheads="1"/>
            </p:cNvPicPr>
            <p:nvPr/>
          </p:nvPicPr>
          <p:blipFill>
            <a:blip r:embed="rId5"/>
            <a:srcRect/>
            <a:stretch>
              <a:fillRect/>
            </a:stretch>
          </p:blipFill>
          <p:spPr bwMode="auto"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40991" name="Text Box 38">
              <a:hlinkClick r:id="" action="ppaction://hlinkshowjump?jump=previousslide"/>
            </p:cNvPr>
            <p:cNvSpPr txBox="1">
              <a:spLocks noChangeArrowheads="1"/>
            </p:cNvSpPr>
            <p:nvPr/>
          </p:nvSpPr>
          <p:spPr bwMode="auto"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0">
                  <a:solidFill>
                    <a:schemeClr val="bg1"/>
                  </a:solidFill>
                  <a:latin typeface="隶书" pitchFamily="49" charset="-122"/>
                  <a:ea typeface="隶书" pitchFamily="49" charset="-122"/>
                </a:rPr>
                <a:t>上 页</a:t>
              </a:r>
            </a:p>
          </p:txBody>
        </p:sp>
      </p:grpSp>
      <p:grpSp>
        <p:nvGrpSpPr>
          <p:cNvPr id="78890" name="Group 42"/>
          <p:cNvGrpSpPr>
            <a:grpSpLocks/>
          </p:cNvGrpSpPr>
          <p:nvPr/>
        </p:nvGrpSpPr>
        <p:grpSpPr bwMode="auto">
          <a:xfrm>
            <a:off x="395288" y="404813"/>
            <a:ext cx="1644650" cy="850900"/>
            <a:chOff x="385" y="3022"/>
            <a:chExt cx="1036" cy="536"/>
          </a:xfrm>
        </p:grpSpPr>
        <p:pic>
          <p:nvPicPr>
            <p:cNvPr id="40993" name="Picture 43" descr="123"/>
            <p:cNvPicPr>
              <a:picLocks noChangeAspect="1" noChangeArrowheads="1"/>
            </p:cNvPicPr>
            <p:nvPr/>
          </p:nvPicPr>
          <p:blipFill>
            <a:blip r:embed="rId6"/>
            <a:srcRect/>
            <a:stretch>
              <a:fillRect/>
            </a:stretch>
          </p:blipFill>
          <p:spPr bwMode="auto">
            <a:xfrm>
              <a:off x="385" y="3022"/>
              <a:ext cx="590" cy="53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40994" name="Text Box 44"/>
            <p:cNvSpPr txBox="1">
              <a:spLocks noChangeArrowheads="1"/>
            </p:cNvSpPr>
            <p:nvPr/>
          </p:nvSpPr>
          <p:spPr bwMode="auto">
            <a:xfrm>
              <a:off x="793" y="3125"/>
              <a:ext cx="628" cy="3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zh-CN" altLang="en-US" sz="3200" b="0">
                  <a:solidFill>
                    <a:srgbClr val="FA7748"/>
                  </a:solidFill>
                  <a:latin typeface="Times New Roman" pitchFamily="18" charset="0"/>
                  <a:ea typeface="华文行楷" pitchFamily="2" charset="-122"/>
                </a:rPr>
                <a:t>表明</a:t>
              </a:r>
            </a:p>
          </p:txBody>
        </p:sp>
      </p:grpSp>
      <p:grpSp>
        <p:nvGrpSpPr>
          <p:cNvPr id="40995" name="Group 48"/>
          <p:cNvGrpSpPr>
            <a:grpSpLocks/>
          </p:cNvGrpSpPr>
          <p:nvPr/>
        </p:nvGrpSpPr>
        <p:grpSpPr bwMode="auto">
          <a:xfrm>
            <a:off x="6588125" y="6445250"/>
            <a:ext cx="792163" cy="366713"/>
            <a:chOff x="4649" y="4020"/>
            <a:chExt cx="499" cy="231"/>
          </a:xfrm>
        </p:grpSpPr>
        <p:pic>
          <p:nvPicPr>
            <p:cNvPr id="40996" name="Picture 49" descr="78900"/>
            <p:cNvPicPr>
              <a:picLocks noChangeAspect="1" noChangeArrowheads="1"/>
            </p:cNvPicPr>
            <p:nvPr/>
          </p:nvPicPr>
          <p:blipFill>
            <a:blip r:embed="rId5"/>
            <a:srcRect/>
            <a:stretch>
              <a:fillRect/>
            </a:stretch>
          </p:blipFill>
          <p:spPr bwMode="auto"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40997" name="Text Box 50">
              <a:hlinkClick r:id="rId7" action="ppaction://hlinksldjump"/>
            </p:cNvPr>
            <p:cNvSpPr txBox="1">
              <a:spLocks noChangeArrowheads="1"/>
            </p:cNvSpPr>
            <p:nvPr/>
          </p:nvSpPr>
          <p:spPr bwMode="auto"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0">
                  <a:solidFill>
                    <a:schemeClr val="bg1"/>
                  </a:solidFill>
                  <a:latin typeface="隶书" pitchFamily="49" charset="-122"/>
                  <a:ea typeface="隶书" pitchFamily="49" charset="-122"/>
                </a:rPr>
                <a:t>返 回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88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788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3000"/>
                                        <p:tgtEl>
                                          <p:spTgt spid="788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3000"/>
                            </p:stCondLst>
                            <p:childTnLst>
                              <p:par>
                                <p:cTn id="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2000"/>
                                        <p:tgtEl>
                                          <p:spTgt spid="788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0"/>
                            </p:stCondLst>
                            <p:childTnLst>
                              <p:par>
                                <p:cTn id="23" presetID="2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25" dur="2000"/>
                                        <p:tgtEl>
                                          <p:spTgt spid="788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7000"/>
                            </p:stCondLst>
                            <p:childTnLst>
                              <p:par>
                                <p:cTn id="27" presetID="2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29" dur="2000"/>
                                        <p:tgtEl>
                                          <p:spTgt spid="788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2000"/>
                                        <p:tgtEl>
                                          <p:spTgt spid="788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39" dur="500"/>
                                        <p:tgtEl>
                                          <p:spTgt spid="788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2000"/>
                                        <p:tgtEl>
                                          <p:spTgt spid="788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8871" grpId="0"/>
      <p:bldP spid="78873" grpId="0"/>
      <p:bldP spid="78875" grpId="0" animBg="1"/>
      <p:bldP spid="78876" grpId="0" animBg="1"/>
      <p:bldP spid="78877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2"/>
          <p:cNvSpPr>
            <a:spLocks noChangeArrowheads="1"/>
          </p:cNvSpPr>
          <p:nvPr/>
        </p:nvSpPr>
        <p:spPr bwMode="auto">
          <a:xfrm>
            <a:off x="611188" y="1630363"/>
            <a:ext cx="8016875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0000" tIns="46800" rIns="90000" bIns="46800" anchor="ctr">
            <a:spAutoFit/>
          </a:bodyPr>
          <a:lstStyle/>
          <a:p>
            <a:pPr algn="ctr"/>
            <a:r>
              <a:rPr lang="zh-CN" altLang="en-US">
                <a:latin typeface="楷体_GB2312" pitchFamily="49" charset="-122"/>
                <a:sym typeface="Symbol" pitchFamily="18" charset="2"/>
              </a:rPr>
              <a:t>时间常数</a:t>
            </a:r>
            <a:r>
              <a:rPr lang="zh-CN" altLang="en-US" i="1">
                <a:latin typeface="Times New Roman" pitchFamily="18" charset="0"/>
                <a:sym typeface="Symbol" pitchFamily="18" charset="2"/>
              </a:rPr>
              <a:t></a:t>
            </a:r>
            <a:r>
              <a:rPr lang="zh-CN" altLang="en-US">
                <a:latin typeface="楷体_GB2312" pitchFamily="49" charset="-122"/>
                <a:sym typeface="Symbol" pitchFamily="18" charset="2"/>
              </a:rPr>
              <a:t> 的大小反映了电路过渡过程时间的长短</a:t>
            </a:r>
          </a:p>
        </p:txBody>
      </p:sp>
      <p:sp>
        <p:nvSpPr>
          <p:cNvPr id="77827" name="Rectangle 3"/>
          <p:cNvSpPr>
            <a:spLocks noChangeArrowheads="1"/>
          </p:cNvSpPr>
          <p:nvPr/>
        </p:nvSpPr>
        <p:spPr bwMode="auto">
          <a:xfrm>
            <a:off x="900113" y="620713"/>
            <a:ext cx="1728787" cy="641350"/>
          </a:xfrm>
          <a:prstGeom prst="rect">
            <a:avLst/>
          </a:prstGeom>
          <a:gradFill rotWithShape="1">
            <a:gsLst>
              <a:gs pos="0">
                <a:srgbClr val="FFCC00"/>
              </a:gs>
              <a:gs pos="100000">
                <a:schemeClr val="bg1"/>
              </a:gs>
            </a:gsLst>
            <a:lin ang="5400000" scaled="1"/>
          </a:gradFill>
          <a:ln w="9525">
            <a:noFill/>
            <a:miter lim="800000"/>
            <a:headEnd/>
            <a:tailEnd/>
          </a:ln>
        </p:spPr>
        <p:txBody>
          <a:bodyPr lIns="90000" tIns="46800" rIns="90000" bIns="46800" anchor="ctr">
            <a:spAutoFit/>
          </a:bodyPr>
          <a:lstStyle/>
          <a:p>
            <a:pPr algn="ctr"/>
            <a:r>
              <a:rPr lang="en-US" altLang="zh-CN" sz="3600" b="0" i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</a:t>
            </a:r>
            <a:r>
              <a:rPr lang="en-US" altLang="zh-CN" sz="3600" b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  = </a:t>
            </a:r>
            <a:r>
              <a:rPr lang="en-US" altLang="zh-CN" sz="3600" b="0" i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RC</a:t>
            </a:r>
          </a:p>
        </p:txBody>
      </p:sp>
      <p:sp>
        <p:nvSpPr>
          <p:cNvPr id="77829" name="Text Box 5"/>
          <p:cNvSpPr txBox="1">
            <a:spLocks noChangeArrowheads="1"/>
          </p:cNvSpPr>
          <p:nvPr/>
        </p:nvSpPr>
        <p:spPr bwMode="auto">
          <a:xfrm>
            <a:off x="827088" y="2320925"/>
            <a:ext cx="362585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0000" tIns="46800" rIns="90000" bIns="46800" anchor="ctr">
            <a:spAutoFit/>
          </a:bodyPr>
          <a:lstStyle/>
          <a:p>
            <a:r>
              <a:rPr lang="en-US" altLang="zh-CN" i="1">
                <a:latin typeface="Times New Roman" pitchFamily="18" charset="0"/>
                <a:ea typeface="宋体" pitchFamily="2" charset="-122"/>
                <a:sym typeface="Symbol" pitchFamily="18" charset="2"/>
              </a:rPr>
              <a:t></a:t>
            </a:r>
            <a:r>
              <a:rPr lang="en-US" altLang="zh-CN">
                <a:latin typeface="Times New Roman" pitchFamily="18" charset="0"/>
                <a:ea typeface="宋体" pitchFamily="2" charset="-122"/>
                <a:sym typeface="Symbol" pitchFamily="18" charset="2"/>
              </a:rPr>
              <a:t> </a:t>
            </a:r>
            <a:r>
              <a:rPr lang="zh-CN" altLang="en-US">
                <a:latin typeface="楷体_GB2312" pitchFamily="49" charset="-122"/>
                <a:sym typeface="Symbol" pitchFamily="18" charset="2"/>
              </a:rPr>
              <a:t>大→过渡过程时间长</a:t>
            </a:r>
          </a:p>
        </p:txBody>
      </p:sp>
      <p:sp>
        <p:nvSpPr>
          <p:cNvPr id="77830" name="Text Box 6"/>
          <p:cNvSpPr txBox="1">
            <a:spLocks noChangeArrowheads="1"/>
          </p:cNvSpPr>
          <p:nvPr/>
        </p:nvSpPr>
        <p:spPr bwMode="auto">
          <a:xfrm>
            <a:off x="827088" y="2925763"/>
            <a:ext cx="3714750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0000" tIns="46800" rIns="90000" bIns="46800" anchor="ctr">
            <a:spAutoFit/>
          </a:bodyPr>
          <a:lstStyle/>
          <a:p>
            <a:r>
              <a:rPr lang="en-US" altLang="zh-CN" i="1">
                <a:latin typeface="楷体_GB2312" pitchFamily="49" charset="-122"/>
                <a:sym typeface="Symbol" pitchFamily="18" charset="2"/>
              </a:rPr>
              <a:t> </a:t>
            </a:r>
            <a:r>
              <a:rPr lang="zh-CN" altLang="en-US">
                <a:latin typeface="楷体_GB2312" pitchFamily="49" charset="-122"/>
                <a:sym typeface="Symbol" pitchFamily="18" charset="2"/>
              </a:rPr>
              <a:t>小→过渡过程时间短</a:t>
            </a:r>
          </a:p>
        </p:txBody>
      </p:sp>
      <p:sp>
        <p:nvSpPr>
          <p:cNvPr id="77833" name="Text Box 9"/>
          <p:cNvSpPr txBox="1">
            <a:spLocks noChangeArrowheads="1"/>
          </p:cNvSpPr>
          <p:nvPr/>
        </p:nvSpPr>
        <p:spPr bwMode="auto">
          <a:xfrm>
            <a:off x="3203575" y="3646488"/>
            <a:ext cx="3024188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0000" tIns="46800" rIns="90000" bIns="46800" anchor="ctr">
            <a:spAutoFit/>
          </a:bodyPr>
          <a:lstStyle/>
          <a:p>
            <a:r>
              <a:rPr lang="zh-CN" altLang="en-US">
                <a:latin typeface="Times New Roman" pitchFamily="18" charset="0"/>
              </a:rPr>
              <a:t>电压初值一定：</a:t>
            </a:r>
          </a:p>
        </p:txBody>
      </p:sp>
      <p:sp>
        <p:nvSpPr>
          <p:cNvPr id="77834" name="Text Box 10"/>
          <p:cNvSpPr txBox="1">
            <a:spLocks noChangeArrowheads="1"/>
          </p:cNvSpPr>
          <p:nvPr/>
        </p:nvSpPr>
        <p:spPr bwMode="auto">
          <a:xfrm>
            <a:off x="490538" y="5157788"/>
            <a:ext cx="6313487" cy="579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0000" tIns="46800" rIns="90000" bIns="46800" anchor="ctr">
            <a:spAutoFit/>
          </a:bodyPr>
          <a:lstStyle/>
          <a:p>
            <a:r>
              <a:rPr lang="en-US" altLang="zh-CN" b="0" i="1">
                <a:latin typeface="Times New Roman" pitchFamily="18" charset="0"/>
                <a:ea typeface="宋体" pitchFamily="2" charset="-122"/>
                <a:sym typeface="Symbol" pitchFamily="18" charset="2"/>
              </a:rPr>
              <a:t>R</a:t>
            </a:r>
            <a:r>
              <a:rPr lang="en-US" altLang="zh-CN" i="1">
                <a:latin typeface="Times New Roman" pitchFamily="18" charset="0"/>
                <a:ea typeface="宋体" pitchFamily="2" charset="-122"/>
                <a:sym typeface="Symbol" pitchFamily="18" charset="2"/>
              </a:rPr>
              <a:t> </a:t>
            </a:r>
            <a:r>
              <a:rPr lang="zh-CN" altLang="en-US">
                <a:latin typeface="Times New Roman" pitchFamily="18" charset="0"/>
                <a:sym typeface="Symbol" pitchFamily="18" charset="2"/>
              </a:rPr>
              <a:t>大</a:t>
            </a:r>
            <a:r>
              <a:rPr lang="zh-CN" altLang="en-US">
                <a:latin typeface="Times New Roman" pitchFamily="18" charset="0"/>
                <a:ea typeface="宋体" pitchFamily="2" charset="-122"/>
                <a:sym typeface="Symbol" pitchFamily="18" charset="2"/>
              </a:rPr>
              <a:t>（ </a:t>
            </a:r>
            <a:r>
              <a:rPr lang="en-US" altLang="zh-CN" b="0" i="1">
                <a:latin typeface="Times New Roman" pitchFamily="18" charset="0"/>
                <a:ea typeface="宋体" pitchFamily="2" charset="-122"/>
                <a:sym typeface="Symbol" pitchFamily="18" charset="2"/>
              </a:rPr>
              <a:t>C</a:t>
            </a:r>
            <a:r>
              <a:rPr lang="zh-CN" altLang="en-US">
                <a:latin typeface="Times New Roman" pitchFamily="18" charset="0"/>
                <a:sym typeface="Symbol" pitchFamily="18" charset="2"/>
              </a:rPr>
              <a:t>一定</a:t>
            </a:r>
            <a:r>
              <a:rPr lang="zh-CN" altLang="en-US">
                <a:latin typeface="Times New Roman" pitchFamily="18" charset="0"/>
                <a:ea typeface="宋体" pitchFamily="2" charset="-122"/>
                <a:sym typeface="Symbol" pitchFamily="18" charset="2"/>
              </a:rPr>
              <a:t>）  </a:t>
            </a:r>
            <a:r>
              <a:rPr lang="zh-CN" altLang="en-US">
                <a:solidFill>
                  <a:schemeClr val="bg1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 </a:t>
            </a:r>
            <a:r>
              <a:rPr lang="zh-CN" altLang="en-US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 </a:t>
            </a:r>
            <a:r>
              <a:rPr lang="en-US" altLang="zh-CN" sz="3200" b="0" i="1">
                <a:solidFill>
                  <a:schemeClr val="bg1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i=u/R</a:t>
            </a:r>
            <a:r>
              <a:rPr lang="en-US" altLang="zh-CN" i="1">
                <a:solidFill>
                  <a:schemeClr val="bg1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       </a:t>
            </a:r>
            <a:r>
              <a:rPr lang="zh-CN" altLang="en-US">
                <a:latin typeface="Times New Roman" pitchFamily="18" charset="0"/>
                <a:sym typeface="Symbol" pitchFamily="18" charset="2"/>
              </a:rPr>
              <a:t>放电电流小</a:t>
            </a:r>
          </a:p>
        </p:txBody>
      </p:sp>
      <p:grpSp>
        <p:nvGrpSpPr>
          <p:cNvPr id="77835" name="Group 11"/>
          <p:cNvGrpSpPr>
            <a:grpSpLocks/>
          </p:cNvGrpSpPr>
          <p:nvPr/>
        </p:nvGrpSpPr>
        <p:grpSpPr bwMode="auto">
          <a:xfrm>
            <a:off x="6732588" y="4484688"/>
            <a:ext cx="2024062" cy="1249362"/>
            <a:chOff x="4272" y="2688"/>
            <a:chExt cx="1242" cy="624"/>
          </a:xfrm>
        </p:grpSpPr>
        <p:sp>
          <p:nvSpPr>
            <p:cNvPr id="41992" name="AutoShape 12"/>
            <p:cNvSpPr>
              <a:spLocks/>
            </p:cNvSpPr>
            <p:nvPr/>
          </p:nvSpPr>
          <p:spPr bwMode="auto">
            <a:xfrm>
              <a:off x="4272" y="2688"/>
              <a:ext cx="48" cy="624"/>
            </a:xfrm>
            <a:prstGeom prst="rightBrace">
              <a:avLst>
                <a:gd name="adj1" fmla="val 108153"/>
                <a:gd name="adj2" fmla="val 50000"/>
              </a:avLst>
            </a:prstGeom>
            <a:noFill/>
            <a:ln w="38100">
              <a:solidFill>
                <a:schemeClr val="bg1"/>
              </a:solidFill>
              <a:round/>
              <a:headEnd/>
              <a:tailEnd/>
            </a:ln>
          </p:spPr>
          <p:txBody>
            <a:bodyPr wrap="none" lIns="90000" tIns="46800" rIns="90000" bIns="4680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1993" name="Text Box 13"/>
            <p:cNvSpPr txBox="1">
              <a:spLocks noChangeArrowheads="1"/>
            </p:cNvSpPr>
            <p:nvPr/>
          </p:nvSpPr>
          <p:spPr bwMode="auto">
            <a:xfrm>
              <a:off x="4307" y="2894"/>
              <a:ext cx="1207" cy="25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90000" tIns="46800" rIns="90000" bIns="46800" anchor="ctr">
              <a:spAutoFit/>
            </a:bodyPr>
            <a:lstStyle/>
            <a:p>
              <a:pPr algn="ctr"/>
              <a:r>
                <a:rPr lang="zh-CN" altLang="en-US">
                  <a:latin typeface="Times New Roman" pitchFamily="18" charset="0"/>
                  <a:sym typeface="Symbol" pitchFamily="18" charset="2"/>
                </a:rPr>
                <a:t>放电时间长</a:t>
              </a:r>
            </a:p>
          </p:txBody>
        </p:sp>
      </p:grpSp>
      <p:grpSp>
        <p:nvGrpSpPr>
          <p:cNvPr id="77838" name="Group 14"/>
          <p:cNvGrpSpPr>
            <a:grpSpLocks/>
          </p:cNvGrpSpPr>
          <p:nvPr/>
        </p:nvGrpSpPr>
        <p:grpSpPr bwMode="auto">
          <a:xfrm>
            <a:off x="5580063" y="2062163"/>
            <a:ext cx="2911475" cy="2216150"/>
            <a:chOff x="3668" y="1123"/>
            <a:chExt cx="1446" cy="1066"/>
          </a:xfrm>
        </p:grpSpPr>
        <p:sp>
          <p:nvSpPr>
            <p:cNvPr id="41995" name="Line 15"/>
            <p:cNvSpPr>
              <a:spLocks noChangeShapeType="1"/>
            </p:cNvSpPr>
            <p:nvPr/>
          </p:nvSpPr>
          <p:spPr bwMode="auto">
            <a:xfrm>
              <a:off x="3759" y="1920"/>
              <a:ext cx="1344" cy="0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996" name="Line 16"/>
            <p:cNvSpPr>
              <a:spLocks noChangeShapeType="1"/>
            </p:cNvSpPr>
            <p:nvPr/>
          </p:nvSpPr>
          <p:spPr bwMode="auto">
            <a:xfrm flipV="1">
              <a:off x="3951" y="1200"/>
              <a:ext cx="0" cy="960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997" name="Freeform 17"/>
            <p:cNvSpPr>
              <a:spLocks noChangeArrowheads="1"/>
            </p:cNvSpPr>
            <p:nvPr/>
          </p:nvSpPr>
          <p:spPr bwMode="auto">
            <a:xfrm>
              <a:off x="3936" y="1440"/>
              <a:ext cx="1041" cy="28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40" y="240"/>
                </a:cxn>
                <a:cxn ang="0">
                  <a:pos x="672" y="384"/>
                </a:cxn>
                <a:cxn ang="0">
                  <a:pos x="1008" y="432"/>
                </a:cxn>
              </a:cxnLst>
              <a:rect l="0" t="0" r="r" b="b"/>
              <a:pathLst>
                <a:path w="1008" h="432">
                  <a:moveTo>
                    <a:pt x="0" y="0"/>
                  </a:moveTo>
                  <a:cubicBezTo>
                    <a:pt x="64" y="88"/>
                    <a:pt x="128" y="176"/>
                    <a:pt x="240" y="240"/>
                  </a:cubicBezTo>
                  <a:cubicBezTo>
                    <a:pt x="352" y="304"/>
                    <a:pt x="544" y="352"/>
                    <a:pt x="672" y="384"/>
                  </a:cubicBezTo>
                  <a:cubicBezTo>
                    <a:pt x="800" y="416"/>
                    <a:pt x="952" y="424"/>
                    <a:pt x="1008" y="432"/>
                  </a:cubicBezTo>
                </a:path>
              </a:pathLst>
            </a:custGeom>
            <a:noFill/>
            <a:ln w="28575">
              <a:solidFill>
                <a:srgbClr val="FF33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998" name="Text Box 18"/>
            <p:cNvSpPr txBox="1">
              <a:spLocks noChangeArrowheads="1"/>
            </p:cNvSpPr>
            <p:nvPr/>
          </p:nvSpPr>
          <p:spPr bwMode="auto">
            <a:xfrm>
              <a:off x="3668" y="1364"/>
              <a:ext cx="279" cy="249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U</a:t>
              </a:r>
              <a:r>
                <a:rPr lang="en-US" altLang="zh-CN" b="0" baseline="-2500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0</a:t>
              </a:r>
              <a:endParaRPr lang="en-US" altLang="zh-CN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41999" name="Text Box 19"/>
            <p:cNvSpPr txBox="1">
              <a:spLocks noChangeArrowheads="1"/>
            </p:cNvSpPr>
            <p:nvPr/>
          </p:nvSpPr>
          <p:spPr bwMode="auto">
            <a:xfrm>
              <a:off x="4974" y="1939"/>
              <a:ext cx="140" cy="250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t</a:t>
              </a:r>
              <a:endParaRPr lang="en-US" altLang="zh-CN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42000" name="Text Box 20"/>
            <p:cNvSpPr txBox="1">
              <a:spLocks noChangeArrowheads="1"/>
            </p:cNvSpPr>
            <p:nvPr/>
          </p:nvSpPr>
          <p:spPr bwMode="auto">
            <a:xfrm>
              <a:off x="4018" y="1123"/>
              <a:ext cx="233" cy="250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u</a:t>
              </a:r>
              <a:r>
                <a:rPr lang="en-US" altLang="zh-CN" b="0" i="1" baseline="-2500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c</a:t>
              </a:r>
              <a:endParaRPr lang="en-US" altLang="zh-CN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42001" name="Text Box 21"/>
            <p:cNvSpPr txBox="1">
              <a:spLocks noChangeArrowheads="1"/>
            </p:cNvSpPr>
            <p:nvPr/>
          </p:nvSpPr>
          <p:spPr bwMode="auto">
            <a:xfrm>
              <a:off x="3774" y="1891"/>
              <a:ext cx="180" cy="250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0</a:t>
              </a:r>
            </a:p>
          </p:txBody>
        </p:sp>
        <p:sp>
          <p:nvSpPr>
            <p:cNvPr id="42002" name="Line 22"/>
            <p:cNvSpPr>
              <a:spLocks noChangeShapeType="1"/>
            </p:cNvSpPr>
            <p:nvPr/>
          </p:nvSpPr>
          <p:spPr bwMode="auto">
            <a:xfrm>
              <a:off x="3888" y="1440"/>
              <a:ext cx="96" cy="0"/>
            </a:xfrm>
            <a:prstGeom prst="line">
              <a:avLst/>
            </a:prstGeom>
            <a:noFill/>
            <a:ln w="25400">
              <a:solidFill>
                <a:srgbClr val="FF33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003" name="Freeform 23"/>
            <p:cNvSpPr>
              <a:spLocks noChangeArrowheads="1"/>
            </p:cNvSpPr>
            <p:nvPr/>
          </p:nvSpPr>
          <p:spPr bwMode="auto">
            <a:xfrm>
              <a:off x="3936" y="1440"/>
              <a:ext cx="768" cy="432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40" y="240"/>
                </a:cxn>
                <a:cxn ang="0">
                  <a:pos x="672" y="384"/>
                </a:cxn>
                <a:cxn ang="0">
                  <a:pos x="1008" y="432"/>
                </a:cxn>
              </a:cxnLst>
              <a:rect l="0" t="0" r="r" b="b"/>
              <a:pathLst>
                <a:path w="1008" h="432">
                  <a:moveTo>
                    <a:pt x="0" y="0"/>
                  </a:moveTo>
                  <a:cubicBezTo>
                    <a:pt x="64" y="88"/>
                    <a:pt x="128" y="176"/>
                    <a:pt x="240" y="240"/>
                  </a:cubicBezTo>
                  <a:cubicBezTo>
                    <a:pt x="352" y="304"/>
                    <a:pt x="544" y="352"/>
                    <a:pt x="672" y="384"/>
                  </a:cubicBezTo>
                  <a:cubicBezTo>
                    <a:pt x="800" y="416"/>
                    <a:pt x="952" y="424"/>
                    <a:pt x="1008" y="432"/>
                  </a:cubicBezTo>
                </a:path>
              </a:pathLst>
            </a:custGeom>
            <a:noFill/>
            <a:ln w="28575">
              <a:solidFill>
                <a:srgbClr val="00FFFF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004" name="Text Box 24"/>
            <p:cNvSpPr txBox="1">
              <a:spLocks noChangeArrowheads="1"/>
            </p:cNvSpPr>
            <p:nvPr/>
          </p:nvSpPr>
          <p:spPr bwMode="auto">
            <a:xfrm>
              <a:off x="4250" y="1891"/>
              <a:ext cx="389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90000" tIns="46800" rIns="90000" bIns="46800" anchor="ctr">
              <a:spAutoFit/>
            </a:bodyPr>
            <a:lstStyle/>
            <a:p>
              <a:pPr algn="ctr"/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  <a:sym typeface="Symbol" pitchFamily="18" charset="2"/>
                </a:rPr>
                <a:t></a:t>
              </a:r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  <a:sym typeface="Symbol" pitchFamily="18" charset="2"/>
                </a:rPr>
                <a:t> </a:t>
              </a:r>
              <a:r>
                <a:rPr lang="zh-CN" altLang="en-US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  <a:sym typeface="Symbol" pitchFamily="18" charset="2"/>
                </a:rPr>
                <a:t>小</a:t>
              </a:r>
            </a:p>
          </p:txBody>
        </p:sp>
        <p:sp>
          <p:nvSpPr>
            <p:cNvPr id="42005" name="Text Box 25"/>
            <p:cNvSpPr txBox="1">
              <a:spLocks noChangeArrowheads="1"/>
            </p:cNvSpPr>
            <p:nvPr/>
          </p:nvSpPr>
          <p:spPr bwMode="auto">
            <a:xfrm>
              <a:off x="4634" y="1411"/>
              <a:ext cx="389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90000" tIns="46800" rIns="90000" bIns="46800" anchor="ctr">
              <a:spAutoFit/>
            </a:bodyPr>
            <a:lstStyle/>
            <a:p>
              <a:pPr algn="ctr"/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  <a:sym typeface="Symbol" pitchFamily="18" charset="2"/>
                </a:rPr>
                <a:t></a:t>
              </a:r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  <a:sym typeface="Symbol" pitchFamily="18" charset="2"/>
                </a:rPr>
                <a:t> </a:t>
              </a:r>
              <a:r>
                <a:rPr lang="zh-CN" altLang="en-US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  <a:sym typeface="Symbol" pitchFamily="18" charset="2"/>
                </a:rPr>
                <a:t>大</a:t>
              </a:r>
            </a:p>
          </p:txBody>
        </p:sp>
      </p:grpSp>
      <p:sp>
        <p:nvSpPr>
          <p:cNvPr id="77850" name="Text Box 26"/>
          <p:cNvSpPr txBox="1">
            <a:spLocks noChangeArrowheads="1"/>
          </p:cNvSpPr>
          <p:nvPr/>
        </p:nvSpPr>
        <p:spPr bwMode="auto">
          <a:xfrm>
            <a:off x="479425" y="4437063"/>
            <a:ext cx="5872163" cy="579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0000" tIns="46800" rIns="90000" bIns="46800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b="0" i="1">
                <a:latin typeface="Times New Roman" pitchFamily="18" charset="0"/>
                <a:ea typeface="宋体" pitchFamily="2" charset="-122"/>
                <a:sym typeface="Symbol" pitchFamily="18" charset="2"/>
              </a:rPr>
              <a:t>C</a:t>
            </a:r>
            <a:r>
              <a:rPr lang="en-US" altLang="zh-CN" i="1">
                <a:latin typeface="Times New Roman" pitchFamily="18" charset="0"/>
                <a:ea typeface="宋体" pitchFamily="2" charset="-122"/>
                <a:sym typeface="Symbol" pitchFamily="18" charset="2"/>
              </a:rPr>
              <a:t> </a:t>
            </a:r>
            <a:r>
              <a:rPr lang="zh-CN" altLang="en-US">
                <a:latin typeface="Times New Roman" pitchFamily="18" charset="0"/>
                <a:sym typeface="Symbol" pitchFamily="18" charset="2"/>
              </a:rPr>
              <a:t>大</a:t>
            </a:r>
            <a:r>
              <a:rPr lang="zh-CN" altLang="en-US">
                <a:latin typeface="Times New Roman" pitchFamily="18" charset="0"/>
                <a:ea typeface="宋体" pitchFamily="2" charset="-122"/>
                <a:sym typeface="Symbol" pitchFamily="18" charset="2"/>
              </a:rPr>
              <a:t>（</a:t>
            </a:r>
            <a:r>
              <a:rPr lang="en-US" altLang="zh-CN" b="0" i="1">
                <a:latin typeface="Times New Roman" pitchFamily="18" charset="0"/>
                <a:ea typeface="宋体" pitchFamily="2" charset="-122"/>
                <a:sym typeface="Symbol" pitchFamily="18" charset="2"/>
              </a:rPr>
              <a:t>R</a:t>
            </a:r>
            <a:r>
              <a:rPr lang="zh-CN" altLang="en-US">
                <a:latin typeface="Times New Roman" pitchFamily="18" charset="0"/>
                <a:sym typeface="Symbol" pitchFamily="18" charset="2"/>
              </a:rPr>
              <a:t>一定</a:t>
            </a:r>
            <a:r>
              <a:rPr lang="zh-CN" altLang="en-US">
                <a:latin typeface="Times New Roman" pitchFamily="18" charset="0"/>
                <a:ea typeface="宋体" pitchFamily="2" charset="-122"/>
                <a:sym typeface="Symbol" pitchFamily="18" charset="2"/>
              </a:rPr>
              <a:t>）   </a:t>
            </a:r>
            <a:r>
              <a:rPr lang="zh-CN" altLang="en-US">
                <a:solidFill>
                  <a:schemeClr val="bg1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 </a:t>
            </a:r>
            <a:r>
              <a:rPr lang="en-US" altLang="zh-CN" sz="3200" b="0" i="1">
                <a:solidFill>
                  <a:schemeClr val="bg1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W</a:t>
            </a:r>
            <a:r>
              <a:rPr lang="en-US" altLang="zh-CN" sz="3200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=</a:t>
            </a:r>
            <a:r>
              <a:rPr lang="en-US" altLang="zh-CN" sz="3200" b="0" i="1">
                <a:solidFill>
                  <a:schemeClr val="bg1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Cu</a:t>
            </a:r>
            <a:r>
              <a:rPr lang="en-US" altLang="zh-CN" sz="3200" b="0" baseline="30000">
                <a:solidFill>
                  <a:schemeClr val="bg1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2</a:t>
            </a:r>
            <a:r>
              <a:rPr lang="en-US" altLang="zh-CN" sz="3200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/2</a:t>
            </a:r>
            <a:r>
              <a:rPr lang="en-US" altLang="zh-CN">
                <a:solidFill>
                  <a:schemeClr val="bg1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  </a:t>
            </a:r>
            <a:r>
              <a:rPr lang="en-US" altLang="zh-CN">
                <a:latin typeface="Times New Roman" pitchFamily="18" charset="0"/>
                <a:ea typeface="宋体" pitchFamily="2" charset="-122"/>
                <a:sym typeface="Symbol" pitchFamily="18" charset="2"/>
              </a:rPr>
              <a:t>   </a:t>
            </a:r>
            <a:r>
              <a:rPr lang="zh-CN" altLang="en-US">
                <a:latin typeface="Times New Roman" pitchFamily="18" charset="0"/>
                <a:sym typeface="Symbol" pitchFamily="18" charset="2"/>
              </a:rPr>
              <a:t>储能大</a:t>
            </a:r>
          </a:p>
        </p:txBody>
      </p:sp>
      <p:graphicFrame>
        <p:nvGraphicFramePr>
          <p:cNvPr id="77851" name="Object 27"/>
          <p:cNvGraphicFramePr>
            <a:graphicFrameLocks noChangeAspect="1"/>
          </p:cNvGraphicFramePr>
          <p:nvPr/>
        </p:nvGraphicFramePr>
        <p:xfrm>
          <a:off x="3276600" y="476250"/>
          <a:ext cx="2576513" cy="998538"/>
        </p:xfrm>
        <a:graphic>
          <a:graphicData uri="http://schemas.openxmlformats.org/presentationml/2006/ole">
            <p:oleObj spid="_x0000_s42007" r:id="rId3" imgW="1031400" imgH="392040" progId="Equation.3">
              <p:embed/>
            </p:oleObj>
          </a:graphicData>
        </a:graphic>
      </p:graphicFrame>
      <p:sp>
        <p:nvSpPr>
          <p:cNvPr id="77852" name="Text Box 28"/>
          <p:cNvSpPr txBox="1">
            <a:spLocks noChangeArrowheads="1"/>
          </p:cNvSpPr>
          <p:nvPr/>
        </p:nvSpPr>
        <p:spPr bwMode="auto">
          <a:xfrm>
            <a:off x="611188" y="3717925"/>
            <a:ext cx="1871662" cy="519113"/>
          </a:xfrm>
          <a:prstGeom prst="rect">
            <a:avLst/>
          </a:prstGeom>
          <a:solidFill>
            <a:schemeClr val="hlink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>
                <a:solidFill>
                  <a:schemeClr val="bg1"/>
                </a:solidFill>
              </a:rPr>
              <a:t>物理含义</a:t>
            </a:r>
          </a:p>
        </p:txBody>
      </p:sp>
      <p:sp>
        <p:nvSpPr>
          <p:cNvPr id="77853" name="AutoShape 29"/>
          <p:cNvSpPr>
            <a:spLocks noChangeArrowheads="1"/>
          </p:cNvSpPr>
          <p:nvPr/>
        </p:nvSpPr>
        <p:spPr bwMode="auto">
          <a:xfrm>
            <a:off x="2627313" y="3862388"/>
            <a:ext cx="647700" cy="215900"/>
          </a:xfrm>
          <a:prstGeom prst="rightArrow">
            <a:avLst>
              <a:gd name="adj1" fmla="val 50000"/>
              <a:gd name="adj2" fmla="val 75000"/>
            </a:avLst>
          </a:prstGeom>
          <a:solidFill>
            <a:srgbClr val="0099FF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42010" name="Group 33"/>
          <p:cNvGrpSpPr>
            <a:grpSpLocks/>
          </p:cNvGrpSpPr>
          <p:nvPr/>
        </p:nvGrpSpPr>
        <p:grpSpPr bwMode="auto"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42011" name="Picture 34" descr="78900"/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42012" name="Text Box 35">
              <a:hlinkClick r:id="" action="ppaction://hlinkshowjump?jump=nextslide"/>
            </p:cNvPr>
            <p:cNvSpPr txBox="1">
              <a:spLocks noChangeArrowheads="1"/>
            </p:cNvSpPr>
            <p:nvPr/>
          </p:nvSpPr>
          <p:spPr bwMode="auto"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0">
                  <a:solidFill>
                    <a:schemeClr val="bg1"/>
                  </a:solidFill>
                  <a:latin typeface="隶书" pitchFamily="49" charset="-122"/>
                  <a:ea typeface="隶书" pitchFamily="49" charset="-122"/>
                </a:rPr>
                <a:t>下 页</a:t>
              </a:r>
            </a:p>
          </p:txBody>
        </p:sp>
      </p:grpSp>
      <p:grpSp>
        <p:nvGrpSpPr>
          <p:cNvPr id="42013" name="Group 36"/>
          <p:cNvGrpSpPr>
            <a:grpSpLocks/>
          </p:cNvGrpSpPr>
          <p:nvPr/>
        </p:nvGrpSpPr>
        <p:grpSpPr bwMode="auto">
          <a:xfrm>
            <a:off x="7453313" y="6446838"/>
            <a:ext cx="792162" cy="366712"/>
            <a:chOff x="4649" y="4020"/>
            <a:chExt cx="499" cy="231"/>
          </a:xfrm>
        </p:grpSpPr>
        <p:pic>
          <p:nvPicPr>
            <p:cNvPr id="42014" name="Picture 37" descr="78900"/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42015" name="Text Box 38">
              <a:hlinkClick r:id="" action="ppaction://hlinkshowjump?jump=previousslide"/>
            </p:cNvPr>
            <p:cNvSpPr txBox="1">
              <a:spLocks noChangeArrowheads="1"/>
            </p:cNvSpPr>
            <p:nvPr/>
          </p:nvSpPr>
          <p:spPr bwMode="auto"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0">
                  <a:solidFill>
                    <a:schemeClr val="bg1"/>
                  </a:solidFill>
                  <a:latin typeface="隶书" pitchFamily="49" charset="-122"/>
                  <a:ea typeface="隶书" pitchFamily="49" charset="-122"/>
                </a:rPr>
                <a:t>上 页</a:t>
              </a:r>
            </a:p>
          </p:txBody>
        </p:sp>
      </p:grpSp>
      <p:grpSp>
        <p:nvGrpSpPr>
          <p:cNvPr id="42016" name="Group 45"/>
          <p:cNvGrpSpPr>
            <a:grpSpLocks/>
          </p:cNvGrpSpPr>
          <p:nvPr/>
        </p:nvGrpSpPr>
        <p:grpSpPr bwMode="auto">
          <a:xfrm>
            <a:off x="6588125" y="6445250"/>
            <a:ext cx="792163" cy="366713"/>
            <a:chOff x="4649" y="4020"/>
            <a:chExt cx="499" cy="231"/>
          </a:xfrm>
        </p:grpSpPr>
        <p:pic>
          <p:nvPicPr>
            <p:cNvPr id="42017" name="Picture 46" descr="78900"/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42018" name="Text Box 47">
              <a:hlinkClick r:id="rId5" action="ppaction://hlinksldjump"/>
            </p:cNvPr>
            <p:cNvSpPr txBox="1">
              <a:spLocks noChangeArrowheads="1"/>
            </p:cNvSpPr>
            <p:nvPr/>
          </p:nvSpPr>
          <p:spPr bwMode="auto"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0">
                  <a:solidFill>
                    <a:schemeClr val="bg1"/>
                  </a:solidFill>
                  <a:latin typeface="隶书" pitchFamily="49" charset="-122"/>
                  <a:ea typeface="隶书" pitchFamily="49" charset="-122"/>
                </a:rPr>
                <a:t>返 回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78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78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78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78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2000"/>
                                        <p:tgtEl>
                                          <p:spTgt spid="778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778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78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778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778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36" dur="2000"/>
                                        <p:tgtEl>
                                          <p:spTgt spid="778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778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778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47" dur="500"/>
                                        <p:tgtEl>
                                          <p:spTgt spid="778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00"/>
                            </p:stCondLst>
                            <p:childTnLst>
                              <p:par>
                                <p:cTn id="4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2000"/>
                                        <p:tgtEl>
                                          <p:spTgt spid="778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2500"/>
                            </p:stCondLst>
                            <p:childTnLst>
                              <p:par>
                                <p:cTn id="5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2000"/>
                                        <p:tgtEl>
                                          <p:spTgt spid="778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2000"/>
                                        <p:tgtEl>
                                          <p:spTgt spid="778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1000"/>
                                        <p:tgtEl>
                                          <p:spTgt spid="778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7826" grpId="0" build="p"/>
      <p:bldP spid="77827" grpId="0" animBg="1"/>
      <p:bldP spid="77829" grpId="0"/>
      <p:bldP spid="77830" grpId="0"/>
      <p:bldP spid="77833" grpId="0" build="p"/>
      <p:bldP spid="77834" grpId="0" build="p"/>
      <p:bldP spid="77850" grpId="0" build="p"/>
      <p:bldP spid="77852" grpId="0" animBg="1"/>
      <p:bldP spid="77853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Text Box 2"/>
          <p:cNvSpPr txBox="1">
            <a:spLocks noChangeArrowheads="1"/>
          </p:cNvSpPr>
          <p:nvPr/>
        </p:nvSpPr>
        <p:spPr bwMode="auto">
          <a:xfrm>
            <a:off x="684213" y="4005263"/>
            <a:ext cx="8064500" cy="1117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>
              <a:lnSpc>
                <a:spcPct val="120000"/>
              </a:lnSpc>
              <a:spcBef>
                <a:spcPct val="50000"/>
              </a:spcBef>
              <a:buClr>
                <a:srgbClr val="FFFF00"/>
              </a:buClr>
            </a:pPr>
            <a:r>
              <a:rPr lang="en-US" altLang="zh-CN" b="0">
                <a:sym typeface="Symbol" pitchFamily="18" charset="2"/>
              </a:rPr>
              <a:t>a</a:t>
            </a:r>
            <a:r>
              <a:rPr lang="en-US" altLang="zh-CN">
                <a:sym typeface="Symbol" pitchFamily="18" charset="2"/>
              </a:rPr>
              <a:t>. </a:t>
            </a:r>
            <a:r>
              <a:rPr lang="en-US" altLang="zh-CN" i="1">
                <a:solidFill>
                  <a:schemeClr val="bg1"/>
                </a:solidFill>
                <a:ea typeface="仿宋_GB2312" pitchFamily="49" charset="-122"/>
                <a:sym typeface="Symbol" pitchFamily="18" charset="2"/>
              </a:rPr>
              <a:t> </a:t>
            </a:r>
            <a:r>
              <a:rPr lang="en-US" altLang="zh-CN">
                <a:solidFill>
                  <a:schemeClr val="bg1"/>
                </a:solidFill>
                <a:ea typeface="仿宋_GB2312" pitchFamily="49" charset="-122"/>
                <a:sym typeface="Symbol" pitchFamily="18" charset="2"/>
              </a:rPr>
              <a:t>:</a:t>
            </a:r>
            <a:r>
              <a:rPr lang="zh-CN" altLang="en-US">
                <a:sym typeface="Symbol" pitchFamily="18" charset="2"/>
              </a:rPr>
              <a:t>电容电压衰减到原来电压</a:t>
            </a:r>
            <a:r>
              <a:rPr lang="en-US" altLang="zh-CN" b="0">
                <a:solidFill>
                  <a:schemeClr val="bg1"/>
                </a:solidFill>
                <a:ea typeface="仿宋_GB2312" pitchFamily="49" charset="-122"/>
                <a:sym typeface="Symbol" pitchFamily="18" charset="2"/>
              </a:rPr>
              <a:t>36.8%</a:t>
            </a:r>
            <a:r>
              <a:rPr lang="zh-CN" altLang="en-US">
                <a:sym typeface="Symbol" pitchFamily="18" charset="2"/>
              </a:rPr>
              <a:t>所需的时间。</a:t>
            </a:r>
            <a:r>
              <a:rPr lang="zh-CN" altLang="en-US">
                <a:latin typeface="楷体_GB2312" pitchFamily="49" charset="-122"/>
                <a:sym typeface="Symbol" pitchFamily="18" charset="2"/>
              </a:rPr>
              <a:t>工程上认为</a:t>
            </a:r>
            <a:r>
              <a:rPr lang="en-US" altLang="zh-CN">
                <a:latin typeface="楷体_GB2312" pitchFamily="49" charset="-122"/>
                <a:sym typeface="Symbol" pitchFamily="18" charset="2"/>
              </a:rPr>
              <a:t>, </a:t>
            </a:r>
            <a:r>
              <a:rPr lang="zh-CN" altLang="en-US">
                <a:latin typeface="楷体_GB2312" pitchFamily="49" charset="-122"/>
              </a:rPr>
              <a:t>经过 </a:t>
            </a:r>
            <a:r>
              <a:rPr lang="en-US" altLang="zh-CN" b="0">
                <a:latin typeface="Times New Roman" pitchFamily="18" charset="0"/>
              </a:rPr>
              <a:t>3</a:t>
            </a:r>
            <a:r>
              <a:rPr lang="en-US" altLang="zh-CN" b="0" i="1">
                <a:latin typeface="Times New Roman" pitchFamily="18" charset="0"/>
                <a:sym typeface="Symbol" pitchFamily="18" charset="2"/>
              </a:rPr>
              <a:t></a:t>
            </a:r>
            <a:r>
              <a:rPr lang="zh-CN" altLang="en-US" b="0">
                <a:latin typeface="Times New Roman" pitchFamily="18" charset="0"/>
                <a:sym typeface="Symbol" pitchFamily="18" charset="2"/>
              </a:rPr>
              <a:t>－</a:t>
            </a:r>
            <a:r>
              <a:rPr lang="en-US" altLang="zh-CN" b="0">
                <a:latin typeface="Times New Roman" pitchFamily="18" charset="0"/>
                <a:sym typeface="Symbol" pitchFamily="18" charset="2"/>
              </a:rPr>
              <a:t>5</a:t>
            </a:r>
            <a:r>
              <a:rPr lang="en-US" altLang="zh-CN" b="0" i="1">
                <a:latin typeface="Times New Roman" pitchFamily="18" charset="0"/>
                <a:sym typeface="Symbol" pitchFamily="18" charset="2"/>
              </a:rPr>
              <a:t></a:t>
            </a:r>
            <a:r>
              <a:rPr lang="en-US" altLang="zh-CN" i="1">
                <a:latin typeface="Times New Roman" pitchFamily="18" charset="0"/>
                <a:sym typeface="Symbol" pitchFamily="18" charset="2"/>
              </a:rPr>
              <a:t> </a:t>
            </a:r>
            <a:r>
              <a:rPr lang="en-US" altLang="zh-CN">
                <a:latin typeface="Times New Roman" pitchFamily="18" charset="0"/>
                <a:sym typeface="Symbol" pitchFamily="18" charset="2"/>
              </a:rPr>
              <a:t>,</a:t>
            </a:r>
            <a:r>
              <a:rPr lang="en-US" altLang="zh-CN">
                <a:latin typeface="楷体_GB2312" pitchFamily="49" charset="-122"/>
                <a:sym typeface="Symbol" pitchFamily="18" charset="2"/>
              </a:rPr>
              <a:t> </a:t>
            </a:r>
            <a:r>
              <a:rPr lang="zh-CN" altLang="en-US">
                <a:latin typeface="楷体_GB2312" pitchFamily="49" charset="-122"/>
                <a:sym typeface="Symbol" pitchFamily="18" charset="2"/>
              </a:rPr>
              <a:t>过渡过程结束。</a:t>
            </a:r>
          </a:p>
        </p:txBody>
      </p:sp>
      <p:sp>
        <p:nvSpPr>
          <p:cNvPr id="110625" name="Text Box 33"/>
          <p:cNvSpPr txBox="1">
            <a:spLocks noChangeArrowheads="1"/>
          </p:cNvSpPr>
          <p:nvPr/>
        </p:nvSpPr>
        <p:spPr bwMode="auto">
          <a:xfrm>
            <a:off x="2339975" y="2405063"/>
            <a:ext cx="6391275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en-US" altLang="zh-CN" b="0" i="1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U</a:t>
            </a:r>
            <a:r>
              <a:rPr lang="en-US" altLang="zh-CN" b="0" baseline="-2500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0  </a:t>
            </a:r>
            <a:r>
              <a:rPr lang="en-US" altLang="zh-CN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 0.368</a:t>
            </a:r>
            <a:r>
              <a:rPr lang="en-US" altLang="zh-CN" b="0" i="1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U</a:t>
            </a:r>
            <a:r>
              <a:rPr lang="en-US" altLang="zh-CN" b="0" baseline="-2500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0      </a:t>
            </a:r>
            <a:r>
              <a:rPr lang="en-US" altLang="zh-CN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0.135</a:t>
            </a:r>
            <a:r>
              <a:rPr lang="en-US" altLang="zh-CN" b="0" i="1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U</a:t>
            </a:r>
            <a:r>
              <a:rPr lang="en-US" altLang="zh-CN" b="0" baseline="-2500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0     </a:t>
            </a:r>
            <a:r>
              <a:rPr lang="en-US" altLang="zh-CN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0.05</a:t>
            </a:r>
            <a:r>
              <a:rPr lang="en-US" altLang="zh-CN" b="0" i="1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U</a:t>
            </a:r>
            <a:r>
              <a:rPr lang="en-US" altLang="zh-CN" b="0" baseline="-2500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0      </a:t>
            </a:r>
            <a:r>
              <a:rPr lang="en-US" altLang="zh-CN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0.007</a:t>
            </a:r>
            <a:r>
              <a:rPr lang="en-US" altLang="zh-CN" b="0" i="1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U</a:t>
            </a:r>
            <a:r>
              <a:rPr lang="en-US" altLang="zh-CN" b="0" baseline="-2500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0 </a:t>
            </a:r>
          </a:p>
        </p:txBody>
      </p:sp>
      <p:grpSp>
        <p:nvGrpSpPr>
          <p:cNvPr id="110643" name="Group 51"/>
          <p:cNvGrpSpPr>
            <a:grpSpLocks/>
          </p:cNvGrpSpPr>
          <p:nvPr/>
        </p:nvGrpSpPr>
        <p:grpSpPr bwMode="auto">
          <a:xfrm>
            <a:off x="468313" y="677863"/>
            <a:ext cx="8297862" cy="2290762"/>
            <a:chOff x="340" y="572"/>
            <a:chExt cx="5227" cy="1443"/>
          </a:xfrm>
        </p:grpSpPr>
        <p:sp>
          <p:nvSpPr>
            <p:cNvPr id="43012" name="Line 34"/>
            <p:cNvSpPr>
              <a:spLocks noChangeShapeType="1"/>
            </p:cNvSpPr>
            <p:nvPr/>
          </p:nvSpPr>
          <p:spPr bwMode="auto">
            <a:xfrm>
              <a:off x="340" y="1026"/>
              <a:ext cx="5183" cy="0"/>
            </a:xfrm>
            <a:prstGeom prst="line">
              <a:avLst/>
            </a:prstGeom>
            <a:noFill/>
            <a:ln w="28575">
              <a:solidFill>
                <a:srgbClr val="FFFF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013" name="Line 35"/>
            <p:cNvSpPr>
              <a:spLocks noChangeShapeType="1"/>
            </p:cNvSpPr>
            <p:nvPr/>
          </p:nvSpPr>
          <p:spPr bwMode="auto">
            <a:xfrm>
              <a:off x="1429" y="572"/>
              <a:ext cx="0" cy="1443"/>
            </a:xfrm>
            <a:prstGeom prst="line">
              <a:avLst/>
            </a:prstGeom>
            <a:noFill/>
            <a:ln w="28575">
              <a:solidFill>
                <a:srgbClr val="FFFF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014" name="Text Box 36"/>
            <p:cNvSpPr txBox="1">
              <a:spLocks noChangeArrowheads="1"/>
            </p:cNvSpPr>
            <p:nvPr/>
          </p:nvSpPr>
          <p:spPr bwMode="auto">
            <a:xfrm>
              <a:off x="930" y="572"/>
              <a:ext cx="178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t</a:t>
              </a:r>
              <a:endParaRPr lang="en-US" altLang="zh-CN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43015" name="Text Box 37"/>
            <p:cNvSpPr txBox="1">
              <a:spLocks noChangeArrowheads="1"/>
            </p:cNvSpPr>
            <p:nvPr/>
          </p:nvSpPr>
          <p:spPr bwMode="auto">
            <a:xfrm>
              <a:off x="1610" y="618"/>
              <a:ext cx="3645" cy="32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0        </a:t>
              </a:r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  <a:sym typeface="Symbol" pitchFamily="18" charset="2"/>
                </a:rPr>
                <a:t></a:t>
              </a:r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  <a:sym typeface="Symbol" pitchFamily="18" charset="2"/>
                </a:rPr>
                <a:t>              2</a:t>
              </a:r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  <a:sym typeface="Symbol" pitchFamily="18" charset="2"/>
                </a:rPr>
                <a:t></a:t>
              </a:r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  <a:sym typeface="Symbol" pitchFamily="18" charset="2"/>
                </a:rPr>
                <a:t>             </a:t>
              </a:r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3</a:t>
              </a:r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  <a:sym typeface="Symbol" pitchFamily="18" charset="2"/>
                </a:rPr>
                <a:t></a:t>
              </a:r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  <a:sym typeface="Symbol" pitchFamily="18" charset="2"/>
                </a:rPr>
                <a:t>     </a:t>
              </a:r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  </a:t>
              </a:r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  <a:sym typeface="Symbol" pitchFamily="18" charset="2"/>
                </a:rPr>
                <a:t>     </a:t>
              </a:r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 5</a:t>
              </a:r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  <a:sym typeface="Symbol" pitchFamily="18" charset="2"/>
                </a:rPr>
                <a:t></a:t>
              </a:r>
              <a:endParaRPr lang="en-US" altLang="zh-CN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endParaRPr>
            </a:p>
          </p:txBody>
        </p:sp>
        <p:graphicFrame>
          <p:nvGraphicFramePr>
            <p:cNvPr id="43016" name="Object 38"/>
            <p:cNvGraphicFramePr>
              <a:graphicFrameLocks noChangeAspect="1"/>
            </p:cNvGraphicFramePr>
            <p:nvPr/>
          </p:nvGraphicFramePr>
          <p:xfrm>
            <a:off x="385" y="1071"/>
            <a:ext cx="1043" cy="404"/>
          </p:xfrm>
          <a:graphic>
            <a:graphicData uri="http://schemas.openxmlformats.org/presentationml/2006/ole">
              <p:oleObj spid="_x0000_s43016" r:id="rId3" imgW="683640" imgH="311400" progId="Equation.3">
                <p:embed/>
              </p:oleObj>
            </a:graphicData>
          </a:graphic>
        </p:graphicFrame>
        <p:sp>
          <p:nvSpPr>
            <p:cNvPr id="43017" name="Line 39"/>
            <p:cNvSpPr>
              <a:spLocks noChangeShapeType="1"/>
            </p:cNvSpPr>
            <p:nvPr/>
          </p:nvSpPr>
          <p:spPr bwMode="auto">
            <a:xfrm flipV="1">
              <a:off x="340" y="1570"/>
              <a:ext cx="5227" cy="0"/>
            </a:xfrm>
            <a:prstGeom prst="line">
              <a:avLst/>
            </a:prstGeom>
            <a:noFill/>
            <a:ln w="28575">
              <a:solidFill>
                <a:srgbClr val="FFFF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10632" name="Text Box 40"/>
          <p:cNvSpPr txBox="1">
            <a:spLocks noChangeArrowheads="1"/>
          </p:cNvSpPr>
          <p:nvPr/>
        </p:nvSpPr>
        <p:spPr bwMode="auto">
          <a:xfrm>
            <a:off x="2484438" y="1582738"/>
            <a:ext cx="6173787" cy="579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en-US" altLang="zh-CN" sz="3200" b="0" i="1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U</a:t>
            </a:r>
            <a:r>
              <a:rPr lang="en-US" altLang="zh-CN" sz="3200" b="0" baseline="-2500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0    </a:t>
            </a:r>
            <a:r>
              <a:rPr lang="en-US" altLang="zh-CN" sz="3200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 </a:t>
            </a:r>
            <a:r>
              <a:rPr lang="en-US" altLang="zh-CN" sz="3200" b="0" i="1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U</a:t>
            </a:r>
            <a:r>
              <a:rPr lang="en-US" altLang="zh-CN" sz="3200" b="0" baseline="-2500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0 </a:t>
            </a:r>
            <a:r>
              <a:rPr lang="en-US" altLang="zh-CN" sz="3200" b="0" i="1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e</a:t>
            </a:r>
            <a:r>
              <a:rPr lang="en-US" altLang="zh-CN" sz="3200" b="0" baseline="-2500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 </a:t>
            </a:r>
            <a:r>
              <a:rPr lang="en-US" altLang="zh-CN" sz="3200" b="0" baseline="3000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-1</a:t>
            </a:r>
            <a:r>
              <a:rPr lang="en-US" altLang="zh-CN" sz="3200" b="0" baseline="-2500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      </a:t>
            </a:r>
            <a:r>
              <a:rPr lang="en-US" altLang="zh-CN" sz="3200" b="0" i="1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U</a:t>
            </a:r>
            <a:r>
              <a:rPr lang="en-US" altLang="zh-CN" sz="3200" b="0" baseline="-2500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0 </a:t>
            </a:r>
            <a:r>
              <a:rPr lang="en-US" altLang="zh-CN" sz="3200" b="0" i="1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e</a:t>
            </a:r>
            <a:r>
              <a:rPr lang="en-US" altLang="zh-CN" sz="3200" b="0" baseline="-2500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 </a:t>
            </a:r>
            <a:r>
              <a:rPr lang="en-US" altLang="zh-CN" sz="3200" b="0" baseline="3000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-2</a:t>
            </a:r>
            <a:r>
              <a:rPr lang="en-US" altLang="zh-CN" sz="3200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    </a:t>
            </a:r>
            <a:r>
              <a:rPr lang="en-US" altLang="zh-CN" sz="3200" b="0" i="1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U</a:t>
            </a:r>
            <a:r>
              <a:rPr lang="en-US" altLang="zh-CN" sz="3200" b="0" baseline="-2500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0 </a:t>
            </a:r>
            <a:r>
              <a:rPr lang="en-US" altLang="zh-CN" sz="3200" b="0" i="1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e</a:t>
            </a:r>
            <a:r>
              <a:rPr lang="en-US" altLang="zh-CN" sz="3200" b="0" baseline="-2500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 </a:t>
            </a:r>
            <a:r>
              <a:rPr lang="en-US" altLang="zh-CN" sz="3200" b="0" baseline="3000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-3</a:t>
            </a:r>
            <a:r>
              <a:rPr lang="en-US" altLang="zh-CN" sz="3200" b="0" baseline="-2500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       </a:t>
            </a:r>
            <a:r>
              <a:rPr lang="en-US" altLang="zh-CN" sz="3200" b="0" i="1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U</a:t>
            </a:r>
            <a:r>
              <a:rPr lang="en-US" altLang="zh-CN" sz="3200" b="0" baseline="-2500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0 </a:t>
            </a:r>
            <a:r>
              <a:rPr lang="en-US" altLang="zh-CN" sz="3200" b="0" i="1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e</a:t>
            </a:r>
            <a:r>
              <a:rPr lang="en-US" altLang="zh-CN" sz="3200" b="0" baseline="-2500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 </a:t>
            </a:r>
            <a:r>
              <a:rPr lang="en-US" altLang="zh-CN" sz="3200" b="0" baseline="3000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-5</a:t>
            </a:r>
            <a:r>
              <a:rPr lang="en-US" altLang="zh-CN" sz="3200" b="0" baseline="-2500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 </a:t>
            </a:r>
          </a:p>
        </p:txBody>
      </p:sp>
      <p:grpSp>
        <p:nvGrpSpPr>
          <p:cNvPr id="43019" name="Group 45"/>
          <p:cNvGrpSpPr>
            <a:grpSpLocks/>
          </p:cNvGrpSpPr>
          <p:nvPr/>
        </p:nvGrpSpPr>
        <p:grpSpPr bwMode="auto"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43020" name="Picture 46" descr="78900"/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43021" name="Text Box 47">
              <a:hlinkClick r:id="" action="ppaction://hlinkshowjump?jump=nextslide"/>
            </p:cNvPr>
            <p:cNvSpPr txBox="1">
              <a:spLocks noChangeArrowheads="1"/>
            </p:cNvSpPr>
            <p:nvPr/>
          </p:nvSpPr>
          <p:spPr bwMode="auto"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0">
                  <a:solidFill>
                    <a:schemeClr val="bg1"/>
                  </a:solidFill>
                  <a:latin typeface="隶书" pitchFamily="49" charset="-122"/>
                  <a:ea typeface="隶书" pitchFamily="49" charset="-122"/>
                </a:rPr>
                <a:t>下 页</a:t>
              </a:r>
            </a:p>
          </p:txBody>
        </p:sp>
      </p:grpSp>
      <p:grpSp>
        <p:nvGrpSpPr>
          <p:cNvPr id="43022" name="Group 48"/>
          <p:cNvGrpSpPr>
            <a:grpSpLocks/>
          </p:cNvGrpSpPr>
          <p:nvPr/>
        </p:nvGrpSpPr>
        <p:grpSpPr bwMode="auto">
          <a:xfrm>
            <a:off x="7453313" y="6446838"/>
            <a:ext cx="792162" cy="366712"/>
            <a:chOff x="4649" y="4020"/>
            <a:chExt cx="499" cy="231"/>
          </a:xfrm>
        </p:grpSpPr>
        <p:pic>
          <p:nvPicPr>
            <p:cNvPr id="43023" name="Picture 49" descr="78900"/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43024" name="Text Box 50">
              <a:hlinkClick r:id="" action="ppaction://hlinkshowjump?jump=previousslide"/>
            </p:cNvPr>
            <p:cNvSpPr txBox="1">
              <a:spLocks noChangeArrowheads="1"/>
            </p:cNvSpPr>
            <p:nvPr/>
          </p:nvSpPr>
          <p:spPr bwMode="auto"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0">
                  <a:solidFill>
                    <a:schemeClr val="bg1"/>
                  </a:solidFill>
                  <a:latin typeface="隶书" pitchFamily="49" charset="-122"/>
                  <a:ea typeface="隶书" pitchFamily="49" charset="-122"/>
                </a:rPr>
                <a:t>上 页</a:t>
              </a:r>
            </a:p>
          </p:txBody>
        </p:sp>
      </p:grpSp>
      <p:grpSp>
        <p:nvGrpSpPr>
          <p:cNvPr id="110644" name="Group 52"/>
          <p:cNvGrpSpPr>
            <a:grpSpLocks/>
          </p:cNvGrpSpPr>
          <p:nvPr/>
        </p:nvGrpSpPr>
        <p:grpSpPr bwMode="auto">
          <a:xfrm>
            <a:off x="684213" y="3213100"/>
            <a:ext cx="1644650" cy="850900"/>
            <a:chOff x="385" y="3022"/>
            <a:chExt cx="1036" cy="536"/>
          </a:xfrm>
        </p:grpSpPr>
        <p:pic>
          <p:nvPicPr>
            <p:cNvPr id="43026" name="Picture 53" descr="123"/>
            <p:cNvPicPr>
              <a:picLocks noChangeAspect="1" noChangeArrowheads="1"/>
            </p:cNvPicPr>
            <p:nvPr/>
          </p:nvPicPr>
          <p:blipFill>
            <a:blip r:embed="rId5"/>
            <a:srcRect/>
            <a:stretch>
              <a:fillRect/>
            </a:stretch>
          </p:blipFill>
          <p:spPr bwMode="auto">
            <a:xfrm>
              <a:off x="385" y="3022"/>
              <a:ext cx="590" cy="53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43027" name="Text Box 54"/>
            <p:cNvSpPr txBox="1">
              <a:spLocks noChangeArrowheads="1"/>
            </p:cNvSpPr>
            <p:nvPr/>
          </p:nvSpPr>
          <p:spPr bwMode="auto">
            <a:xfrm>
              <a:off x="793" y="3125"/>
              <a:ext cx="628" cy="3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zh-CN" altLang="en-US" sz="3200" b="0">
                  <a:solidFill>
                    <a:srgbClr val="FA7748"/>
                  </a:solidFill>
                  <a:latin typeface="Times New Roman" pitchFamily="18" charset="0"/>
                  <a:ea typeface="华文行楷" pitchFamily="2" charset="-122"/>
                </a:rPr>
                <a:t>注意</a:t>
              </a:r>
            </a:p>
          </p:txBody>
        </p:sp>
      </p:grpSp>
      <p:grpSp>
        <p:nvGrpSpPr>
          <p:cNvPr id="43028" name="Group 59"/>
          <p:cNvGrpSpPr>
            <a:grpSpLocks/>
          </p:cNvGrpSpPr>
          <p:nvPr/>
        </p:nvGrpSpPr>
        <p:grpSpPr bwMode="auto">
          <a:xfrm>
            <a:off x="6588125" y="6445250"/>
            <a:ext cx="792163" cy="366713"/>
            <a:chOff x="4649" y="4020"/>
            <a:chExt cx="499" cy="231"/>
          </a:xfrm>
        </p:grpSpPr>
        <p:pic>
          <p:nvPicPr>
            <p:cNvPr id="43029" name="Picture 60" descr="78900"/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43030" name="Text Box 61">
              <a:hlinkClick r:id="rId6" action="ppaction://hlinksldjump"/>
            </p:cNvPr>
            <p:cNvSpPr txBox="1">
              <a:spLocks noChangeArrowheads="1"/>
            </p:cNvSpPr>
            <p:nvPr/>
          </p:nvSpPr>
          <p:spPr bwMode="auto"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0">
                  <a:solidFill>
                    <a:schemeClr val="bg1"/>
                  </a:solidFill>
                  <a:latin typeface="隶书" pitchFamily="49" charset="-122"/>
                  <a:ea typeface="隶书" pitchFamily="49" charset="-122"/>
                </a:rPr>
                <a:t>返 回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06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1106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000"/>
                                        <p:tgtEl>
                                          <p:spTgt spid="1106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106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2000"/>
                                        <p:tgtEl>
                                          <p:spTgt spid="1105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0594" grpId="0" build="p"/>
      <p:bldP spid="110625" grpId="0"/>
      <p:bldP spid="110632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6" name="Text Box 6"/>
          <p:cNvSpPr txBox="1">
            <a:spLocks noChangeArrowheads="1"/>
          </p:cNvSpPr>
          <p:nvPr/>
        </p:nvSpPr>
        <p:spPr bwMode="auto">
          <a:xfrm>
            <a:off x="2916238" y="4033838"/>
            <a:ext cx="2070100" cy="579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0000" tIns="46800" rIns="90000" bIns="46800" anchor="ctr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3200" b="0" i="1">
                <a:solidFill>
                  <a:schemeClr val="bg1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 </a:t>
            </a:r>
            <a:r>
              <a:rPr lang="zh-CN" altLang="en-US" sz="3200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＝</a:t>
            </a:r>
            <a:r>
              <a:rPr lang="zh-CN" altLang="en-US" sz="3200" b="0" i="1">
                <a:solidFill>
                  <a:schemeClr val="bg1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 </a:t>
            </a:r>
            <a:r>
              <a:rPr lang="en-US" altLang="zh-CN" sz="3200" b="0" i="1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t</a:t>
            </a:r>
            <a:r>
              <a:rPr lang="en-US" altLang="zh-CN" sz="3200" b="0" i="1" baseline="-2500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2</a:t>
            </a:r>
            <a:r>
              <a:rPr lang="zh-CN" altLang="en-US" sz="3200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－ </a:t>
            </a:r>
            <a:r>
              <a:rPr lang="en-US" altLang="zh-CN" sz="3200" b="0" i="1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t</a:t>
            </a:r>
            <a:r>
              <a:rPr lang="en-US" altLang="zh-CN" sz="3200" b="0" baseline="-2500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1</a:t>
            </a:r>
            <a:r>
              <a:rPr lang="en-US" altLang="zh-CN" sz="3200" b="0" i="1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 </a:t>
            </a:r>
            <a:endParaRPr lang="en-US" altLang="zh-CN" sz="3200" b="0">
              <a:solidFill>
                <a:schemeClr val="bg1"/>
              </a:solidFill>
              <a:latin typeface="Times New Roman" pitchFamily="18" charset="0"/>
              <a:ea typeface="宋体" pitchFamily="2" charset="-122"/>
              <a:sym typeface="Symbol" pitchFamily="18" charset="2"/>
            </a:endParaRPr>
          </a:p>
        </p:txBody>
      </p:sp>
      <p:sp>
        <p:nvSpPr>
          <p:cNvPr id="76810" name="Text Box 10"/>
          <p:cNvSpPr txBox="1">
            <a:spLocks noChangeArrowheads="1"/>
          </p:cNvSpPr>
          <p:nvPr/>
        </p:nvSpPr>
        <p:spPr bwMode="auto">
          <a:xfrm>
            <a:off x="611188" y="2017713"/>
            <a:ext cx="4391025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i="1">
                <a:latin typeface="Times New Roman" pitchFamily="18" charset="0"/>
                <a:ea typeface="宋体" pitchFamily="2" charset="-122"/>
              </a:rPr>
              <a:t>t</a:t>
            </a:r>
            <a:r>
              <a:rPr lang="en-US" altLang="zh-CN" baseline="-25000">
                <a:latin typeface="Times New Roman" pitchFamily="18" charset="0"/>
                <a:ea typeface="宋体" pitchFamily="2" charset="-122"/>
              </a:rPr>
              <a:t>1</a:t>
            </a:r>
            <a:r>
              <a:rPr lang="zh-CN" altLang="en-US">
                <a:latin typeface="Times New Roman" pitchFamily="18" charset="0"/>
              </a:rPr>
              <a:t>时刻曲线的斜率等于</a:t>
            </a:r>
          </a:p>
        </p:txBody>
      </p:sp>
      <p:graphicFrame>
        <p:nvGraphicFramePr>
          <p:cNvPr id="76811" name="Object 11"/>
          <p:cNvGraphicFramePr>
            <a:graphicFrameLocks noChangeAspect="1"/>
          </p:cNvGraphicFramePr>
          <p:nvPr/>
        </p:nvGraphicFramePr>
        <p:xfrm>
          <a:off x="787400" y="2593975"/>
          <a:ext cx="7820025" cy="1316038"/>
        </p:xfrm>
        <a:graphic>
          <a:graphicData uri="http://schemas.openxmlformats.org/presentationml/2006/ole">
            <p:oleObj spid="_x0000_s44035" r:id="rId3" imgW="2665080" imgH="438120" progId="Equation.3">
              <p:embed/>
            </p:oleObj>
          </a:graphicData>
        </a:graphic>
      </p:graphicFrame>
      <p:grpSp>
        <p:nvGrpSpPr>
          <p:cNvPr id="76851" name="Group 51"/>
          <p:cNvGrpSpPr>
            <a:grpSpLocks/>
          </p:cNvGrpSpPr>
          <p:nvPr/>
        </p:nvGrpSpPr>
        <p:grpSpPr bwMode="auto">
          <a:xfrm>
            <a:off x="479425" y="3817938"/>
            <a:ext cx="3394075" cy="2706687"/>
            <a:chOff x="393" y="2142"/>
            <a:chExt cx="1587" cy="1420"/>
          </a:xfrm>
        </p:grpSpPr>
        <p:sp>
          <p:nvSpPr>
            <p:cNvPr id="44037" name="Line 14"/>
            <p:cNvSpPr>
              <a:spLocks noChangeShapeType="1"/>
            </p:cNvSpPr>
            <p:nvPr/>
          </p:nvSpPr>
          <p:spPr bwMode="auto">
            <a:xfrm>
              <a:off x="759" y="2677"/>
              <a:ext cx="0" cy="332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prstDash val="dash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038" name="Line 15"/>
            <p:cNvSpPr>
              <a:spLocks noChangeShapeType="1"/>
            </p:cNvSpPr>
            <p:nvPr/>
          </p:nvSpPr>
          <p:spPr bwMode="auto">
            <a:xfrm>
              <a:off x="470" y="3036"/>
              <a:ext cx="1510" cy="0"/>
            </a:xfrm>
            <a:prstGeom prst="line">
              <a:avLst/>
            </a:prstGeom>
            <a:noFill/>
            <a:ln w="28575">
              <a:solidFill>
                <a:srgbClr val="FFFF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039" name="Line 16"/>
            <p:cNvSpPr>
              <a:spLocks noChangeShapeType="1"/>
            </p:cNvSpPr>
            <p:nvPr/>
          </p:nvSpPr>
          <p:spPr bwMode="auto">
            <a:xfrm flipV="1">
              <a:off x="686" y="2223"/>
              <a:ext cx="0" cy="1307"/>
            </a:xfrm>
            <a:prstGeom prst="line">
              <a:avLst/>
            </a:prstGeom>
            <a:noFill/>
            <a:ln w="28575">
              <a:solidFill>
                <a:srgbClr val="FFFF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040" name="Freeform 17"/>
            <p:cNvSpPr>
              <a:spLocks noChangeArrowheads="1"/>
            </p:cNvSpPr>
            <p:nvPr/>
          </p:nvSpPr>
          <p:spPr bwMode="auto">
            <a:xfrm>
              <a:off x="686" y="2494"/>
              <a:ext cx="1151" cy="47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40" y="240"/>
                </a:cxn>
                <a:cxn ang="0">
                  <a:pos x="672" y="384"/>
                </a:cxn>
                <a:cxn ang="0">
                  <a:pos x="1008" y="432"/>
                </a:cxn>
              </a:cxnLst>
              <a:rect l="0" t="0" r="r" b="b"/>
              <a:pathLst>
                <a:path w="1008" h="432">
                  <a:moveTo>
                    <a:pt x="0" y="0"/>
                  </a:moveTo>
                  <a:cubicBezTo>
                    <a:pt x="64" y="88"/>
                    <a:pt x="128" y="176"/>
                    <a:pt x="240" y="240"/>
                  </a:cubicBezTo>
                  <a:cubicBezTo>
                    <a:pt x="352" y="304"/>
                    <a:pt x="544" y="352"/>
                    <a:pt x="672" y="384"/>
                  </a:cubicBezTo>
                  <a:cubicBezTo>
                    <a:pt x="800" y="416"/>
                    <a:pt x="952" y="424"/>
                    <a:pt x="1008" y="432"/>
                  </a:cubicBezTo>
                </a:path>
              </a:pathLst>
            </a:custGeom>
            <a:noFill/>
            <a:ln w="28575">
              <a:solidFill>
                <a:srgbClr val="FF33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041" name="Text Box 18"/>
            <p:cNvSpPr txBox="1">
              <a:spLocks noChangeArrowheads="1"/>
            </p:cNvSpPr>
            <p:nvPr/>
          </p:nvSpPr>
          <p:spPr bwMode="auto">
            <a:xfrm>
              <a:off x="393" y="2412"/>
              <a:ext cx="263" cy="272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U</a:t>
              </a:r>
              <a:r>
                <a:rPr lang="en-US" altLang="zh-CN" b="0" baseline="-2500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0</a:t>
              </a:r>
              <a:endParaRPr lang="en-US" altLang="zh-CN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44042" name="Text Box 19"/>
            <p:cNvSpPr txBox="1">
              <a:spLocks noChangeArrowheads="1"/>
            </p:cNvSpPr>
            <p:nvPr/>
          </p:nvSpPr>
          <p:spPr bwMode="auto">
            <a:xfrm>
              <a:off x="1848" y="3063"/>
              <a:ext cx="132" cy="272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t</a:t>
              </a:r>
              <a:endParaRPr lang="en-US" altLang="zh-CN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44043" name="Text Box 20"/>
            <p:cNvSpPr txBox="1">
              <a:spLocks noChangeArrowheads="1"/>
            </p:cNvSpPr>
            <p:nvPr/>
          </p:nvSpPr>
          <p:spPr bwMode="auto">
            <a:xfrm>
              <a:off x="781" y="2142"/>
              <a:ext cx="218" cy="272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u</a:t>
              </a:r>
              <a:r>
                <a:rPr lang="en-US" altLang="zh-CN" b="0" i="1" baseline="-2500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c</a:t>
              </a:r>
              <a:endParaRPr lang="en-US" altLang="zh-CN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44044" name="Text Box 21"/>
            <p:cNvSpPr txBox="1">
              <a:spLocks noChangeArrowheads="1"/>
            </p:cNvSpPr>
            <p:nvPr/>
          </p:nvSpPr>
          <p:spPr bwMode="auto">
            <a:xfrm>
              <a:off x="504" y="3008"/>
              <a:ext cx="169" cy="272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0</a:t>
              </a:r>
            </a:p>
          </p:txBody>
        </p:sp>
        <p:sp>
          <p:nvSpPr>
            <p:cNvPr id="44045" name="Line 22"/>
            <p:cNvSpPr>
              <a:spLocks noChangeShapeType="1"/>
            </p:cNvSpPr>
            <p:nvPr/>
          </p:nvSpPr>
          <p:spPr bwMode="auto">
            <a:xfrm>
              <a:off x="651" y="2494"/>
              <a:ext cx="5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046" name="Oval 23"/>
            <p:cNvSpPr>
              <a:spLocks noChangeArrowheads="1"/>
            </p:cNvSpPr>
            <p:nvPr/>
          </p:nvSpPr>
          <p:spPr bwMode="auto">
            <a:xfrm>
              <a:off x="725" y="2569"/>
              <a:ext cx="54" cy="54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wrap="none" lIns="90000" tIns="46800" rIns="90000" bIns="4680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4047" name="Line 24"/>
            <p:cNvSpPr>
              <a:spLocks noChangeShapeType="1"/>
            </p:cNvSpPr>
            <p:nvPr/>
          </p:nvSpPr>
          <p:spPr bwMode="auto">
            <a:xfrm>
              <a:off x="1305" y="2880"/>
              <a:ext cx="0" cy="163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prstDash val="dash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048" name="Oval 25"/>
            <p:cNvSpPr>
              <a:spLocks noChangeArrowheads="1"/>
            </p:cNvSpPr>
            <p:nvPr/>
          </p:nvSpPr>
          <p:spPr bwMode="auto">
            <a:xfrm>
              <a:off x="1265" y="2840"/>
              <a:ext cx="53" cy="53"/>
            </a:xfrm>
            <a:prstGeom prst="ellipse">
              <a:avLst/>
            </a:prstGeom>
            <a:solidFill>
              <a:schemeClr val="bg1"/>
            </a:solidFill>
            <a:ln w="3175">
              <a:noFill/>
              <a:round/>
              <a:headEnd/>
              <a:tailEnd/>
            </a:ln>
          </p:spPr>
          <p:txBody>
            <a:bodyPr lIns="90000" tIns="46800" rIns="90000" bIns="46800" anchor="ctr">
              <a:spAutoFit/>
            </a:bodyPr>
            <a:lstStyle/>
            <a:p>
              <a:endParaRPr lang="zh-CN" altLang="en-US"/>
            </a:p>
          </p:txBody>
        </p:sp>
        <p:grpSp>
          <p:nvGrpSpPr>
            <p:cNvPr id="44049" name="Group 26"/>
            <p:cNvGrpSpPr>
              <a:grpSpLocks/>
            </p:cNvGrpSpPr>
            <p:nvPr/>
          </p:nvGrpSpPr>
          <p:grpSpPr bwMode="auto">
            <a:xfrm>
              <a:off x="745" y="3290"/>
              <a:ext cx="580" cy="272"/>
              <a:chOff x="1031" y="2911"/>
              <a:chExt cx="516" cy="241"/>
            </a:xfrm>
          </p:grpSpPr>
          <p:sp>
            <p:nvSpPr>
              <p:cNvPr id="44050" name="Line 27"/>
              <p:cNvSpPr>
                <a:spLocks noChangeShapeType="1"/>
              </p:cNvSpPr>
              <p:nvPr/>
            </p:nvSpPr>
            <p:spPr bwMode="auto">
              <a:xfrm>
                <a:off x="1031" y="2977"/>
                <a:ext cx="0" cy="150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4051" name="Line 28"/>
              <p:cNvSpPr>
                <a:spLocks noChangeShapeType="1"/>
              </p:cNvSpPr>
              <p:nvPr/>
            </p:nvSpPr>
            <p:spPr bwMode="auto">
              <a:xfrm>
                <a:off x="1541" y="2989"/>
                <a:ext cx="6" cy="144"/>
              </a:xfrm>
              <a:prstGeom prst="line">
                <a:avLst/>
              </a:prstGeom>
              <a:noFill/>
              <a:ln w="28575">
                <a:solidFill>
                  <a:schemeClr val="bg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4052" name="Line 29"/>
              <p:cNvSpPr>
                <a:spLocks noChangeShapeType="1"/>
              </p:cNvSpPr>
              <p:nvPr/>
            </p:nvSpPr>
            <p:spPr bwMode="auto">
              <a:xfrm>
                <a:off x="1049" y="3067"/>
                <a:ext cx="108" cy="0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4053" name="Line 30"/>
              <p:cNvSpPr>
                <a:spLocks noChangeShapeType="1"/>
              </p:cNvSpPr>
              <p:nvPr/>
            </p:nvSpPr>
            <p:spPr bwMode="auto">
              <a:xfrm>
                <a:off x="1451" y="3073"/>
                <a:ext cx="96" cy="0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4054" name="Text Box 31"/>
              <p:cNvSpPr txBox="1">
                <a:spLocks noChangeArrowheads="1"/>
              </p:cNvSpPr>
              <p:nvPr/>
            </p:nvSpPr>
            <p:spPr bwMode="auto">
              <a:xfrm>
                <a:off x="1219" y="2911"/>
                <a:ext cx="140" cy="24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90000" tIns="46800" rIns="90000" bIns="46800" anchor="ctr">
                <a:spAutoFit/>
              </a:bodyPr>
              <a:lstStyle/>
              <a:p>
                <a:pPr algn="ctr"/>
                <a:r>
                  <a:rPr lang="en-US" altLang="zh-CN" b="0" i="1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  <a:sym typeface="Symbol" pitchFamily="18" charset="2"/>
                  </a:rPr>
                  <a:t></a:t>
                </a:r>
                <a:endPara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  <a:sym typeface="Symbol" pitchFamily="18" charset="2"/>
                </a:endParaRPr>
              </a:p>
            </p:txBody>
          </p:sp>
        </p:grpSp>
        <p:sp>
          <p:nvSpPr>
            <p:cNvPr id="44055" name="Oval 32"/>
            <p:cNvSpPr>
              <a:spLocks noChangeArrowheads="1"/>
            </p:cNvSpPr>
            <p:nvPr/>
          </p:nvSpPr>
          <p:spPr bwMode="auto">
            <a:xfrm>
              <a:off x="739" y="3002"/>
              <a:ext cx="54" cy="54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wrap="none" lIns="90000" tIns="46800" rIns="90000" bIns="4680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4056" name="Oval 33"/>
            <p:cNvSpPr>
              <a:spLocks noChangeArrowheads="1"/>
            </p:cNvSpPr>
            <p:nvPr/>
          </p:nvSpPr>
          <p:spPr bwMode="auto">
            <a:xfrm>
              <a:off x="1264" y="3009"/>
              <a:ext cx="54" cy="54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wrap="none" lIns="90000" tIns="46800" rIns="90000" bIns="4680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4057" name="Text Box 34"/>
            <p:cNvSpPr txBox="1">
              <a:spLocks noChangeArrowheads="1"/>
            </p:cNvSpPr>
            <p:nvPr/>
          </p:nvSpPr>
          <p:spPr bwMode="auto">
            <a:xfrm>
              <a:off x="657" y="2976"/>
              <a:ext cx="188" cy="27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t</a:t>
              </a:r>
              <a:r>
                <a:rPr lang="en-US" altLang="zh-CN" b="0" i="1" baseline="-2500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1</a:t>
              </a:r>
            </a:p>
          </p:txBody>
        </p:sp>
        <p:sp>
          <p:nvSpPr>
            <p:cNvPr id="44058" name="Text Box 35"/>
            <p:cNvSpPr txBox="1">
              <a:spLocks noChangeArrowheads="1"/>
            </p:cNvSpPr>
            <p:nvPr/>
          </p:nvSpPr>
          <p:spPr bwMode="auto">
            <a:xfrm>
              <a:off x="1156" y="2976"/>
              <a:ext cx="286" cy="27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t</a:t>
              </a:r>
              <a:r>
                <a:rPr lang="en-US" altLang="zh-CN" b="0" i="1" baseline="-2500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2</a:t>
              </a:r>
            </a:p>
          </p:txBody>
        </p:sp>
      </p:grpSp>
      <p:sp>
        <p:nvSpPr>
          <p:cNvPr id="44059" name="Text Box 45"/>
          <p:cNvSpPr txBox="1">
            <a:spLocks noChangeArrowheads="1"/>
          </p:cNvSpPr>
          <p:nvPr/>
        </p:nvSpPr>
        <p:spPr bwMode="auto">
          <a:xfrm>
            <a:off x="2492375" y="4344988"/>
            <a:ext cx="18097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7" dist="17961" dir="2700000">
              <a:srgbClr val="999999"/>
            </a:prstShdw>
          </a:effectLst>
        </p:spPr>
        <p:txBody>
          <a:bodyPr wrap="none" lIns="90000" tIns="46800" rIns="90000" bIns="46800" anchor="ctr">
            <a:spAutoFit/>
          </a:bodyPr>
          <a:lstStyle/>
          <a:p>
            <a:pPr algn="ctr"/>
            <a:endParaRPr lang="zh-CN" altLang="zh-CN" sz="2400">
              <a:solidFill>
                <a:schemeClr val="bg1"/>
              </a:solidFill>
              <a:latin typeface="Times New Roman" pitchFamily="18" charset="0"/>
              <a:ea typeface="宋体" pitchFamily="2" charset="-122"/>
            </a:endParaRPr>
          </a:p>
        </p:txBody>
      </p:sp>
      <p:graphicFrame>
        <p:nvGraphicFramePr>
          <p:cNvPr id="76846" name="Object 46"/>
          <p:cNvGraphicFramePr>
            <a:graphicFrameLocks noChangeAspect="1"/>
          </p:cNvGraphicFramePr>
          <p:nvPr/>
        </p:nvGraphicFramePr>
        <p:xfrm>
          <a:off x="4587875" y="4897438"/>
          <a:ext cx="3497263" cy="598487"/>
        </p:xfrm>
        <a:graphic>
          <a:graphicData uri="http://schemas.openxmlformats.org/presentationml/2006/ole">
            <p:oleObj spid="_x0000_s44060" r:id="rId4" imgW="1262880" imgH="207720" progId="Equation.3">
              <p:embed/>
            </p:oleObj>
          </a:graphicData>
        </a:graphic>
      </p:graphicFrame>
      <p:sp>
        <p:nvSpPr>
          <p:cNvPr id="76848" name="Rectangle 48"/>
          <p:cNvSpPr>
            <a:spLocks noChangeArrowheads="1"/>
          </p:cNvSpPr>
          <p:nvPr/>
        </p:nvSpPr>
        <p:spPr bwMode="auto">
          <a:xfrm>
            <a:off x="5795963" y="4090988"/>
            <a:ext cx="2317750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/>
              <a:t>次切距的长度</a:t>
            </a:r>
          </a:p>
        </p:txBody>
      </p:sp>
      <p:sp>
        <p:nvSpPr>
          <p:cNvPr id="76849" name="AutoShape 49"/>
          <p:cNvSpPr>
            <a:spLocks noChangeArrowheads="1"/>
          </p:cNvSpPr>
          <p:nvPr/>
        </p:nvSpPr>
        <p:spPr bwMode="auto">
          <a:xfrm>
            <a:off x="5003800" y="4249738"/>
            <a:ext cx="720725" cy="215900"/>
          </a:xfrm>
          <a:prstGeom prst="rightArrow">
            <a:avLst>
              <a:gd name="adj1" fmla="val 50000"/>
              <a:gd name="adj2" fmla="val 83410"/>
            </a:avLst>
          </a:prstGeom>
          <a:solidFill>
            <a:srgbClr val="0099FF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44063" name="Group 55"/>
          <p:cNvGrpSpPr>
            <a:grpSpLocks/>
          </p:cNvGrpSpPr>
          <p:nvPr/>
        </p:nvGrpSpPr>
        <p:grpSpPr bwMode="auto"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44064" name="Picture 56" descr="78900"/>
            <p:cNvPicPr>
              <a:picLocks noChangeAspect="1" noChangeArrowheads="1"/>
            </p:cNvPicPr>
            <p:nvPr/>
          </p:nvPicPr>
          <p:blipFill>
            <a:blip r:embed="rId5"/>
            <a:srcRect/>
            <a:stretch>
              <a:fillRect/>
            </a:stretch>
          </p:blipFill>
          <p:spPr bwMode="auto"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44065" name="Text Box 57">
              <a:hlinkClick r:id="" action="ppaction://hlinkshowjump?jump=nextslide"/>
            </p:cNvPr>
            <p:cNvSpPr txBox="1">
              <a:spLocks noChangeArrowheads="1"/>
            </p:cNvSpPr>
            <p:nvPr/>
          </p:nvSpPr>
          <p:spPr bwMode="auto"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0">
                  <a:solidFill>
                    <a:schemeClr val="bg1"/>
                  </a:solidFill>
                  <a:latin typeface="隶书" pitchFamily="49" charset="-122"/>
                  <a:ea typeface="隶书" pitchFamily="49" charset="-122"/>
                </a:rPr>
                <a:t>下 页</a:t>
              </a:r>
            </a:p>
          </p:txBody>
        </p:sp>
      </p:grpSp>
      <p:grpSp>
        <p:nvGrpSpPr>
          <p:cNvPr id="44066" name="Group 58"/>
          <p:cNvGrpSpPr>
            <a:grpSpLocks/>
          </p:cNvGrpSpPr>
          <p:nvPr/>
        </p:nvGrpSpPr>
        <p:grpSpPr bwMode="auto">
          <a:xfrm>
            <a:off x="7453313" y="6446838"/>
            <a:ext cx="792162" cy="366712"/>
            <a:chOff x="4649" y="4020"/>
            <a:chExt cx="499" cy="231"/>
          </a:xfrm>
        </p:grpSpPr>
        <p:pic>
          <p:nvPicPr>
            <p:cNvPr id="44067" name="Picture 59" descr="78900"/>
            <p:cNvPicPr>
              <a:picLocks noChangeAspect="1" noChangeArrowheads="1"/>
            </p:cNvPicPr>
            <p:nvPr/>
          </p:nvPicPr>
          <p:blipFill>
            <a:blip r:embed="rId5"/>
            <a:srcRect/>
            <a:stretch>
              <a:fillRect/>
            </a:stretch>
          </p:blipFill>
          <p:spPr bwMode="auto"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44068" name="Text Box 60">
              <a:hlinkClick r:id="" action="ppaction://hlinkshowjump?jump=previousslide"/>
            </p:cNvPr>
            <p:cNvSpPr txBox="1">
              <a:spLocks noChangeArrowheads="1"/>
            </p:cNvSpPr>
            <p:nvPr/>
          </p:nvSpPr>
          <p:spPr bwMode="auto"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0">
                  <a:solidFill>
                    <a:schemeClr val="bg1"/>
                  </a:solidFill>
                  <a:latin typeface="隶书" pitchFamily="49" charset="-122"/>
                  <a:ea typeface="隶书" pitchFamily="49" charset="-122"/>
                </a:rPr>
                <a:t>上 页</a:t>
              </a:r>
            </a:p>
          </p:txBody>
        </p:sp>
      </p:grpSp>
      <p:sp>
        <p:nvSpPr>
          <p:cNvPr id="76812" name="Line 12"/>
          <p:cNvSpPr>
            <a:spLocks noChangeShapeType="1"/>
          </p:cNvSpPr>
          <p:nvPr/>
        </p:nvSpPr>
        <p:spPr bwMode="auto">
          <a:xfrm>
            <a:off x="1258888" y="4681538"/>
            <a:ext cx="1152525" cy="865187"/>
          </a:xfrm>
          <a:prstGeom prst="line">
            <a:avLst/>
          </a:prstGeom>
          <a:noFill/>
          <a:ln w="28575">
            <a:solidFill>
              <a:srgbClr val="00FFFF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76864" name="Object 64"/>
          <p:cNvGraphicFramePr>
            <a:graphicFrameLocks noChangeAspect="1"/>
          </p:cNvGraphicFramePr>
          <p:nvPr/>
        </p:nvGraphicFramePr>
        <p:xfrm>
          <a:off x="3548063" y="936625"/>
          <a:ext cx="2152650" cy="1009650"/>
        </p:xfrm>
        <a:graphic>
          <a:graphicData uri="http://schemas.openxmlformats.org/presentationml/2006/ole">
            <p:oleObj spid="_x0000_s44070" r:id="rId6" imgW="764640" imgH="311400" progId="Equation.3">
              <p:embed/>
            </p:oleObj>
          </a:graphicData>
        </a:graphic>
      </p:graphicFrame>
      <p:grpSp>
        <p:nvGrpSpPr>
          <p:cNvPr id="44071" name="Group 69"/>
          <p:cNvGrpSpPr>
            <a:grpSpLocks/>
          </p:cNvGrpSpPr>
          <p:nvPr/>
        </p:nvGrpSpPr>
        <p:grpSpPr bwMode="auto">
          <a:xfrm>
            <a:off x="6588125" y="6445250"/>
            <a:ext cx="792163" cy="366713"/>
            <a:chOff x="4649" y="4020"/>
            <a:chExt cx="499" cy="231"/>
          </a:xfrm>
        </p:grpSpPr>
        <p:pic>
          <p:nvPicPr>
            <p:cNvPr id="44072" name="Picture 70" descr="78900"/>
            <p:cNvPicPr>
              <a:picLocks noChangeAspect="1" noChangeArrowheads="1"/>
            </p:cNvPicPr>
            <p:nvPr/>
          </p:nvPicPr>
          <p:blipFill>
            <a:blip r:embed="rId5"/>
            <a:srcRect/>
            <a:stretch>
              <a:fillRect/>
            </a:stretch>
          </p:blipFill>
          <p:spPr bwMode="auto"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44073" name="Text Box 71">
              <a:hlinkClick r:id="rId7" action="ppaction://hlinksldjump"/>
            </p:cNvPr>
            <p:cNvSpPr txBox="1">
              <a:spLocks noChangeArrowheads="1"/>
            </p:cNvSpPr>
            <p:nvPr/>
          </p:nvSpPr>
          <p:spPr bwMode="auto"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0">
                  <a:solidFill>
                    <a:schemeClr val="bg1"/>
                  </a:solidFill>
                  <a:latin typeface="隶书" pitchFamily="49" charset="-122"/>
                  <a:ea typeface="隶书" pitchFamily="49" charset="-122"/>
                </a:rPr>
                <a:t>返 回</a:t>
              </a:r>
            </a:p>
          </p:txBody>
        </p:sp>
      </p:grpSp>
      <p:sp>
        <p:nvSpPr>
          <p:cNvPr id="76872" name="Text Box 72"/>
          <p:cNvSpPr txBox="1">
            <a:spLocks noChangeArrowheads="1"/>
          </p:cNvSpPr>
          <p:nvPr/>
        </p:nvSpPr>
        <p:spPr bwMode="auto">
          <a:xfrm>
            <a:off x="468313" y="549275"/>
            <a:ext cx="7848600" cy="604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>
              <a:lnSpc>
                <a:spcPct val="120000"/>
              </a:lnSpc>
              <a:spcBef>
                <a:spcPct val="50000"/>
              </a:spcBef>
              <a:buClr>
                <a:srgbClr val="FFFF00"/>
              </a:buClr>
            </a:pPr>
            <a:r>
              <a:rPr lang="en-US" altLang="zh-CN" b="0">
                <a:ea typeface="仿宋_GB2312" pitchFamily="49" charset="-122"/>
                <a:sym typeface="Symbol" pitchFamily="18" charset="2"/>
              </a:rPr>
              <a:t>b</a:t>
            </a:r>
            <a:r>
              <a:rPr lang="en-US" altLang="zh-CN">
                <a:ea typeface="仿宋_GB2312" pitchFamily="49" charset="-122"/>
                <a:sym typeface="Symbol" pitchFamily="18" charset="2"/>
              </a:rPr>
              <a:t>.</a:t>
            </a:r>
            <a:r>
              <a:rPr lang="en-US" altLang="zh-CN">
                <a:solidFill>
                  <a:srgbClr val="FF3300"/>
                </a:solidFill>
                <a:ea typeface="仿宋_GB2312" pitchFamily="49" charset="-122"/>
                <a:sym typeface="Symbol" pitchFamily="18" charset="2"/>
              </a:rPr>
              <a:t> </a:t>
            </a:r>
            <a:r>
              <a:rPr lang="zh-CN" altLang="en-US">
                <a:sym typeface="Symbol" pitchFamily="18" charset="2"/>
              </a:rPr>
              <a:t>时间常数</a:t>
            </a:r>
            <a:r>
              <a:rPr lang="zh-CN" altLang="en-US" i="1">
                <a:ea typeface="仿宋_GB2312" pitchFamily="49" charset="-122"/>
                <a:sym typeface="Symbol" pitchFamily="18" charset="2"/>
              </a:rPr>
              <a:t> </a:t>
            </a:r>
            <a:r>
              <a:rPr lang="zh-CN" altLang="en-US">
                <a:sym typeface="Symbol" pitchFamily="18" charset="2"/>
              </a:rPr>
              <a:t>的几何意义：</a:t>
            </a:r>
            <a:endParaRPr lang="zh-CN" altLang="en-US">
              <a:latin typeface="楷体_GB2312" pitchFamily="49" charset="-122"/>
              <a:sym typeface="Symbol" pitchFamily="18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768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2" dur="2000"/>
                                        <p:tgtEl>
                                          <p:spTgt spid="768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000"/>
                                        <p:tgtEl>
                                          <p:spTgt spid="768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3000"/>
                                        <p:tgtEl>
                                          <p:spTgt spid="768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27" dur="2000"/>
                                        <p:tgtEl>
                                          <p:spTgt spid="768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2000"/>
                                        <p:tgtEl>
                                          <p:spTgt spid="768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768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42" dur="500"/>
                                        <p:tgtEl>
                                          <p:spTgt spid="768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500"/>
                            </p:stCondLst>
                            <p:childTnLst>
                              <p:par>
                                <p:cTn id="44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768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768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2000"/>
                                        <p:tgtEl>
                                          <p:spTgt spid="768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6806" grpId="0"/>
      <p:bldP spid="76810" grpId="0" build="p"/>
      <p:bldP spid="76848" grpId="0"/>
      <p:bldP spid="76849" grpId="0" animBg="1"/>
      <p:bldP spid="76812" grpId="0" animBg="1"/>
      <p:bldP spid="76872" grpId="0" build="p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80" name="Rectangle 4"/>
          <p:cNvSpPr>
            <a:spLocks noChangeArrowheads="1"/>
          </p:cNvSpPr>
          <p:nvPr/>
        </p:nvSpPr>
        <p:spPr bwMode="auto">
          <a:xfrm>
            <a:off x="684213" y="620713"/>
            <a:ext cx="1970087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marL="342900" indent="-342900" algn="ctr">
              <a:buFontTx/>
              <a:buAutoNum type="circleNumDbPlain" startAt="3"/>
            </a:pPr>
            <a:r>
              <a:rPr lang="zh-CN" altLang="en-US">
                <a:latin typeface="楷体_GB2312" pitchFamily="49" charset="-122"/>
              </a:rPr>
              <a:t>能量关系</a:t>
            </a:r>
          </a:p>
        </p:txBody>
      </p:sp>
      <p:graphicFrame>
        <p:nvGraphicFramePr>
          <p:cNvPr id="75781" name="Object 5"/>
          <p:cNvGraphicFramePr>
            <a:graphicFrameLocks noChangeAspect="1"/>
          </p:cNvGraphicFramePr>
          <p:nvPr/>
        </p:nvGraphicFramePr>
        <p:xfrm>
          <a:off x="900113" y="3949700"/>
          <a:ext cx="2592387" cy="815975"/>
        </p:xfrm>
        <a:graphic>
          <a:graphicData uri="http://schemas.openxmlformats.org/presentationml/2006/ole">
            <p:oleObj spid="_x0000_s45058" r:id="rId3" imgW="857520" imgH="276840" progId="Equation.3">
              <p:embed/>
            </p:oleObj>
          </a:graphicData>
        </a:graphic>
      </p:graphicFrame>
      <p:sp>
        <p:nvSpPr>
          <p:cNvPr id="75783" name="Text Box 7"/>
          <p:cNvSpPr txBox="1">
            <a:spLocks noChangeArrowheads="1"/>
          </p:cNvSpPr>
          <p:nvPr/>
        </p:nvSpPr>
        <p:spPr bwMode="auto">
          <a:xfrm>
            <a:off x="3563938" y="404813"/>
            <a:ext cx="4967287" cy="1117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20000"/>
              </a:lnSpc>
              <a:spcBef>
                <a:spcPct val="50000"/>
              </a:spcBef>
            </a:pPr>
            <a:r>
              <a:rPr lang="zh-CN" altLang="en-US">
                <a:latin typeface="楷体_GB2312" pitchFamily="49" charset="-122"/>
              </a:rPr>
              <a:t>电容不断释放能量被电阻吸收</a:t>
            </a:r>
            <a:r>
              <a:rPr lang="en-US" altLang="zh-CN">
                <a:latin typeface="楷体_GB2312" pitchFamily="49" charset="-122"/>
              </a:rPr>
              <a:t>,    </a:t>
            </a:r>
            <a:r>
              <a:rPr lang="zh-CN" altLang="en-US">
                <a:latin typeface="楷体_GB2312" pitchFamily="49" charset="-122"/>
              </a:rPr>
              <a:t>直到全部消耗完毕</a:t>
            </a:r>
            <a:r>
              <a:rPr lang="en-US" altLang="zh-CN">
                <a:latin typeface="楷体_GB2312" pitchFamily="49" charset="-122"/>
              </a:rPr>
              <a:t>.</a:t>
            </a:r>
          </a:p>
        </p:txBody>
      </p:sp>
      <p:sp>
        <p:nvSpPr>
          <p:cNvPr id="75785" name="Text Box 9"/>
          <p:cNvSpPr txBox="1">
            <a:spLocks noChangeArrowheads="1"/>
          </p:cNvSpPr>
          <p:nvPr/>
        </p:nvSpPr>
        <p:spPr bwMode="auto">
          <a:xfrm>
            <a:off x="3851275" y="1628775"/>
            <a:ext cx="3960813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0000" tIns="46800" rIns="90000" bIns="46800" anchor="ctr">
            <a:spAutoFit/>
          </a:bodyPr>
          <a:lstStyle/>
          <a:p>
            <a:r>
              <a:rPr lang="zh-CN" altLang="en-US" sz="3200">
                <a:solidFill>
                  <a:schemeClr val="bg1"/>
                </a:solidFill>
                <a:latin typeface="Times New Roman" pitchFamily="18" charset="0"/>
              </a:rPr>
              <a:t>设</a:t>
            </a:r>
            <a:r>
              <a:rPr lang="zh-CN" altLang="en-US" sz="3200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    </a:t>
            </a:r>
            <a:r>
              <a:rPr lang="en-US" altLang="zh-CN" sz="3200" b="0" i="1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u</a:t>
            </a:r>
            <a:r>
              <a:rPr lang="en-US" altLang="zh-CN" sz="3200" b="0" i="1" baseline="-2500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C</a:t>
            </a:r>
            <a:r>
              <a:rPr lang="en-US" altLang="zh-CN" sz="3200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(0</a:t>
            </a:r>
            <a:r>
              <a:rPr lang="en-US" altLang="zh-CN" sz="3200" b="0" baseline="-2500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+</a:t>
            </a:r>
            <a:r>
              <a:rPr lang="en-US" altLang="zh-CN" sz="3200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)=</a:t>
            </a:r>
            <a:r>
              <a:rPr lang="en-US" altLang="zh-CN" sz="3200" b="0" i="1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U</a:t>
            </a:r>
            <a:r>
              <a:rPr lang="en-US" altLang="zh-CN" sz="3200" b="0" baseline="-2500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0</a:t>
            </a:r>
            <a:endParaRPr lang="en-US" altLang="zh-CN" sz="3200" b="0" i="1" baseline="-25000">
              <a:solidFill>
                <a:schemeClr val="bg1"/>
              </a:solidFill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75787" name="Text Box 11"/>
          <p:cNvSpPr txBox="1">
            <a:spLocks noChangeArrowheads="1"/>
          </p:cNvSpPr>
          <p:nvPr/>
        </p:nvSpPr>
        <p:spPr bwMode="auto">
          <a:xfrm>
            <a:off x="3635375" y="2420938"/>
            <a:ext cx="3240088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0000" tIns="46800" rIns="90000" bIns="46800" anchor="ctr">
            <a:spAutoFit/>
          </a:bodyPr>
          <a:lstStyle/>
          <a:p>
            <a:r>
              <a:rPr lang="zh-CN" altLang="en-US">
                <a:latin typeface="楷体_GB2312" pitchFamily="49" charset="-122"/>
              </a:rPr>
              <a:t>电容放出能量：             </a:t>
            </a:r>
          </a:p>
        </p:txBody>
      </p:sp>
      <p:graphicFrame>
        <p:nvGraphicFramePr>
          <p:cNvPr id="75788" name="Object 12"/>
          <p:cNvGraphicFramePr>
            <a:graphicFrameLocks noChangeAspect="1"/>
          </p:cNvGraphicFramePr>
          <p:nvPr/>
        </p:nvGraphicFramePr>
        <p:xfrm>
          <a:off x="7091363" y="2276475"/>
          <a:ext cx="1225550" cy="973138"/>
        </p:xfrm>
        <a:graphic>
          <a:graphicData uri="http://schemas.openxmlformats.org/presentationml/2006/ole">
            <p:oleObj spid="_x0000_s45062" r:id="rId4" imgW="440280" imgH="392040" progId="Equation.3">
              <p:embed/>
            </p:oleObj>
          </a:graphicData>
        </a:graphic>
      </p:graphicFrame>
      <p:sp>
        <p:nvSpPr>
          <p:cNvPr id="75789" name="Text Box 13"/>
          <p:cNvSpPr txBox="1">
            <a:spLocks noChangeArrowheads="1"/>
          </p:cNvSpPr>
          <p:nvPr/>
        </p:nvSpPr>
        <p:spPr bwMode="auto">
          <a:xfrm>
            <a:off x="900113" y="3284538"/>
            <a:ext cx="4392612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0000" tIns="46800" rIns="90000" bIns="46800" anchor="ctr">
            <a:spAutoFit/>
          </a:bodyPr>
          <a:lstStyle/>
          <a:p>
            <a:r>
              <a:rPr lang="zh-CN" altLang="en-US">
                <a:latin typeface="Times New Roman" pitchFamily="18" charset="0"/>
              </a:rPr>
              <a:t>电阻吸收（消耗）能量：</a:t>
            </a:r>
          </a:p>
        </p:txBody>
      </p:sp>
      <p:graphicFrame>
        <p:nvGraphicFramePr>
          <p:cNvPr id="75790" name="Object 14"/>
          <p:cNvGraphicFramePr>
            <a:graphicFrameLocks noChangeAspect="1"/>
          </p:cNvGraphicFramePr>
          <p:nvPr/>
        </p:nvGraphicFramePr>
        <p:xfrm>
          <a:off x="3592513" y="3860800"/>
          <a:ext cx="3284537" cy="1020763"/>
        </p:xfrm>
        <a:graphic>
          <a:graphicData uri="http://schemas.openxmlformats.org/presentationml/2006/ole">
            <p:oleObj spid="_x0000_s45064" r:id="rId5" imgW="1170360" imgH="392040" progId="Equation.3">
              <p:embed/>
            </p:oleObj>
          </a:graphicData>
        </a:graphic>
      </p:graphicFrame>
      <p:graphicFrame>
        <p:nvGraphicFramePr>
          <p:cNvPr id="75791" name="Object 15"/>
          <p:cNvGraphicFramePr>
            <a:graphicFrameLocks noChangeAspect="1"/>
          </p:cNvGraphicFramePr>
          <p:nvPr/>
        </p:nvGraphicFramePr>
        <p:xfrm>
          <a:off x="7019925" y="4868863"/>
          <a:ext cx="1652588" cy="1090612"/>
        </p:xfrm>
        <a:graphic>
          <a:graphicData uri="http://schemas.openxmlformats.org/presentationml/2006/ole">
            <p:oleObj spid="_x0000_s45065" r:id="rId6" imgW="602640" imgH="392040" progId="Equation.3">
              <p:embed/>
            </p:oleObj>
          </a:graphicData>
        </a:graphic>
      </p:graphicFrame>
      <p:graphicFrame>
        <p:nvGraphicFramePr>
          <p:cNvPr id="75807" name="Object 31"/>
          <p:cNvGraphicFramePr>
            <a:graphicFrameLocks noChangeAspect="1"/>
          </p:cNvGraphicFramePr>
          <p:nvPr/>
        </p:nvGraphicFramePr>
        <p:xfrm>
          <a:off x="827088" y="4941888"/>
          <a:ext cx="2776537" cy="1068387"/>
        </p:xfrm>
        <a:graphic>
          <a:graphicData uri="http://schemas.openxmlformats.org/presentationml/2006/ole">
            <p:oleObj spid="_x0000_s45066" r:id="rId7" imgW="984960" imgH="403560" progId="Equation.3">
              <p:embed/>
            </p:oleObj>
          </a:graphicData>
        </a:graphic>
      </p:graphicFrame>
      <p:graphicFrame>
        <p:nvGraphicFramePr>
          <p:cNvPr id="75808" name="Object 32"/>
          <p:cNvGraphicFramePr>
            <a:graphicFrameLocks noChangeAspect="1"/>
          </p:cNvGraphicFramePr>
          <p:nvPr/>
        </p:nvGraphicFramePr>
        <p:xfrm>
          <a:off x="3722688" y="4941888"/>
          <a:ext cx="3321050" cy="1093787"/>
        </p:xfrm>
        <a:graphic>
          <a:graphicData uri="http://schemas.openxmlformats.org/presentationml/2006/ole">
            <p:oleObj spid="_x0000_s45067" r:id="rId8" imgW="1251360" imgH="403560" progId="Equation.3">
              <p:embed/>
            </p:oleObj>
          </a:graphicData>
        </a:graphic>
      </p:graphicFrame>
      <p:sp>
        <p:nvSpPr>
          <p:cNvPr id="75811" name="AutoShape 35"/>
          <p:cNvSpPr>
            <a:spLocks noChangeArrowheads="1"/>
          </p:cNvSpPr>
          <p:nvPr/>
        </p:nvSpPr>
        <p:spPr bwMode="auto">
          <a:xfrm>
            <a:off x="2916238" y="836613"/>
            <a:ext cx="649287" cy="144462"/>
          </a:xfrm>
          <a:prstGeom prst="rightArrow">
            <a:avLst>
              <a:gd name="adj1" fmla="val 50000"/>
              <a:gd name="adj2" fmla="val 112301"/>
            </a:avLst>
          </a:prstGeom>
          <a:solidFill>
            <a:srgbClr val="0099FF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5812" name="AutoShape 36"/>
          <p:cNvSpPr>
            <a:spLocks noChangeArrowheads="1"/>
          </p:cNvSpPr>
          <p:nvPr/>
        </p:nvSpPr>
        <p:spPr bwMode="auto">
          <a:xfrm>
            <a:off x="6154738" y="2636838"/>
            <a:ext cx="720725" cy="144462"/>
          </a:xfrm>
          <a:prstGeom prst="rightArrow">
            <a:avLst>
              <a:gd name="adj1" fmla="val 50000"/>
              <a:gd name="adj2" fmla="val 124656"/>
            </a:avLst>
          </a:prstGeom>
          <a:solidFill>
            <a:srgbClr val="0099FF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5813" name="AutoShape 37"/>
          <p:cNvSpPr>
            <a:spLocks noChangeArrowheads="1"/>
          </p:cNvSpPr>
          <p:nvPr/>
        </p:nvSpPr>
        <p:spPr bwMode="auto">
          <a:xfrm>
            <a:off x="4859338" y="3500438"/>
            <a:ext cx="792162" cy="144462"/>
          </a:xfrm>
          <a:prstGeom prst="rightArrow">
            <a:avLst>
              <a:gd name="adj1" fmla="val 50000"/>
              <a:gd name="adj2" fmla="val 137012"/>
            </a:avLst>
          </a:prstGeom>
          <a:solidFill>
            <a:srgbClr val="0099FF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45071" name="Group 41"/>
          <p:cNvGrpSpPr>
            <a:grpSpLocks/>
          </p:cNvGrpSpPr>
          <p:nvPr/>
        </p:nvGrpSpPr>
        <p:grpSpPr bwMode="auto"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45072" name="Picture 42" descr="78900"/>
            <p:cNvPicPr>
              <a:picLocks noChangeAspect="1" noChangeArrowheads="1"/>
            </p:cNvPicPr>
            <p:nvPr/>
          </p:nvPicPr>
          <p:blipFill>
            <a:blip r:embed="rId9"/>
            <a:srcRect/>
            <a:stretch>
              <a:fillRect/>
            </a:stretch>
          </p:blipFill>
          <p:spPr bwMode="auto"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45073" name="Text Box 43">
              <a:hlinkClick r:id="" action="ppaction://hlinkshowjump?jump=nextslide"/>
            </p:cNvPr>
            <p:cNvSpPr txBox="1">
              <a:spLocks noChangeArrowheads="1"/>
            </p:cNvSpPr>
            <p:nvPr/>
          </p:nvSpPr>
          <p:spPr bwMode="auto"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0">
                  <a:solidFill>
                    <a:schemeClr val="bg1"/>
                  </a:solidFill>
                  <a:latin typeface="隶书" pitchFamily="49" charset="-122"/>
                  <a:ea typeface="隶书" pitchFamily="49" charset="-122"/>
                </a:rPr>
                <a:t>下 页</a:t>
              </a:r>
            </a:p>
          </p:txBody>
        </p:sp>
      </p:grpSp>
      <p:grpSp>
        <p:nvGrpSpPr>
          <p:cNvPr id="45074" name="Group 44"/>
          <p:cNvGrpSpPr>
            <a:grpSpLocks/>
          </p:cNvGrpSpPr>
          <p:nvPr/>
        </p:nvGrpSpPr>
        <p:grpSpPr bwMode="auto">
          <a:xfrm>
            <a:off x="7453313" y="6446838"/>
            <a:ext cx="792162" cy="366712"/>
            <a:chOff x="4649" y="4020"/>
            <a:chExt cx="499" cy="231"/>
          </a:xfrm>
        </p:grpSpPr>
        <p:pic>
          <p:nvPicPr>
            <p:cNvPr id="45075" name="Picture 45" descr="78900"/>
            <p:cNvPicPr>
              <a:picLocks noChangeAspect="1" noChangeArrowheads="1"/>
            </p:cNvPicPr>
            <p:nvPr/>
          </p:nvPicPr>
          <p:blipFill>
            <a:blip r:embed="rId9"/>
            <a:srcRect/>
            <a:stretch>
              <a:fillRect/>
            </a:stretch>
          </p:blipFill>
          <p:spPr bwMode="auto"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45076" name="Text Box 46">
              <a:hlinkClick r:id="" action="ppaction://hlinkshowjump?jump=previousslide"/>
            </p:cNvPr>
            <p:cNvSpPr txBox="1">
              <a:spLocks noChangeArrowheads="1"/>
            </p:cNvSpPr>
            <p:nvPr/>
          </p:nvSpPr>
          <p:spPr bwMode="auto"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0">
                  <a:solidFill>
                    <a:schemeClr val="bg1"/>
                  </a:solidFill>
                  <a:latin typeface="隶书" pitchFamily="49" charset="-122"/>
                  <a:ea typeface="隶书" pitchFamily="49" charset="-122"/>
                </a:rPr>
                <a:t>上 页</a:t>
              </a:r>
            </a:p>
          </p:txBody>
        </p:sp>
      </p:grpSp>
      <p:grpSp>
        <p:nvGrpSpPr>
          <p:cNvPr id="75827" name="Group 51"/>
          <p:cNvGrpSpPr>
            <a:grpSpLocks/>
          </p:cNvGrpSpPr>
          <p:nvPr/>
        </p:nvGrpSpPr>
        <p:grpSpPr bwMode="auto">
          <a:xfrm>
            <a:off x="684213" y="1341438"/>
            <a:ext cx="2303462" cy="1655762"/>
            <a:chOff x="1111" y="2341"/>
            <a:chExt cx="1451" cy="1043"/>
          </a:xfrm>
        </p:grpSpPr>
        <p:sp>
          <p:nvSpPr>
            <p:cNvPr id="45078" name="Line 52"/>
            <p:cNvSpPr>
              <a:spLocks noChangeShapeType="1"/>
            </p:cNvSpPr>
            <p:nvPr/>
          </p:nvSpPr>
          <p:spPr bwMode="auto">
            <a:xfrm>
              <a:off x="1973" y="2432"/>
              <a:ext cx="288" cy="0"/>
            </a:xfrm>
            <a:prstGeom prst="line">
              <a:avLst/>
            </a:prstGeom>
            <a:noFill/>
            <a:ln w="28575">
              <a:solidFill>
                <a:srgbClr val="00FFFF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079" name="Line 53"/>
            <p:cNvSpPr>
              <a:spLocks noChangeShapeType="1"/>
            </p:cNvSpPr>
            <p:nvPr/>
          </p:nvSpPr>
          <p:spPr bwMode="auto">
            <a:xfrm flipV="1">
              <a:off x="1648" y="2341"/>
              <a:ext cx="0" cy="464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080" name="Line 54"/>
            <p:cNvSpPr>
              <a:spLocks noChangeShapeType="1"/>
            </p:cNvSpPr>
            <p:nvPr/>
          </p:nvSpPr>
          <p:spPr bwMode="auto">
            <a:xfrm flipH="1">
              <a:off x="1648" y="2886"/>
              <a:ext cx="7" cy="498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081" name="Line 55"/>
            <p:cNvSpPr>
              <a:spLocks noChangeShapeType="1"/>
            </p:cNvSpPr>
            <p:nvPr/>
          </p:nvSpPr>
          <p:spPr bwMode="auto">
            <a:xfrm>
              <a:off x="1648" y="2341"/>
              <a:ext cx="868" cy="0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082" name="Line 56"/>
            <p:cNvSpPr>
              <a:spLocks noChangeShapeType="1"/>
            </p:cNvSpPr>
            <p:nvPr/>
          </p:nvSpPr>
          <p:spPr bwMode="auto">
            <a:xfrm>
              <a:off x="1648" y="3384"/>
              <a:ext cx="868" cy="0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083" name="Line 57"/>
            <p:cNvSpPr>
              <a:spLocks noChangeShapeType="1"/>
            </p:cNvSpPr>
            <p:nvPr/>
          </p:nvSpPr>
          <p:spPr bwMode="auto">
            <a:xfrm>
              <a:off x="2516" y="2341"/>
              <a:ext cx="0" cy="1043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084" name="Text Box 58"/>
            <p:cNvSpPr txBox="1">
              <a:spLocks noChangeArrowheads="1"/>
            </p:cNvSpPr>
            <p:nvPr/>
          </p:nvSpPr>
          <p:spPr bwMode="auto">
            <a:xfrm>
              <a:off x="1111" y="2704"/>
              <a:ext cx="362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u</a:t>
              </a:r>
              <a:r>
                <a:rPr lang="en-US" altLang="zh-CN" b="0" i="1" baseline="-2500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C</a:t>
              </a:r>
              <a:endParaRPr lang="en-US" altLang="zh-CN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45085" name="Text Box 59"/>
            <p:cNvSpPr txBox="1">
              <a:spLocks noChangeArrowheads="1"/>
            </p:cNvSpPr>
            <p:nvPr/>
          </p:nvSpPr>
          <p:spPr bwMode="auto">
            <a:xfrm>
              <a:off x="2153" y="2658"/>
              <a:ext cx="260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R</a:t>
              </a:r>
              <a:endParaRPr lang="en-US" altLang="zh-CN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45086" name="Text Box 60"/>
            <p:cNvSpPr txBox="1">
              <a:spLocks noChangeArrowheads="1"/>
            </p:cNvSpPr>
            <p:nvPr/>
          </p:nvSpPr>
          <p:spPr bwMode="auto">
            <a:xfrm>
              <a:off x="1373" y="2458"/>
              <a:ext cx="242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90000" tIns="46800" rIns="90000" bIns="46800" anchor="ctr">
              <a:spAutoFit/>
            </a:bodyPr>
            <a:lstStyle/>
            <a:p>
              <a:pPr algn="ctr"/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+</a:t>
              </a:r>
            </a:p>
          </p:txBody>
        </p:sp>
        <p:sp>
          <p:nvSpPr>
            <p:cNvPr id="45087" name="Text Box 61"/>
            <p:cNvSpPr txBox="1">
              <a:spLocks noChangeArrowheads="1"/>
            </p:cNvSpPr>
            <p:nvPr/>
          </p:nvSpPr>
          <p:spPr bwMode="auto">
            <a:xfrm>
              <a:off x="1338" y="2950"/>
              <a:ext cx="317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90000" tIns="46800" rIns="90000" bIns="46800" anchor="ctr">
              <a:spAutoFit/>
            </a:bodyPr>
            <a:lstStyle/>
            <a:p>
              <a:pPr algn="ctr"/>
              <a:r>
                <a:rPr lang="zh-CN" altLang="en-US" sz="2400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－</a:t>
              </a:r>
            </a:p>
          </p:txBody>
        </p:sp>
        <p:sp>
          <p:nvSpPr>
            <p:cNvPr id="45088" name="Text Box 62"/>
            <p:cNvSpPr txBox="1">
              <a:spLocks noChangeArrowheads="1"/>
            </p:cNvSpPr>
            <p:nvPr/>
          </p:nvSpPr>
          <p:spPr bwMode="auto">
            <a:xfrm>
              <a:off x="1654" y="2522"/>
              <a:ext cx="265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C</a:t>
              </a:r>
              <a:endParaRPr lang="en-US" altLang="zh-CN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grpSp>
          <p:nvGrpSpPr>
            <p:cNvPr id="45089" name="Group 63"/>
            <p:cNvGrpSpPr>
              <a:grpSpLocks/>
            </p:cNvGrpSpPr>
            <p:nvPr/>
          </p:nvGrpSpPr>
          <p:grpSpPr bwMode="auto">
            <a:xfrm>
              <a:off x="1519" y="2795"/>
              <a:ext cx="240" cy="93"/>
              <a:chOff x="3787" y="2478"/>
              <a:chExt cx="240" cy="93"/>
            </a:xfrm>
          </p:grpSpPr>
          <p:sp>
            <p:nvSpPr>
              <p:cNvPr id="45090" name="Line 64"/>
              <p:cNvSpPr>
                <a:spLocks noChangeShapeType="1"/>
              </p:cNvSpPr>
              <p:nvPr/>
            </p:nvSpPr>
            <p:spPr bwMode="auto">
              <a:xfrm flipV="1">
                <a:off x="3787" y="2568"/>
                <a:ext cx="240" cy="3"/>
              </a:xfrm>
              <a:prstGeom prst="line">
                <a:avLst/>
              </a:prstGeom>
              <a:noFill/>
              <a:ln w="38100">
                <a:solidFill>
                  <a:srgbClr val="FF99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5091" name="Line 65"/>
              <p:cNvSpPr>
                <a:spLocks noChangeShapeType="1"/>
              </p:cNvSpPr>
              <p:nvPr/>
            </p:nvSpPr>
            <p:spPr bwMode="auto">
              <a:xfrm>
                <a:off x="3787" y="2478"/>
                <a:ext cx="240" cy="1"/>
              </a:xfrm>
              <a:prstGeom prst="line">
                <a:avLst/>
              </a:prstGeom>
              <a:noFill/>
              <a:ln w="38100">
                <a:solidFill>
                  <a:srgbClr val="FF99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45092" name="Rectangle 66"/>
            <p:cNvSpPr>
              <a:spLocks noChangeArrowheads="1"/>
            </p:cNvSpPr>
            <p:nvPr/>
          </p:nvSpPr>
          <p:spPr bwMode="auto">
            <a:xfrm>
              <a:off x="2435" y="2659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</a:gradFill>
            <a:ln w="2857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45093" name="Group 70"/>
          <p:cNvGrpSpPr>
            <a:grpSpLocks/>
          </p:cNvGrpSpPr>
          <p:nvPr/>
        </p:nvGrpSpPr>
        <p:grpSpPr bwMode="auto">
          <a:xfrm>
            <a:off x="6588125" y="6445250"/>
            <a:ext cx="792163" cy="366713"/>
            <a:chOff x="4649" y="4020"/>
            <a:chExt cx="499" cy="231"/>
          </a:xfrm>
        </p:grpSpPr>
        <p:pic>
          <p:nvPicPr>
            <p:cNvPr id="45094" name="Picture 71" descr="78900"/>
            <p:cNvPicPr>
              <a:picLocks noChangeAspect="1" noChangeArrowheads="1"/>
            </p:cNvPicPr>
            <p:nvPr/>
          </p:nvPicPr>
          <p:blipFill>
            <a:blip r:embed="rId9"/>
            <a:srcRect/>
            <a:stretch>
              <a:fillRect/>
            </a:stretch>
          </p:blipFill>
          <p:spPr bwMode="auto"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45095" name="Text Box 72">
              <a:hlinkClick r:id="rId10" action="ppaction://hlinksldjump"/>
            </p:cNvPr>
            <p:cNvSpPr txBox="1">
              <a:spLocks noChangeArrowheads="1"/>
            </p:cNvSpPr>
            <p:nvPr/>
          </p:nvSpPr>
          <p:spPr bwMode="auto"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0">
                  <a:solidFill>
                    <a:schemeClr val="bg1"/>
                  </a:solidFill>
                  <a:latin typeface="隶书" pitchFamily="49" charset="-122"/>
                  <a:ea typeface="隶书" pitchFamily="49" charset="-122"/>
                </a:rPr>
                <a:t>返 回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757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8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758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8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7" dur="500"/>
                                        <p:tgtEl>
                                          <p:spTgt spid="758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100"/>
                                        <p:tgtEl>
                                          <p:spTgt spid="757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2000"/>
                                        <p:tgtEl>
                                          <p:spTgt spid="757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757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757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8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6" dur="500"/>
                                        <p:tgtEl>
                                          <p:spTgt spid="758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000"/>
                            </p:stCondLst>
                            <p:childTnLst>
                              <p:par>
                                <p:cTn id="38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0" dur="3000"/>
                                        <p:tgtEl>
                                          <p:spTgt spid="757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2000"/>
                                        <p:tgtEl>
                                          <p:spTgt spid="757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2000"/>
                            </p:stCondLst>
                            <p:childTnLst>
                              <p:par>
                                <p:cTn id="47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8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49" dur="500"/>
                                        <p:tgtEl>
                                          <p:spTgt spid="758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2500"/>
                            </p:stCondLst>
                            <p:childTnLst>
                              <p:par>
                                <p:cTn id="5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3000"/>
                                        <p:tgtEl>
                                          <p:spTgt spid="757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3000"/>
                                        <p:tgtEl>
                                          <p:spTgt spid="757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8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3000"/>
                                        <p:tgtEl>
                                          <p:spTgt spid="758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8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3000"/>
                                        <p:tgtEl>
                                          <p:spTgt spid="758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3000"/>
                                        <p:tgtEl>
                                          <p:spTgt spid="757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5780" grpId="0"/>
      <p:bldP spid="75783" grpId="0"/>
      <p:bldP spid="75785" grpId="0" build="p"/>
      <p:bldP spid="75787" grpId="0"/>
      <p:bldP spid="75789" grpId="0" build="p"/>
      <p:bldP spid="75811" grpId="0" animBg="1"/>
      <p:bldP spid="75812" grpId="0" animBg="1"/>
      <p:bldP spid="75813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Rectangle 2"/>
          <p:cNvSpPr>
            <a:spLocks noChangeArrowheads="1"/>
          </p:cNvSpPr>
          <p:nvPr/>
        </p:nvSpPr>
        <p:spPr bwMode="auto">
          <a:xfrm>
            <a:off x="323850" y="549275"/>
            <a:ext cx="1008063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algn="ctr"/>
            <a:r>
              <a:rPr lang="zh-CN" altLang="en-US" sz="320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例</a:t>
            </a:r>
            <a:r>
              <a:rPr lang="en-US" altLang="zh-CN" sz="3200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1</a:t>
            </a:r>
          </a:p>
        </p:txBody>
      </p:sp>
      <p:sp>
        <p:nvSpPr>
          <p:cNvPr id="111619" name="Text Box 3"/>
          <p:cNvSpPr txBox="1">
            <a:spLocks noChangeArrowheads="1"/>
          </p:cNvSpPr>
          <p:nvPr/>
        </p:nvSpPr>
        <p:spPr bwMode="auto">
          <a:xfrm>
            <a:off x="1187450" y="476250"/>
            <a:ext cx="7705725" cy="1117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>
                <a:latin typeface="楷体_GB2312" pitchFamily="49" charset="-122"/>
              </a:rPr>
              <a:t>图示电路中的电容原充有</a:t>
            </a:r>
            <a:r>
              <a:rPr lang="en-US" altLang="zh-CN" b="0">
                <a:solidFill>
                  <a:schemeClr val="bg1"/>
                </a:solidFill>
                <a:latin typeface="Times New Roman" pitchFamily="18" charset="0"/>
              </a:rPr>
              <a:t>24</a:t>
            </a:r>
            <a:r>
              <a:rPr lang="en-US" altLang="zh-CN">
                <a:solidFill>
                  <a:schemeClr val="bg1"/>
                </a:solidFill>
                <a:latin typeface="Times New Roman" pitchFamily="18" charset="0"/>
              </a:rPr>
              <a:t>V</a:t>
            </a:r>
            <a:r>
              <a:rPr lang="zh-CN" altLang="en-US">
                <a:latin typeface="楷体_GB2312" pitchFamily="49" charset="-122"/>
              </a:rPr>
              <a:t>电压，求</a:t>
            </a:r>
            <a:r>
              <a:rPr lang="en-US" altLang="zh-CN" b="0">
                <a:latin typeface="Times New Roman" pitchFamily="18" charset="0"/>
              </a:rPr>
              <a:t>k</a:t>
            </a:r>
            <a:r>
              <a:rPr lang="zh-CN" altLang="en-US">
                <a:latin typeface="楷体_GB2312" pitchFamily="49" charset="-122"/>
              </a:rPr>
              <a:t>闭合后，电容电压和各支路电流随时间变化的规律。</a:t>
            </a:r>
          </a:p>
        </p:txBody>
      </p:sp>
      <p:sp>
        <p:nvSpPr>
          <p:cNvPr id="111620" name="Text Box 4"/>
          <p:cNvSpPr txBox="1">
            <a:spLocks noChangeArrowheads="1"/>
          </p:cNvSpPr>
          <p:nvPr/>
        </p:nvSpPr>
        <p:spPr bwMode="auto">
          <a:xfrm>
            <a:off x="827088" y="4149725"/>
            <a:ext cx="504825" cy="519113"/>
          </a:xfrm>
          <a:prstGeom prst="rect">
            <a:avLst/>
          </a:prstGeom>
          <a:solidFill>
            <a:srgbClr val="660033"/>
          </a:solidFill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algn="ctr"/>
            <a:r>
              <a:rPr lang="zh-CN" altLang="en-US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解</a:t>
            </a:r>
            <a:endParaRPr lang="zh-CN" altLang="en-US" sz="2400">
              <a:ea typeface="仿宋_GB2312" pitchFamily="49" charset="-122"/>
            </a:endParaRPr>
          </a:p>
        </p:txBody>
      </p:sp>
      <p:sp>
        <p:nvSpPr>
          <p:cNvPr id="111621" name="Text Box 5"/>
          <p:cNvSpPr txBox="1">
            <a:spLocks noChangeArrowheads="1"/>
          </p:cNvSpPr>
          <p:nvPr/>
        </p:nvSpPr>
        <p:spPr bwMode="auto">
          <a:xfrm>
            <a:off x="1476375" y="4149725"/>
            <a:ext cx="6983413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>
                <a:latin typeface="楷体_GB2312" pitchFamily="49" charset="-122"/>
              </a:rPr>
              <a:t>这是一个求一阶</a:t>
            </a:r>
            <a:r>
              <a:rPr lang="en-US" altLang="zh-CN" b="0" i="1">
                <a:latin typeface="Times New Roman" pitchFamily="18" charset="0"/>
              </a:rPr>
              <a:t>RC </a:t>
            </a:r>
            <a:r>
              <a:rPr lang="zh-CN" altLang="en-US">
                <a:latin typeface="楷体_GB2312" pitchFamily="49" charset="-122"/>
              </a:rPr>
              <a:t>零输入响应问题，有：</a:t>
            </a:r>
          </a:p>
        </p:txBody>
      </p:sp>
      <p:grpSp>
        <p:nvGrpSpPr>
          <p:cNvPr id="111689" name="Group 73"/>
          <p:cNvGrpSpPr>
            <a:grpSpLocks/>
          </p:cNvGrpSpPr>
          <p:nvPr/>
        </p:nvGrpSpPr>
        <p:grpSpPr bwMode="auto">
          <a:xfrm>
            <a:off x="6156325" y="2205038"/>
            <a:ext cx="2232025" cy="1512887"/>
            <a:chOff x="3878" y="1389"/>
            <a:chExt cx="1406" cy="953"/>
          </a:xfrm>
        </p:grpSpPr>
        <p:sp>
          <p:nvSpPr>
            <p:cNvPr id="46086" name="Line 7"/>
            <p:cNvSpPr>
              <a:spLocks noChangeShapeType="1"/>
            </p:cNvSpPr>
            <p:nvPr/>
          </p:nvSpPr>
          <p:spPr bwMode="auto">
            <a:xfrm>
              <a:off x="4631" y="1480"/>
              <a:ext cx="317" cy="0"/>
            </a:xfrm>
            <a:prstGeom prst="line">
              <a:avLst/>
            </a:prstGeom>
            <a:noFill/>
            <a:ln w="38100">
              <a:solidFill>
                <a:srgbClr val="00FFFF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087" name="Text Box 8"/>
            <p:cNvSpPr txBox="1">
              <a:spLocks noChangeArrowheads="1"/>
            </p:cNvSpPr>
            <p:nvPr/>
          </p:nvSpPr>
          <p:spPr bwMode="auto">
            <a:xfrm>
              <a:off x="4241" y="1435"/>
              <a:ext cx="244" cy="32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+</a:t>
              </a:r>
              <a:endParaRPr lang="en-US" altLang="zh-CN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46088" name="Line 9"/>
            <p:cNvSpPr>
              <a:spLocks noChangeShapeType="1"/>
            </p:cNvSpPr>
            <p:nvPr/>
          </p:nvSpPr>
          <p:spPr bwMode="auto">
            <a:xfrm flipV="1">
              <a:off x="5213" y="1389"/>
              <a:ext cx="8" cy="953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089" name="Line 10"/>
            <p:cNvSpPr>
              <a:spLocks noChangeShapeType="1"/>
            </p:cNvSpPr>
            <p:nvPr/>
          </p:nvSpPr>
          <p:spPr bwMode="auto">
            <a:xfrm>
              <a:off x="4241" y="2341"/>
              <a:ext cx="952" cy="0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46090" name="Group 11"/>
            <p:cNvGrpSpPr>
              <a:grpSpLocks/>
            </p:cNvGrpSpPr>
            <p:nvPr/>
          </p:nvGrpSpPr>
          <p:grpSpPr bwMode="auto">
            <a:xfrm rot="5400000">
              <a:off x="4193" y="1703"/>
              <a:ext cx="90" cy="273"/>
              <a:chOff x="4014" y="2387"/>
              <a:chExt cx="91" cy="227"/>
            </a:xfrm>
          </p:grpSpPr>
          <p:sp>
            <p:nvSpPr>
              <p:cNvPr id="46091" name="Line 12"/>
              <p:cNvSpPr>
                <a:spLocks noChangeShapeType="1"/>
              </p:cNvSpPr>
              <p:nvPr/>
            </p:nvSpPr>
            <p:spPr bwMode="auto">
              <a:xfrm>
                <a:off x="4014" y="2387"/>
                <a:ext cx="0" cy="227"/>
              </a:xfrm>
              <a:prstGeom prst="line">
                <a:avLst/>
              </a:prstGeom>
              <a:noFill/>
              <a:ln w="57150">
                <a:solidFill>
                  <a:srgbClr val="FF99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6092" name="Line 13"/>
              <p:cNvSpPr>
                <a:spLocks noChangeShapeType="1"/>
              </p:cNvSpPr>
              <p:nvPr/>
            </p:nvSpPr>
            <p:spPr bwMode="auto">
              <a:xfrm>
                <a:off x="4105" y="2387"/>
                <a:ext cx="0" cy="227"/>
              </a:xfrm>
              <a:prstGeom prst="line">
                <a:avLst/>
              </a:prstGeom>
              <a:noFill/>
              <a:ln w="57150">
                <a:solidFill>
                  <a:srgbClr val="FF99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46093" name="Rectangle 14"/>
            <p:cNvSpPr>
              <a:spLocks noChangeArrowheads="1"/>
            </p:cNvSpPr>
            <p:nvPr/>
          </p:nvSpPr>
          <p:spPr bwMode="auto">
            <a:xfrm>
              <a:off x="5169" y="1707"/>
              <a:ext cx="115" cy="317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6094" name="Text Box 15"/>
            <p:cNvSpPr txBox="1">
              <a:spLocks noChangeArrowheads="1"/>
            </p:cNvSpPr>
            <p:nvPr/>
          </p:nvSpPr>
          <p:spPr bwMode="auto">
            <a:xfrm>
              <a:off x="4331" y="1688"/>
              <a:ext cx="436" cy="32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pPr algn="ctr"/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u</a:t>
              </a:r>
              <a:r>
                <a:rPr lang="en-US" altLang="zh-CN" b="0" i="1" baseline="-2500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C</a:t>
              </a:r>
            </a:p>
          </p:txBody>
        </p:sp>
        <p:sp>
          <p:nvSpPr>
            <p:cNvPr id="46095" name="Text Box 16"/>
            <p:cNvSpPr txBox="1">
              <a:spLocks noChangeArrowheads="1"/>
            </p:cNvSpPr>
            <p:nvPr/>
          </p:nvSpPr>
          <p:spPr bwMode="auto">
            <a:xfrm>
              <a:off x="4810" y="1733"/>
              <a:ext cx="400" cy="32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4</a:t>
              </a:r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  <a:sym typeface="Symbol" pitchFamily="18" charset="2"/>
                </a:rPr>
                <a:t></a:t>
              </a:r>
            </a:p>
          </p:txBody>
        </p:sp>
        <p:sp>
          <p:nvSpPr>
            <p:cNvPr id="46096" name="Text Box 17"/>
            <p:cNvSpPr txBox="1">
              <a:spLocks noChangeArrowheads="1"/>
            </p:cNvSpPr>
            <p:nvPr/>
          </p:nvSpPr>
          <p:spPr bwMode="auto">
            <a:xfrm>
              <a:off x="3878" y="1480"/>
              <a:ext cx="353" cy="32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5F</a:t>
              </a:r>
              <a:endParaRPr lang="en-US" altLang="zh-CN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endParaRPr>
            </a:p>
          </p:txBody>
        </p:sp>
        <p:sp>
          <p:nvSpPr>
            <p:cNvPr id="46097" name="Line 18"/>
            <p:cNvSpPr>
              <a:spLocks noChangeShapeType="1"/>
            </p:cNvSpPr>
            <p:nvPr/>
          </p:nvSpPr>
          <p:spPr bwMode="auto">
            <a:xfrm>
              <a:off x="4241" y="1389"/>
              <a:ext cx="0" cy="408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098" name="Line 19"/>
            <p:cNvSpPr>
              <a:spLocks noChangeShapeType="1"/>
            </p:cNvSpPr>
            <p:nvPr/>
          </p:nvSpPr>
          <p:spPr bwMode="auto">
            <a:xfrm>
              <a:off x="4241" y="1888"/>
              <a:ext cx="0" cy="454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099" name="Line 20"/>
            <p:cNvSpPr>
              <a:spLocks noChangeShapeType="1"/>
            </p:cNvSpPr>
            <p:nvPr/>
          </p:nvSpPr>
          <p:spPr bwMode="auto">
            <a:xfrm>
              <a:off x="4241" y="1389"/>
              <a:ext cx="980" cy="0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100" name="Text Box 21"/>
            <p:cNvSpPr txBox="1">
              <a:spLocks noChangeArrowheads="1"/>
            </p:cNvSpPr>
            <p:nvPr/>
          </p:nvSpPr>
          <p:spPr bwMode="auto">
            <a:xfrm>
              <a:off x="4195" y="1896"/>
              <a:ext cx="318" cy="32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pPr algn="ctr"/>
              <a:r>
                <a:rPr lang="zh-CN" altLang="en-US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－</a:t>
              </a:r>
              <a:endParaRPr lang="zh-CN" altLang="en-US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46101" name="Text Box 22"/>
            <p:cNvSpPr txBox="1">
              <a:spLocks noChangeArrowheads="1"/>
            </p:cNvSpPr>
            <p:nvPr/>
          </p:nvSpPr>
          <p:spPr bwMode="auto">
            <a:xfrm>
              <a:off x="4649" y="1434"/>
              <a:ext cx="254" cy="32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i</a:t>
              </a:r>
              <a:r>
                <a:rPr lang="en-US" altLang="zh-CN" b="0" baseline="-2500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1</a:t>
              </a:r>
              <a:endParaRPr lang="en-US" altLang="zh-CN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</p:grpSp>
      <p:grpSp>
        <p:nvGrpSpPr>
          <p:cNvPr id="111687" name="Group 71"/>
          <p:cNvGrpSpPr>
            <a:grpSpLocks/>
          </p:cNvGrpSpPr>
          <p:nvPr/>
        </p:nvGrpSpPr>
        <p:grpSpPr bwMode="auto">
          <a:xfrm>
            <a:off x="4500563" y="2205038"/>
            <a:ext cx="1728787" cy="1196975"/>
            <a:chOff x="3061" y="1389"/>
            <a:chExt cx="1089" cy="754"/>
          </a:xfrm>
        </p:grpSpPr>
        <p:sp>
          <p:nvSpPr>
            <p:cNvPr id="46103" name="AutoShape 24"/>
            <p:cNvSpPr>
              <a:spLocks noChangeArrowheads="1"/>
            </p:cNvSpPr>
            <p:nvPr/>
          </p:nvSpPr>
          <p:spPr bwMode="auto">
            <a:xfrm rot="-5400000">
              <a:off x="3470" y="1343"/>
              <a:ext cx="136" cy="862"/>
            </a:xfrm>
            <a:prstGeom prst="downArrow">
              <a:avLst>
                <a:gd name="adj1" fmla="val 50000"/>
                <a:gd name="adj2" fmla="val 158368"/>
              </a:avLst>
            </a:prstGeom>
            <a:solidFill>
              <a:srgbClr val="0099FF"/>
            </a:solidFill>
            <a:ln w="9525">
              <a:noFill/>
              <a:miter lim="800000"/>
              <a:headEnd/>
              <a:tailEnd/>
            </a:ln>
          </p:spPr>
          <p:txBody>
            <a:bodyPr vert="eaVert" wrap="none" anchor="ctr"/>
            <a:lstStyle/>
            <a:p>
              <a:endParaRPr lang="zh-CN" altLang="en-US"/>
            </a:p>
          </p:txBody>
        </p:sp>
        <p:sp>
          <p:nvSpPr>
            <p:cNvPr id="46104" name="Text Box 25"/>
            <p:cNvSpPr txBox="1">
              <a:spLocks noChangeArrowheads="1"/>
            </p:cNvSpPr>
            <p:nvPr/>
          </p:nvSpPr>
          <p:spPr bwMode="auto">
            <a:xfrm>
              <a:off x="3224" y="1778"/>
              <a:ext cx="525" cy="365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sz="3200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t</a:t>
              </a:r>
              <a:r>
                <a:rPr lang="en-US" altLang="zh-CN" sz="320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 &gt;</a:t>
              </a:r>
              <a:r>
                <a:rPr lang="en-US" altLang="zh-CN" sz="3200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0</a:t>
              </a:r>
            </a:p>
          </p:txBody>
        </p:sp>
        <p:sp>
          <p:nvSpPr>
            <p:cNvPr id="46105" name="Text Box 26"/>
            <p:cNvSpPr txBox="1">
              <a:spLocks noChangeArrowheads="1"/>
            </p:cNvSpPr>
            <p:nvPr/>
          </p:nvSpPr>
          <p:spPr bwMode="auto">
            <a:xfrm>
              <a:off x="3061" y="1389"/>
              <a:ext cx="1089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/>
                <a:t>等效电路</a:t>
              </a:r>
            </a:p>
          </p:txBody>
        </p:sp>
      </p:grpSp>
      <p:graphicFrame>
        <p:nvGraphicFramePr>
          <p:cNvPr id="111643" name="Object 27"/>
          <p:cNvGraphicFramePr>
            <a:graphicFrameLocks noChangeAspect="1"/>
          </p:cNvGraphicFramePr>
          <p:nvPr/>
        </p:nvGraphicFramePr>
        <p:xfrm>
          <a:off x="1965325" y="4581525"/>
          <a:ext cx="3068638" cy="909638"/>
        </p:xfrm>
        <a:graphic>
          <a:graphicData uri="http://schemas.openxmlformats.org/presentationml/2006/ole">
            <p:oleObj spid="_x0000_s46106" r:id="rId3" imgW="1216800" imgH="311400" progId="Equation.3">
              <p:embed/>
            </p:oleObj>
          </a:graphicData>
        </a:graphic>
      </p:graphicFrame>
      <p:grpSp>
        <p:nvGrpSpPr>
          <p:cNvPr id="46107" name="Group 35"/>
          <p:cNvGrpSpPr>
            <a:grpSpLocks/>
          </p:cNvGrpSpPr>
          <p:nvPr/>
        </p:nvGrpSpPr>
        <p:grpSpPr bwMode="auto"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46108" name="Picture 36" descr="78900"/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46109" name="Text Box 37">
              <a:hlinkClick r:id="" action="ppaction://hlinkshowjump?jump=nextslide"/>
            </p:cNvPr>
            <p:cNvSpPr txBox="1">
              <a:spLocks noChangeArrowheads="1"/>
            </p:cNvSpPr>
            <p:nvPr/>
          </p:nvSpPr>
          <p:spPr bwMode="auto"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0">
                  <a:solidFill>
                    <a:schemeClr val="bg1"/>
                  </a:solidFill>
                  <a:latin typeface="隶书" pitchFamily="49" charset="-122"/>
                  <a:ea typeface="隶书" pitchFamily="49" charset="-122"/>
                </a:rPr>
                <a:t>下 页</a:t>
              </a:r>
            </a:p>
          </p:txBody>
        </p:sp>
      </p:grpSp>
      <p:grpSp>
        <p:nvGrpSpPr>
          <p:cNvPr id="46110" name="Group 38"/>
          <p:cNvGrpSpPr>
            <a:grpSpLocks/>
          </p:cNvGrpSpPr>
          <p:nvPr/>
        </p:nvGrpSpPr>
        <p:grpSpPr bwMode="auto">
          <a:xfrm>
            <a:off x="7453313" y="6446838"/>
            <a:ext cx="792162" cy="366712"/>
            <a:chOff x="4649" y="4020"/>
            <a:chExt cx="499" cy="231"/>
          </a:xfrm>
        </p:grpSpPr>
        <p:pic>
          <p:nvPicPr>
            <p:cNvPr id="46111" name="Picture 39" descr="78900"/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46112" name="Text Box 40">
              <a:hlinkClick r:id="" action="ppaction://hlinkshowjump?jump=previousslide"/>
            </p:cNvPr>
            <p:cNvSpPr txBox="1">
              <a:spLocks noChangeArrowheads="1"/>
            </p:cNvSpPr>
            <p:nvPr/>
          </p:nvSpPr>
          <p:spPr bwMode="auto"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0">
                  <a:solidFill>
                    <a:schemeClr val="bg1"/>
                  </a:solidFill>
                  <a:latin typeface="隶书" pitchFamily="49" charset="-122"/>
                  <a:ea typeface="隶书" pitchFamily="49" charset="-122"/>
                </a:rPr>
                <a:t>上 页</a:t>
              </a:r>
            </a:p>
          </p:txBody>
        </p:sp>
      </p:grpSp>
      <p:grpSp>
        <p:nvGrpSpPr>
          <p:cNvPr id="111657" name="Group 41"/>
          <p:cNvGrpSpPr>
            <a:grpSpLocks/>
          </p:cNvGrpSpPr>
          <p:nvPr/>
        </p:nvGrpSpPr>
        <p:grpSpPr bwMode="auto">
          <a:xfrm>
            <a:off x="684213" y="1484313"/>
            <a:ext cx="3455987" cy="2190750"/>
            <a:chOff x="3016" y="644"/>
            <a:chExt cx="2177" cy="1380"/>
          </a:xfrm>
        </p:grpSpPr>
        <p:sp>
          <p:nvSpPr>
            <p:cNvPr id="46114" name="Line 42"/>
            <p:cNvSpPr>
              <a:spLocks noChangeShapeType="1"/>
            </p:cNvSpPr>
            <p:nvPr/>
          </p:nvSpPr>
          <p:spPr bwMode="auto">
            <a:xfrm>
              <a:off x="3923" y="1071"/>
              <a:ext cx="1224" cy="0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 type="oval" w="med" len="med"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115" name="Text Box 43"/>
            <p:cNvSpPr txBox="1">
              <a:spLocks noChangeArrowheads="1"/>
            </p:cNvSpPr>
            <p:nvPr/>
          </p:nvSpPr>
          <p:spPr bwMode="auto">
            <a:xfrm>
              <a:off x="4231" y="1642"/>
              <a:ext cx="254" cy="32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i</a:t>
              </a:r>
              <a:r>
                <a:rPr lang="en-US" altLang="zh-CN" b="0" baseline="-2500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3</a:t>
              </a:r>
              <a:endParaRPr lang="en-US" altLang="zh-CN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46116" name="Text Box 44"/>
            <p:cNvSpPr txBox="1">
              <a:spLocks noChangeArrowheads="1"/>
            </p:cNvSpPr>
            <p:nvPr/>
          </p:nvSpPr>
          <p:spPr bwMode="auto">
            <a:xfrm>
              <a:off x="3483" y="810"/>
              <a:ext cx="241" cy="32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S</a:t>
              </a:r>
            </a:p>
          </p:txBody>
        </p:sp>
        <p:sp>
          <p:nvSpPr>
            <p:cNvPr id="46117" name="Text Box 45"/>
            <p:cNvSpPr txBox="1">
              <a:spLocks noChangeArrowheads="1"/>
            </p:cNvSpPr>
            <p:nvPr/>
          </p:nvSpPr>
          <p:spPr bwMode="auto">
            <a:xfrm>
              <a:off x="4130" y="1325"/>
              <a:ext cx="400" cy="32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  <a:sym typeface="Symbol" pitchFamily="18" charset="2"/>
                </a:rPr>
                <a:t>3</a:t>
              </a:r>
            </a:p>
          </p:txBody>
        </p:sp>
        <p:sp>
          <p:nvSpPr>
            <p:cNvPr id="46118" name="Line 46"/>
            <p:cNvSpPr>
              <a:spLocks noChangeShapeType="1"/>
            </p:cNvSpPr>
            <p:nvPr/>
          </p:nvSpPr>
          <p:spPr bwMode="auto">
            <a:xfrm>
              <a:off x="4059" y="981"/>
              <a:ext cx="317" cy="0"/>
            </a:xfrm>
            <a:prstGeom prst="line">
              <a:avLst/>
            </a:prstGeom>
            <a:noFill/>
            <a:ln w="38100">
              <a:solidFill>
                <a:srgbClr val="00FFFF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119" name="Line 47"/>
            <p:cNvSpPr>
              <a:spLocks noChangeShapeType="1"/>
            </p:cNvSpPr>
            <p:nvPr/>
          </p:nvSpPr>
          <p:spPr bwMode="auto">
            <a:xfrm>
              <a:off x="3651" y="844"/>
              <a:ext cx="227" cy="227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120" name="Text Box 48"/>
            <p:cNvSpPr txBox="1">
              <a:spLocks noChangeArrowheads="1"/>
            </p:cNvSpPr>
            <p:nvPr/>
          </p:nvSpPr>
          <p:spPr bwMode="auto">
            <a:xfrm>
              <a:off x="3334" y="1117"/>
              <a:ext cx="244" cy="32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+</a:t>
              </a:r>
            </a:p>
          </p:txBody>
        </p:sp>
        <p:sp>
          <p:nvSpPr>
            <p:cNvPr id="46121" name="Line 49"/>
            <p:cNvSpPr>
              <a:spLocks noChangeShapeType="1"/>
            </p:cNvSpPr>
            <p:nvPr/>
          </p:nvSpPr>
          <p:spPr bwMode="auto">
            <a:xfrm flipV="1">
              <a:off x="5140" y="1071"/>
              <a:ext cx="8" cy="953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122" name="Line 50"/>
            <p:cNvSpPr>
              <a:spLocks noChangeShapeType="1"/>
            </p:cNvSpPr>
            <p:nvPr/>
          </p:nvSpPr>
          <p:spPr bwMode="auto">
            <a:xfrm flipH="1">
              <a:off x="4558" y="1071"/>
              <a:ext cx="0" cy="953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 type="oval" w="med" len="med"/>
              <a:tailEnd type="oval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123" name="Line 51"/>
            <p:cNvSpPr>
              <a:spLocks noChangeShapeType="1"/>
            </p:cNvSpPr>
            <p:nvPr/>
          </p:nvSpPr>
          <p:spPr bwMode="auto">
            <a:xfrm>
              <a:off x="3334" y="2024"/>
              <a:ext cx="1814" cy="0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46124" name="Group 52"/>
            <p:cNvGrpSpPr>
              <a:grpSpLocks/>
            </p:cNvGrpSpPr>
            <p:nvPr/>
          </p:nvGrpSpPr>
          <p:grpSpPr bwMode="auto">
            <a:xfrm rot="5400000">
              <a:off x="3286" y="1385"/>
              <a:ext cx="90" cy="273"/>
              <a:chOff x="4014" y="2387"/>
              <a:chExt cx="91" cy="227"/>
            </a:xfrm>
          </p:grpSpPr>
          <p:sp>
            <p:nvSpPr>
              <p:cNvPr id="46125" name="Line 53"/>
              <p:cNvSpPr>
                <a:spLocks noChangeShapeType="1"/>
              </p:cNvSpPr>
              <p:nvPr/>
            </p:nvSpPr>
            <p:spPr bwMode="auto">
              <a:xfrm>
                <a:off x="4014" y="2387"/>
                <a:ext cx="0" cy="227"/>
              </a:xfrm>
              <a:prstGeom prst="line">
                <a:avLst/>
              </a:prstGeom>
              <a:noFill/>
              <a:ln w="57150">
                <a:solidFill>
                  <a:srgbClr val="FF99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6126" name="Line 54"/>
              <p:cNvSpPr>
                <a:spLocks noChangeShapeType="1"/>
              </p:cNvSpPr>
              <p:nvPr/>
            </p:nvSpPr>
            <p:spPr bwMode="auto">
              <a:xfrm>
                <a:off x="4105" y="2387"/>
                <a:ext cx="0" cy="227"/>
              </a:xfrm>
              <a:prstGeom prst="line">
                <a:avLst/>
              </a:prstGeom>
              <a:noFill/>
              <a:ln w="57150">
                <a:solidFill>
                  <a:srgbClr val="FF99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46127" name="Text Box 55"/>
            <p:cNvSpPr txBox="1">
              <a:spLocks noChangeArrowheads="1"/>
            </p:cNvSpPr>
            <p:nvPr/>
          </p:nvSpPr>
          <p:spPr bwMode="auto">
            <a:xfrm>
              <a:off x="3424" y="1370"/>
              <a:ext cx="436" cy="32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pPr algn="ctr"/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u</a:t>
              </a:r>
              <a:r>
                <a:rPr lang="en-US" altLang="zh-CN" b="0" i="1" baseline="-2500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C</a:t>
              </a:r>
            </a:p>
          </p:txBody>
        </p:sp>
        <p:sp>
          <p:nvSpPr>
            <p:cNvPr id="46128" name="Text Box 56"/>
            <p:cNvSpPr txBox="1">
              <a:spLocks noChangeArrowheads="1"/>
            </p:cNvSpPr>
            <p:nvPr/>
          </p:nvSpPr>
          <p:spPr bwMode="auto">
            <a:xfrm>
              <a:off x="3994" y="1098"/>
              <a:ext cx="400" cy="32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2</a:t>
              </a:r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  <a:sym typeface="Symbol" pitchFamily="18" charset="2"/>
                </a:rPr>
                <a:t></a:t>
              </a:r>
            </a:p>
          </p:txBody>
        </p:sp>
        <p:sp>
          <p:nvSpPr>
            <p:cNvPr id="46129" name="Text Box 57"/>
            <p:cNvSpPr txBox="1">
              <a:spLocks noChangeArrowheads="1"/>
            </p:cNvSpPr>
            <p:nvPr/>
          </p:nvSpPr>
          <p:spPr bwMode="auto">
            <a:xfrm>
              <a:off x="4720" y="1415"/>
              <a:ext cx="400" cy="32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6</a:t>
              </a:r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  <a:sym typeface="Symbol" pitchFamily="18" charset="2"/>
                </a:rPr>
                <a:t></a:t>
              </a:r>
            </a:p>
          </p:txBody>
        </p:sp>
        <p:sp>
          <p:nvSpPr>
            <p:cNvPr id="46130" name="Text Box 58"/>
            <p:cNvSpPr txBox="1">
              <a:spLocks noChangeArrowheads="1"/>
            </p:cNvSpPr>
            <p:nvPr/>
          </p:nvSpPr>
          <p:spPr bwMode="auto">
            <a:xfrm>
              <a:off x="3016" y="1162"/>
              <a:ext cx="353" cy="32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5F</a:t>
              </a:r>
              <a:endParaRPr lang="en-US" altLang="zh-CN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endParaRPr>
            </a:p>
          </p:txBody>
        </p:sp>
        <p:sp>
          <p:nvSpPr>
            <p:cNvPr id="46131" name="Line 59"/>
            <p:cNvSpPr>
              <a:spLocks noChangeShapeType="1"/>
            </p:cNvSpPr>
            <p:nvPr/>
          </p:nvSpPr>
          <p:spPr bwMode="auto">
            <a:xfrm>
              <a:off x="3334" y="1071"/>
              <a:ext cx="0" cy="363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132" name="Line 60"/>
            <p:cNvSpPr>
              <a:spLocks noChangeShapeType="1"/>
            </p:cNvSpPr>
            <p:nvPr/>
          </p:nvSpPr>
          <p:spPr bwMode="auto">
            <a:xfrm>
              <a:off x="3334" y="1570"/>
              <a:ext cx="0" cy="454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 type="oval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133" name="Line 61"/>
            <p:cNvSpPr>
              <a:spLocks noChangeShapeType="1"/>
            </p:cNvSpPr>
            <p:nvPr/>
          </p:nvSpPr>
          <p:spPr bwMode="auto">
            <a:xfrm flipH="1">
              <a:off x="3696" y="845"/>
              <a:ext cx="273" cy="227"/>
            </a:xfrm>
            <a:prstGeom prst="line">
              <a:avLst/>
            </a:prstGeom>
            <a:noFill/>
            <a:ln w="38100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134" name="Rectangle 62"/>
            <p:cNvSpPr>
              <a:spLocks noChangeArrowheads="1"/>
            </p:cNvSpPr>
            <p:nvPr/>
          </p:nvSpPr>
          <p:spPr bwMode="auto">
            <a:xfrm>
              <a:off x="4513" y="1389"/>
              <a:ext cx="136" cy="317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</a:gradFill>
            <a:ln w="25400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zh-CN" altLang="zh-CN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46135" name="Line 63"/>
            <p:cNvSpPr>
              <a:spLocks noChangeShapeType="1"/>
            </p:cNvSpPr>
            <p:nvPr/>
          </p:nvSpPr>
          <p:spPr bwMode="auto">
            <a:xfrm>
              <a:off x="3334" y="1071"/>
              <a:ext cx="408" cy="0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136" name="Text Box 64"/>
            <p:cNvSpPr txBox="1">
              <a:spLocks noChangeArrowheads="1"/>
            </p:cNvSpPr>
            <p:nvPr/>
          </p:nvSpPr>
          <p:spPr bwMode="auto">
            <a:xfrm>
              <a:off x="3288" y="1578"/>
              <a:ext cx="318" cy="32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pPr algn="ctr"/>
              <a:r>
                <a:rPr lang="zh-CN" altLang="en-US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－</a:t>
              </a:r>
            </a:p>
          </p:txBody>
        </p:sp>
        <p:sp>
          <p:nvSpPr>
            <p:cNvPr id="46137" name="Text Box 65"/>
            <p:cNvSpPr txBox="1">
              <a:spLocks noChangeArrowheads="1"/>
            </p:cNvSpPr>
            <p:nvPr/>
          </p:nvSpPr>
          <p:spPr bwMode="auto">
            <a:xfrm>
              <a:off x="4730" y="1098"/>
              <a:ext cx="254" cy="32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i</a:t>
              </a:r>
              <a:r>
                <a:rPr lang="en-US" altLang="zh-CN" b="0" baseline="-2500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2</a:t>
              </a:r>
              <a:endParaRPr lang="en-US" altLang="zh-CN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46138" name="Text Box 66"/>
            <p:cNvSpPr txBox="1">
              <a:spLocks noChangeArrowheads="1"/>
            </p:cNvSpPr>
            <p:nvPr/>
          </p:nvSpPr>
          <p:spPr bwMode="auto">
            <a:xfrm>
              <a:off x="4095" y="644"/>
              <a:ext cx="254" cy="32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i</a:t>
              </a:r>
              <a:r>
                <a:rPr lang="en-US" altLang="zh-CN" b="0" baseline="-2500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1</a:t>
              </a:r>
              <a:endParaRPr lang="en-US" altLang="zh-CN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46139" name="Line 67"/>
            <p:cNvSpPr>
              <a:spLocks noChangeShapeType="1"/>
            </p:cNvSpPr>
            <p:nvPr/>
          </p:nvSpPr>
          <p:spPr bwMode="auto">
            <a:xfrm>
              <a:off x="4740" y="1162"/>
              <a:ext cx="317" cy="0"/>
            </a:xfrm>
            <a:prstGeom prst="line">
              <a:avLst/>
            </a:prstGeom>
            <a:noFill/>
            <a:ln w="38100">
              <a:solidFill>
                <a:srgbClr val="00FFFF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140" name="Line 68"/>
            <p:cNvSpPr>
              <a:spLocks noChangeShapeType="1"/>
            </p:cNvSpPr>
            <p:nvPr/>
          </p:nvSpPr>
          <p:spPr bwMode="auto">
            <a:xfrm>
              <a:off x="4468" y="1706"/>
              <a:ext cx="0" cy="227"/>
            </a:xfrm>
            <a:prstGeom prst="line">
              <a:avLst/>
            </a:prstGeom>
            <a:noFill/>
            <a:ln w="38100">
              <a:solidFill>
                <a:srgbClr val="00FFFF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141" name="Rectangle 69"/>
            <p:cNvSpPr>
              <a:spLocks noChangeArrowheads="1"/>
            </p:cNvSpPr>
            <p:nvPr/>
          </p:nvSpPr>
          <p:spPr bwMode="auto">
            <a:xfrm>
              <a:off x="5057" y="1389"/>
              <a:ext cx="136" cy="317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</a:gradFill>
            <a:ln w="25400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zh-CN" altLang="zh-CN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46142" name="Rectangle 70"/>
            <p:cNvSpPr>
              <a:spLocks noChangeArrowheads="1"/>
            </p:cNvSpPr>
            <p:nvPr/>
          </p:nvSpPr>
          <p:spPr bwMode="auto">
            <a:xfrm rot="-5400000">
              <a:off x="4170" y="909"/>
              <a:ext cx="136" cy="363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</a:gradFill>
            <a:ln w="25400">
              <a:noFill/>
              <a:miter lim="800000"/>
              <a:headEnd/>
              <a:tailEnd/>
            </a:ln>
          </p:spPr>
          <p:txBody>
            <a:bodyPr vert="eaVert" wrap="none" anchor="ctr"/>
            <a:lstStyle/>
            <a:p>
              <a:pPr algn="ctr"/>
              <a:endParaRPr lang="zh-CN" altLang="zh-CN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</p:grpSp>
      <p:graphicFrame>
        <p:nvGraphicFramePr>
          <p:cNvPr id="111688" name="Object 72"/>
          <p:cNvGraphicFramePr>
            <a:graphicFrameLocks noChangeAspect="1"/>
          </p:cNvGraphicFramePr>
          <p:nvPr/>
        </p:nvGraphicFramePr>
        <p:xfrm>
          <a:off x="1908175" y="5589588"/>
          <a:ext cx="4914900" cy="571500"/>
        </p:xfrm>
        <a:graphic>
          <a:graphicData uri="http://schemas.openxmlformats.org/presentationml/2006/ole">
            <p:oleObj spid="_x0000_s46143" r:id="rId5" imgW="2097360" imgH="207720" progId="Equation.3">
              <p:embed/>
            </p:oleObj>
          </a:graphicData>
        </a:graphic>
      </p:graphicFrame>
      <p:grpSp>
        <p:nvGrpSpPr>
          <p:cNvPr id="46144" name="Group 77"/>
          <p:cNvGrpSpPr>
            <a:grpSpLocks/>
          </p:cNvGrpSpPr>
          <p:nvPr/>
        </p:nvGrpSpPr>
        <p:grpSpPr bwMode="auto">
          <a:xfrm>
            <a:off x="6588125" y="6445250"/>
            <a:ext cx="792163" cy="366713"/>
            <a:chOff x="4649" y="4020"/>
            <a:chExt cx="499" cy="231"/>
          </a:xfrm>
        </p:grpSpPr>
        <p:pic>
          <p:nvPicPr>
            <p:cNvPr id="46145" name="Picture 78" descr="78900"/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46146" name="Text Box 79">
              <a:hlinkClick r:id="rId6" action="ppaction://hlinksldjump"/>
            </p:cNvPr>
            <p:cNvSpPr txBox="1">
              <a:spLocks noChangeArrowheads="1"/>
            </p:cNvSpPr>
            <p:nvPr/>
          </p:nvSpPr>
          <p:spPr bwMode="auto"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0">
                  <a:solidFill>
                    <a:schemeClr val="bg1"/>
                  </a:solidFill>
                  <a:latin typeface="隶书" pitchFamily="49" charset="-122"/>
                  <a:ea typeface="隶书" pitchFamily="49" charset="-122"/>
                </a:rPr>
                <a:t>返 回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116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116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116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1116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116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116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116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116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116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116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116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000"/>
                            </p:stCondLst>
                            <p:childTnLst>
                              <p:par>
                                <p:cTn id="30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116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116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8" dur="500"/>
                                        <p:tgtEl>
                                          <p:spTgt spid="1116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00"/>
                            </p:stCondLst>
                            <p:childTnLst>
                              <p:par>
                                <p:cTn id="40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1116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7" dur="3000"/>
                                        <p:tgtEl>
                                          <p:spTgt spid="1116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52" dur="2000"/>
                                        <p:tgtEl>
                                          <p:spTgt spid="1116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1618" grpId="0"/>
      <p:bldP spid="111619" grpId="0"/>
      <p:bldP spid="111620" grpId="0" animBg="1"/>
      <p:bldP spid="111621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105" name="Group 117"/>
          <p:cNvGrpSpPr>
            <a:grpSpLocks/>
          </p:cNvGrpSpPr>
          <p:nvPr/>
        </p:nvGrpSpPr>
        <p:grpSpPr bwMode="auto">
          <a:xfrm>
            <a:off x="5219700" y="908050"/>
            <a:ext cx="2232025" cy="1512888"/>
            <a:chOff x="3288" y="572"/>
            <a:chExt cx="1406" cy="953"/>
          </a:xfrm>
        </p:grpSpPr>
        <p:sp>
          <p:nvSpPr>
            <p:cNvPr id="47106" name="Line 62"/>
            <p:cNvSpPr>
              <a:spLocks noChangeShapeType="1"/>
            </p:cNvSpPr>
            <p:nvPr/>
          </p:nvSpPr>
          <p:spPr bwMode="auto">
            <a:xfrm>
              <a:off x="4041" y="663"/>
              <a:ext cx="317" cy="0"/>
            </a:xfrm>
            <a:prstGeom prst="line">
              <a:avLst/>
            </a:prstGeom>
            <a:noFill/>
            <a:ln w="38100">
              <a:solidFill>
                <a:srgbClr val="00FFFF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107" name="Text Box 64"/>
            <p:cNvSpPr txBox="1">
              <a:spLocks noChangeArrowheads="1"/>
            </p:cNvSpPr>
            <p:nvPr/>
          </p:nvSpPr>
          <p:spPr bwMode="auto">
            <a:xfrm>
              <a:off x="3651" y="618"/>
              <a:ext cx="244" cy="32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+</a:t>
              </a:r>
              <a:endParaRPr lang="en-US" altLang="zh-CN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47108" name="Line 65"/>
            <p:cNvSpPr>
              <a:spLocks noChangeShapeType="1"/>
            </p:cNvSpPr>
            <p:nvPr/>
          </p:nvSpPr>
          <p:spPr bwMode="auto">
            <a:xfrm flipV="1">
              <a:off x="4623" y="572"/>
              <a:ext cx="8" cy="953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109" name="Line 67"/>
            <p:cNvSpPr>
              <a:spLocks noChangeShapeType="1"/>
            </p:cNvSpPr>
            <p:nvPr/>
          </p:nvSpPr>
          <p:spPr bwMode="auto">
            <a:xfrm>
              <a:off x="3651" y="1525"/>
              <a:ext cx="980" cy="0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47110" name="Group 68"/>
            <p:cNvGrpSpPr>
              <a:grpSpLocks/>
            </p:cNvGrpSpPr>
            <p:nvPr/>
          </p:nvGrpSpPr>
          <p:grpSpPr bwMode="auto">
            <a:xfrm rot="5400000">
              <a:off x="3603" y="886"/>
              <a:ext cx="90" cy="273"/>
              <a:chOff x="4014" y="2387"/>
              <a:chExt cx="91" cy="227"/>
            </a:xfrm>
          </p:grpSpPr>
          <p:sp>
            <p:nvSpPr>
              <p:cNvPr id="47111" name="Line 69"/>
              <p:cNvSpPr>
                <a:spLocks noChangeShapeType="1"/>
              </p:cNvSpPr>
              <p:nvPr/>
            </p:nvSpPr>
            <p:spPr bwMode="auto">
              <a:xfrm>
                <a:off x="4014" y="2387"/>
                <a:ext cx="0" cy="227"/>
              </a:xfrm>
              <a:prstGeom prst="line">
                <a:avLst/>
              </a:prstGeom>
              <a:noFill/>
              <a:ln w="57150">
                <a:solidFill>
                  <a:srgbClr val="FF99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7112" name="Line 70"/>
              <p:cNvSpPr>
                <a:spLocks noChangeShapeType="1"/>
              </p:cNvSpPr>
              <p:nvPr/>
            </p:nvSpPr>
            <p:spPr bwMode="auto">
              <a:xfrm>
                <a:off x="4105" y="2387"/>
                <a:ext cx="0" cy="227"/>
              </a:xfrm>
              <a:prstGeom prst="line">
                <a:avLst/>
              </a:prstGeom>
              <a:noFill/>
              <a:ln w="57150">
                <a:solidFill>
                  <a:srgbClr val="FF99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47113" name="Rectangle 72"/>
            <p:cNvSpPr>
              <a:spLocks noChangeArrowheads="1"/>
            </p:cNvSpPr>
            <p:nvPr/>
          </p:nvSpPr>
          <p:spPr bwMode="auto">
            <a:xfrm>
              <a:off x="4579" y="890"/>
              <a:ext cx="115" cy="317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7114" name="Text Box 73"/>
            <p:cNvSpPr txBox="1">
              <a:spLocks noChangeArrowheads="1"/>
            </p:cNvSpPr>
            <p:nvPr/>
          </p:nvSpPr>
          <p:spPr bwMode="auto">
            <a:xfrm>
              <a:off x="3741" y="871"/>
              <a:ext cx="436" cy="32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pPr algn="ctr"/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u</a:t>
              </a:r>
              <a:r>
                <a:rPr lang="en-US" altLang="zh-CN" b="0" i="1" baseline="-2500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C</a:t>
              </a:r>
            </a:p>
          </p:txBody>
        </p:sp>
        <p:sp>
          <p:nvSpPr>
            <p:cNvPr id="47115" name="Text Box 75"/>
            <p:cNvSpPr txBox="1">
              <a:spLocks noChangeArrowheads="1"/>
            </p:cNvSpPr>
            <p:nvPr/>
          </p:nvSpPr>
          <p:spPr bwMode="auto">
            <a:xfrm>
              <a:off x="4220" y="916"/>
              <a:ext cx="400" cy="32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4</a:t>
              </a:r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  <a:sym typeface="Symbol" pitchFamily="18" charset="2"/>
                </a:rPr>
                <a:t></a:t>
              </a:r>
            </a:p>
          </p:txBody>
        </p:sp>
        <p:sp>
          <p:nvSpPr>
            <p:cNvPr id="47116" name="Text Box 76"/>
            <p:cNvSpPr txBox="1">
              <a:spLocks noChangeArrowheads="1"/>
            </p:cNvSpPr>
            <p:nvPr/>
          </p:nvSpPr>
          <p:spPr bwMode="auto">
            <a:xfrm>
              <a:off x="3288" y="663"/>
              <a:ext cx="353" cy="32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5F</a:t>
              </a:r>
              <a:endParaRPr lang="en-US" altLang="zh-CN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endParaRPr>
            </a:p>
          </p:txBody>
        </p:sp>
        <p:sp>
          <p:nvSpPr>
            <p:cNvPr id="47117" name="Line 77"/>
            <p:cNvSpPr>
              <a:spLocks noChangeShapeType="1"/>
            </p:cNvSpPr>
            <p:nvPr/>
          </p:nvSpPr>
          <p:spPr bwMode="auto">
            <a:xfrm>
              <a:off x="3651" y="572"/>
              <a:ext cx="0" cy="409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118" name="Line 78"/>
            <p:cNvSpPr>
              <a:spLocks noChangeShapeType="1"/>
            </p:cNvSpPr>
            <p:nvPr/>
          </p:nvSpPr>
          <p:spPr bwMode="auto">
            <a:xfrm>
              <a:off x="3651" y="1071"/>
              <a:ext cx="0" cy="454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119" name="Line 81"/>
            <p:cNvSpPr>
              <a:spLocks noChangeShapeType="1"/>
            </p:cNvSpPr>
            <p:nvPr/>
          </p:nvSpPr>
          <p:spPr bwMode="auto">
            <a:xfrm>
              <a:off x="3651" y="572"/>
              <a:ext cx="980" cy="0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120" name="Text Box 82"/>
            <p:cNvSpPr txBox="1">
              <a:spLocks noChangeArrowheads="1"/>
            </p:cNvSpPr>
            <p:nvPr/>
          </p:nvSpPr>
          <p:spPr bwMode="auto">
            <a:xfrm>
              <a:off x="3605" y="1079"/>
              <a:ext cx="318" cy="32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pPr algn="ctr"/>
              <a:r>
                <a:rPr lang="zh-CN" altLang="en-US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－</a:t>
              </a:r>
              <a:endParaRPr lang="zh-CN" altLang="en-US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47121" name="Text Box 84"/>
            <p:cNvSpPr txBox="1">
              <a:spLocks noChangeArrowheads="1"/>
            </p:cNvSpPr>
            <p:nvPr/>
          </p:nvSpPr>
          <p:spPr bwMode="auto">
            <a:xfrm>
              <a:off x="4059" y="617"/>
              <a:ext cx="254" cy="32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i</a:t>
              </a:r>
              <a:r>
                <a:rPr lang="en-US" altLang="zh-CN" b="0" baseline="-2500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1</a:t>
              </a:r>
              <a:endParaRPr lang="en-US" altLang="zh-CN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</p:grpSp>
      <p:graphicFrame>
        <p:nvGraphicFramePr>
          <p:cNvPr id="73820" name="Object 92"/>
          <p:cNvGraphicFramePr>
            <a:graphicFrameLocks noChangeAspect="1"/>
          </p:cNvGraphicFramePr>
          <p:nvPr/>
        </p:nvGraphicFramePr>
        <p:xfrm>
          <a:off x="2195513" y="2708275"/>
          <a:ext cx="3830637" cy="904875"/>
        </p:xfrm>
        <a:graphic>
          <a:graphicData uri="http://schemas.openxmlformats.org/presentationml/2006/ole">
            <p:oleObj spid="_x0000_s47122" r:id="rId3" imgW="1529640" imgH="311400" progId="Equation.3">
              <p:embed/>
            </p:oleObj>
          </a:graphicData>
        </a:graphic>
      </p:graphicFrame>
      <p:sp>
        <p:nvSpPr>
          <p:cNvPr id="73821" name="Text Box 93"/>
          <p:cNvSpPr txBox="1">
            <a:spLocks noChangeArrowheads="1"/>
          </p:cNvSpPr>
          <p:nvPr/>
        </p:nvSpPr>
        <p:spPr bwMode="auto">
          <a:xfrm>
            <a:off x="611188" y="4941888"/>
            <a:ext cx="1800225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/>
              <a:t>分流得：</a:t>
            </a:r>
          </a:p>
        </p:txBody>
      </p:sp>
      <p:graphicFrame>
        <p:nvGraphicFramePr>
          <p:cNvPr id="73823" name="Object 95"/>
          <p:cNvGraphicFramePr>
            <a:graphicFrameLocks noChangeAspect="1"/>
          </p:cNvGraphicFramePr>
          <p:nvPr/>
        </p:nvGraphicFramePr>
        <p:xfrm>
          <a:off x="2124075" y="3644900"/>
          <a:ext cx="3562350" cy="949325"/>
        </p:xfrm>
        <a:graphic>
          <a:graphicData uri="http://schemas.openxmlformats.org/presentationml/2006/ole">
            <p:oleObj spid="_x0000_s47124" r:id="rId4" imgW="1355760" imgH="311400" progId="Equation.3">
              <p:embed/>
            </p:oleObj>
          </a:graphicData>
        </a:graphic>
      </p:graphicFrame>
      <p:graphicFrame>
        <p:nvGraphicFramePr>
          <p:cNvPr id="73824" name="Object 96"/>
          <p:cNvGraphicFramePr>
            <a:graphicFrameLocks noChangeAspect="1"/>
          </p:cNvGraphicFramePr>
          <p:nvPr/>
        </p:nvGraphicFramePr>
        <p:xfrm>
          <a:off x="2124075" y="4638675"/>
          <a:ext cx="2952750" cy="1095375"/>
        </p:xfrm>
        <a:graphic>
          <a:graphicData uri="http://schemas.openxmlformats.org/presentationml/2006/ole">
            <p:oleObj spid="_x0000_s47125" r:id="rId5" imgW="1251360" imgH="403560" progId="Equation.3">
              <p:embed/>
            </p:oleObj>
          </a:graphicData>
        </a:graphic>
      </p:graphicFrame>
      <p:graphicFrame>
        <p:nvGraphicFramePr>
          <p:cNvPr id="73825" name="Object 97"/>
          <p:cNvGraphicFramePr>
            <a:graphicFrameLocks noChangeAspect="1"/>
          </p:cNvGraphicFramePr>
          <p:nvPr/>
        </p:nvGraphicFramePr>
        <p:xfrm>
          <a:off x="5507038" y="4565650"/>
          <a:ext cx="2952750" cy="1116013"/>
        </p:xfrm>
        <a:graphic>
          <a:graphicData uri="http://schemas.openxmlformats.org/presentationml/2006/ole">
            <p:oleObj spid="_x0000_s47126" r:id="rId6" imgW="1228320" imgH="403560" progId="Equation.3">
              <p:embed/>
            </p:oleObj>
          </a:graphicData>
        </a:graphic>
      </p:graphicFrame>
      <p:grpSp>
        <p:nvGrpSpPr>
          <p:cNvPr id="47127" name="Group 103"/>
          <p:cNvGrpSpPr>
            <a:grpSpLocks/>
          </p:cNvGrpSpPr>
          <p:nvPr/>
        </p:nvGrpSpPr>
        <p:grpSpPr bwMode="auto"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47128" name="Picture 104" descr="78900"/>
            <p:cNvPicPr>
              <a:picLocks noChangeAspect="1" noChangeArrowheads="1"/>
            </p:cNvPicPr>
            <p:nvPr/>
          </p:nvPicPr>
          <p:blipFill>
            <a:blip r:embed="rId7"/>
            <a:srcRect/>
            <a:stretch>
              <a:fillRect/>
            </a:stretch>
          </p:blipFill>
          <p:spPr bwMode="auto"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47129" name="Text Box 105">
              <a:hlinkClick r:id="" action="ppaction://hlinkshowjump?jump=nextslide"/>
            </p:cNvPr>
            <p:cNvSpPr txBox="1">
              <a:spLocks noChangeArrowheads="1"/>
            </p:cNvSpPr>
            <p:nvPr/>
          </p:nvSpPr>
          <p:spPr bwMode="auto"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0">
                  <a:solidFill>
                    <a:schemeClr val="bg1"/>
                  </a:solidFill>
                  <a:latin typeface="隶书" pitchFamily="49" charset="-122"/>
                  <a:ea typeface="隶书" pitchFamily="49" charset="-122"/>
                </a:rPr>
                <a:t>下 页</a:t>
              </a:r>
            </a:p>
          </p:txBody>
        </p:sp>
      </p:grpSp>
      <p:grpSp>
        <p:nvGrpSpPr>
          <p:cNvPr id="47130" name="Group 106"/>
          <p:cNvGrpSpPr>
            <a:grpSpLocks/>
          </p:cNvGrpSpPr>
          <p:nvPr/>
        </p:nvGrpSpPr>
        <p:grpSpPr bwMode="auto">
          <a:xfrm>
            <a:off x="7453313" y="6446838"/>
            <a:ext cx="792162" cy="366712"/>
            <a:chOff x="4649" y="4020"/>
            <a:chExt cx="499" cy="231"/>
          </a:xfrm>
        </p:grpSpPr>
        <p:pic>
          <p:nvPicPr>
            <p:cNvPr id="47131" name="Picture 107" descr="78900"/>
            <p:cNvPicPr>
              <a:picLocks noChangeAspect="1" noChangeArrowheads="1"/>
            </p:cNvPicPr>
            <p:nvPr/>
          </p:nvPicPr>
          <p:blipFill>
            <a:blip r:embed="rId7"/>
            <a:srcRect/>
            <a:stretch>
              <a:fillRect/>
            </a:stretch>
          </p:blipFill>
          <p:spPr bwMode="auto"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47132" name="Text Box 108">
              <a:hlinkClick r:id="" action="ppaction://hlinkshowjump?jump=previousslide"/>
            </p:cNvPr>
            <p:cNvSpPr txBox="1">
              <a:spLocks noChangeArrowheads="1"/>
            </p:cNvSpPr>
            <p:nvPr/>
          </p:nvSpPr>
          <p:spPr bwMode="auto"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0">
                  <a:solidFill>
                    <a:schemeClr val="bg1"/>
                  </a:solidFill>
                  <a:latin typeface="隶书" pitchFamily="49" charset="-122"/>
                  <a:ea typeface="隶书" pitchFamily="49" charset="-122"/>
                </a:rPr>
                <a:t>上 页</a:t>
              </a:r>
            </a:p>
          </p:txBody>
        </p:sp>
      </p:grpSp>
      <p:grpSp>
        <p:nvGrpSpPr>
          <p:cNvPr id="47133" name="Group 116"/>
          <p:cNvGrpSpPr>
            <a:grpSpLocks/>
          </p:cNvGrpSpPr>
          <p:nvPr/>
        </p:nvGrpSpPr>
        <p:grpSpPr bwMode="auto">
          <a:xfrm>
            <a:off x="900113" y="333375"/>
            <a:ext cx="3455987" cy="2190750"/>
            <a:chOff x="3016" y="644"/>
            <a:chExt cx="2177" cy="1380"/>
          </a:xfrm>
        </p:grpSpPr>
        <p:sp>
          <p:nvSpPr>
            <p:cNvPr id="47134" name="Line 46"/>
            <p:cNvSpPr>
              <a:spLocks noChangeShapeType="1"/>
            </p:cNvSpPr>
            <p:nvPr/>
          </p:nvSpPr>
          <p:spPr bwMode="auto">
            <a:xfrm>
              <a:off x="3923" y="1071"/>
              <a:ext cx="1224" cy="0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 type="oval" w="med" len="med"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135" name="Text Box 20"/>
            <p:cNvSpPr txBox="1">
              <a:spLocks noChangeArrowheads="1"/>
            </p:cNvSpPr>
            <p:nvPr/>
          </p:nvSpPr>
          <p:spPr bwMode="auto">
            <a:xfrm>
              <a:off x="4231" y="1642"/>
              <a:ext cx="254" cy="32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i</a:t>
              </a:r>
              <a:r>
                <a:rPr lang="en-US" altLang="zh-CN" b="0" baseline="-2500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3</a:t>
              </a:r>
              <a:endParaRPr lang="en-US" altLang="zh-CN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47136" name="Text Box 23"/>
            <p:cNvSpPr txBox="1">
              <a:spLocks noChangeArrowheads="1"/>
            </p:cNvSpPr>
            <p:nvPr/>
          </p:nvSpPr>
          <p:spPr bwMode="auto">
            <a:xfrm>
              <a:off x="3482" y="810"/>
              <a:ext cx="241" cy="32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S</a:t>
              </a:r>
            </a:p>
          </p:txBody>
        </p:sp>
        <p:sp>
          <p:nvSpPr>
            <p:cNvPr id="47137" name="Text Box 24"/>
            <p:cNvSpPr txBox="1">
              <a:spLocks noChangeArrowheads="1"/>
            </p:cNvSpPr>
            <p:nvPr/>
          </p:nvSpPr>
          <p:spPr bwMode="auto">
            <a:xfrm>
              <a:off x="4130" y="1325"/>
              <a:ext cx="400" cy="32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  <a:sym typeface="Symbol" pitchFamily="18" charset="2"/>
                </a:rPr>
                <a:t>3</a:t>
              </a:r>
            </a:p>
          </p:txBody>
        </p:sp>
        <p:sp>
          <p:nvSpPr>
            <p:cNvPr id="47138" name="Line 25"/>
            <p:cNvSpPr>
              <a:spLocks noChangeShapeType="1"/>
            </p:cNvSpPr>
            <p:nvPr/>
          </p:nvSpPr>
          <p:spPr bwMode="auto">
            <a:xfrm>
              <a:off x="4059" y="981"/>
              <a:ext cx="317" cy="0"/>
            </a:xfrm>
            <a:prstGeom prst="line">
              <a:avLst/>
            </a:prstGeom>
            <a:noFill/>
            <a:ln w="38100">
              <a:solidFill>
                <a:srgbClr val="00FFFF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139" name="Line 27"/>
            <p:cNvSpPr>
              <a:spLocks noChangeShapeType="1"/>
            </p:cNvSpPr>
            <p:nvPr/>
          </p:nvSpPr>
          <p:spPr bwMode="auto">
            <a:xfrm>
              <a:off x="3651" y="844"/>
              <a:ext cx="227" cy="227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140" name="Text Box 28"/>
            <p:cNvSpPr txBox="1">
              <a:spLocks noChangeArrowheads="1"/>
            </p:cNvSpPr>
            <p:nvPr/>
          </p:nvSpPr>
          <p:spPr bwMode="auto">
            <a:xfrm>
              <a:off x="3334" y="1117"/>
              <a:ext cx="244" cy="32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+</a:t>
              </a:r>
              <a:endParaRPr lang="en-US" altLang="zh-CN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47141" name="Line 29"/>
            <p:cNvSpPr>
              <a:spLocks noChangeShapeType="1"/>
            </p:cNvSpPr>
            <p:nvPr/>
          </p:nvSpPr>
          <p:spPr bwMode="auto">
            <a:xfrm flipV="1">
              <a:off x="5140" y="1071"/>
              <a:ext cx="8" cy="953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142" name="Line 30"/>
            <p:cNvSpPr>
              <a:spLocks noChangeShapeType="1"/>
            </p:cNvSpPr>
            <p:nvPr/>
          </p:nvSpPr>
          <p:spPr bwMode="auto">
            <a:xfrm flipH="1">
              <a:off x="4558" y="1071"/>
              <a:ext cx="0" cy="953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 type="oval" w="med" len="med"/>
              <a:tailEnd type="oval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143" name="Line 31"/>
            <p:cNvSpPr>
              <a:spLocks noChangeShapeType="1"/>
            </p:cNvSpPr>
            <p:nvPr/>
          </p:nvSpPr>
          <p:spPr bwMode="auto">
            <a:xfrm>
              <a:off x="3334" y="2024"/>
              <a:ext cx="1814" cy="0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47144" name="Group 50"/>
            <p:cNvGrpSpPr>
              <a:grpSpLocks/>
            </p:cNvGrpSpPr>
            <p:nvPr/>
          </p:nvGrpSpPr>
          <p:grpSpPr bwMode="auto">
            <a:xfrm rot="5400000">
              <a:off x="3286" y="1385"/>
              <a:ext cx="90" cy="273"/>
              <a:chOff x="4014" y="2387"/>
              <a:chExt cx="91" cy="227"/>
            </a:xfrm>
          </p:grpSpPr>
          <p:sp>
            <p:nvSpPr>
              <p:cNvPr id="47145" name="Line 32"/>
              <p:cNvSpPr>
                <a:spLocks noChangeShapeType="1"/>
              </p:cNvSpPr>
              <p:nvPr/>
            </p:nvSpPr>
            <p:spPr bwMode="auto">
              <a:xfrm>
                <a:off x="4014" y="2387"/>
                <a:ext cx="0" cy="227"/>
              </a:xfrm>
              <a:prstGeom prst="line">
                <a:avLst/>
              </a:prstGeom>
              <a:noFill/>
              <a:ln w="57150">
                <a:solidFill>
                  <a:srgbClr val="FF99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7146" name="Line 33"/>
              <p:cNvSpPr>
                <a:spLocks noChangeShapeType="1"/>
              </p:cNvSpPr>
              <p:nvPr/>
            </p:nvSpPr>
            <p:spPr bwMode="auto">
              <a:xfrm>
                <a:off x="4105" y="2387"/>
                <a:ext cx="0" cy="227"/>
              </a:xfrm>
              <a:prstGeom prst="line">
                <a:avLst/>
              </a:prstGeom>
              <a:noFill/>
              <a:ln w="57150">
                <a:solidFill>
                  <a:srgbClr val="FF99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47147" name="Text Box 36"/>
            <p:cNvSpPr txBox="1">
              <a:spLocks noChangeArrowheads="1"/>
            </p:cNvSpPr>
            <p:nvPr/>
          </p:nvSpPr>
          <p:spPr bwMode="auto">
            <a:xfrm>
              <a:off x="3424" y="1370"/>
              <a:ext cx="436" cy="32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pPr algn="ctr"/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u</a:t>
              </a:r>
              <a:r>
                <a:rPr lang="en-US" altLang="zh-CN" b="0" i="1" baseline="-2500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C</a:t>
              </a:r>
            </a:p>
          </p:txBody>
        </p:sp>
        <p:sp>
          <p:nvSpPr>
            <p:cNvPr id="47148" name="Text Box 37"/>
            <p:cNvSpPr txBox="1">
              <a:spLocks noChangeArrowheads="1"/>
            </p:cNvSpPr>
            <p:nvPr/>
          </p:nvSpPr>
          <p:spPr bwMode="auto">
            <a:xfrm>
              <a:off x="3994" y="1098"/>
              <a:ext cx="400" cy="32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2</a:t>
              </a:r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  <a:sym typeface="Symbol" pitchFamily="18" charset="2"/>
                </a:rPr>
                <a:t></a:t>
              </a:r>
            </a:p>
          </p:txBody>
        </p:sp>
        <p:sp>
          <p:nvSpPr>
            <p:cNvPr id="47149" name="Text Box 38"/>
            <p:cNvSpPr txBox="1">
              <a:spLocks noChangeArrowheads="1"/>
            </p:cNvSpPr>
            <p:nvPr/>
          </p:nvSpPr>
          <p:spPr bwMode="auto">
            <a:xfrm>
              <a:off x="4720" y="1415"/>
              <a:ext cx="400" cy="32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6</a:t>
              </a:r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  <a:sym typeface="Symbol" pitchFamily="18" charset="2"/>
                </a:rPr>
                <a:t></a:t>
              </a:r>
            </a:p>
          </p:txBody>
        </p:sp>
        <p:sp>
          <p:nvSpPr>
            <p:cNvPr id="47150" name="Text Box 39"/>
            <p:cNvSpPr txBox="1">
              <a:spLocks noChangeArrowheads="1"/>
            </p:cNvSpPr>
            <p:nvPr/>
          </p:nvSpPr>
          <p:spPr bwMode="auto">
            <a:xfrm>
              <a:off x="3016" y="1162"/>
              <a:ext cx="353" cy="32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5F</a:t>
              </a:r>
              <a:endParaRPr lang="en-US" altLang="zh-CN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endParaRPr>
            </a:p>
          </p:txBody>
        </p:sp>
        <p:sp>
          <p:nvSpPr>
            <p:cNvPr id="47151" name="Line 42"/>
            <p:cNvSpPr>
              <a:spLocks noChangeShapeType="1"/>
            </p:cNvSpPr>
            <p:nvPr/>
          </p:nvSpPr>
          <p:spPr bwMode="auto">
            <a:xfrm>
              <a:off x="3334" y="1071"/>
              <a:ext cx="0" cy="363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152" name="Line 43"/>
            <p:cNvSpPr>
              <a:spLocks noChangeShapeType="1"/>
            </p:cNvSpPr>
            <p:nvPr/>
          </p:nvSpPr>
          <p:spPr bwMode="auto">
            <a:xfrm>
              <a:off x="3334" y="1570"/>
              <a:ext cx="0" cy="454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153" name="Line 44"/>
            <p:cNvSpPr>
              <a:spLocks noChangeShapeType="1"/>
            </p:cNvSpPr>
            <p:nvPr/>
          </p:nvSpPr>
          <p:spPr bwMode="auto">
            <a:xfrm flipH="1">
              <a:off x="3696" y="845"/>
              <a:ext cx="273" cy="227"/>
            </a:xfrm>
            <a:prstGeom prst="line">
              <a:avLst/>
            </a:prstGeom>
            <a:noFill/>
            <a:ln w="38100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154" name="Rectangle 45"/>
            <p:cNvSpPr>
              <a:spLocks noChangeArrowheads="1"/>
            </p:cNvSpPr>
            <p:nvPr/>
          </p:nvSpPr>
          <p:spPr bwMode="auto">
            <a:xfrm>
              <a:off x="4513" y="1389"/>
              <a:ext cx="136" cy="317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</a:gradFill>
            <a:ln w="25400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zh-CN" altLang="zh-CN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47155" name="Line 47"/>
            <p:cNvSpPr>
              <a:spLocks noChangeShapeType="1"/>
            </p:cNvSpPr>
            <p:nvPr/>
          </p:nvSpPr>
          <p:spPr bwMode="auto">
            <a:xfrm>
              <a:off x="3334" y="1071"/>
              <a:ext cx="408" cy="0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156" name="Text Box 49"/>
            <p:cNvSpPr txBox="1">
              <a:spLocks noChangeArrowheads="1"/>
            </p:cNvSpPr>
            <p:nvPr/>
          </p:nvSpPr>
          <p:spPr bwMode="auto">
            <a:xfrm>
              <a:off x="3288" y="1578"/>
              <a:ext cx="318" cy="32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pPr algn="ctr"/>
              <a:r>
                <a:rPr lang="zh-CN" altLang="en-US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－</a:t>
              </a:r>
              <a:endParaRPr lang="zh-CN" altLang="en-US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47157" name="Text Box 51"/>
            <p:cNvSpPr txBox="1">
              <a:spLocks noChangeArrowheads="1"/>
            </p:cNvSpPr>
            <p:nvPr/>
          </p:nvSpPr>
          <p:spPr bwMode="auto">
            <a:xfrm>
              <a:off x="4730" y="1098"/>
              <a:ext cx="254" cy="32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i</a:t>
              </a:r>
              <a:r>
                <a:rPr lang="en-US" altLang="zh-CN" b="0" baseline="-2500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2</a:t>
              </a:r>
              <a:endParaRPr lang="en-US" altLang="zh-CN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47158" name="Text Box 52"/>
            <p:cNvSpPr txBox="1">
              <a:spLocks noChangeArrowheads="1"/>
            </p:cNvSpPr>
            <p:nvPr/>
          </p:nvSpPr>
          <p:spPr bwMode="auto">
            <a:xfrm>
              <a:off x="4095" y="644"/>
              <a:ext cx="254" cy="32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i</a:t>
              </a:r>
              <a:r>
                <a:rPr lang="en-US" altLang="zh-CN" b="0" baseline="-2500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1</a:t>
              </a:r>
              <a:endParaRPr lang="en-US" altLang="zh-CN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47159" name="Line 53"/>
            <p:cNvSpPr>
              <a:spLocks noChangeShapeType="1"/>
            </p:cNvSpPr>
            <p:nvPr/>
          </p:nvSpPr>
          <p:spPr bwMode="auto">
            <a:xfrm>
              <a:off x="4740" y="1162"/>
              <a:ext cx="317" cy="0"/>
            </a:xfrm>
            <a:prstGeom prst="line">
              <a:avLst/>
            </a:prstGeom>
            <a:noFill/>
            <a:ln w="28575">
              <a:solidFill>
                <a:srgbClr val="00FFFF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160" name="Line 54"/>
            <p:cNvSpPr>
              <a:spLocks noChangeShapeType="1"/>
            </p:cNvSpPr>
            <p:nvPr/>
          </p:nvSpPr>
          <p:spPr bwMode="auto">
            <a:xfrm>
              <a:off x="4468" y="1706"/>
              <a:ext cx="0" cy="227"/>
            </a:xfrm>
            <a:prstGeom prst="line">
              <a:avLst/>
            </a:prstGeom>
            <a:noFill/>
            <a:ln w="28575">
              <a:solidFill>
                <a:srgbClr val="00FFFF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161" name="Rectangle 113"/>
            <p:cNvSpPr>
              <a:spLocks noChangeArrowheads="1"/>
            </p:cNvSpPr>
            <p:nvPr/>
          </p:nvSpPr>
          <p:spPr bwMode="auto">
            <a:xfrm>
              <a:off x="5057" y="1389"/>
              <a:ext cx="136" cy="317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</a:gradFill>
            <a:ln w="25400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zh-CN" altLang="zh-CN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47162" name="Rectangle 114"/>
            <p:cNvSpPr>
              <a:spLocks noChangeArrowheads="1"/>
            </p:cNvSpPr>
            <p:nvPr/>
          </p:nvSpPr>
          <p:spPr bwMode="auto">
            <a:xfrm rot="-5400000">
              <a:off x="4170" y="909"/>
              <a:ext cx="136" cy="363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</a:gradFill>
            <a:ln w="25400">
              <a:noFill/>
              <a:miter lim="800000"/>
              <a:headEnd/>
              <a:tailEnd/>
            </a:ln>
          </p:spPr>
          <p:txBody>
            <a:bodyPr vert="eaVert" wrap="none" anchor="ctr"/>
            <a:lstStyle/>
            <a:p>
              <a:pPr algn="ctr"/>
              <a:endParaRPr lang="zh-CN" altLang="zh-CN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</p:grpSp>
      <p:grpSp>
        <p:nvGrpSpPr>
          <p:cNvPr id="47163" name="Group 121"/>
          <p:cNvGrpSpPr>
            <a:grpSpLocks/>
          </p:cNvGrpSpPr>
          <p:nvPr/>
        </p:nvGrpSpPr>
        <p:grpSpPr bwMode="auto">
          <a:xfrm>
            <a:off x="6588125" y="6445250"/>
            <a:ext cx="792163" cy="366713"/>
            <a:chOff x="4649" y="4020"/>
            <a:chExt cx="499" cy="231"/>
          </a:xfrm>
        </p:grpSpPr>
        <p:pic>
          <p:nvPicPr>
            <p:cNvPr id="47164" name="Picture 122" descr="78900"/>
            <p:cNvPicPr>
              <a:picLocks noChangeAspect="1" noChangeArrowheads="1"/>
            </p:cNvPicPr>
            <p:nvPr/>
          </p:nvPicPr>
          <p:blipFill>
            <a:blip r:embed="rId7"/>
            <a:srcRect/>
            <a:stretch>
              <a:fillRect/>
            </a:stretch>
          </p:blipFill>
          <p:spPr bwMode="auto"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47165" name="Text Box 123">
              <a:hlinkClick r:id="rId8" action="ppaction://hlinksldjump"/>
            </p:cNvPr>
            <p:cNvSpPr txBox="1">
              <a:spLocks noChangeArrowheads="1"/>
            </p:cNvSpPr>
            <p:nvPr/>
          </p:nvSpPr>
          <p:spPr bwMode="auto"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0">
                  <a:solidFill>
                    <a:schemeClr val="bg1"/>
                  </a:solidFill>
                  <a:latin typeface="隶书" pitchFamily="49" charset="-122"/>
                  <a:ea typeface="隶书" pitchFamily="49" charset="-122"/>
                </a:rPr>
                <a:t>返 回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2000"/>
                                        <p:tgtEl>
                                          <p:spTgt spid="738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2" dur="2000"/>
                                        <p:tgtEl>
                                          <p:spTgt spid="738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738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738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8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2" dur="2000"/>
                                        <p:tgtEl>
                                          <p:spTgt spid="738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500"/>
                            </p:stCondLst>
                            <p:childTnLst>
                              <p:par>
                                <p:cTn id="24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8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6" dur="2000"/>
                                        <p:tgtEl>
                                          <p:spTgt spid="738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3821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129" name="Group 3"/>
          <p:cNvGrpSpPr>
            <a:grpSpLocks/>
          </p:cNvGrpSpPr>
          <p:nvPr/>
        </p:nvGrpSpPr>
        <p:grpSpPr bwMode="auto"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48130" name="Picture 4" descr="78900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48131" name="Text Box 5">
              <a:hlinkClick r:id="" action="ppaction://hlinkshowjump?jump=nextslide"/>
            </p:cNvPr>
            <p:cNvSpPr txBox="1">
              <a:spLocks noChangeArrowheads="1"/>
            </p:cNvSpPr>
            <p:nvPr/>
          </p:nvSpPr>
          <p:spPr bwMode="auto"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0">
                  <a:solidFill>
                    <a:schemeClr val="bg1"/>
                  </a:solidFill>
                  <a:latin typeface="隶书" pitchFamily="49" charset="-122"/>
                  <a:ea typeface="隶书" pitchFamily="49" charset="-122"/>
                </a:rPr>
                <a:t>下 页</a:t>
              </a:r>
            </a:p>
          </p:txBody>
        </p:sp>
      </p:grpSp>
      <p:grpSp>
        <p:nvGrpSpPr>
          <p:cNvPr id="48132" name="Group 6"/>
          <p:cNvGrpSpPr>
            <a:grpSpLocks/>
          </p:cNvGrpSpPr>
          <p:nvPr/>
        </p:nvGrpSpPr>
        <p:grpSpPr bwMode="auto">
          <a:xfrm>
            <a:off x="7453313" y="6446838"/>
            <a:ext cx="792162" cy="366712"/>
            <a:chOff x="4649" y="4020"/>
            <a:chExt cx="499" cy="231"/>
          </a:xfrm>
        </p:grpSpPr>
        <p:pic>
          <p:nvPicPr>
            <p:cNvPr id="48133" name="Picture 7" descr="78900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48134" name="Text Box 8">
              <a:hlinkClick r:id="" action="ppaction://hlinkshowjump?jump=previousslide"/>
            </p:cNvPr>
            <p:cNvSpPr txBox="1">
              <a:spLocks noChangeArrowheads="1"/>
            </p:cNvSpPr>
            <p:nvPr/>
          </p:nvSpPr>
          <p:spPr bwMode="auto"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0">
                  <a:solidFill>
                    <a:schemeClr val="bg1"/>
                  </a:solidFill>
                  <a:latin typeface="隶书" pitchFamily="49" charset="-122"/>
                  <a:ea typeface="隶书" pitchFamily="49" charset="-122"/>
                </a:rPr>
                <a:t>上 页</a:t>
              </a:r>
            </a:p>
          </p:txBody>
        </p:sp>
      </p:grpSp>
      <p:sp>
        <p:nvSpPr>
          <p:cNvPr id="169015" name="Rectangle 55"/>
          <p:cNvSpPr>
            <a:spLocks noChangeArrowheads="1"/>
          </p:cNvSpPr>
          <p:nvPr/>
        </p:nvSpPr>
        <p:spPr bwMode="auto">
          <a:xfrm>
            <a:off x="323850" y="476250"/>
            <a:ext cx="935038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algn="ctr"/>
            <a:r>
              <a:rPr lang="zh-CN" altLang="en-US" sz="320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例</a:t>
            </a:r>
            <a:r>
              <a:rPr lang="en-US" altLang="zh-CN" sz="3200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2</a:t>
            </a:r>
          </a:p>
        </p:txBody>
      </p:sp>
      <p:sp>
        <p:nvSpPr>
          <p:cNvPr id="169016" name="Text Box 56"/>
          <p:cNvSpPr txBox="1">
            <a:spLocks noChangeArrowheads="1"/>
          </p:cNvSpPr>
          <p:nvPr/>
        </p:nvSpPr>
        <p:spPr bwMode="auto">
          <a:xfrm>
            <a:off x="1116013" y="404813"/>
            <a:ext cx="7705725" cy="1630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>
                <a:latin typeface="楷体_GB2312" pitchFamily="49" charset="-122"/>
              </a:rPr>
              <a:t>求</a:t>
            </a:r>
            <a:r>
              <a:rPr lang="en-US" altLang="zh-CN" b="0">
                <a:latin typeface="楷体_GB2312" pitchFamily="49" charset="-122"/>
              </a:rPr>
              <a:t>:(1)</a:t>
            </a:r>
            <a:r>
              <a:rPr lang="zh-CN" altLang="en-US">
                <a:latin typeface="楷体_GB2312" pitchFamily="49" charset="-122"/>
              </a:rPr>
              <a:t>图示电路</a:t>
            </a:r>
            <a:r>
              <a:rPr lang="en-US" altLang="zh-CN" b="0">
                <a:latin typeface="楷体_GB2312" pitchFamily="49" charset="-122"/>
              </a:rPr>
              <a:t>k</a:t>
            </a:r>
            <a:r>
              <a:rPr lang="zh-CN" altLang="en-US">
                <a:latin typeface="楷体_GB2312" pitchFamily="49" charset="-122"/>
              </a:rPr>
              <a:t>闭合后各元件的电压和电流随时间变化的规律，</a:t>
            </a:r>
            <a:r>
              <a:rPr lang="en-US" altLang="zh-CN" b="0">
                <a:latin typeface="楷体_GB2312" pitchFamily="49" charset="-122"/>
              </a:rPr>
              <a:t>(2</a:t>
            </a:r>
            <a:r>
              <a:rPr lang="zh-CN" altLang="en-US" b="0">
                <a:latin typeface="楷体_GB2312" pitchFamily="49" charset="-122"/>
              </a:rPr>
              <a:t>）</a:t>
            </a:r>
            <a:r>
              <a:rPr lang="zh-CN" altLang="en-US">
                <a:latin typeface="楷体_GB2312" pitchFamily="49" charset="-122"/>
              </a:rPr>
              <a:t>电容的初始储能和最终时刻的储能及电阻的耗能。</a:t>
            </a:r>
          </a:p>
        </p:txBody>
      </p:sp>
      <p:sp>
        <p:nvSpPr>
          <p:cNvPr id="169050" name="Text Box 90"/>
          <p:cNvSpPr txBox="1">
            <a:spLocks noChangeArrowheads="1"/>
          </p:cNvSpPr>
          <p:nvPr/>
        </p:nvSpPr>
        <p:spPr bwMode="auto">
          <a:xfrm>
            <a:off x="827088" y="4292600"/>
            <a:ext cx="504825" cy="519113"/>
          </a:xfrm>
          <a:prstGeom prst="rect">
            <a:avLst/>
          </a:prstGeom>
          <a:solidFill>
            <a:srgbClr val="660033"/>
          </a:solidFill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algn="ctr"/>
            <a:r>
              <a:rPr lang="zh-CN" altLang="en-US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解</a:t>
            </a:r>
            <a:endParaRPr lang="zh-CN" altLang="en-US" sz="2400">
              <a:ea typeface="仿宋_GB2312" pitchFamily="49" charset="-122"/>
            </a:endParaRPr>
          </a:p>
        </p:txBody>
      </p:sp>
      <p:sp>
        <p:nvSpPr>
          <p:cNvPr id="169051" name="Text Box 91"/>
          <p:cNvSpPr txBox="1">
            <a:spLocks noChangeArrowheads="1"/>
          </p:cNvSpPr>
          <p:nvPr/>
        </p:nvSpPr>
        <p:spPr bwMode="auto">
          <a:xfrm>
            <a:off x="1476375" y="4292600"/>
            <a:ext cx="6983413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>
                <a:latin typeface="楷体_GB2312" pitchFamily="49" charset="-122"/>
              </a:rPr>
              <a:t>这是一个求一阶</a:t>
            </a:r>
            <a:r>
              <a:rPr lang="en-US" altLang="zh-CN" b="0" i="1">
                <a:latin typeface="Times New Roman" pitchFamily="18" charset="0"/>
              </a:rPr>
              <a:t>RC </a:t>
            </a:r>
            <a:r>
              <a:rPr lang="zh-CN" altLang="en-US">
                <a:latin typeface="楷体_GB2312" pitchFamily="49" charset="-122"/>
              </a:rPr>
              <a:t>零输入响应问题，有：</a:t>
            </a:r>
          </a:p>
        </p:txBody>
      </p:sp>
      <p:graphicFrame>
        <p:nvGraphicFramePr>
          <p:cNvPr id="169052" name="Object 92"/>
          <p:cNvGraphicFramePr>
            <a:graphicFrameLocks noChangeAspect="1"/>
          </p:cNvGraphicFramePr>
          <p:nvPr/>
        </p:nvGraphicFramePr>
        <p:xfrm>
          <a:off x="1227138" y="4941888"/>
          <a:ext cx="3416300" cy="1160462"/>
        </p:xfrm>
        <a:graphic>
          <a:graphicData uri="http://schemas.openxmlformats.org/presentationml/2006/ole">
            <p:oleObj spid="_x0000_s48139" r:id="rId4" imgW="1205280" imgH="438120" progId="Equation.3">
              <p:embed/>
            </p:oleObj>
          </a:graphicData>
        </a:graphic>
      </p:graphicFrame>
      <p:sp>
        <p:nvSpPr>
          <p:cNvPr id="169053" name="Text Box 93"/>
          <p:cNvSpPr txBox="1">
            <a:spLocks noChangeArrowheads="1"/>
          </p:cNvSpPr>
          <p:nvPr/>
        </p:nvSpPr>
        <p:spPr bwMode="auto">
          <a:xfrm>
            <a:off x="5146675" y="5157788"/>
            <a:ext cx="3313113" cy="579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3200" b="0" i="1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u</a:t>
            </a:r>
            <a:r>
              <a:rPr lang="en-US" altLang="zh-CN" sz="3200" b="0" baseline="-2500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 </a:t>
            </a:r>
            <a:r>
              <a:rPr lang="en-US" altLang="zh-CN" sz="3200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(0</a:t>
            </a:r>
            <a:r>
              <a:rPr lang="en-US" altLang="zh-CN" sz="3200" b="0" baseline="-2500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+</a:t>
            </a:r>
            <a:r>
              <a:rPr lang="en-US" altLang="zh-CN" sz="3200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)=</a:t>
            </a:r>
            <a:r>
              <a:rPr lang="en-US" altLang="zh-CN" sz="3200" b="0" i="1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u</a:t>
            </a:r>
            <a:r>
              <a:rPr lang="en-US" altLang="zh-CN" sz="3200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(0</a:t>
            </a:r>
            <a:r>
              <a:rPr lang="zh-CN" altLang="en-US" sz="3200" b="0" baseline="-2500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－</a:t>
            </a:r>
            <a:r>
              <a:rPr lang="en-US" altLang="zh-CN" sz="3200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)=20V</a:t>
            </a:r>
          </a:p>
        </p:txBody>
      </p:sp>
      <p:grpSp>
        <p:nvGrpSpPr>
          <p:cNvPr id="48141" name="Group 97"/>
          <p:cNvGrpSpPr>
            <a:grpSpLocks/>
          </p:cNvGrpSpPr>
          <p:nvPr/>
        </p:nvGrpSpPr>
        <p:grpSpPr bwMode="auto">
          <a:xfrm>
            <a:off x="6588125" y="6445250"/>
            <a:ext cx="792163" cy="366713"/>
            <a:chOff x="4649" y="4020"/>
            <a:chExt cx="499" cy="231"/>
          </a:xfrm>
        </p:grpSpPr>
        <p:pic>
          <p:nvPicPr>
            <p:cNvPr id="48142" name="Picture 98" descr="78900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48143" name="Text Box 99">
              <a:hlinkClick r:id="rId5" action="ppaction://hlinksldjump"/>
            </p:cNvPr>
            <p:cNvSpPr txBox="1">
              <a:spLocks noChangeArrowheads="1"/>
            </p:cNvSpPr>
            <p:nvPr/>
          </p:nvSpPr>
          <p:spPr bwMode="auto"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0">
                  <a:solidFill>
                    <a:schemeClr val="bg1"/>
                  </a:solidFill>
                  <a:latin typeface="隶书" pitchFamily="49" charset="-122"/>
                  <a:ea typeface="隶书" pitchFamily="49" charset="-122"/>
                </a:rPr>
                <a:t>返 回</a:t>
              </a:r>
            </a:p>
          </p:txBody>
        </p:sp>
      </p:grpSp>
      <p:grpSp>
        <p:nvGrpSpPr>
          <p:cNvPr id="169062" name="Group 102"/>
          <p:cNvGrpSpPr>
            <a:grpSpLocks/>
          </p:cNvGrpSpPr>
          <p:nvPr/>
        </p:nvGrpSpPr>
        <p:grpSpPr bwMode="auto">
          <a:xfrm>
            <a:off x="2051050" y="1628775"/>
            <a:ext cx="6048375" cy="2632075"/>
            <a:chOff x="1292" y="1026"/>
            <a:chExt cx="3810" cy="1658"/>
          </a:xfrm>
        </p:grpSpPr>
        <p:sp>
          <p:nvSpPr>
            <p:cNvPr id="48145" name="Oval 58"/>
            <p:cNvSpPr>
              <a:spLocks noChangeArrowheads="1"/>
            </p:cNvSpPr>
            <p:nvPr/>
          </p:nvSpPr>
          <p:spPr bwMode="auto">
            <a:xfrm>
              <a:off x="3605" y="1343"/>
              <a:ext cx="71" cy="68"/>
            </a:xfrm>
            <a:prstGeom prst="ellips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8146" name="Line 59"/>
            <p:cNvSpPr>
              <a:spLocks noChangeShapeType="1"/>
            </p:cNvSpPr>
            <p:nvPr/>
          </p:nvSpPr>
          <p:spPr bwMode="auto">
            <a:xfrm>
              <a:off x="4648" y="1389"/>
              <a:ext cx="0" cy="1224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147" name="Line 60"/>
            <p:cNvSpPr>
              <a:spLocks noChangeShapeType="1"/>
            </p:cNvSpPr>
            <p:nvPr/>
          </p:nvSpPr>
          <p:spPr bwMode="auto">
            <a:xfrm>
              <a:off x="2426" y="2613"/>
              <a:ext cx="2222" cy="0"/>
            </a:xfrm>
            <a:prstGeom prst="line">
              <a:avLst/>
            </a:prstGeom>
            <a:noFill/>
            <a:ln w="28575" cap="sq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148" name="Line 61"/>
            <p:cNvSpPr>
              <a:spLocks noChangeShapeType="1"/>
            </p:cNvSpPr>
            <p:nvPr/>
          </p:nvSpPr>
          <p:spPr bwMode="auto">
            <a:xfrm>
              <a:off x="2426" y="1389"/>
              <a:ext cx="1179" cy="0"/>
            </a:xfrm>
            <a:prstGeom prst="line">
              <a:avLst/>
            </a:prstGeom>
            <a:noFill/>
            <a:ln w="28575" cap="sq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149" name="Line 62"/>
            <p:cNvSpPr>
              <a:spLocks noChangeShapeType="1"/>
            </p:cNvSpPr>
            <p:nvPr/>
          </p:nvSpPr>
          <p:spPr bwMode="auto">
            <a:xfrm>
              <a:off x="2426" y="1389"/>
              <a:ext cx="0" cy="272"/>
            </a:xfrm>
            <a:prstGeom prst="line">
              <a:avLst/>
            </a:prstGeom>
            <a:noFill/>
            <a:ln w="28575" cap="sq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150" name="Line 63"/>
            <p:cNvSpPr>
              <a:spLocks noChangeShapeType="1"/>
            </p:cNvSpPr>
            <p:nvPr/>
          </p:nvSpPr>
          <p:spPr bwMode="auto">
            <a:xfrm>
              <a:off x="2426" y="1752"/>
              <a:ext cx="0" cy="499"/>
            </a:xfrm>
            <a:prstGeom prst="line">
              <a:avLst/>
            </a:prstGeom>
            <a:noFill/>
            <a:ln w="28575" cap="sq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151" name="Line 64"/>
            <p:cNvSpPr>
              <a:spLocks noChangeShapeType="1"/>
            </p:cNvSpPr>
            <p:nvPr/>
          </p:nvSpPr>
          <p:spPr bwMode="auto">
            <a:xfrm flipV="1">
              <a:off x="2426" y="2342"/>
              <a:ext cx="0" cy="272"/>
            </a:xfrm>
            <a:prstGeom prst="line">
              <a:avLst/>
            </a:prstGeom>
            <a:noFill/>
            <a:ln w="28575" cap="sq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48152" name="Group 65"/>
            <p:cNvGrpSpPr>
              <a:grpSpLocks/>
            </p:cNvGrpSpPr>
            <p:nvPr/>
          </p:nvGrpSpPr>
          <p:grpSpPr bwMode="auto">
            <a:xfrm>
              <a:off x="2290" y="1661"/>
              <a:ext cx="318" cy="90"/>
              <a:chOff x="4059" y="1117"/>
              <a:chExt cx="318" cy="90"/>
            </a:xfrm>
          </p:grpSpPr>
          <p:sp>
            <p:nvSpPr>
              <p:cNvPr id="48153" name="Line 66"/>
              <p:cNvSpPr>
                <a:spLocks noChangeShapeType="1"/>
              </p:cNvSpPr>
              <p:nvPr/>
            </p:nvSpPr>
            <p:spPr bwMode="auto">
              <a:xfrm>
                <a:off x="4059" y="1117"/>
                <a:ext cx="318" cy="0"/>
              </a:xfrm>
              <a:prstGeom prst="line">
                <a:avLst/>
              </a:prstGeom>
              <a:noFill/>
              <a:ln w="38100" cap="sq">
                <a:solidFill>
                  <a:srgbClr val="FF99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8154" name="Line 67"/>
              <p:cNvSpPr>
                <a:spLocks noChangeShapeType="1"/>
              </p:cNvSpPr>
              <p:nvPr/>
            </p:nvSpPr>
            <p:spPr bwMode="auto">
              <a:xfrm>
                <a:off x="4059" y="1207"/>
                <a:ext cx="318" cy="0"/>
              </a:xfrm>
              <a:prstGeom prst="line">
                <a:avLst/>
              </a:prstGeom>
              <a:noFill/>
              <a:ln w="38100" cap="sq">
                <a:solidFill>
                  <a:srgbClr val="FF99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48155" name="Group 68"/>
            <p:cNvGrpSpPr>
              <a:grpSpLocks/>
            </p:cNvGrpSpPr>
            <p:nvPr/>
          </p:nvGrpSpPr>
          <p:grpSpPr bwMode="auto">
            <a:xfrm>
              <a:off x="2290" y="2251"/>
              <a:ext cx="318" cy="90"/>
              <a:chOff x="4059" y="1117"/>
              <a:chExt cx="318" cy="90"/>
            </a:xfrm>
          </p:grpSpPr>
          <p:sp>
            <p:nvSpPr>
              <p:cNvPr id="48156" name="Line 69"/>
              <p:cNvSpPr>
                <a:spLocks noChangeShapeType="1"/>
              </p:cNvSpPr>
              <p:nvPr/>
            </p:nvSpPr>
            <p:spPr bwMode="auto">
              <a:xfrm>
                <a:off x="4059" y="1117"/>
                <a:ext cx="318" cy="0"/>
              </a:xfrm>
              <a:prstGeom prst="line">
                <a:avLst/>
              </a:prstGeom>
              <a:noFill/>
              <a:ln w="38100" cap="sq">
                <a:solidFill>
                  <a:srgbClr val="FF99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8157" name="Line 70"/>
              <p:cNvSpPr>
                <a:spLocks noChangeShapeType="1"/>
              </p:cNvSpPr>
              <p:nvPr/>
            </p:nvSpPr>
            <p:spPr bwMode="auto">
              <a:xfrm>
                <a:off x="4059" y="1207"/>
                <a:ext cx="318" cy="0"/>
              </a:xfrm>
              <a:prstGeom prst="line">
                <a:avLst/>
              </a:prstGeom>
              <a:noFill/>
              <a:ln w="38100" cap="sq">
                <a:solidFill>
                  <a:srgbClr val="FF99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48158" name="Text Box 71" descr="斜纹布"/>
            <p:cNvSpPr txBox="1">
              <a:spLocks noChangeArrowheads="1"/>
            </p:cNvSpPr>
            <p:nvPr/>
          </p:nvSpPr>
          <p:spPr bwMode="auto">
            <a:xfrm>
              <a:off x="2517" y="1525"/>
              <a:ext cx="1587" cy="327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sym typeface="Symbol" pitchFamily="18" charset="2"/>
                </a:rPr>
                <a:t>u</a:t>
              </a:r>
              <a:r>
                <a:rPr lang="en-US" altLang="zh-CN" b="0" baseline="-25000">
                  <a:solidFill>
                    <a:schemeClr val="bg1"/>
                  </a:solidFill>
                  <a:latin typeface="Times New Roman" pitchFamily="18" charset="0"/>
                  <a:sym typeface="Symbol" pitchFamily="18" charset="2"/>
                </a:rPr>
                <a:t>1</a:t>
              </a:r>
              <a:r>
                <a:rPr lang="zh-CN" altLang="en-US" b="0">
                  <a:solidFill>
                    <a:schemeClr val="bg1"/>
                  </a:solidFill>
                  <a:latin typeface="Times New Roman" pitchFamily="18" charset="0"/>
                  <a:sym typeface="Symbol" pitchFamily="18" charset="2"/>
                </a:rPr>
                <a:t>（</a:t>
              </a:r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sym typeface="Symbol" pitchFamily="18" charset="2"/>
                </a:rPr>
                <a:t>0</a:t>
              </a:r>
              <a:r>
                <a:rPr lang="en-US" altLang="zh-CN" b="0" baseline="-25000">
                  <a:solidFill>
                    <a:schemeClr val="bg1"/>
                  </a:solidFill>
                  <a:latin typeface="宋体" pitchFamily="2" charset="-122"/>
                  <a:ea typeface="宋体" pitchFamily="2" charset="-122"/>
                  <a:sym typeface="Symbol" pitchFamily="18" charset="2"/>
                </a:rPr>
                <a:t>-</a:t>
              </a:r>
              <a:r>
                <a:rPr lang="zh-CN" altLang="en-US" b="0">
                  <a:solidFill>
                    <a:schemeClr val="bg1"/>
                  </a:solidFill>
                  <a:latin typeface="Times New Roman" pitchFamily="18" charset="0"/>
                  <a:sym typeface="Symbol" pitchFamily="18" charset="2"/>
                </a:rPr>
                <a:t>）</a:t>
              </a:r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sym typeface="Symbol" pitchFamily="18" charset="2"/>
                </a:rPr>
                <a:t>=4V</a:t>
              </a:r>
            </a:p>
          </p:txBody>
        </p:sp>
        <p:sp>
          <p:nvSpPr>
            <p:cNvPr id="48159" name="Text Box 72" descr="斜纹布"/>
            <p:cNvSpPr txBox="1">
              <a:spLocks noChangeArrowheads="1"/>
            </p:cNvSpPr>
            <p:nvPr/>
          </p:nvSpPr>
          <p:spPr bwMode="auto">
            <a:xfrm>
              <a:off x="4648" y="1752"/>
              <a:ext cx="454" cy="327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sym typeface="Symbol" pitchFamily="18" charset="2"/>
                </a:rPr>
                <a:t>u</a:t>
              </a:r>
              <a:endParaRPr lang="en-US" altLang="zh-CN" b="0" baseline="-25000">
                <a:solidFill>
                  <a:schemeClr val="bg1"/>
                </a:solidFill>
                <a:latin typeface="Times New Roman" pitchFamily="18" charset="0"/>
                <a:sym typeface="Symbol" pitchFamily="18" charset="2"/>
              </a:endParaRPr>
            </a:p>
          </p:txBody>
        </p:sp>
        <p:sp>
          <p:nvSpPr>
            <p:cNvPr id="48160" name="Text Box 73" descr="斜纹布"/>
            <p:cNvSpPr txBox="1">
              <a:spLocks noChangeArrowheads="1"/>
            </p:cNvSpPr>
            <p:nvPr/>
          </p:nvSpPr>
          <p:spPr bwMode="auto">
            <a:xfrm>
              <a:off x="3333" y="1026"/>
              <a:ext cx="454" cy="327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sym typeface="Symbol" pitchFamily="18" charset="2"/>
                </a:rPr>
                <a:t>S</a:t>
              </a:r>
              <a:endParaRPr lang="en-US" altLang="zh-CN" b="0" baseline="-25000">
                <a:solidFill>
                  <a:schemeClr val="bg1"/>
                </a:solidFill>
                <a:latin typeface="Times New Roman" pitchFamily="18" charset="0"/>
                <a:sym typeface="Symbol" pitchFamily="18" charset="2"/>
              </a:endParaRPr>
            </a:p>
          </p:txBody>
        </p:sp>
        <p:sp>
          <p:nvSpPr>
            <p:cNvPr id="48161" name="Text Box 74" descr="斜纹布"/>
            <p:cNvSpPr txBox="1">
              <a:spLocks noChangeArrowheads="1"/>
            </p:cNvSpPr>
            <p:nvPr/>
          </p:nvSpPr>
          <p:spPr bwMode="auto">
            <a:xfrm>
              <a:off x="1383" y="1525"/>
              <a:ext cx="908" cy="329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sym typeface="Symbol" pitchFamily="18" charset="2"/>
                </a:rPr>
                <a:t>C</a:t>
              </a:r>
              <a:r>
                <a:rPr lang="en-US" altLang="zh-CN" b="0" baseline="-25000">
                  <a:solidFill>
                    <a:schemeClr val="bg1"/>
                  </a:solidFill>
                  <a:latin typeface="Times New Roman" pitchFamily="18" charset="0"/>
                  <a:sym typeface="Symbol" pitchFamily="18" charset="2"/>
                </a:rPr>
                <a:t>1</a:t>
              </a:r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sym typeface="Symbol" pitchFamily="18" charset="2"/>
                </a:rPr>
                <a:t>=5μF</a:t>
              </a:r>
            </a:p>
          </p:txBody>
        </p:sp>
        <p:sp>
          <p:nvSpPr>
            <p:cNvPr id="48162" name="Line 75"/>
            <p:cNvSpPr>
              <a:spLocks noChangeShapeType="1"/>
            </p:cNvSpPr>
            <p:nvPr/>
          </p:nvSpPr>
          <p:spPr bwMode="auto">
            <a:xfrm>
              <a:off x="4104" y="1343"/>
              <a:ext cx="317" cy="0"/>
            </a:xfrm>
            <a:prstGeom prst="line">
              <a:avLst/>
            </a:prstGeom>
            <a:noFill/>
            <a:ln w="28575" cap="sq">
              <a:solidFill>
                <a:srgbClr val="00FFFF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163" name="Text Box 76" descr="斜纹布"/>
            <p:cNvSpPr txBox="1">
              <a:spLocks noChangeArrowheads="1"/>
            </p:cNvSpPr>
            <p:nvPr/>
          </p:nvSpPr>
          <p:spPr bwMode="auto">
            <a:xfrm>
              <a:off x="2539" y="1930"/>
              <a:ext cx="273" cy="365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altLang="zh-CN" sz="3200" b="0">
                  <a:solidFill>
                    <a:schemeClr val="bg1"/>
                  </a:solidFill>
                  <a:latin typeface="Times New Roman" pitchFamily="18" charset="0"/>
                  <a:sym typeface="Symbol" pitchFamily="18" charset="2"/>
                </a:rPr>
                <a:t>+</a:t>
              </a:r>
            </a:p>
          </p:txBody>
        </p:sp>
        <p:sp>
          <p:nvSpPr>
            <p:cNvPr id="48164" name="Text Box 77" descr="斜纹布"/>
            <p:cNvSpPr txBox="1">
              <a:spLocks noChangeArrowheads="1"/>
            </p:cNvSpPr>
            <p:nvPr/>
          </p:nvSpPr>
          <p:spPr bwMode="auto">
            <a:xfrm>
              <a:off x="4648" y="1389"/>
              <a:ext cx="273" cy="365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altLang="zh-CN" sz="3200" b="0">
                  <a:solidFill>
                    <a:schemeClr val="bg1"/>
                  </a:solidFill>
                  <a:latin typeface="Times New Roman" pitchFamily="18" charset="0"/>
                  <a:sym typeface="Symbol" pitchFamily="18" charset="2"/>
                </a:rPr>
                <a:t>+</a:t>
              </a:r>
            </a:p>
          </p:txBody>
        </p:sp>
        <p:sp>
          <p:nvSpPr>
            <p:cNvPr id="48165" name="Text Box 78" descr="斜纹布"/>
            <p:cNvSpPr txBox="1">
              <a:spLocks noChangeArrowheads="1"/>
            </p:cNvSpPr>
            <p:nvPr/>
          </p:nvSpPr>
          <p:spPr bwMode="auto">
            <a:xfrm>
              <a:off x="4694" y="2114"/>
              <a:ext cx="273" cy="365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altLang="zh-CN" sz="3200" b="0">
                  <a:solidFill>
                    <a:schemeClr val="bg1"/>
                  </a:solidFill>
                  <a:latin typeface="宋体" pitchFamily="2" charset="-122"/>
                  <a:ea typeface="宋体" pitchFamily="2" charset="-122"/>
                  <a:sym typeface="Symbol" pitchFamily="18" charset="2"/>
                </a:rPr>
                <a:t>-</a:t>
              </a:r>
            </a:p>
          </p:txBody>
        </p:sp>
        <p:sp>
          <p:nvSpPr>
            <p:cNvPr id="48166" name="Text Box 79" descr="斜纹布"/>
            <p:cNvSpPr txBox="1">
              <a:spLocks noChangeArrowheads="1"/>
            </p:cNvSpPr>
            <p:nvPr/>
          </p:nvSpPr>
          <p:spPr bwMode="auto">
            <a:xfrm>
              <a:off x="2539" y="2319"/>
              <a:ext cx="273" cy="365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altLang="zh-CN" sz="3200" b="0">
                  <a:solidFill>
                    <a:schemeClr val="bg1"/>
                  </a:solidFill>
                  <a:latin typeface="宋体" pitchFamily="2" charset="-122"/>
                  <a:ea typeface="宋体" pitchFamily="2" charset="-122"/>
                  <a:sym typeface="Symbol" pitchFamily="18" charset="2"/>
                </a:rPr>
                <a:t>-</a:t>
              </a:r>
            </a:p>
          </p:txBody>
        </p:sp>
        <p:sp>
          <p:nvSpPr>
            <p:cNvPr id="48167" name="Text Box 80" descr="斜纹布"/>
            <p:cNvSpPr txBox="1">
              <a:spLocks noChangeArrowheads="1"/>
            </p:cNvSpPr>
            <p:nvPr/>
          </p:nvSpPr>
          <p:spPr bwMode="auto">
            <a:xfrm>
              <a:off x="2561" y="1329"/>
              <a:ext cx="273" cy="365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altLang="zh-CN" sz="3200" b="0">
                  <a:solidFill>
                    <a:schemeClr val="bg1"/>
                  </a:solidFill>
                  <a:latin typeface="宋体" pitchFamily="2" charset="-122"/>
                  <a:ea typeface="宋体" pitchFamily="2" charset="-122"/>
                  <a:sym typeface="Symbol" pitchFamily="18" charset="2"/>
                </a:rPr>
                <a:t>-</a:t>
              </a:r>
            </a:p>
          </p:txBody>
        </p:sp>
        <p:sp>
          <p:nvSpPr>
            <p:cNvPr id="48168" name="Text Box 81" descr="斜纹布"/>
            <p:cNvSpPr txBox="1">
              <a:spLocks noChangeArrowheads="1"/>
            </p:cNvSpPr>
            <p:nvPr/>
          </p:nvSpPr>
          <p:spPr bwMode="auto">
            <a:xfrm>
              <a:off x="4013" y="1026"/>
              <a:ext cx="454" cy="327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sym typeface="Symbol" pitchFamily="18" charset="2"/>
                </a:rPr>
                <a:t>i</a:t>
              </a:r>
              <a:endParaRPr lang="en-US" altLang="zh-CN" b="0" baseline="-25000">
                <a:solidFill>
                  <a:schemeClr val="bg1"/>
                </a:solidFill>
                <a:latin typeface="Times New Roman" pitchFamily="18" charset="0"/>
                <a:sym typeface="Symbol" pitchFamily="18" charset="2"/>
              </a:endParaRPr>
            </a:p>
          </p:txBody>
        </p:sp>
        <p:sp>
          <p:nvSpPr>
            <p:cNvPr id="48169" name="Text Box 82" descr="斜纹布"/>
            <p:cNvSpPr txBox="1">
              <a:spLocks noChangeArrowheads="1"/>
            </p:cNvSpPr>
            <p:nvPr/>
          </p:nvSpPr>
          <p:spPr bwMode="auto">
            <a:xfrm>
              <a:off x="1292" y="2114"/>
              <a:ext cx="997" cy="329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sym typeface="Symbol" pitchFamily="18" charset="2"/>
                </a:rPr>
                <a:t>C</a:t>
              </a:r>
              <a:r>
                <a:rPr lang="en-US" altLang="zh-CN" b="0" baseline="-25000">
                  <a:solidFill>
                    <a:schemeClr val="bg1"/>
                  </a:solidFill>
                  <a:latin typeface="Times New Roman" pitchFamily="18" charset="0"/>
                  <a:sym typeface="Symbol" pitchFamily="18" charset="2"/>
                </a:rPr>
                <a:t>2</a:t>
              </a:r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sym typeface="Symbol" pitchFamily="18" charset="2"/>
                </a:rPr>
                <a:t>=20μF</a:t>
              </a:r>
            </a:p>
          </p:txBody>
        </p:sp>
        <p:sp>
          <p:nvSpPr>
            <p:cNvPr id="48170" name="Text Box 83" descr="斜纹布"/>
            <p:cNvSpPr txBox="1">
              <a:spLocks noChangeArrowheads="1"/>
            </p:cNvSpPr>
            <p:nvPr/>
          </p:nvSpPr>
          <p:spPr bwMode="auto">
            <a:xfrm>
              <a:off x="2517" y="2115"/>
              <a:ext cx="1587" cy="327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sym typeface="Symbol" pitchFamily="18" charset="2"/>
                </a:rPr>
                <a:t>u</a:t>
              </a:r>
              <a:r>
                <a:rPr lang="en-US" altLang="zh-CN" b="0" baseline="-25000">
                  <a:solidFill>
                    <a:schemeClr val="bg1"/>
                  </a:solidFill>
                  <a:latin typeface="Times New Roman" pitchFamily="18" charset="0"/>
                  <a:sym typeface="Symbol" pitchFamily="18" charset="2"/>
                </a:rPr>
                <a:t>2</a:t>
              </a:r>
              <a:r>
                <a:rPr lang="zh-CN" altLang="en-US" b="0">
                  <a:solidFill>
                    <a:schemeClr val="bg1"/>
                  </a:solidFill>
                  <a:latin typeface="Times New Roman" pitchFamily="18" charset="0"/>
                  <a:sym typeface="Symbol" pitchFamily="18" charset="2"/>
                </a:rPr>
                <a:t>（</a:t>
              </a:r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sym typeface="Symbol" pitchFamily="18" charset="2"/>
                </a:rPr>
                <a:t>0</a:t>
              </a:r>
              <a:r>
                <a:rPr lang="en-US" altLang="zh-CN" b="0" baseline="-25000">
                  <a:solidFill>
                    <a:schemeClr val="bg1"/>
                  </a:solidFill>
                  <a:latin typeface="宋体" pitchFamily="2" charset="-122"/>
                  <a:ea typeface="宋体" pitchFamily="2" charset="-122"/>
                  <a:sym typeface="Symbol" pitchFamily="18" charset="2"/>
                </a:rPr>
                <a:t>-</a:t>
              </a:r>
              <a:r>
                <a:rPr lang="zh-CN" altLang="en-US" b="0">
                  <a:solidFill>
                    <a:schemeClr val="bg1"/>
                  </a:solidFill>
                  <a:latin typeface="Times New Roman" pitchFamily="18" charset="0"/>
                  <a:sym typeface="Symbol" pitchFamily="18" charset="2"/>
                </a:rPr>
                <a:t>）</a:t>
              </a:r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sym typeface="Symbol" pitchFamily="18" charset="2"/>
                </a:rPr>
                <a:t>=24V</a:t>
              </a:r>
            </a:p>
          </p:txBody>
        </p:sp>
        <p:sp>
          <p:nvSpPr>
            <p:cNvPr id="48171" name="Rectangle 84"/>
            <p:cNvSpPr>
              <a:spLocks noChangeArrowheads="1"/>
            </p:cNvSpPr>
            <p:nvPr/>
          </p:nvSpPr>
          <p:spPr bwMode="auto">
            <a:xfrm>
              <a:off x="4603" y="1797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</a:gradFill>
            <a:ln w="2857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8172" name="Line 85"/>
            <p:cNvSpPr>
              <a:spLocks noChangeShapeType="1"/>
            </p:cNvSpPr>
            <p:nvPr/>
          </p:nvSpPr>
          <p:spPr bwMode="auto">
            <a:xfrm>
              <a:off x="3877" y="1389"/>
              <a:ext cx="771" cy="0"/>
            </a:xfrm>
            <a:prstGeom prst="line">
              <a:avLst/>
            </a:prstGeom>
            <a:noFill/>
            <a:ln w="28575" cap="sq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173" name="Oval 86"/>
            <p:cNvSpPr>
              <a:spLocks noChangeArrowheads="1"/>
            </p:cNvSpPr>
            <p:nvPr/>
          </p:nvSpPr>
          <p:spPr bwMode="auto">
            <a:xfrm>
              <a:off x="3787" y="1343"/>
              <a:ext cx="71" cy="68"/>
            </a:xfrm>
            <a:prstGeom prst="ellips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8174" name="Text Box 87" descr="斜纹布"/>
            <p:cNvSpPr txBox="1">
              <a:spLocks noChangeArrowheads="1"/>
            </p:cNvSpPr>
            <p:nvPr/>
          </p:nvSpPr>
          <p:spPr bwMode="auto">
            <a:xfrm>
              <a:off x="3877" y="1797"/>
              <a:ext cx="794" cy="327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sym typeface="Symbol" pitchFamily="18" charset="2"/>
                </a:rPr>
                <a:t>250k</a:t>
              </a:r>
            </a:p>
          </p:txBody>
        </p:sp>
        <p:sp>
          <p:nvSpPr>
            <p:cNvPr id="48175" name="Line 88"/>
            <p:cNvSpPr>
              <a:spLocks noChangeShapeType="1"/>
            </p:cNvSpPr>
            <p:nvPr/>
          </p:nvSpPr>
          <p:spPr bwMode="auto">
            <a:xfrm flipV="1">
              <a:off x="3651" y="1207"/>
              <a:ext cx="181" cy="136"/>
            </a:xfrm>
            <a:prstGeom prst="line">
              <a:avLst/>
            </a:prstGeom>
            <a:noFill/>
            <a:ln w="28575" cap="sq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176" name="Line 89"/>
            <p:cNvSpPr>
              <a:spLocks noChangeShapeType="1"/>
            </p:cNvSpPr>
            <p:nvPr/>
          </p:nvSpPr>
          <p:spPr bwMode="auto">
            <a:xfrm>
              <a:off x="3650" y="1162"/>
              <a:ext cx="182" cy="363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177" name="Text Box 100" descr="斜纹布"/>
            <p:cNvSpPr txBox="1">
              <a:spLocks noChangeArrowheads="1"/>
            </p:cNvSpPr>
            <p:nvPr/>
          </p:nvSpPr>
          <p:spPr bwMode="auto">
            <a:xfrm>
              <a:off x="2545" y="1709"/>
              <a:ext cx="273" cy="365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altLang="zh-CN" sz="3200" b="0">
                  <a:solidFill>
                    <a:schemeClr val="bg1"/>
                  </a:solidFill>
                  <a:latin typeface="Times New Roman" pitchFamily="18" charset="0"/>
                  <a:sym typeface="Symbol" pitchFamily="18" charset="2"/>
                </a:rPr>
                <a:t>+</a:t>
              </a:r>
            </a:p>
          </p:txBody>
        </p:sp>
      </p:grpSp>
      <p:pic>
        <p:nvPicPr>
          <p:cNvPr id="48178" name="20 1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3459163" y="5168900"/>
            <a:ext cx="1162050" cy="590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0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690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690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690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1690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" dur="500"/>
                                        <p:tgtEl>
                                          <p:spTgt spid="1690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500"/>
                            </p:stCondLst>
                            <p:childTnLst>
                              <p:par>
                                <p:cTn id="16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0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690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690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690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690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690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690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000"/>
                            </p:stCondLst>
                            <p:childTnLst>
                              <p:par>
                                <p:cTn id="29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690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690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7" dur="2000"/>
                                        <p:tgtEl>
                                          <p:spTgt spid="1690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1000"/>
                                        <p:tgtEl>
                                          <p:spTgt spid="1690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9015" grpId="0"/>
      <p:bldP spid="169016" grpId="0"/>
      <p:bldP spid="169050" grpId="0" animBg="1"/>
      <p:bldP spid="169051" grpId="0"/>
      <p:bldP spid="169053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153" name="Group 3"/>
          <p:cNvGrpSpPr>
            <a:grpSpLocks/>
          </p:cNvGrpSpPr>
          <p:nvPr/>
        </p:nvGrpSpPr>
        <p:grpSpPr bwMode="auto"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49154" name="Picture 4" descr="78900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49155" name="Text Box 5">
              <a:hlinkClick r:id="" action="ppaction://hlinkshowjump?jump=nextslide"/>
            </p:cNvPr>
            <p:cNvSpPr txBox="1">
              <a:spLocks noChangeArrowheads="1"/>
            </p:cNvSpPr>
            <p:nvPr/>
          </p:nvSpPr>
          <p:spPr bwMode="auto"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0">
                  <a:solidFill>
                    <a:schemeClr val="bg1"/>
                  </a:solidFill>
                  <a:latin typeface="隶书" pitchFamily="49" charset="-122"/>
                  <a:ea typeface="隶书" pitchFamily="49" charset="-122"/>
                </a:rPr>
                <a:t>下 页</a:t>
              </a:r>
            </a:p>
          </p:txBody>
        </p:sp>
      </p:grpSp>
      <p:grpSp>
        <p:nvGrpSpPr>
          <p:cNvPr id="49156" name="Group 6"/>
          <p:cNvGrpSpPr>
            <a:grpSpLocks/>
          </p:cNvGrpSpPr>
          <p:nvPr/>
        </p:nvGrpSpPr>
        <p:grpSpPr bwMode="auto">
          <a:xfrm>
            <a:off x="7453313" y="6446838"/>
            <a:ext cx="792162" cy="366712"/>
            <a:chOff x="4649" y="4020"/>
            <a:chExt cx="499" cy="231"/>
          </a:xfrm>
        </p:grpSpPr>
        <p:pic>
          <p:nvPicPr>
            <p:cNvPr id="49157" name="Picture 7" descr="78900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49158" name="Text Box 8">
              <a:hlinkClick r:id="" action="ppaction://hlinkshowjump?jump=previousslide"/>
            </p:cNvPr>
            <p:cNvSpPr txBox="1">
              <a:spLocks noChangeArrowheads="1"/>
            </p:cNvSpPr>
            <p:nvPr/>
          </p:nvSpPr>
          <p:spPr bwMode="auto"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0">
                  <a:solidFill>
                    <a:schemeClr val="bg1"/>
                  </a:solidFill>
                  <a:latin typeface="隶书" pitchFamily="49" charset="-122"/>
                  <a:ea typeface="隶书" pitchFamily="49" charset="-122"/>
                </a:rPr>
                <a:t>上 页</a:t>
              </a:r>
            </a:p>
          </p:txBody>
        </p:sp>
      </p:grpSp>
      <p:grpSp>
        <p:nvGrpSpPr>
          <p:cNvPr id="167991" name="Group 55"/>
          <p:cNvGrpSpPr>
            <a:grpSpLocks/>
          </p:cNvGrpSpPr>
          <p:nvPr/>
        </p:nvGrpSpPr>
        <p:grpSpPr bwMode="auto">
          <a:xfrm>
            <a:off x="0" y="404813"/>
            <a:ext cx="4537075" cy="2520950"/>
            <a:chOff x="1610" y="1026"/>
            <a:chExt cx="2858" cy="1588"/>
          </a:xfrm>
        </p:grpSpPr>
        <p:sp>
          <p:nvSpPr>
            <p:cNvPr id="49160" name="Oval 56"/>
            <p:cNvSpPr>
              <a:spLocks noChangeArrowheads="1"/>
            </p:cNvSpPr>
            <p:nvPr/>
          </p:nvSpPr>
          <p:spPr bwMode="auto">
            <a:xfrm>
              <a:off x="2971" y="1343"/>
              <a:ext cx="71" cy="68"/>
            </a:xfrm>
            <a:prstGeom prst="ellips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9161" name="Line 57"/>
            <p:cNvSpPr>
              <a:spLocks noChangeShapeType="1"/>
            </p:cNvSpPr>
            <p:nvPr/>
          </p:nvSpPr>
          <p:spPr bwMode="auto">
            <a:xfrm>
              <a:off x="4014" y="1389"/>
              <a:ext cx="0" cy="1224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162" name="Line 58"/>
            <p:cNvSpPr>
              <a:spLocks noChangeShapeType="1"/>
            </p:cNvSpPr>
            <p:nvPr/>
          </p:nvSpPr>
          <p:spPr bwMode="auto">
            <a:xfrm>
              <a:off x="2426" y="2613"/>
              <a:ext cx="1588" cy="1"/>
            </a:xfrm>
            <a:prstGeom prst="line">
              <a:avLst/>
            </a:prstGeom>
            <a:noFill/>
            <a:ln w="28575" cap="sq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163" name="Line 59"/>
            <p:cNvSpPr>
              <a:spLocks noChangeShapeType="1"/>
            </p:cNvSpPr>
            <p:nvPr/>
          </p:nvSpPr>
          <p:spPr bwMode="auto">
            <a:xfrm>
              <a:off x="2426" y="1389"/>
              <a:ext cx="545" cy="0"/>
            </a:xfrm>
            <a:prstGeom prst="line">
              <a:avLst/>
            </a:prstGeom>
            <a:noFill/>
            <a:ln w="28575" cap="sq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164" name="Line 60"/>
            <p:cNvSpPr>
              <a:spLocks noChangeShapeType="1"/>
            </p:cNvSpPr>
            <p:nvPr/>
          </p:nvSpPr>
          <p:spPr bwMode="auto">
            <a:xfrm>
              <a:off x="2426" y="1389"/>
              <a:ext cx="0" cy="544"/>
            </a:xfrm>
            <a:prstGeom prst="line">
              <a:avLst/>
            </a:prstGeom>
            <a:noFill/>
            <a:ln w="28575" cap="sq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165" name="Line 61"/>
            <p:cNvSpPr>
              <a:spLocks noChangeShapeType="1"/>
            </p:cNvSpPr>
            <p:nvPr/>
          </p:nvSpPr>
          <p:spPr bwMode="auto">
            <a:xfrm flipV="1">
              <a:off x="2426" y="2024"/>
              <a:ext cx="0" cy="590"/>
            </a:xfrm>
            <a:prstGeom prst="line">
              <a:avLst/>
            </a:prstGeom>
            <a:noFill/>
            <a:ln w="28575" cap="sq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49166" name="Group 62"/>
            <p:cNvGrpSpPr>
              <a:grpSpLocks/>
            </p:cNvGrpSpPr>
            <p:nvPr/>
          </p:nvGrpSpPr>
          <p:grpSpPr bwMode="auto">
            <a:xfrm>
              <a:off x="2290" y="1933"/>
              <a:ext cx="318" cy="90"/>
              <a:chOff x="4059" y="1117"/>
              <a:chExt cx="318" cy="90"/>
            </a:xfrm>
          </p:grpSpPr>
          <p:sp>
            <p:nvSpPr>
              <p:cNvPr id="49167" name="Line 63"/>
              <p:cNvSpPr>
                <a:spLocks noChangeShapeType="1"/>
              </p:cNvSpPr>
              <p:nvPr/>
            </p:nvSpPr>
            <p:spPr bwMode="auto">
              <a:xfrm>
                <a:off x="4059" y="1117"/>
                <a:ext cx="318" cy="0"/>
              </a:xfrm>
              <a:prstGeom prst="line">
                <a:avLst/>
              </a:prstGeom>
              <a:noFill/>
              <a:ln w="38100" cap="sq">
                <a:solidFill>
                  <a:srgbClr val="FF99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9168" name="Line 64"/>
              <p:cNvSpPr>
                <a:spLocks noChangeShapeType="1"/>
              </p:cNvSpPr>
              <p:nvPr/>
            </p:nvSpPr>
            <p:spPr bwMode="auto">
              <a:xfrm>
                <a:off x="4059" y="1207"/>
                <a:ext cx="318" cy="0"/>
              </a:xfrm>
              <a:prstGeom prst="line">
                <a:avLst/>
              </a:prstGeom>
              <a:noFill/>
              <a:ln w="38100" cap="sq">
                <a:solidFill>
                  <a:srgbClr val="FF99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49169" name="Text Box 65" descr="斜纹布"/>
            <p:cNvSpPr txBox="1">
              <a:spLocks noChangeArrowheads="1"/>
            </p:cNvSpPr>
            <p:nvPr/>
          </p:nvSpPr>
          <p:spPr bwMode="auto">
            <a:xfrm>
              <a:off x="4014" y="1752"/>
              <a:ext cx="454" cy="327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sym typeface="Symbol" pitchFamily="18" charset="2"/>
                </a:rPr>
                <a:t>u</a:t>
              </a:r>
              <a:endParaRPr lang="en-US" altLang="zh-CN" b="0" baseline="-25000">
                <a:solidFill>
                  <a:schemeClr val="bg1"/>
                </a:solidFill>
                <a:latin typeface="Times New Roman" pitchFamily="18" charset="0"/>
                <a:sym typeface="Symbol" pitchFamily="18" charset="2"/>
              </a:endParaRPr>
            </a:p>
          </p:txBody>
        </p:sp>
        <p:sp>
          <p:nvSpPr>
            <p:cNvPr id="49170" name="Text Box 66" descr="斜纹布"/>
            <p:cNvSpPr txBox="1">
              <a:spLocks noChangeArrowheads="1"/>
            </p:cNvSpPr>
            <p:nvPr/>
          </p:nvSpPr>
          <p:spPr bwMode="auto">
            <a:xfrm>
              <a:off x="2699" y="1026"/>
              <a:ext cx="454" cy="327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sym typeface="Symbol" pitchFamily="18" charset="2"/>
                </a:rPr>
                <a:t>k</a:t>
              </a:r>
              <a:endParaRPr lang="en-US" altLang="zh-CN" b="0" baseline="-25000">
                <a:solidFill>
                  <a:schemeClr val="bg1"/>
                </a:solidFill>
                <a:latin typeface="Times New Roman" pitchFamily="18" charset="0"/>
                <a:sym typeface="Symbol" pitchFamily="18" charset="2"/>
              </a:endParaRPr>
            </a:p>
          </p:txBody>
        </p:sp>
        <p:sp>
          <p:nvSpPr>
            <p:cNvPr id="49171" name="Text Box 67" descr="斜纹布"/>
            <p:cNvSpPr txBox="1">
              <a:spLocks noChangeArrowheads="1"/>
            </p:cNvSpPr>
            <p:nvPr/>
          </p:nvSpPr>
          <p:spPr bwMode="auto">
            <a:xfrm>
              <a:off x="1610" y="1797"/>
              <a:ext cx="908" cy="329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sym typeface="Symbol" pitchFamily="18" charset="2"/>
                </a:rPr>
                <a:t>4μF</a:t>
              </a:r>
            </a:p>
          </p:txBody>
        </p:sp>
        <p:sp>
          <p:nvSpPr>
            <p:cNvPr id="49172" name="Line 68"/>
            <p:cNvSpPr>
              <a:spLocks noChangeShapeType="1"/>
            </p:cNvSpPr>
            <p:nvPr/>
          </p:nvSpPr>
          <p:spPr bwMode="auto">
            <a:xfrm>
              <a:off x="3470" y="1343"/>
              <a:ext cx="317" cy="0"/>
            </a:xfrm>
            <a:prstGeom prst="line">
              <a:avLst/>
            </a:prstGeom>
            <a:noFill/>
            <a:ln w="28575" cap="sq">
              <a:solidFill>
                <a:srgbClr val="00FFFF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173" name="Text Box 69" descr="斜纹布"/>
            <p:cNvSpPr txBox="1">
              <a:spLocks noChangeArrowheads="1"/>
            </p:cNvSpPr>
            <p:nvPr/>
          </p:nvSpPr>
          <p:spPr bwMode="auto">
            <a:xfrm>
              <a:off x="2562" y="1434"/>
              <a:ext cx="273" cy="365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altLang="zh-CN" sz="3200" b="0">
                  <a:solidFill>
                    <a:schemeClr val="bg1"/>
                  </a:solidFill>
                  <a:latin typeface="Times New Roman" pitchFamily="18" charset="0"/>
                  <a:sym typeface="Symbol" pitchFamily="18" charset="2"/>
                </a:rPr>
                <a:t>+</a:t>
              </a:r>
            </a:p>
          </p:txBody>
        </p:sp>
        <p:sp>
          <p:nvSpPr>
            <p:cNvPr id="49174" name="Text Box 70" descr="斜纹布"/>
            <p:cNvSpPr txBox="1">
              <a:spLocks noChangeArrowheads="1"/>
            </p:cNvSpPr>
            <p:nvPr/>
          </p:nvSpPr>
          <p:spPr bwMode="auto">
            <a:xfrm>
              <a:off x="4014" y="1389"/>
              <a:ext cx="273" cy="365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altLang="zh-CN" sz="3200" b="0">
                  <a:solidFill>
                    <a:schemeClr val="bg1"/>
                  </a:solidFill>
                  <a:latin typeface="Times New Roman" pitchFamily="18" charset="0"/>
                  <a:sym typeface="Symbol" pitchFamily="18" charset="2"/>
                </a:rPr>
                <a:t>+</a:t>
              </a:r>
            </a:p>
          </p:txBody>
        </p:sp>
        <p:sp>
          <p:nvSpPr>
            <p:cNvPr id="49175" name="Text Box 71" descr="斜纹布"/>
            <p:cNvSpPr txBox="1">
              <a:spLocks noChangeArrowheads="1"/>
            </p:cNvSpPr>
            <p:nvPr/>
          </p:nvSpPr>
          <p:spPr bwMode="auto">
            <a:xfrm>
              <a:off x="4060" y="2114"/>
              <a:ext cx="273" cy="365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altLang="zh-CN" sz="3200" b="0">
                  <a:solidFill>
                    <a:schemeClr val="bg1"/>
                  </a:solidFill>
                  <a:latin typeface="宋体" pitchFamily="2" charset="-122"/>
                  <a:ea typeface="宋体" pitchFamily="2" charset="-122"/>
                  <a:sym typeface="Symbol" pitchFamily="18" charset="2"/>
                </a:rPr>
                <a:t>-</a:t>
              </a:r>
            </a:p>
          </p:txBody>
        </p:sp>
        <p:sp>
          <p:nvSpPr>
            <p:cNvPr id="49176" name="Text Box 72" descr="斜纹布"/>
            <p:cNvSpPr txBox="1">
              <a:spLocks noChangeArrowheads="1"/>
            </p:cNvSpPr>
            <p:nvPr/>
          </p:nvSpPr>
          <p:spPr bwMode="auto">
            <a:xfrm>
              <a:off x="2562" y="2205"/>
              <a:ext cx="273" cy="365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altLang="zh-CN" sz="3200" b="0">
                  <a:solidFill>
                    <a:schemeClr val="bg1"/>
                  </a:solidFill>
                  <a:latin typeface="宋体" pitchFamily="2" charset="-122"/>
                  <a:ea typeface="宋体" pitchFamily="2" charset="-122"/>
                  <a:sym typeface="Symbol" pitchFamily="18" charset="2"/>
                </a:rPr>
                <a:t>-</a:t>
              </a:r>
            </a:p>
          </p:txBody>
        </p:sp>
        <p:sp>
          <p:nvSpPr>
            <p:cNvPr id="49177" name="Text Box 73" descr="斜纹布"/>
            <p:cNvSpPr txBox="1">
              <a:spLocks noChangeArrowheads="1"/>
            </p:cNvSpPr>
            <p:nvPr/>
          </p:nvSpPr>
          <p:spPr bwMode="auto">
            <a:xfrm>
              <a:off x="3379" y="1026"/>
              <a:ext cx="454" cy="327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sym typeface="Symbol" pitchFamily="18" charset="2"/>
                </a:rPr>
                <a:t>i</a:t>
              </a:r>
              <a:endParaRPr lang="en-US" altLang="zh-CN" b="0" baseline="-25000">
                <a:solidFill>
                  <a:schemeClr val="bg1"/>
                </a:solidFill>
                <a:latin typeface="Times New Roman" pitchFamily="18" charset="0"/>
                <a:sym typeface="Symbol" pitchFamily="18" charset="2"/>
              </a:endParaRPr>
            </a:p>
          </p:txBody>
        </p:sp>
        <p:sp>
          <p:nvSpPr>
            <p:cNvPr id="49178" name="Text Box 74" descr="斜纹布"/>
            <p:cNvSpPr txBox="1">
              <a:spLocks noChangeArrowheads="1"/>
            </p:cNvSpPr>
            <p:nvPr/>
          </p:nvSpPr>
          <p:spPr bwMode="auto">
            <a:xfrm>
              <a:off x="2653" y="1797"/>
              <a:ext cx="545" cy="327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sym typeface="Symbol" pitchFamily="18" charset="2"/>
                </a:rPr>
                <a:t>20V</a:t>
              </a:r>
            </a:p>
          </p:txBody>
        </p:sp>
        <p:sp>
          <p:nvSpPr>
            <p:cNvPr id="49179" name="Rectangle 75"/>
            <p:cNvSpPr>
              <a:spLocks noChangeArrowheads="1"/>
            </p:cNvSpPr>
            <p:nvPr/>
          </p:nvSpPr>
          <p:spPr bwMode="auto">
            <a:xfrm>
              <a:off x="3969" y="1797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</a:gradFill>
            <a:ln w="2857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9180" name="Line 76"/>
            <p:cNvSpPr>
              <a:spLocks noChangeShapeType="1"/>
            </p:cNvSpPr>
            <p:nvPr/>
          </p:nvSpPr>
          <p:spPr bwMode="auto">
            <a:xfrm>
              <a:off x="3243" y="1389"/>
              <a:ext cx="771" cy="0"/>
            </a:xfrm>
            <a:prstGeom prst="line">
              <a:avLst/>
            </a:prstGeom>
            <a:noFill/>
            <a:ln w="28575" cap="sq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181" name="Oval 77"/>
            <p:cNvSpPr>
              <a:spLocks noChangeArrowheads="1"/>
            </p:cNvSpPr>
            <p:nvPr/>
          </p:nvSpPr>
          <p:spPr bwMode="auto">
            <a:xfrm>
              <a:off x="3153" y="1343"/>
              <a:ext cx="71" cy="68"/>
            </a:xfrm>
            <a:prstGeom prst="ellips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9182" name="Text Box 78" descr="斜纹布"/>
            <p:cNvSpPr txBox="1">
              <a:spLocks noChangeArrowheads="1"/>
            </p:cNvSpPr>
            <p:nvPr/>
          </p:nvSpPr>
          <p:spPr bwMode="auto">
            <a:xfrm>
              <a:off x="3243" y="1797"/>
              <a:ext cx="794" cy="327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sym typeface="Symbol" pitchFamily="18" charset="2"/>
                </a:rPr>
                <a:t>250k</a:t>
              </a:r>
            </a:p>
          </p:txBody>
        </p:sp>
        <p:sp>
          <p:nvSpPr>
            <p:cNvPr id="49183" name="Line 79"/>
            <p:cNvSpPr>
              <a:spLocks noChangeShapeType="1"/>
            </p:cNvSpPr>
            <p:nvPr/>
          </p:nvSpPr>
          <p:spPr bwMode="auto">
            <a:xfrm flipV="1">
              <a:off x="3017" y="1207"/>
              <a:ext cx="181" cy="136"/>
            </a:xfrm>
            <a:prstGeom prst="line">
              <a:avLst/>
            </a:prstGeom>
            <a:noFill/>
            <a:ln w="28575" cap="sq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184" name="Line 80"/>
            <p:cNvSpPr>
              <a:spLocks noChangeShapeType="1"/>
            </p:cNvSpPr>
            <p:nvPr/>
          </p:nvSpPr>
          <p:spPr bwMode="auto">
            <a:xfrm>
              <a:off x="3016" y="1162"/>
              <a:ext cx="182" cy="363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</p:grpSp>
      <p:graphicFrame>
        <p:nvGraphicFramePr>
          <p:cNvPr id="168017" name="Object 81"/>
          <p:cNvGraphicFramePr>
            <a:graphicFrameLocks noChangeAspect="1"/>
          </p:cNvGraphicFramePr>
          <p:nvPr/>
        </p:nvGraphicFramePr>
        <p:xfrm>
          <a:off x="4643438" y="1341438"/>
          <a:ext cx="3097212" cy="630237"/>
        </p:xfrm>
        <a:graphic>
          <a:graphicData uri="http://schemas.openxmlformats.org/presentationml/2006/ole">
            <p:oleObj spid="_x0000_s49185" r:id="rId4" imgW="1054440" imgH="219240" progId="Equation.3">
              <p:embed/>
            </p:oleObj>
          </a:graphicData>
        </a:graphic>
      </p:graphicFrame>
      <p:graphicFrame>
        <p:nvGraphicFramePr>
          <p:cNvPr id="168018" name="Object 82"/>
          <p:cNvGraphicFramePr>
            <a:graphicFrameLocks noChangeAspect="1"/>
          </p:cNvGraphicFramePr>
          <p:nvPr/>
        </p:nvGraphicFramePr>
        <p:xfrm>
          <a:off x="4386263" y="706438"/>
          <a:ext cx="4294187" cy="511175"/>
        </p:xfrm>
        <a:graphic>
          <a:graphicData uri="http://schemas.openxmlformats.org/presentationml/2006/ole">
            <p:oleObj spid="_x0000_s49186" r:id="rId5" imgW="1830960" imgH="184680" progId="Equation.3">
              <p:embed/>
            </p:oleObj>
          </a:graphicData>
        </a:graphic>
      </p:graphicFrame>
      <p:graphicFrame>
        <p:nvGraphicFramePr>
          <p:cNvPr id="168019" name="Object 83"/>
          <p:cNvGraphicFramePr>
            <a:graphicFrameLocks noChangeAspect="1"/>
          </p:cNvGraphicFramePr>
          <p:nvPr/>
        </p:nvGraphicFramePr>
        <p:xfrm>
          <a:off x="4611688" y="1916113"/>
          <a:ext cx="3952875" cy="1028700"/>
        </p:xfrm>
        <a:graphic>
          <a:graphicData uri="http://schemas.openxmlformats.org/presentationml/2006/ole">
            <p:oleObj spid="_x0000_s49187" r:id="rId6" imgW="1691640" imgH="403560" progId="Equation.3">
              <p:embed/>
            </p:oleObj>
          </a:graphicData>
        </a:graphic>
      </p:graphicFrame>
      <p:graphicFrame>
        <p:nvGraphicFramePr>
          <p:cNvPr id="168020" name="Object 84"/>
          <p:cNvGraphicFramePr>
            <a:graphicFrameLocks noChangeAspect="1"/>
          </p:cNvGraphicFramePr>
          <p:nvPr/>
        </p:nvGraphicFramePr>
        <p:xfrm>
          <a:off x="900113" y="2997200"/>
          <a:ext cx="7335837" cy="1697038"/>
        </p:xfrm>
        <a:graphic>
          <a:graphicData uri="http://schemas.openxmlformats.org/presentationml/2006/ole">
            <p:oleObj spid="_x0000_s49188" r:id="rId7" imgW="2630520" imgH="645840" progId="Equation.3">
              <p:embed/>
            </p:oleObj>
          </a:graphicData>
        </a:graphic>
      </p:graphicFrame>
      <p:graphicFrame>
        <p:nvGraphicFramePr>
          <p:cNvPr id="168022" name="Object 86"/>
          <p:cNvGraphicFramePr>
            <a:graphicFrameLocks noChangeAspect="1"/>
          </p:cNvGraphicFramePr>
          <p:nvPr/>
        </p:nvGraphicFramePr>
        <p:xfrm>
          <a:off x="755650" y="4652963"/>
          <a:ext cx="7848600" cy="1697037"/>
        </p:xfrm>
        <a:graphic>
          <a:graphicData uri="http://schemas.openxmlformats.org/presentationml/2006/ole">
            <p:oleObj spid="_x0000_s49189" r:id="rId8" imgW="2757960" imgH="645840" progId="Equation.3">
              <p:embed/>
            </p:oleObj>
          </a:graphicData>
        </a:graphic>
      </p:graphicFrame>
      <p:grpSp>
        <p:nvGrpSpPr>
          <p:cNvPr id="49190" name="Group 90"/>
          <p:cNvGrpSpPr>
            <a:grpSpLocks/>
          </p:cNvGrpSpPr>
          <p:nvPr/>
        </p:nvGrpSpPr>
        <p:grpSpPr bwMode="auto">
          <a:xfrm>
            <a:off x="6588125" y="6445250"/>
            <a:ext cx="792163" cy="366713"/>
            <a:chOff x="4649" y="4020"/>
            <a:chExt cx="499" cy="231"/>
          </a:xfrm>
        </p:grpSpPr>
        <p:pic>
          <p:nvPicPr>
            <p:cNvPr id="49191" name="Picture 91" descr="78900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49192" name="Text Box 92">
              <a:hlinkClick r:id="rId9" action="ppaction://hlinksldjump"/>
            </p:cNvPr>
            <p:cNvSpPr txBox="1">
              <a:spLocks noChangeArrowheads="1"/>
            </p:cNvSpPr>
            <p:nvPr/>
          </p:nvSpPr>
          <p:spPr bwMode="auto"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0">
                  <a:solidFill>
                    <a:schemeClr val="bg1"/>
                  </a:solidFill>
                  <a:latin typeface="隶书" pitchFamily="49" charset="-122"/>
                  <a:ea typeface="隶书" pitchFamily="49" charset="-122"/>
                </a:rPr>
                <a:t>返 回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679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0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2" dur="2000"/>
                                        <p:tgtEl>
                                          <p:spTgt spid="1680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0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7" dur="3000"/>
                                        <p:tgtEl>
                                          <p:spTgt spid="1680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0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2" dur="2000"/>
                                        <p:tgtEl>
                                          <p:spTgt spid="1680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0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680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0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680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177" name="Group 2"/>
          <p:cNvGrpSpPr>
            <a:grpSpLocks/>
          </p:cNvGrpSpPr>
          <p:nvPr/>
        </p:nvGrpSpPr>
        <p:grpSpPr bwMode="auto"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50178" name="Picture 3" descr="78900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50179" name="Text Box 4">
              <a:hlinkClick r:id="" action="ppaction://hlinkshowjump?jump=nextslide"/>
            </p:cNvPr>
            <p:cNvSpPr txBox="1">
              <a:spLocks noChangeArrowheads="1"/>
            </p:cNvSpPr>
            <p:nvPr/>
          </p:nvSpPr>
          <p:spPr bwMode="auto"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0">
                  <a:solidFill>
                    <a:schemeClr val="bg1"/>
                  </a:solidFill>
                  <a:latin typeface="隶书" pitchFamily="49" charset="-122"/>
                  <a:ea typeface="隶书" pitchFamily="49" charset="-122"/>
                </a:rPr>
                <a:t>下 页</a:t>
              </a:r>
            </a:p>
          </p:txBody>
        </p:sp>
      </p:grpSp>
      <p:grpSp>
        <p:nvGrpSpPr>
          <p:cNvPr id="50180" name="Group 5"/>
          <p:cNvGrpSpPr>
            <a:grpSpLocks/>
          </p:cNvGrpSpPr>
          <p:nvPr/>
        </p:nvGrpSpPr>
        <p:grpSpPr bwMode="auto">
          <a:xfrm>
            <a:off x="7453313" y="6446838"/>
            <a:ext cx="792162" cy="366712"/>
            <a:chOff x="4649" y="4020"/>
            <a:chExt cx="499" cy="231"/>
          </a:xfrm>
        </p:grpSpPr>
        <p:pic>
          <p:nvPicPr>
            <p:cNvPr id="50181" name="Picture 6" descr="78900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50182" name="Text Box 7">
              <a:hlinkClick r:id="" action="ppaction://hlinkshowjump?jump=previousslide"/>
            </p:cNvPr>
            <p:cNvSpPr txBox="1">
              <a:spLocks noChangeArrowheads="1"/>
            </p:cNvSpPr>
            <p:nvPr/>
          </p:nvSpPr>
          <p:spPr bwMode="auto"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0">
                  <a:solidFill>
                    <a:schemeClr val="bg1"/>
                  </a:solidFill>
                  <a:latin typeface="隶书" pitchFamily="49" charset="-122"/>
                  <a:ea typeface="隶书" pitchFamily="49" charset="-122"/>
                </a:rPr>
                <a:t>上 页</a:t>
              </a:r>
            </a:p>
          </p:txBody>
        </p:sp>
      </p:grpSp>
      <p:graphicFrame>
        <p:nvGraphicFramePr>
          <p:cNvPr id="170021" name="Object 37"/>
          <p:cNvGraphicFramePr>
            <a:graphicFrameLocks noChangeAspect="1"/>
          </p:cNvGraphicFramePr>
          <p:nvPr/>
        </p:nvGraphicFramePr>
        <p:xfrm>
          <a:off x="2484438" y="476250"/>
          <a:ext cx="4954587" cy="1042988"/>
        </p:xfrm>
        <a:graphic>
          <a:graphicData uri="http://schemas.openxmlformats.org/presentationml/2006/ole">
            <p:oleObj spid="_x0000_s50183" r:id="rId4" imgW="1773000" imgH="392040" progId="Equation.3">
              <p:embed/>
            </p:oleObj>
          </a:graphicData>
        </a:graphic>
      </p:graphicFrame>
      <p:graphicFrame>
        <p:nvGraphicFramePr>
          <p:cNvPr id="170022" name="Object 38"/>
          <p:cNvGraphicFramePr>
            <a:graphicFrameLocks noChangeAspect="1"/>
          </p:cNvGraphicFramePr>
          <p:nvPr/>
        </p:nvGraphicFramePr>
        <p:xfrm>
          <a:off x="755650" y="5084763"/>
          <a:ext cx="3875088" cy="504825"/>
        </p:xfrm>
        <a:graphic>
          <a:graphicData uri="http://schemas.openxmlformats.org/presentationml/2006/ole">
            <p:oleObj spid="_x0000_s50184" r:id="rId5" imgW="1355760" imgH="184680" progId="Equation.3">
              <p:embed/>
            </p:oleObj>
          </a:graphicData>
        </a:graphic>
      </p:graphicFrame>
      <p:sp>
        <p:nvSpPr>
          <p:cNvPr id="170023" name="Text Box 39"/>
          <p:cNvSpPr txBox="1">
            <a:spLocks noChangeArrowheads="1"/>
          </p:cNvSpPr>
          <p:nvPr/>
        </p:nvSpPr>
        <p:spPr bwMode="auto">
          <a:xfrm>
            <a:off x="611188" y="765175"/>
            <a:ext cx="252095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/>
              <a:t>初始储能</a:t>
            </a:r>
          </a:p>
        </p:txBody>
      </p:sp>
      <p:graphicFrame>
        <p:nvGraphicFramePr>
          <p:cNvPr id="170024" name="Object 40"/>
          <p:cNvGraphicFramePr>
            <a:graphicFrameLocks noChangeAspect="1"/>
          </p:cNvGraphicFramePr>
          <p:nvPr/>
        </p:nvGraphicFramePr>
        <p:xfrm>
          <a:off x="2339975" y="1557338"/>
          <a:ext cx="5886450" cy="1042987"/>
        </p:xfrm>
        <a:graphic>
          <a:graphicData uri="http://schemas.openxmlformats.org/presentationml/2006/ole">
            <p:oleObj spid="_x0000_s50186" r:id="rId6" imgW="2108880" imgH="392040" progId="Equation.3">
              <p:embed/>
            </p:oleObj>
          </a:graphicData>
        </a:graphic>
      </p:graphicFrame>
      <p:sp>
        <p:nvSpPr>
          <p:cNvPr id="170025" name="Text Box 41"/>
          <p:cNvSpPr txBox="1">
            <a:spLocks noChangeArrowheads="1"/>
          </p:cNvSpPr>
          <p:nvPr/>
        </p:nvSpPr>
        <p:spPr bwMode="auto">
          <a:xfrm>
            <a:off x="611188" y="2349500"/>
            <a:ext cx="252095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/>
              <a:t>最终储能</a:t>
            </a:r>
          </a:p>
        </p:txBody>
      </p:sp>
      <p:graphicFrame>
        <p:nvGraphicFramePr>
          <p:cNvPr id="170026" name="Object 42"/>
          <p:cNvGraphicFramePr>
            <a:graphicFrameLocks noChangeAspect="1"/>
          </p:cNvGraphicFramePr>
          <p:nvPr/>
        </p:nvGraphicFramePr>
        <p:xfrm>
          <a:off x="541338" y="2649538"/>
          <a:ext cx="7918450" cy="1160462"/>
        </p:xfrm>
        <a:graphic>
          <a:graphicData uri="http://schemas.openxmlformats.org/presentationml/2006/ole">
            <p:oleObj spid="_x0000_s50188" r:id="rId7" imgW="3174840" imgH="444240" progId="Equation.DSMT4">
              <p:embed/>
            </p:oleObj>
          </a:graphicData>
        </a:graphic>
      </p:graphicFrame>
      <p:sp>
        <p:nvSpPr>
          <p:cNvPr id="170027" name="Text Box 43"/>
          <p:cNvSpPr txBox="1">
            <a:spLocks noChangeArrowheads="1"/>
          </p:cNvSpPr>
          <p:nvPr/>
        </p:nvSpPr>
        <p:spPr bwMode="auto">
          <a:xfrm>
            <a:off x="611188" y="3644900"/>
            <a:ext cx="252095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/>
              <a:t>电阻耗能</a:t>
            </a:r>
          </a:p>
        </p:txBody>
      </p:sp>
      <p:graphicFrame>
        <p:nvGraphicFramePr>
          <p:cNvPr id="170028" name="Object 44"/>
          <p:cNvGraphicFramePr>
            <a:graphicFrameLocks noChangeAspect="1"/>
          </p:cNvGraphicFramePr>
          <p:nvPr/>
        </p:nvGraphicFramePr>
        <p:xfrm>
          <a:off x="395288" y="4221163"/>
          <a:ext cx="8431212" cy="744537"/>
        </p:xfrm>
        <a:graphic>
          <a:graphicData uri="http://schemas.openxmlformats.org/presentationml/2006/ole">
            <p:oleObj spid="_x0000_s50190" r:id="rId8" imgW="3024360" imgH="276840" progId="Equation.3">
              <p:embed/>
            </p:oleObj>
          </a:graphicData>
        </a:graphic>
      </p:graphicFrame>
      <p:grpSp>
        <p:nvGrpSpPr>
          <p:cNvPr id="50191" name="Group 48"/>
          <p:cNvGrpSpPr>
            <a:grpSpLocks/>
          </p:cNvGrpSpPr>
          <p:nvPr/>
        </p:nvGrpSpPr>
        <p:grpSpPr bwMode="auto">
          <a:xfrm>
            <a:off x="6588125" y="6445250"/>
            <a:ext cx="792163" cy="366713"/>
            <a:chOff x="4649" y="4020"/>
            <a:chExt cx="499" cy="231"/>
          </a:xfrm>
        </p:grpSpPr>
        <p:pic>
          <p:nvPicPr>
            <p:cNvPr id="50192" name="Picture 49" descr="78900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50193" name="Text Box 50">
              <a:hlinkClick r:id="rId9" action="ppaction://hlinksldjump"/>
            </p:cNvPr>
            <p:cNvSpPr txBox="1">
              <a:spLocks noChangeArrowheads="1"/>
            </p:cNvSpPr>
            <p:nvPr/>
          </p:nvSpPr>
          <p:spPr bwMode="auto"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0">
                  <a:solidFill>
                    <a:schemeClr val="bg1"/>
                  </a:solidFill>
                  <a:latin typeface="隶书" pitchFamily="49" charset="-122"/>
                  <a:ea typeface="隶书" pitchFamily="49" charset="-122"/>
                </a:rPr>
                <a:t>返 回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0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700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700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0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1700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0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1700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0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700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700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170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700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700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170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0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1700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0023" grpId="0"/>
      <p:bldP spid="170025" grpId="0"/>
      <p:bldP spid="170027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6" name="Text Box 4"/>
          <p:cNvSpPr txBox="1">
            <a:spLocks noChangeArrowheads="1"/>
          </p:cNvSpPr>
          <p:nvPr/>
        </p:nvSpPr>
        <p:spPr bwMode="auto">
          <a:xfrm>
            <a:off x="539750" y="692150"/>
            <a:ext cx="4895850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3200">
                <a:solidFill>
                  <a:schemeClr val="bg1"/>
                </a:solidFill>
                <a:latin typeface="楷体_GB2312" pitchFamily="49" charset="-122"/>
              </a:rPr>
              <a:t>2.</a:t>
            </a:r>
            <a:r>
              <a:rPr lang="en-US" altLang="zh-CN" sz="3200" i="1">
                <a:solidFill>
                  <a:schemeClr val="bg1"/>
                </a:solidFill>
                <a:latin typeface="楷体_GB2312" pitchFamily="49" charset="-122"/>
              </a:rPr>
              <a:t> </a:t>
            </a:r>
            <a:r>
              <a:rPr lang="en-US" altLang="zh-CN" sz="3200" b="0" i="1">
                <a:solidFill>
                  <a:schemeClr val="bg1"/>
                </a:solidFill>
                <a:latin typeface="Times New Roman" pitchFamily="18" charset="0"/>
              </a:rPr>
              <a:t>RL</a:t>
            </a:r>
            <a:r>
              <a:rPr lang="zh-CN" altLang="zh-CN" sz="3200">
                <a:solidFill>
                  <a:schemeClr val="bg1"/>
                </a:solidFill>
                <a:latin typeface="楷体_GB2312" pitchFamily="49" charset="-122"/>
              </a:rPr>
              <a:t>电路的零输入响应</a:t>
            </a:r>
            <a:endParaRPr lang="zh-CN" altLang="en-US" sz="3200">
              <a:solidFill>
                <a:schemeClr val="bg1"/>
              </a:solidFill>
              <a:latin typeface="楷体_GB2312" pitchFamily="49" charset="-122"/>
            </a:endParaRPr>
          </a:p>
        </p:txBody>
      </p:sp>
      <p:sp>
        <p:nvSpPr>
          <p:cNvPr id="74757" name="Text Box 5"/>
          <p:cNvSpPr txBox="1">
            <a:spLocks noChangeArrowheads="1"/>
          </p:cNvSpPr>
          <p:nvPr/>
        </p:nvSpPr>
        <p:spPr bwMode="auto">
          <a:xfrm>
            <a:off x="539750" y="3141663"/>
            <a:ext cx="3744913" cy="579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zh-CN">
                <a:latin typeface="Times New Roman" pitchFamily="18" charset="0"/>
              </a:rPr>
              <a:t>特征方程</a:t>
            </a:r>
            <a:r>
              <a:rPr lang="zh-CN" altLang="zh-CN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   </a:t>
            </a:r>
            <a:r>
              <a:rPr lang="en-US" altLang="zh-CN" sz="3200" b="0" i="1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Lp+R=</a:t>
            </a:r>
            <a:r>
              <a:rPr lang="en-US" altLang="zh-CN" sz="3200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0</a:t>
            </a:r>
            <a:endParaRPr lang="en-US" altLang="zh-CN" sz="3200" b="0" i="1">
              <a:solidFill>
                <a:schemeClr val="bg1"/>
              </a:solidFill>
              <a:latin typeface="Times New Roman" pitchFamily="18" charset="0"/>
              <a:ea typeface="宋体" pitchFamily="2" charset="-122"/>
            </a:endParaRPr>
          </a:p>
        </p:txBody>
      </p:sp>
      <p:grpSp>
        <p:nvGrpSpPr>
          <p:cNvPr id="74813" name="Group 61"/>
          <p:cNvGrpSpPr>
            <a:grpSpLocks/>
          </p:cNvGrpSpPr>
          <p:nvPr/>
        </p:nvGrpSpPr>
        <p:grpSpPr bwMode="auto">
          <a:xfrm>
            <a:off x="539750" y="3689350"/>
            <a:ext cx="3024188" cy="1108075"/>
            <a:chOff x="2744" y="2040"/>
            <a:chExt cx="1905" cy="698"/>
          </a:xfrm>
        </p:grpSpPr>
        <p:graphicFrame>
          <p:nvGraphicFramePr>
            <p:cNvPr id="51204" name="Object 7"/>
            <p:cNvGraphicFramePr>
              <a:graphicFrameLocks noChangeAspect="1"/>
            </p:cNvGraphicFramePr>
            <p:nvPr/>
          </p:nvGraphicFramePr>
          <p:xfrm>
            <a:off x="3579" y="2040"/>
            <a:ext cx="1070" cy="698"/>
          </p:xfrm>
          <a:graphic>
            <a:graphicData uri="http://schemas.openxmlformats.org/presentationml/2006/ole">
              <p:oleObj spid="_x0000_s51204" r:id="rId3" imgW="533160" imgH="392040" progId="Equation.3">
                <p:embed/>
              </p:oleObj>
            </a:graphicData>
          </a:graphic>
        </p:graphicFrame>
        <p:sp>
          <p:nvSpPr>
            <p:cNvPr id="51205" name="Text Box 8"/>
            <p:cNvSpPr txBox="1">
              <a:spLocks noChangeArrowheads="1"/>
            </p:cNvSpPr>
            <p:nvPr/>
          </p:nvSpPr>
          <p:spPr bwMode="auto">
            <a:xfrm>
              <a:off x="2744" y="2296"/>
              <a:ext cx="816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zh-CN">
                  <a:latin typeface="楷体_GB2312" pitchFamily="49" charset="-122"/>
                </a:rPr>
                <a:t>特征根 </a:t>
              </a:r>
              <a:endParaRPr lang="zh-CN" altLang="en-US">
                <a:latin typeface="楷体_GB2312" pitchFamily="49" charset="-122"/>
                <a:sym typeface="Symbol" pitchFamily="18" charset="2"/>
              </a:endParaRPr>
            </a:p>
          </p:txBody>
        </p:sp>
      </p:grpSp>
      <p:sp>
        <p:nvSpPr>
          <p:cNvPr id="74761" name="Text Box 9"/>
          <p:cNvSpPr txBox="1">
            <a:spLocks noChangeArrowheads="1"/>
          </p:cNvSpPr>
          <p:nvPr/>
        </p:nvSpPr>
        <p:spPr bwMode="auto">
          <a:xfrm>
            <a:off x="538163" y="4797425"/>
            <a:ext cx="230505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>
                <a:latin typeface="Times New Roman" pitchFamily="18" charset="0"/>
              </a:rPr>
              <a:t>代入初始值</a:t>
            </a:r>
            <a:endParaRPr lang="zh-CN" altLang="en-US" sz="2400"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74762" name="Text Box 10"/>
          <p:cNvSpPr txBox="1">
            <a:spLocks noChangeArrowheads="1"/>
          </p:cNvSpPr>
          <p:nvPr/>
        </p:nvSpPr>
        <p:spPr bwMode="auto">
          <a:xfrm>
            <a:off x="3481388" y="4797425"/>
            <a:ext cx="2306637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3200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A= </a:t>
            </a:r>
            <a:r>
              <a:rPr lang="en-US" altLang="zh-CN" sz="3200" b="0" i="1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i</a:t>
            </a:r>
            <a:r>
              <a:rPr lang="en-US" altLang="zh-CN" sz="3200" b="0" baseline="-2500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L</a:t>
            </a:r>
            <a:r>
              <a:rPr lang="en-US" altLang="zh-CN" sz="3200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(0</a:t>
            </a:r>
            <a:r>
              <a:rPr lang="en-US" altLang="zh-CN" sz="3200" b="0" baseline="-2500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+</a:t>
            </a:r>
            <a:r>
              <a:rPr lang="en-US" altLang="zh-CN" sz="3200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)= </a:t>
            </a:r>
            <a:r>
              <a:rPr lang="en-US" altLang="zh-CN" sz="3200" b="0" i="1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I</a:t>
            </a:r>
            <a:r>
              <a:rPr lang="en-US" altLang="zh-CN" sz="3200" b="0" baseline="-2500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0</a:t>
            </a:r>
          </a:p>
        </p:txBody>
      </p:sp>
      <p:graphicFrame>
        <p:nvGraphicFramePr>
          <p:cNvPr id="74765" name="Object 13"/>
          <p:cNvGraphicFramePr>
            <a:graphicFrameLocks noChangeAspect="1"/>
          </p:cNvGraphicFramePr>
          <p:nvPr/>
        </p:nvGraphicFramePr>
        <p:xfrm>
          <a:off x="568325" y="1196975"/>
          <a:ext cx="4406900" cy="995363"/>
        </p:xfrm>
        <a:graphic>
          <a:graphicData uri="http://schemas.openxmlformats.org/presentationml/2006/ole">
            <p:oleObj spid="_x0000_s51208" r:id="rId4" imgW="1773000" imgH="392040" progId="Equation.3">
              <p:embed/>
            </p:oleObj>
          </a:graphicData>
        </a:graphic>
      </p:graphicFrame>
      <p:graphicFrame>
        <p:nvGraphicFramePr>
          <p:cNvPr id="74766" name="Object 14"/>
          <p:cNvGraphicFramePr>
            <a:graphicFrameLocks noChangeAspect="1"/>
          </p:cNvGraphicFramePr>
          <p:nvPr/>
        </p:nvGraphicFramePr>
        <p:xfrm>
          <a:off x="468313" y="2133600"/>
          <a:ext cx="4060825" cy="1014413"/>
        </p:xfrm>
        <a:graphic>
          <a:graphicData uri="http://schemas.openxmlformats.org/presentationml/2006/ole">
            <p:oleObj spid="_x0000_s51209" r:id="rId5" imgW="1402200" imgH="403560" progId="Equation.3">
              <p:embed/>
            </p:oleObj>
          </a:graphicData>
        </a:graphic>
      </p:graphicFrame>
      <p:graphicFrame>
        <p:nvGraphicFramePr>
          <p:cNvPr id="74811" name="Object 59"/>
          <p:cNvGraphicFramePr>
            <a:graphicFrameLocks noChangeAspect="1"/>
          </p:cNvGraphicFramePr>
          <p:nvPr/>
        </p:nvGraphicFramePr>
        <p:xfrm>
          <a:off x="3841750" y="4005263"/>
          <a:ext cx="2108200" cy="661987"/>
        </p:xfrm>
        <a:graphic>
          <a:graphicData uri="http://schemas.openxmlformats.org/presentationml/2006/ole">
            <p:oleObj spid="_x0000_s51210" r:id="rId6" imgW="730080" imgH="219240" progId="Equation.3">
              <p:embed/>
            </p:oleObj>
          </a:graphicData>
        </a:graphic>
      </p:graphicFrame>
      <p:graphicFrame>
        <p:nvGraphicFramePr>
          <p:cNvPr id="74812" name="Object 60"/>
          <p:cNvGraphicFramePr>
            <a:graphicFrameLocks noChangeAspect="1"/>
          </p:cNvGraphicFramePr>
          <p:nvPr/>
        </p:nvGraphicFramePr>
        <p:xfrm>
          <a:off x="1547813" y="5445125"/>
          <a:ext cx="4876800" cy="925513"/>
        </p:xfrm>
        <a:graphic>
          <a:graphicData uri="http://schemas.openxmlformats.org/presentationml/2006/ole">
            <p:oleObj spid="_x0000_s51211" r:id="rId7" imgW="1691640" imgH="311400" progId="Equation.3">
              <p:embed/>
            </p:oleObj>
          </a:graphicData>
        </a:graphic>
      </p:graphicFrame>
      <p:sp>
        <p:nvSpPr>
          <p:cNvPr id="74814" name="AutoShape 62"/>
          <p:cNvSpPr>
            <a:spLocks noChangeArrowheads="1"/>
          </p:cNvSpPr>
          <p:nvPr/>
        </p:nvSpPr>
        <p:spPr bwMode="auto">
          <a:xfrm>
            <a:off x="2771775" y="5013325"/>
            <a:ext cx="649288" cy="144463"/>
          </a:xfrm>
          <a:prstGeom prst="rightArrow">
            <a:avLst>
              <a:gd name="adj1" fmla="val 50000"/>
              <a:gd name="adj2" fmla="val 112300"/>
            </a:avLst>
          </a:prstGeom>
          <a:solidFill>
            <a:srgbClr val="0099FF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74819" name="Group 67"/>
          <p:cNvGrpSpPr>
            <a:grpSpLocks/>
          </p:cNvGrpSpPr>
          <p:nvPr/>
        </p:nvGrpSpPr>
        <p:grpSpPr bwMode="auto">
          <a:xfrm>
            <a:off x="7092950" y="2781300"/>
            <a:ext cx="1003300" cy="808038"/>
            <a:chOff x="1520" y="1706"/>
            <a:chExt cx="755" cy="509"/>
          </a:xfrm>
        </p:grpSpPr>
        <p:sp>
          <p:nvSpPr>
            <p:cNvPr id="51214" name="AutoShape 64"/>
            <p:cNvSpPr>
              <a:spLocks noChangeArrowheads="1"/>
            </p:cNvSpPr>
            <p:nvPr/>
          </p:nvSpPr>
          <p:spPr bwMode="auto">
            <a:xfrm>
              <a:off x="1520" y="1706"/>
              <a:ext cx="181" cy="454"/>
            </a:xfrm>
            <a:prstGeom prst="downArrow">
              <a:avLst>
                <a:gd name="adj1" fmla="val 50000"/>
                <a:gd name="adj2" fmla="val 62672"/>
              </a:avLst>
            </a:prstGeom>
            <a:solidFill>
              <a:srgbClr val="0099FF"/>
            </a:solidFill>
            <a:ln w="9525">
              <a:noFill/>
              <a:miter lim="800000"/>
              <a:headEnd/>
              <a:tailEnd/>
            </a:ln>
          </p:spPr>
          <p:txBody>
            <a:bodyPr vert="eaVert" wrap="none" anchor="ctr"/>
            <a:lstStyle/>
            <a:p>
              <a:endParaRPr lang="zh-CN" altLang="en-US"/>
            </a:p>
          </p:txBody>
        </p:sp>
        <p:sp>
          <p:nvSpPr>
            <p:cNvPr id="51215" name="Text Box 65"/>
            <p:cNvSpPr txBox="1">
              <a:spLocks noChangeArrowheads="1"/>
            </p:cNvSpPr>
            <p:nvPr/>
          </p:nvSpPr>
          <p:spPr bwMode="auto">
            <a:xfrm>
              <a:off x="1650" y="1850"/>
              <a:ext cx="625" cy="365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sz="3200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t &gt;0</a:t>
              </a:r>
            </a:p>
          </p:txBody>
        </p:sp>
      </p:grpSp>
      <p:grpSp>
        <p:nvGrpSpPr>
          <p:cNvPr id="51216" name="Group 118"/>
          <p:cNvGrpSpPr>
            <a:grpSpLocks/>
          </p:cNvGrpSpPr>
          <p:nvPr/>
        </p:nvGrpSpPr>
        <p:grpSpPr bwMode="auto"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51217" name="Picture 119" descr="78900"/>
            <p:cNvPicPr>
              <a:picLocks noChangeAspect="1" noChangeArrowheads="1"/>
            </p:cNvPicPr>
            <p:nvPr/>
          </p:nvPicPr>
          <p:blipFill>
            <a:blip r:embed="rId8"/>
            <a:srcRect/>
            <a:stretch>
              <a:fillRect/>
            </a:stretch>
          </p:blipFill>
          <p:spPr bwMode="auto"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51218" name="Text Box 120">
              <a:hlinkClick r:id="" action="ppaction://hlinkshowjump?jump=nextslide"/>
            </p:cNvPr>
            <p:cNvSpPr txBox="1">
              <a:spLocks noChangeArrowheads="1"/>
            </p:cNvSpPr>
            <p:nvPr/>
          </p:nvSpPr>
          <p:spPr bwMode="auto"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0">
                  <a:solidFill>
                    <a:schemeClr val="bg1"/>
                  </a:solidFill>
                  <a:latin typeface="隶书" pitchFamily="49" charset="-122"/>
                  <a:ea typeface="隶书" pitchFamily="49" charset="-122"/>
                </a:rPr>
                <a:t>下 页</a:t>
              </a:r>
            </a:p>
          </p:txBody>
        </p:sp>
      </p:grpSp>
      <p:grpSp>
        <p:nvGrpSpPr>
          <p:cNvPr id="51219" name="Group 121"/>
          <p:cNvGrpSpPr>
            <a:grpSpLocks/>
          </p:cNvGrpSpPr>
          <p:nvPr/>
        </p:nvGrpSpPr>
        <p:grpSpPr bwMode="auto">
          <a:xfrm>
            <a:off x="7453313" y="6446838"/>
            <a:ext cx="792162" cy="366712"/>
            <a:chOff x="4649" y="4020"/>
            <a:chExt cx="499" cy="231"/>
          </a:xfrm>
        </p:grpSpPr>
        <p:pic>
          <p:nvPicPr>
            <p:cNvPr id="51220" name="Picture 122" descr="78900"/>
            <p:cNvPicPr>
              <a:picLocks noChangeAspect="1" noChangeArrowheads="1"/>
            </p:cNvPicPr>
            <p:nvPr/>
          </p:nvPicPr>
          <p:blipFill>
            <a:blip r:embed="rId8"/>
            <a:srcRect/>
            <a:stretch>
              <a:fillRect/>
            </a:stretch>
          </p:blipFill>
          <p:spPr bwMode="auto"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51221" name="Text Box 123">
              <a:hlinkClick r:id="" action="ppaction://hlinkshowjump?jump=previousslide"/>
            </p:cNvPr>
            <p:cNvSpPr txBox="1">
              <a:spLocks noChangeArrowheads="1"/>
            </p:cNvSpPr>
            <p:nvPr/>
          </p:nvSpPr>
          <p:spPr bwMode="auto"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0">
                  <a:solidFill>
                    <a:schemeClr val="bg1"/>
                  </a:solidFill>
                  <a:latin typeface="隶书" pitchFamily="49" charset="-122"/>
                  <a:ea typeface="隶书" pitchFamily="49" charset="-122"/>
                </a:rPr>
                <a:t>上 页</a:t>
              </a:r>
            </a:p>
          </p:txBody>
        </p:sp>
      </p:grpSp>
      <p:sp>
        <p:nvSpPr>
          <p:cNvPr id="74879" name="AutoShape 127"/>
          <p:cNvSpPr>
            <a:spLocks noChangeArrowheads="1"/>
          </p:cNvSpPr>
          <p:nvPr/>
        </p:nvSpPr>
        <p:spPr bwMode="auto">
          <a:xfrm>
            <a:off x="684213" y="5805488"/>
            <a:ext cx="649287" cy="144462"/>
          </a:xfrm>
          <a:prstGeom prst="rightArrow">
            <a:avLst>
              <a:gd name="adj1" fmla="val 50000"/>
              <a:gd name="adj2" fmla="val 112301"/>
            </a:avLst>
          </a:prstGeom>
          <a:solidFill>
            <a:srgbClr val="0099FF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74920" name="Group 168"/>
          <p:cNvGrpSpPr>
            <a:grpSpLocks/>
          </p:cNvGrpSpPr>
          <p:nvPr/>
        </p:nvGrpSpPr>
        <p:grpSpPr bwMode="auto">
          <a:xfrm>
            <a:off x="5148263" y="836613"/>
            <a:ext cx="3673475" cy="1728787"/>
            <a:chOff x="2835" y="1570"/>
            <a:chExt cx="2314" cy="1089"/>
          </a:xfrm>
        </p:grpSpPr>
        <p:sp>
          <p:nvSpPr>
            <p:cNvPr id="51224" name="Oval 169"/>
            <p:cNvSpPr>
              <a:spLocks noChangeArrowheads="1"/>
            </p:cNvSpPr>
            <p:nvPr/>
          </p:nvSpPr>
          <p:spPr bwMode="auto">
            <a:xfrm>
              <a:off x="2835" y="1933"/>
              <a:ext cx="363" cy="363"/>
            </a:xfrm>
            <a:prstGeom prst="ellipse">
              <a:avLst/>
            </a:prstGeom>
            <a:gradFill rotWithShape="1">
              <a:gsLst>
                <a:gs pos="0">
                  <a:srgbClr val="0099FF"/>
                </a:gs>
                <a:gs pos="100000">
                  <a:srgbClr val="004776"/>
                </a:gs>
              </a:gsLst>
              <a:path path="shape">
                <a:fillToRect l="50000" t="50000" r="50000" b="50000"/>
              </a:path>
            </a:gradFill>
            <a:ln w="38100">
              <a:solidFill>
                <a:srgbClr val="FF99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endParaRPr lang="zh-CN" altLang="zh-CN" sz="2400" b="0">
                <a:ea typeface="仿宋_GB2312" pitchFamily="49" charset="-122"/>
              </a:endParaRPr>
            </a:p>
          </p:txBody>
        </p:sp>
        <p:sp>
          <p:nvSpPr>
            <p:cNvPr id="51225" name="Line 170"/>
            <p:cNvSpPr>
              <a:spLocks noChangeShapeType="1"/>
            </p:cNvSpPr>
            <p:nvPr/>
          </p:nvSpPr>
          <p:spPr bwMode="auto">
            <a:xfrm>
              <a:off x="3016" y="1661"/>
              <a:ext cx="1724" cy="0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226" name="Line 171"/>
            <p:cNvSpPr>
              <a:spLocks noChangeShapeType="1"/>
            </p:cNvSpPr>
            <p:nvPr/>
          </p:nvSpPr>
          <p:spPr bwMode="auto">
            <a:xfrm>
              <a:off x="4830" y="1661"/>
              <a:ext cx="0" cy="272"/>
            </a:xfrm>
            <a:prstGeom prst="line">
              <a:avLst/>
            </a:prstGeom>
            <a:noFill/>
            <a:ln w="28575">
              <a:solidFill>
                <a:srgbClr val="00FFFF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227" name="Text Box 172"/>
            <p:cNvSpPr txBox="1">
              <a:spLocks noChangeArrowheads="1"/>
            </p:cNvSpPr>
            <p:nvPr/>
          </p:nvSpPr>
          <p:spPr bwMode="auto">
            <a:xfrm>
              <a:off x="4467" y="1661"/>
              <a:ext cx="271" cy="327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i</a:t>
              </a:r>
              <a:r>
                <a:rPr lang="en-US" altLang="zh-CN" b="0" baseline="-2500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L</a:t>
              </a:r>
            </a:p>
          </p:txBody>
        </p:sp>
        <p:sp>
          <p:nvSpPr>
            <p:cNvPr id="51228" name="Text Box 173"/>
            <p:cNvSpPr txBox="1">
              <a:spLocks noChangeArrowheads="1"/>
            </p:cNvSpPr>
            <p:nvPr/>
          </p:nvSpPr>
          <p:spPr bwMode="auto">
            <a:xfrm>
              <a:off x="3809" y="2036"/>
              <a:ext cx="728" cy="327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S(</a:t>
              </a:r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t</a:t>
              </a:r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=0)</a:t>
              </a:r>
            </a:p>
          </p:txBody>
        </p:sp>
        <p:sp>
          <p:nvSpPr>
            <p:cNvPr id="51229" name="Text Box 174"/>
            <p:cNvSpPr txBox="1">
              <a:spLocks noChangeArrowheads="1"/>
            </p:cNvSpPr>
            <p:nvPr/>
          </p:nvSpPr>
          <p:spPr bwMode="auto">
            <a:xfrm>
              <a:off x="3152" y="1979"/>
              <a:ext cx="354" cy="327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U</a:t>
              </a:r>
              <a:r>
                <a:rPr lang="en-US" altLang="zh-CN" b="0" i="1" baseline="-2500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S</a:t>
              </a:r>
              <a:endParaRPr lang="en-US" altLang="zh-CN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51230" name="Text Box 175"/>
            <p:cNvSpPr txBox="1">
              <a:spLocks noChangeArrowheads="1"/>
            </p:cNvSpPr>
            <p:nvPr/>
          </p:nvSpPr>
          <p:spPr bwMode="auto">
            <a:xfrm>
              <a:off x="4513" y="1979"/>
              <a:ext cx="223" cy="288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sz="2400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L</a:t>
              </a:r>
              <a:endParaRPr lang="en-US" altLang="zh-CN" sz="2400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grpSp>
          <p:nvGrpSpPr>
            <p:cNvPr id="51231" name="Group 176"/>
            <p:cNvGrpSpPr>
              <a:grpSpLocks/>
            </p:cNvGrpSpPr>
            <p:nvPr/>
          </p:nvGrpSpPr>
          <p:grpSpPr bwMode="auto">
            <a:xfrm>
              <a:off x="4830" y="1752"/>
              <a:ext cx="319" cy="764"/>
              <a:chOff x="1978" y="748"/>
              <a:chExt cx="309" cy="616"/>
            </a:xfrm>
          </p:grpSpPr>
          <p:grpSp>
            <p:nvGrpSpPr>
              <p:cNvPr id="51232" name="Group 177"/>
              <p:cNvGrpSpPr>
                <a:grpSpLocks/>
              </p:cNvGrpSpPr>
              <p:nvPr/>
            </p:nvGrpSpPr>
            <p:grpSpPr bwMode="auto">
              <a:xfrm>
                <a:off x="2069" y="748"/>
                <a:ext cx="218" cy="616"/>
                <a:chOff x="1637" y="1276"/>
                <a:chExt cx="218" cy="616"/>
              </a:xfrm>
            </p:grpSpPr>
            <p:sp>
              <p:nvSpPr>
                <p:cNvPr id="51233" name="Text Box 178"/>
                <p:cNvSpPr txBox="1">
                  <a:spLocks noChangeArrowheads="1"/>
                </p:cNvSpPr>
                <p:nvPr/>
              </p:nvSpPr>
              <p:spPr bwMode="auto">
                <a:xfrm>
                  <a:off x="1637" y="1276"/>
                  <a:ext cx="218" cy="233"/>
                </a:xfrm>
                <a:prstGeom prst="rect">
                  <a:avLst/>
                </a:prstGeom>
                <a:noFill/>
                <a:ln w="28575">
                  <a:noFill/>
                  <a:miter lim="800000"/>
                  <a:headEnd/>
                  <a:tailEnd/>
                </a:ln>
              </p:spPr>
              <p:txBody>
                <a:bodyPr wrap="none" anchor="ctr">
                  <a:spAutoFit/>
                </a:bodyPr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altLang="zh-CN" sz="2400" b="0">
                      <a:solidFill>
                        <a:schemeClr val="bg1"/>
                      </a:solidFill>
                      <a:latin typeface="Times New Roman" pitchFamily="18" charset="0"/>
                      <a:ea typeface="宋体" pitchFamily="2" charset="-122"/>
                    </a:rPr>
                    <a:t>+</a:t>
                  </a:r>
                </a:p>
              </p:txBody>
            </p:sp>
            <p:sp>
              <p:nvSpPr>
                <p:cNvPr id="51234" name="Text Box 179"/>
                <p:cNvSpPr txBox="1">
                  <a:spLocks noChangeArrowheads="1"/>
                </p:cNvSpPr>
                <p:nvPr/>
              </p:nvSpPr>
              <p:spPr bwMode="auto">
                <a:xfrm>
                  <a:off x="1639" y="1659"/>
                  <a:ext cx="205" cy="233"/>
                </a:xfrm>
                <a:prstGeom prst="rect">
                  <a:avLst/>
                </a:prstGeom>
                <a:noFill/>
                <a:ln w="28575">
                  <a:noFill/>
                  <a:miter lim="800000"/>
                  <a:headEnd/>
                  <a:tailEnd/>
                </a:ln>
              </p:spPr>
              <p:txBody>
                <a:bodyPr wrap="none" anchor="ctr">
                  <a:spAutoFit/>
                </a:bodyPr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altLang="zh-CN" sz="2400" b="0">
                      <a:solidFill>
                        <a:schemeClr val="bg1"/>
                      </a:solidFill>
                      <a:latin typeface="Times New Roman" pitchFamily="18" charset="0"/>
                      <a:ea typeface="宋体" pitchFamily="2" charset="-122"/>
                    </a:rPr>
                    <a:t>–</a:t>
                  </a:r>
                </a:p>
              </p:txBody>
            </p:sp>
          </p:grpSp>
          <p:sp>
            <p:nvSpPr>
              <p:cNvPr id="51235" name="Text Box 180"/>
              <p:cNvSpPr txBox="1">
                <a:spLocks noChangeArrowheads="1"/>
              </p:cNvSpPr>
              <p:nvPr/>
            </p:nvSpPr>
            <p:spPr bwMode="auto">
              <a:xfrm>
                <a:off x="1978" y="900"/>
                <a:ext cx="305" cy="295"/>
              </a:xfrm>
              <a:prstGeom prst="rect">
                <a:avLst/>
              </a:prstGeom>
              <a:noFill/>
              <a:ln w="28575">
                <a:noFill/>
                <a:miter lim="800000"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altLang="zh-CN" sz="3200" b="0" i="1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rPr>
                  <a:t>u</a:t>
                </a:r>
                <a:r>
                  <a:rPr lang="en-US" altLang="zh-CN" sz="2400" b="0" i="1" baseline="-250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rPr>
                  <a:t>L</a:t>
                </a:r>
                <a:endParaRPr lang="en-US" altLang="zh-CN" sz="2400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endParaRPr>
              </a:p>
            </p:txBody>
          </p:sp>
        </p:grpSp>
        <p:sp>
          <p:nvSpPr>
            <p:cNvPr id="51236" name="Line 181"/>
            <p:cNvSpPr>
              <a:spLocks noChangeShapeType="1"/>
            </p:cNvSpPr>
            <p:nvPr/>
          </p:nvSpPr>
          <p:spPr bwMode="auto">
            <a:xfrm>
              <a:off x="3016" y="1661"/>
              <a:ext cx="0" cy="998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237" name="Line 182"/>
            <p:cNvSpPr>
              <a:spLocks noChangeShapeType="1"/>
            </p:cNvSpPr>
            <p:nvPr/>
          </p:nvSpPr>
          <p:spPr bwMode="auto">
            <a:xfrm flipV="1">
              <a:off x="3016" y="2659"/>
              <a:ext cx="1724" cy="0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238" name="Line 183"/>
            <p:cNvSpPr>
              <a:spLocks noChangeShapeType="1"/>
            </p:cNvSpPr>
            <p:nvPr/>
          </p:nvSpPr>
          <p:spPr bwMode="auto">
            <a:xfrm flipV="1">
              <a:off x="4740" y="2341"/>
              <a:ext cx="0" cy="318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239" name="Line 184"/>
            <p:cNvSpPr>
              <a:spLocks noChangeShapeType="1"/>
            </p:cNvSpPr>
            <p:nvPr/>
          </p:nvSpPr>
          <p:spPr bwMode="auto">
            <a:xfrm>
              <a:off x="4740" y="1661"/>
              <a:ext cx="0" cy="318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240" name="Line 185"/>
            <p:cNvSpPr>
              <a:spLocks noChangeShapeType="1"/>
            </p:cNvSpPr>
            <p:nvPr/>
          </p:nvSpPr>
          <p:spPr bwMode="auto">
            <a:xfrm flipV="1">
              <a:off x="3803" y="1868"/>
              <a:ext cx="149" cy="238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241" name="Line 186"/>
            <p:cNvSpPr>
              <a:spLocks noChangeShapeType="1"/>
            </p:cNvSpPr>
            <p:nvPr/>
          </p:nvSpPr>
          <p:spPr bwMode="auto">
            <a:xfrm flipH="1" flipV="1">
              <a:off x="3979" y="1890"/>
              <a:ext cx="148" cy="118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242" name="Text Box 187"/>
            <p:cNvSpPr txBox="1">
              <a:spLocks noChangeArrowheads="1"/>
            </p:cNvSpPr>
            <p:nvPr/>
          </p:nvSpPr>
          <p:spPr bwMode="auto">
            <a:xfrm>
              <a:off x="4195" y="1706"/>
              <a:ext cx="253" cy="327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R</a:t>
              </a:r>
              <a:endParaRPr lang="en-US" altLang="zh-CN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51243" name="Text Box 188"/>
            <p:cNvSpPr txBox="1">
              <a:spLocks noChangeArrowheads="1"/>
            </p:cNvSpPr>
            <p:nvPr/>
          </p:nvSpPr>
          <p:spPr bwMode="auto">
            <a:xfrm>
              <a:off x="3288" y="1661"/>
              <a:ext cx="329" cy="327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R</a:t>
              </a:r>
              <a:r>
                <a:rPr lang="en-US" altLang="zh-CN" b="0" baseline="-2500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1</a:t>
              </a:r>
              <a:endParaRPr lang="en-US" altLang="zh-CN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51244" name="Line 189"/>
            <p:cNvSpPr>
              <a:spLocks noChangeShapeType="1"/>
            </p:cNvSpPr>
            <p:nvPr/>
          </p:nvSpPr>
          <p:spPr bwMode="auto">
            <a:xfrm>
              <a:off x="3813" y="1695"/>
              <a:ext cx="0" cy="184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 type="oval" w="med" len="med"/>
              <a:tailEnd type="oval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245" name="Line 190"/>
            <p:cNvSpPr>
              <a:spLocks noChangeShapeType="1"/>
            </p:cNvSpPr>
            <p:nvPr/>
          </p:nvSpPr>
          <p:spPr bwMode="auto">
            <a:xfrm>
              <a:off x="3803" y="2095"/>
              <a:ext cx="0" cy="544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 type="oval" w="med" len="med"/>
              <a:tailEnd type="oval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246" name="Rectangle 191"/>
            <p:cNvSpPr>
              <a:spLocks noChangeArrowheads="1"/>
            </p:cNvSpPr>
            <p:nvPr/>
          </p:nvSpPr>
          <p:spPr bwMode="auto">
            <a:xfrm>
              <a:off x="4150" y="1570"/>
              <a:ext cx="317" cy="136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</a:gradFill>
            <a:ln w="2857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1247" name="Rectangle 192"/>
            <p:cNvSpPr>
              <a:spLocks noChangeArrowheads="1"/>
            </p:cNvSpPr>
            <p:nvPr/>
          </p:nvSpPr>
          <p:spPr bwMode="auto">
            <a:xfrm>
              <a:off x="3243" y="1570"/>
              <a:ext cx="317" cy="136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</a:gradFill>
            <a:ln w="2857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1248" name="Text Box 193"/>
            <p:cNvSpPr txBox="1">
              <a:spLocks noChangeArrowheads="1"/>
            </p:cNvSpPr>
            <p:nvPr/>
          </p:nvSpPr>
          <p:spPr bwMode="auto">
            <a:xfrm>
              <a:off x="3016" y="1661"/>
              <a:ext cx="499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仿宋_GB2312" pitchFamily="49" charset="-122"/>
                </a:rPr>
                <a:t>+</a:t>
              </a:r>
            </a:p>
          </p:txBody>
        </p:sp>
        <p:sp>
          <p:nvSpPr>
            <p:cNvPr id="51249" name="Text Box 194"/>
            <p:cNvSpPr txBox="1">
              <a:spLocks noChangeArrowheads="1"/>
            </p:cNvSpPr>
            <p:nvPr/>
          </p:nvSpPr>
          <p:spPr bwMode="auto">
            <a:xfrm>
              <a:off x="3016" y="2296"/>
              <a:ext cx="499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0">
                  <a:solidFill>
                    <a:schemeClr val="bg1"/>
                  </a:solidFill>
                  <a:latin typeface="宋体" pitchFamily="2" charset="-122"/>
                  <a:ea typeface="宋体" pitchFamily="2" charset="-122"/>
                </a:rPr>
                <a:t>-</a:t>
              </a:r>
            </a:p>
          </p:txBody>
        </p:sp>
        <p:grpSp>
          <p:nvGrpSpPr>
            <p:cNvPr id="51250" name="Group 195"/>
            <p:cNvGrpSpPr>
              <a:grpSpLocks/>
            </p:cNvGrpSpPr>
            <p:nvPr/>
          </p:nvGrpSpPr>
          <p:grpSpPr bwMode="auto">
            <a:xfrm>
              <a:off x="4740" y="1979"/>
              <a:ext cx="91" cy="363"/>
              <a:chOff x="2744" y="2931"/>
              <a:chExt cx="57" cy="283"/>
            </a:xfrm>
          </p:grpSpPr>
          <p:sp>
            <p:nvSpPr>
              <p:cNvPr id="51251" name="Arc 196"/>
              <p:cNvSpPr>
                <a:spLocks noChangeArrowheads="1"/>
              </p:cNvSpPr>
              <p:nvPr/>
            </p:nvSpPr>
            <p:spPr bwMode="auto">
              <a:xfrm rot="10800000" flipH="1" flipV="1">
                <a:off x="2744" y="2931"/>
                <a:ext cx="57" cy="91"/>
              </a:xfrm>
              <a:custGeom>
                <a:avLst/>
                <a:gdLst/>
                <a:ahLst/>
                <a:cxnLst>
                  <a:cxn ang="0">
                    <a:pos x="1123" y="0"/>
                  </a:cxn>
                  <a:cxn ang="0">
                    <a:pos x="22723" y="21600"/>
                  </a:cxn>
                  <a:cxn ang="0">
                    <a:pos x="1123" y="43200"/>
                  </a:cxn>
                  <a:cxn ang="0">
                    <a:pos x="0" y="43170"/>
                  </a:cxn>
                  <a:cxn ang="0">
                    <a:pos x="1123" y="0"/>
                  </a:cxn>
                  <a:cxn ang="0">
                    <a:pos x="22723" y="21600"/>
                  </a:cxn>
                  <a:cxn ang="0">
                    <a:pos x="1123" y="43200"/>
                  </a:cxn>
                  <a:cxn ang="0">
                    <a:pos x="0" y="43170"/>
                  </a:cxn>
                  <a:cxn ang="0">
                    <a:pos x="1123" y="21600"/>
                  </a:cxn>
                  <a:cxn ang="0">
                    <a:pos x="1123" y="0"/>
                  </a:cxn>
                </a:cxnLst>
                <a:rect l="0" t="0" r="r" b="b"/>
                <a:pathLst>
                  <a:path w="22723" h="43200" fill="none">
                    <a:moveTo>
                      <a:pt x="1123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>
                    <a:moveTo>
                      <a:pt x="1123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lnTo>
                      <a:pt x="1123" y="0"/>
                    </a:lnTo>
                    <a:close/>
                  </a:path>
                </a:pathLst>
              </a:custGeom>
              <a:noFill/>
              <a:ln w="38100">
                <a:solidFill>
                  <a:srgbClr val="FF99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1252" name="Arc 197"/>
              <p:cNvSpPr>
                <a:spLocks noChangeArrowheads="1"/>
              </p:cNvSpPr>
              <p:nvPr/>
            </p:nvSpPr>
            <p:spPr bwMode="auto">
              <a:xfrm rot="10800000" flipH="1" flipV="1">
                <a:off x="2744" y="3027"/>
                <a:ext cx="57" cy="91"/>
              </a:xfrm>
              <a:custGeom>
                <a:avLst/>
                <a:gdLst/>
                <a:ahLst/>
                <a:cxnLst>
                  <a:cxn ang="0">
                    <a:pos x="1123" y="0"/>
                  </a:cxn>
                  <a:cxn ang="0">
                    <a:pos x="22723" y="21600"/>
                  </a:cxn>
                  <a:cxn ang="0">
                    <a:pos x="1123" y="43200"/>
                  </a:cxn>
                  <a:cxn ang="0">
                    <a:pos x="0" y="43170"/>
                  </a:cxn>
                  <a:cxn ang="0">
                    <a:pos x="1123" y="0"/>
                  </a:cxn>
                  <a:cxn ang="0">
                    <a:pos x="22723" y="21600"/>
                  </a:cxn>
                  <a:cxn ang="0">
                    <a:pos x="1123" y="43200"/>
                  </a:cxn>
                  <a:cxn ang="0">
                    <a:pos x="0" y="43170"/>
                  </a:cxn>
                  <a:cxn ang="0">
                    <a:pos x="1123" y="21600"/>
                  </a:cxn>
                  <a:cxn ang="0">
                    <a:pos x="1123" y="0"/>
                  </a:cxn>
                </a:cxnLst>
                <a:rect l="0" t="0" r="r" b="b"/>
                <a:pathLst>
                  <a:path w="22723" h="43200" fill="none">
                    <a:moveTo>
                      <a:pt x="1123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>
                    <a:moveTo>
                      <a:pt x="1123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lnTo>
                      <a:pt x="1123" y="0"/>
                    </a:lnTo>
                    <a:close/>
                  </a:path>
                </a:pathLst>
              </a:custGeom>
              <a:noFill/>
              <a:ln w="38100">
                <a:solidFill>
                  <a:srgbClr val="FF99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1253" name="Arc 198"/>
              <p:cNvSpPr>
                <a:spLocks noChangeArrowheads="1"/>
              </p:cNvSpPr>
              <p:nvPr/>
            </p:nvSpPr>
            <p:spPr bwMode="auto">
              <a:xfrm rot="10800000" flipH="1" flipV="1">
                <a:off x="2744" y="3123"/>
                <a:ext cx="57" cy="91"/>
              </a:xfrm>
              <a:custGeom>
                <a:avLst/>
                <a:gdLst/>
                <a:ahLst/>
                <a:cxnLst>
                  <a:cxn ang="0">
                    <a:pos x="1123" y="0"/>
                  </a:cxn>
                  <a:cxn ang="0">
                    <a:pos x="22723" y="21600"/>
                  </a:cxn>
                  <a:cxn ang="0">
                    <a:pos x="1123" y="43200"/>
                  </a:cxn>
                  <a:cxn ang="0">
                    <a:pos x="0" y="43170"/>
                  </a:cxn>
                  <a:cxn ang="0">
                    <a:pos x="1123" y="0"/>
                  </a:cxn>
                  <a:cxn ang="0">
                    <a:pos x="22723" y="21600"/>
                  </a:cxn>
                  <a:cxn ang="0">
                    <a:pos x="1123" y="43200"/>
                  </a:cxn>
                  <a:cxn ang="0">
                    <a:pos x="0" y="43170"/>
                  </a:cxn>
                  <a:cxn ang="0">
                    <a:pos x="1123" y="21600"/>
                  </a:cxn>
                  <a:cxn ang="0">
                    <a:pos x="1123" y="0"/>
                  </a:cxn>
                </a:cxnLst>
                <a:rect l="0" t="0" r="r" b="b"/>
                <a:pathLst>
                  <a:path w="22723" h="43200" fill="none">
                    <a:moveTo>
                      <a:pt x="1123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>
                    <a:moveTo>
                      <a:pt x="1123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lnTo>
                      <a:pt x="1123" y="0"/>
                    </a:lnTo>
                    <a:close/>
                  </a:path>
                </a:pathLst>
              </a:custGeom>
              <a:noFill/>
              <a:ln w="38100">
                <a:solidFill>
                  <a:srgbClr val="FF99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grpSp>
        <p:nvGrpSpPr>
          <p:cNvPr id="74951" name="Group 199"/>
          <p:cNvGrpSpPr>
            <a:grpSpLocks/>
          </p:cNvGrpSpPr>
          <p:nvPr/>
        </p:nvGrpSpPr>
        <p:grpSpPr bwMode="auto">
          <a:xfrm>
            <a:off x="6300788" y="3429000"/>
            <a:ext cx="2493962" cy="1876425"/>
            <a:chOff x="3969" y="2160"/>
            <a:chExt cx="1571" cy="1182"/>
          </a:xfrm>
        </p:grpSpPr>
        <p:grpSp>
          <p:nvGrpSpPr>
            <p:cNvPr id="51255" name="Group 200"/>
            <p:cNvGrpSpPr>
              <a:grpSpLocks/>
            </p:cNvGrpSpPr>
            <p:nvPr/>
          </p:nvGrpSpPr>
          <p:grpSpPr bwMode="auto">
            <a:xfrm>
              <a:off x="4740" y="2160"/>
              <a:ext cx="272" cy="409"/>
              <a:chOff x="1872" y="491"/>
              <a:chExt cx="240" cy="277"/>
            </a:xfrm>
          </p:grpSpPr>
          <p:sp>
            <p:nvSpPr>
              <p:cNvPr id="51256" name="Line 201"/>
              <p:cNvSpPr>
                <a:spLocks noChangeShapeType="1"/>
              </p:cNvSpPr>
              <p:nvPr/>
            </p:nvSpPr>
            <p:spPr bwMode="auto">
              <a:xfrm>
                <a:off x="1872" y="768"/>
                <a:ext cx="240" cy="0"/>
              </a:xfrm>
              <a:prstGeom prst="line">
                <a:avLst/>
              </a:prstGeom>
              <a:noFill/>
              <a:ln w="28575">
                <a:solidFill>
                  <a:srgbClr val="00FFFF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1257" name="Text Box 202"/>
              <p:cNvSpPr txBox="1">
                <a:spLocks noChangeArrowheads="1"/>
              </p:cNvSpPr>
              <p:nvPr/>
            </p:nvSpPr>
            <p:spPr bwMode="auto">
              <a:xfrm>
                <a:off x="1882" y="491"/>
                <a:ext cx="165" cy="247"/>
              </a:xfrm>
              <a:prstGeom prst="rect">
                <a:avLst/>
              </a:prstGeom>
              <a:noFill/>
              <a:ln w="28575">
                <a:noFill/>
                <a:miter lim="800000"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altLang="zh-CN" sz="3200" b="0" i="1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rPr>
                  <a:t>i</a:t>
                </a:r>
                <a:endParaRPr lang="en-US" altLang="zh-CN" sz="3200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endParaRPr>
              </a:p>
            </p:txBody>
          </p:sp>
        </p:grpSp>
        <p:sp>
          <p:nvSpPr>
            <p:cNvPr id="51258" name="Text Box 203"/>
            <p:cNvSpPr txBox="1">
              <a:spLocks noChangeArrowheads="1"/>
            </p:cNvSpPr>
            <p:nvPr/>
          </p:nvSpPr>
          <p:spPr bwMode="auto">
            <a:xfrm>
              <a:off x="4921" y="2806"/>
              <a:ext cx="241" cy="327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L</a:t>
              </a:r>
              <a:endParaRPr lang="en-US" altLang="zh-CN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grpSp>
          <p:nvGrpSpPr>
            <p:cNvPr id="51259" name="Group 204"/>
            <p:cNvGrpSpPr>
              <a:grpSpLocks/>
            </p:cNvGrpSpPr>
            <p:nvPr/>
          </p:nvGrpSpPr>
          <p:grpSpPr bwMode="auto">
            <a:xfrm>
              <a:off x="5203" y="2578"/>
              <a:ext cx="337" cy="764"/>
              <a:chOff x="1967" y="748"/>
              <a:chExt cx="327" cy="616"/>
            </a:xfrm>
          </p:grpSpPr>
          <p:grpSp>
            <p:nvGrpSpPr>
              <p:cNvPr id="51260" name="Group 205"/>
              <p:cNvGrpSpPr>
                <a:grpSpLocks/>
              </p:cNvGrpSpPr>
              <p:nvPr/>
            </p:nvGrpSpPr>
            <p:grpSpPr bwMode="auto">
              <a:xfrm>
                <a:off x="2069" y="748"/>
                <a:ext cx="218" cy="616"/>
                <a:chOff x="1637" y="1276"/>
                <a:chExt cx="218" cy="616"/>
              </a:xfrm>
            </p:grpSpPr>
            <p:sp>
              <p:nvSpPr>
                <p:cNvPr id="51261" name="Text Box 206"/>
                <p:cNvSpPr txBox="1">
                  <a:spLocks noChangeArrowheads="1"/>
                </p:cNvSpPr>
                <p:nvPr/>
              </p:nvSpPr>
              <p:spPr bwMode="auto">
                <a:xfrm>
                  <a:off x="1637" y="1276"/>
                  <a:ext cx="218" cy="233"/>
                </a:xfrm>
                <a:prstGeom prst="rect">
                  <a:avLst/>
                </a:prstGeom>
                <a:noFill/>
                <a:ln w="28575">
                  <a:noFill/>
                  <a:miter lim="800000"/>
                  <a:headEnd/>
                  <a:tailEnd/>
                </a:ln>
              </p:spPr>
              <p:txBody>
                <a:bodyPr wrap="none" anchor="ctr">
                  <a:spAutoFit/>
                </a:bodyPr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altLang="zh-CN" sz="2400">
                      <a:solidFill>
                        <a:schemeClr val="bg1"/>
                      </a:solidFill>
                      <a:latin typeface="Times New Roman" pitchFamily="18" charset="0"/>
                      <a:ea typeface="宋体" pitchFamily="2" charset="-122"/>
                    </a:rPr>
                    <a:t>+</a:t>
                  </a:r>
                </a:p>
              </p:txBody>
            </p:sp>
            <p:sp>
              <p:nvSpPr>
                <p:cNvPr id="51262" name="Text Box 207"/>
                <p:cNvSpPr txBox="1">
                  <a:spLocks noChangeArrowheads="1"/>
                </p:cNvSpPr>
                <p:nvPr/>
              </p:nvSpPr>
              <p:spPr bwMode="auto">
                <a:xfrm>
                  <a:off x="1639" y="1659"/>
                  <a:ext cx="205" cy="233"/>
                </a:xfrm>
                <a:prstGeom prst="rect">
                  <a:avLst/>
                </a:prstGeom>
                <a:noFill/>
                <a:ln w="28575">
                  <a:noFill/>
                  <a:miter lim="800000"/>
                  <a:headEnd/>
                  <a:tailEnd/>
                </a:ln>
              </p:spPr>
              <p:txBody>
                <a:bodyPr wrap="none" anchor="ctr">
                  <a:spAutoFit/>
                </a:bodyPr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altLang="zh-CN" sz="2400">
                      <a:solidFill>
                        <a:schemeClr val="bg1"/>
                      </a:solidFill>
                      <a:latin typeface="Times New Roman" pitchFamily="18" charset="0"/>
                      <a:ea typeface="宋体" pitchFamily="2" charset="-122"/>
                    </a:rPr>
                    <a:t>–</a:t>
                  </a:r>
                </a:p>
              </p:txBody>
            </p:sp>
          </p:grpSp>
          <p:sp>
            <p:nvSpPr>
              <p:cNvPr id="51263" name="Text Box 208"/>
              <p:cNvSpPr txBox="1">
                <a:spLocks noChangeArrowheads="1"/>
              </p:cNvSpPr>
              <p:nvPr/>
            </p:nvSpPr>
            <p:spPr bwMode="auto">
              <a:xfrm>
                <a:off x="1967" y="900"/>
                <a:ext cx="327" cy="295"/>
              </a:xfrm>
              <a:prstGeom prst="rect">
                <a:avLst/>
              </a:prstGeom>
              <a:noFill/>
              <a:ln w="28575">
                <a:noFill/>
                <a:miter lim="800000"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altLang="zh-CN" sz="3200" b="0" i="1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rPr>
                  <a:t>u</a:t>
                </a:r>
                <a:r>
                  <a:rPr lang="en-US" altLang="zh-CN" sz="3200" b="0" i="1" baseline="-250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rPr>
                  <a:t>L</a:t>
                </a:r>
                <a:endParaRPr lang="en-US" altLang="zh-CN" sz="3200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endParaRPr>
              </a:p>
            </p:txBody>
          </p:sp>
        </p:grpSp>
        <p:sp>
          <p:nvSpPr>
            <p:cNvPr id="51264" name="Line 209"/>
            <p:cNvSpPr>
              <a:spLocks noChangeShapeType="1"/>
            </p:cNvSpPr>
            <p:nvPr/>
          </p:nvSpPr>
          <p:spPr bwMode="auto">
            <a:xfrm flipV="1">
              <a:off x="5148" y="3067"/>
              <a:ext cx="0" cy="235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265" name="Text Box 210"/>
            <p:cNvSpPr txBox="1">
              <a:spLocks noChangeArrowheads="1"/>
            </p:cNvSpPr>
            <p:nvPr/>
          </p:nvSpPr>
          <p:spPr bwMode="auto">
            <a:xfrm>
              <a:off x="4246" y="2625"/>
              <a:ext cx="233" cy="288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sz="2400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R</a:t>
              </a:r>
              <a:endParaRPr lang="en-US" altLang="zh-CN" sz="2400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51266" name="Line 211"/>
            <p:cNvSpPr>
              <a:spLocks noChangeShapeType="1"/>
            </p:cNvSpPr>
            <p:nvPr/>
          </p:nvSpPr>
          <p:spPr bwMode="auto">
            <a:xfrm>
              <a:off x="3969" y="3305"/>
              <a:ext cx="1179" cy="0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267" name="Line 212"/>
            <p:cNvSpPr>
              <a:spLocks noChangeShapeType="1"/>
            </p:cNvSpPr>
            <p:nvPr/>
          </p:nvSpPr>
          <p:spPr bwMode="auto">
            <a:xfrm>
              <a:off x="3969" y="2523"/>
              <a:ext cx="0" cy="782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268" name="Line 213"/>
            <p:cNvSpPr>
              <a:spLocks noChangeShapeType="1"/>
            </p:cNvSpPr>
            <p:nvPr/>
          </p:nvSpPr>
          <p:spPr bwMode="auto">
            <a:xfrm>
              <a:off x="3969" y="2523"/>
              <a:ext cx="1179" cy="0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269" name="Line 214"/>
            <p:cNvSpPr>
              <a:spLocks noChangeShapeType="1"/>
            </p:cNvSpPr>
            <p:nvPr/>
          </p:nvSpPr>
          <p:spPr bwMode="auto">
            <a:xfrm>
              <a:off x="5148" y="2522"/>
              <a:ext cx="0" cy="182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51270" name="Group 215"/>
            <p:cNvGrpSpPr>
              <a:grpSpLocks/>
            </p:cNvGrpSpPr>
            <p:nvPr/>
          </p:nvGrpSpPr>
          <p:grpSpPr bwMode="auto">
            <a:xfrm>
              <a:off x="5148" y="2704"/>
              <a:ext cx="91" cy="363"/>
              <a:chOff x="2744" y="2931"/>
              <a:chExt cx="57" cy="283"/>
            </a:xfrm>
          </p:grpSpPr>
          <p:sp>
            <p:nvSpPr>
              <p:cNvPr id="51271" name="Arc 216"/>
              <p:cNvSpPr>
                <a:spLocks noChangeArrowheads="1"/>
              </p:cNvSpPr>
              <p:nvPr/>
            </p:nvSpPr>
            <p:spPr bwMode="auto">
              <a:xfrm rot="10800000" flipH="1" flipV="1">
                <a:off x="2744" y="2931"/>
                <a:ext cx="57" cy="91"/>
              </a:xfrm>
              <a:custGeom>
                <a:avLst/>
                <a:gdLst/>
                <a:ahLst/>
                <a:cxnLst>
                  <a:cxn ang="0">
                    <a:pos x="1123" y="0"/>
                  </a:cxn>
                  <a:cxn ang="0">
                    <a:pos x="22723" y="21600"/>
                  </a:cxn>
                  <a:cxn ang="0">
                    <a:pos x="1123" y="43200"/>
                  </a:cxn>
                  <a:cxn ang="0">
                    <a:pos x="0" y="43170"/>
                  </a:cxn>
                  <a:cxn ang="0">
                    <a:pos x="1123" y="0"/>
                  </a:cxn>
                  <a:cxn ang="0">
                    <a:pos x="22723" y="21600"/>
                  </a:cxn>
                  <a:cxn ang="0">
                    <a:pos x="1123" y="43200"/>
                  </a:cxn>
                  <a:cxn ang="0">
                    <a:pos x="0" y="43170"/>
                  </a:cxn>
                  <a:cxn ang="0">
                    <a:pos x="1123" y="21600"/>
                  </a:cxn>
                  <a:cxn ang="0">
                    <a:pos x="1123" y="0"/>
                  </a:cxn>
                </a:cxnLst>
                <a:rect l="0" t="0" r="r" b="b"/>
                <a:pathLst>
                  <a:path w="22723" h="43200" fill="none">
                    <a:moveTo>
                      <a:pt x="1123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>
                    <a:moveTo>
                      <a:pt x="1123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lnTo>
                      <a:pt x="1123" y="0"/>
                    </a:lnTo>
                    <a:close/>
                  </a:path>
                </a:pathLst>
              </a:custGeom>
              <a:noFill/>
              <a:ln w="38100">
                <a:solidFill>
                  <a:srgbClr val="FF99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1272" name="Arc 217"/>
              <p:cNvSpPr>
                <a:spLocks noChangeArrowheads="1"/>
              </p:cNvSpPr>
              <p:nvPr/>
            </p:nvSpPr>
            <p:spPr bwMode="auto">
              <a:xfrm rot="10800000" flipH="1" flipV="1">
                <a:off x="2744" y="3027"/>
                <a:ext cx="57" cy="91"/>
              </a:xfrm>
              <a:custGeom>
                <a:avLst/>
                <a:gdLst/>
                <a:ahLst/>
                <a:cxnLst>
                  <a:cxn ang="0">
                    <a:pos x="1123" y="0"/>
                  </a:cxn>
                  <a:cxn ang="0">
                    <a:pos x="22723" y="21600"/>
                  </a:cxn>
                  <a:cxn ang="0">
                    <a:pos x="1123" y="43200"/>
                  </a:cxn>
                  <a:cxn ang="0">
                    <a:pos x="0" y="43170"/>
                  </a:cxn>
                  <a:cxn ang="0">
                    <a:pos x="1123" y="0"/>
                  </a:cxn>
                  <a:cxn ang="0">
                    <a:pos x="22723" y="21600"/>
                  </a:cxn>
                  <a:cxn ang="0">
                    <a:pos x="1123" y="43200"/>
                  </a:cxn>
                  <a:cxn ang="0">
                    <a:pos x="0" y="43170"/>
                  </a:cxn>
                  <a:cxn ang="0">
                    <a:pos x="1123" y="21600"/>
                  </a:cxn>
                  <a:cxn ang="0">
                    <a:pos x="1123" y="0"/>
                  </a:cxn>
                </a:cxnLst>
                <a:rect l="0" t="0" r="r" b="b"/>
                <a:pathLst>
                  <a:path w="22723" h="43200" fill="none">
                    <a:moveTo>
                      <a:pt x="1123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>
                    <a:moveTo>
                      <a:pt x="1123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lnTo>
                      <a:pt x="1123" y="0"/>
                    </a:lnTo>
                    <a:close/>
                  </a:path>
                </a:pathLst>
              </a:custGeom>
              <a:noFill/>
              <a:ln w="38100">
                <a:solidFill>
                  <a:srgbClr val="FF99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1273" name="Arc 218"/>
              <p:cNvSpPr>
                <a:spLocks noChangeArrowheads="1"/>
              </p:cNvSpPr>
              <p:nvPr/>
            </p:nvSpPr>
            <p:spPr bwMode="auto">
              <a:xfrm rot="10800000" flipH="1" flipV="1">
                <a:off x="2744" y="3123"/>
                <a:ext cx="57" cy="91"/>
              </a:xfrm>
              <a:custGeom>
                <a:avLst/>
                <a:gdLst/>
                <a:ahLst/>
                <a:cxnLst>
                  <a:cxn ang="0">
                    <a:pos x="1123" y="0"/>
                  </a:cxn>
                  <a:cxn ang="0">
                    <a:pos x="22723" y="21600"/>
                  </a:cxn>
                  <a:cxn ang="0">
                    <a:pos x="1123" y="43200"/>
                  </a:cxn>
                  <a:cxn ang="0">
                    <a:pos x="0" y="43170"/>
                  </a:cxn>
                  <a:cxn ang="0">
                    <a:pos x="1123" y="0"/>
                  </a:cxn>
                  <a:cxn ang="0">
                    <a:pos x="22723" y="21600"/>
                  </a:cxn>
                  <a:cxn ang="0">
                    <a:pos x="1123" y="43200"/>
                  </a:cxn>
                  <a:cxn ang="0">
                    <a:pos x="0" y="43170"/>
                  </a:cxn>
                  <a:cxn ang="0">
                    <a:pos x="1123" y="21600"/>
                  </a:cxn>
                  <a:cxn ang="0">
                    <a:pos x="1123" y="0"/>
                  </a:cxn>
                </a:cxnLst>
                <a:rect l="0" t="0" r="r" b="b"/>
                <a:pathLst>
                  <a:path w="22723" h="43200" fill="none">
                    <a:moveTo>
                      <a:pt x="1123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>
                    <a:moveTo>
                      <a:pt x="1123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lnTo>
                      <a:pt x="1123" y="0"/>
                    </a:lnTo>
                    <a:close/>
                  </a:path>
                </a:pathLst>
              </a:custGeom>
              <a:noFill/>
              <a:ln w="38100">
                <a:solidFill>
                  <a:srgbClr val="FF99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51274" name="Rectangle 219"/>
            <p:cNvSpPr>
              <a:spLocks noChangeArrowheads="1"/>
            </p:cNvSpPr>
            <p:nvPr/>
          </p:nvSpPr>
          <p:spPr bwMode="auto">
            <a:xfrm>
              <a:off x="4241" y="2478"/>
              <a:ext cx="317" cy="136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</a:gradFill>
            <a:ln w="2857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51275" name="Group 223"/>
          <p:cNvGrpSpPr>
            <a:grpSpLocks/>
          </p:cNvGrpSpPr>
          <p:nvPr/>
        </p:nvGrpSpPr>
        <p:grpSpPr bwMode="auto">
          <a:xfrm>
            <a:off x="6588125" y="6445250"/>
            <a:ext cx="792163" cy="366713"/>
            <a:chOff x="4649" y="4020"/>
            <a:chExt cx="499" cy="231"/>
          </a:xfrm>
        </p:grpSpPr>
        <p:pic>
          <p:nvPicPr>
            <p:cNvPr id="51276" name="Picture 224" descr="78900"/>
            <p:cNvPicPr>
              <a:picLocks noChangeAspect="1" noChangeArrowheads="1"/>
            </p:cNvPicPr>
            <p:nvPr/>
          </p:nvPicPr>
          <p:blipFill>
            <a:blip r:embed="rId8"/>
            <a:srcRect/>
            <a:stretch>
              <a:fillRect/>
            </a:stretch>
          </p:blipFill>
          <p:spPr bwMode="auto"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51277" name="Text Box 225">
              <a:hlinkClick r:id="rId9" action="ppaction://hlinksldjump"/>
            </p:cNvPr>
            <p:cNvSpPr txBox="1">
              <a:spLocks noChangeArrowheads="1"/>
            </p:cNvSpPr>
            <p:nvPr/>
          </p:nvSpPr>
          <p:spPr bwMode="auto"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0">
                  <a:solidFill>
                    <a:schemeClr val="bg1"/>
                  </a:solidFill>
                  <a:latin typeface="隶书" pitchFamily="49" charset="-122"/>
                  <a:ea typeface="隶书" pitchFamily="49" charset="-122"/>
                </a:rPr>
                <a:t>返 回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9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47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47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9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749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8" dur="2000"/>
                                        <p:tgtEl>
                                          <p:spTgt spid="747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23" dur="500"/>
                                        <p:tgtEl>
                                          <p:spTgt spid="748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9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749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2000"/>
                                        <p:tgtEl>
                                          <p:spTgt spid="747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37" dur="1000"/>
                                        <p:tgtEl>
                                          <p:spTgt spid="747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8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748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748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748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8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2000"/>
                                        <p:tgtEl>
                                          <p:spTgt spid="748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2000"/>
                                        <p:tgtEl>
                                          <p:spTgt spid="747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8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59" dur="500"/>
                                        <p:tgtEl>
                                          <p:spTgt spid="748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500"/>
                            </p:stCondLst>
                            <p:childTnLst>
                              <p:par>
                                <p:cTn id="6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2000"/>
                                        <p:tgtEl>
                                          <p:spTgt spid="747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8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68" dur="500"/>
                                        <p:tgtEl>
                                          <p:spTgt spid="748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500"/>
                            </p:stCondLst>
                            <p:childTnLst>
                              <p:par>
                                <p:cTn id="7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8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2000"/>
                                        <p:tgtEl>
                                          <p:spTgt spid="748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4756" grpId="0"/>
      <p:bldP spid="74757" grpId="0"/>
      <p:bldP spid="74761" grpId="0" build="p"/>
      <p:bldP spid="74762" grpId="0" build="p"/>
      <p:bldP spid="74814" grpId="0" animBg="1"/>
      <p:bldP spid="74879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3666" name="Object 2"/>
          <p:cNvGraphicFramePr>
            <a:graphicFrameLocks noChangeAspect="1"/>
          </p:cNvGraphicFramePr>
          <p:nvPr/>
        </p:nvGraphicFramePr>
        <p:xfrm>
          <a:off x="1476375" y="1773238"/>
          <a:ext cx="4908550" cy="1065212"/>
        </p:xfrm>
        <a:graphic>
          <a:graphicData uri="http://schemas.openxmlformats.org/presentationml/2006/ole">
            <p:oleObj spid="_x0000_s52225" r:id="rId3" imgW="1773000" imgH="392040" progId="Equation.3">
              <p:embed/>
            </p:oleObj>
          </a:graphicData>
        </a:graphic>
      </p:graphicFrame>
      <p:graphicFrame>
        <p:nvGraphicFramePr>
          <p:cNvPr id="113667" name="Object 3"/>
          <p:cNvGraphicFramePr>
            <a:graphicFrameLocks noChangeAspect="1"/>
          </p:cNvGraphicFramePr>
          <p:nvPr/>
        </p:nvGraphicFramePr>
        <p:xfrm>
          <a:off x="1331913" y="549275"/>
          <a:ext cx="4313237" cy="1104900"/>
        </p:xfrm>
        <a:graphic>
          <a:graphicData uri="http://schemas.openxmlformats.org/presentationml/2006/ole">
            <p:oleObj spid="_x0000_s52226" r:id="rId4" imgW="1320840" imgH="311400" progId="Equation.3">
              <p:embed/>
            </p:oleObj>
          </a:graphicData>
        </a:graphic>
      </p:graphicFrame>
      <p:grpSp>
        <p:nvGrpSpPr>
          <p:cNvPr id="113743" name="Group 79"/>
          <p:cNvGrpSpPr>
            <a:grpSpLocks/>
          </p:cNvGrpSpPr>
          <p:nvPr/>
        </p:nvGrpSpPr>
        <p:grpSpPr bwMode="auto">
          <a:xfrm>
            <a:off x="900113" y="3963988"/>
            <a:ext cx="2789237" cy="2097087"/>
            <a:chOff x="567" y="2497"/>
            <a:chExt cx="1757" cy="1321"/>
          </a:xfrm>
        </p:grpSpPr>
        <p:sp>
          <p:nvSpPr>
            <p:cNvPr id="52228" name="Text Box 14"/>
            <p:cNvSpPr txBox="1">
              <a:spLocks noChangeArrowheads="1"/>
            </p:cNvSpPr>
            <p:nvPr/>
          </p:nvSpPr>
          <p:spPr bwMode="auto">
            <a:xfrm>
              <a:off x="2147" y="3490"/>
              <a:ext cx="177" cy="328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t</a:t>
              </a:r>
              <a:endParaRPr lang="en-US" altLang="zh-CN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52229" name="Line 15"/>
            <p:cNvSpPr>
              <a:spLocks noChangeShapeType="1"/>
            </p:cNvSpPr>
            <p:nvPr/>
          </p:nvSpPr>
          <p:spPr bwMode="auto">
            <a:xfrm>
              <a:off x="775" y="3479"/>
              <a:ext cx="1527" cy="0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2230" name="Line 16"/>
            <p:cNvSpPr>
              <a:spLocks noChangeShapeType="1"/>
            </p:cNvSpPr>
            <p:nvPr/>
          </p:nvSpPr>
          <p:spPr bwMode="auto">
            <a:xfrm flipV="1">
              <a:off x="993" y="2602"/>
              <a:ext cx="0" cy="1170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2231" name="Freeform 17"/>
            <p:cNvSpPr>
              <a:spLocks noChangeArrowheads="1"/>
            </p:cNvSpPr>
            <p:nvPr/>
          </p:nvSpPr>
          <p:spPr bwMode="auto">
            <a:xfrm>
              <a:off x="993" y="2894"/>
              <a:ext cx="1146" cy="527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40" y="240"/>
                </a:cxn>
                <a:cxn ang="0">
                  <a:pos x="672" y="384"/>
                </a:cxn>
                <a:cxn ang="0">
                  <a:pos x="1008" y="432"/>
                </a:cxn>
              </a:cxnLst>
              <a:rect l="0" t="0" r="r" b="b"/>
              <a:pathLst>
                <a:path w="1008" h="432">
                  <a:moveTo>
                    <a:pt x="0" y="0"/>
                  </a:moveTo>
                  <a:cubicBezTo>
                    <a:pt x="64" y="88"/>
                    <a:pt x="128" y="176"/>
                    <a:pt x="240" y="240"/>
                  </a:cubicBezTo>
                  <a:cubicBezTo>
                    <a:pt x="352" y="304"/>
                    <a:pt x="544" y="352"/>
                    <a:pt x="672" y="384"/>
                  </a:cubicBezTo>
                  <a:cubicBezTo>
                    <a:pt x="800" y="416"/>
                    <a:pt x="952" y="424"/>
                    <a:pt x="1008" y="432"/>
                  </a:cubicBezTo>
                </a:path>
              </a:pathLst>
            </a:custGeom>
            <a:noFill/>
            <a:ln w="28575">
              <a:solidFill>
                <a:srgbClr val="FF33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2232" name="Text Box 18"/>
            <p:cNvSpPr txBox="1">
              <a:spLocks noChangeArrowheads="1"/>
            </p:cNvSpPr>
            <p:nvPr/>
          </p:nvSpPr>
          <p:spPr bwMode="auto">
            <a:xfrm>
              <a:off x="567" y="2555"/>
              <a:ext cx="402" cy="328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pPr algn="ctr"/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I</a:t>
              </a:r>
              <a:r>
                <a:rPr lang="en-US" altLang="zh-CN" b="0" baseline="-2500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0</a:t>
              </a:r>
              <a:endParaRPr lang="en-US" altLang="zh-CN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52233" name="Text Box 19"/>
            <p:cNvSpPr txBox="1">
              <a:spLocks noChangeArrowheads="1"/>
            </p:cNvSpPr>
            <p:nvPr/>
          </p:nvSpPr>
          <p:spPr bwMode="auto">
            <a:xfrm>
              <a:off x="1068" y="2497"/>
              <a:ext cx="263" cy="328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i</a:t>
              </a:r>
              <a:r>
                <a:rPr lang="en-US" altLang="zh-CN" b="0" i="1" baseline="-2500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L</a:t>
              </a:r>
              <a:endParaRPr lang="en-US" altLang="zh-CN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52234" name="Text Box 20"/>
            <p:cNvSpPr txBox="1">
              <a:spLocks noChangeArrowheads="1"/>
            </p:cNvSpPr>
            <p:nvPr/>
          </p:nvSpPr>
          <p:spPr bwMode="auto">
            <a:xfrm>
              <a:off x="781" y="3434"/>
              <a:ext cx="228" cy="327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0</a:t>
              </a:r>
            </a:p>
          </p:txBody>
        </p:sp>
        <p:sp>
          <p:nvSpPr>
            <p:cNvPr id="52235" name="Line 21"/>
            <p:cNvSpPr>
              <a:spLocks noChangeShapeType="1"/>
            </p:cNvSpPr>
            <p:nvPr/>
          </p:nvSpPr>
          <p:spPr bwMode="auto">
            <a:xfrm flipV="1">
              <a:off x="703" y="2886"/>
              <a:ext cx="291" cy="8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13686" name="AutoShape 22" descr="羊皮纸"/>
          <p:cNvSpPr>
            <a:spLocks noChangeArrowheads="1"/>
          </p:cNvSpPr>
          <p:nvPr/>
        </p:nvSpPr>
        <p:spPr bwMode="auto">
          <a:xfrm>
            <a:off x="3492500" y="4076700"/>
            <a:ext cx="1223963" cy="1081088"/>
          </a:xfrm>
          <a:prstGeom prst="wedgeRoundRectCallout">
            <a:avLst>
              <a:gd name="adj1" fmla="val -189819"/>
              <a:gd name="adj2" fmla="val -4625"/>
              <a:gd name="adj3" fmla="val 16667"/>
            </a:avLst>
          </a:prstGeom>
          <a:blipFill dpi="0" rotWithShape="1">
            <a:blip r:embed="rId5"/>
            <a:srcRect/>
            <a:tile tx="0" ty="0" sx="100000" sy="100000" flip="none" algn="tl"/>
          </a:blipFill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/>
            <a:r>
              <a:rPr lang="zh-CN" altLang="en-US">
                <a:solidFill>
                  <a:schemeClr val="tx1"/>
                </a:solidFill>
              </a:rPr>
              <a:t>连续函数</a:t>
            </a:r>
          </a:p>
        </p:txBody>
      </p:sp>
      <p:sp>
        <p:nvSpPr>
          <p:cNvPr id="113687" name="AutoShape 23" descr="羊皮纸"/>
          <p:cNvSpPr>
            <a:spLocks noChangeArrowheads="1"/>
          </p:cNvSpPr>
          <p:nvPr/>
        </p:nvSpPr>
        <p:spPr bwMode="auto">
          <a:xfrm>
            <a:off x="7596188" y="5300663"/>
            <a:ext cx="1079500" cy="649287"/>
          </a:xfrm>
          <a:prstGeom prst="wedgeRoundRectCallout">
            <a:avLst>
              <a:gd name="adj1" fmla="val -235588"/>
              <a:gd name="adj2" fmla="val -133861"/>
              <a:gd name="adj3" fmla="val 16667"/>
            </a:avLst>
          </a:prstGeom>
          <a:blipFill dpi="0" rotWithShape="1">
            <a:blip r:embed="rId5"/>
            <a:srcRect/>
            <a:tile tx="0" ty="0" sx="100000" sy="100000" flip="none" algn="tl"/>
          </a:blipFill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/>
            <a:r>
              <a:rPr lang="zh-CN" altLang="en-US">
                <a:solidFill>
                  <a:schemeClr val="tx1"/>
                </a:solidFill>
              </a:rPr>
              <a:t>跃变</a:t>
            </a:r>
          </a:p>
        </p:txBody>
      </p:sp>
      <p:sp>
        <p:nvSpPr>
          <p:cNvPr id="113688" name="Text Box 24"/>
          <p:cNvSpPr txBox="1">
            <a:spLocks noChangeArrowheads="1"/>
          </p:cNvSpPr>
          <p:nvPr/>
        </p:nvSpPr>
        <p:spPr bwMode="auto">
          <a:xfrm>
            <a:off x="539750" y="3284538"/>
            <a:ext cx="8604250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marL="342900" indent="-342900">
              <a:buFontTx/>
              <a:buAutoNum type="circleNumDbPlain"/>
            </a:pPr>
            <a:r>
              <a:rPr lang="zh-CN" altLang="en-US">
                <a:latin typeface="楷体_GB2312" pitchFamily="49" charset="-122"/>
              </a:rPr>
              <a:t>电压、电流是随时间按同一指数规律衰减的函数；</a:t>
            </a:r>
          </a:p>
        </p:txBody>
      </p:sp>
      <p:grpSp>
        <p:nvGrpSpPr>
          <p:cNvPr id="52239" name="Group 26"/>
          <p:cNvGrpSpPr>
            <a:grpSpLocks/>
          </p:cNvGrpSpPr>
          <p:nvPr/>
        </p:nvGrpSpPr>
        <p:grpSpPr bwMode="auto"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52240" name="Picture 27" descr="78900"/>
            <p:cNvPicPr>
              <a:picLocks noChangeAspect="1" noChangeArrowheads="1"/>
            </p:cNvPicPr>
            <p:nvPr/>
          </p:nvPicPr>
          <p:blipFill>
            <a:blip r:embed="rId6"/>
            <a:srcRect/>
            <a:stretch>
              <a:fillRect/>
            </a:stretch>
          </p:blipFill>
          <p:spPr bwMode="auto"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52241" name="Text Box 28">
              <a:hlinkClick r:id="" action="ppaction://hlinkshowjump?jump=nextslide"/>
            </p:cNvPr>
            <p:cNvSpPr txBox="1">
              <a:spLocks noChangeArrowheads="1"/>
            </p:cNvSpPr>
            <p:nvPr/>
          </p:nvSpPr>
          <p:spPr bwMode="auto"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0">
                  <a:solidFill>
                    <a:schemeClr val="bg1"/>
                  </a:solidFill>
                  <a:latin typeface="隶书" pitchFamily="49" charset="-122"/>
                  <a:ea typeface="隶书" pitchFamily="49" charset="-122"/>
                </a:rPr>
                <a:t>下 页</a:t>
              </a:r>
            </a:p>
          </p:txBody>
        </p:sp>
      </p:grpSp>
      <p:grpSp>
        <p:nvGrpSpPr>
          <p:cNvPr id="52242" name="Group 29"/>
          <p:cNvGrpSpPr>
            <a:grpSpLocks/>
          </p:cNvGrpSpPr>
          <p:nvPr/>
        </p:nvGrpSpPr>
        <p:grpSpPr bwMode="auto">
          <a:xfrm>
            <a:off x="7453313" y="6446838"/>
            <a:ext cx="792162" cy="366712"/>
            <a:chOff x="4649" y="4020"/>
            <a:chExt cx="499" cy="231"/>
          </a:xfrm>
        </p:grpSpPr>
        <p:pic>
          <p:nvPicPr>
            <p:cNvPr id="52243" name="Picture 30" descr="78900"/>
            <p:cNvPicPr>
              <a:picLocks noChangeAspect="1" noChangeArrowheads="1"/>
            </p:cNvPicPr>
            <p:nvPr/>
          </p:nvPicPr>
          <p:blipFill>
            <a:blip r:embed="rId6"/>
            <a:srcRect/>
            <a:stretch>
              <a:fillRect/>
            </a:stretch>
          </p:blipFill>
          <p:spPr bwMode="auto"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52244" name="Text Box 31">
              <a:hlinkClick r:id="" action="ppaction://hlinkshowjump?jump=previousslide"/>
            </p:cNvPr>
            <p:cNvSpPr txBox="1">
              <a:spLocks noChangeArrowheads="1"/>
            </p:cNvSpPr>
            <p:nvPr/>
          </p:nvSpPr>
          <p:spPr bwMode="auto"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0">
                  <a:solidFill>
                    <a:schemeClr val="bg1"/>
                  </a:solidFill>
                  <a:latin typeface="隶书" pitchFamily="49" charset="-122"/>
                  <a:ea typeface="隶书" pitchFamily="49" charset="-122"/>
                </a:rPr>
                <a:t>上 页</a:t>
              </a:r>
            </a:p>
          </p:txBody>
        </p:sp>
      </p:grpSp>
      <p:grpSp>
        <p:nvGrpSpPr>
          <p:cNvPr id="113696" name="Group 32"/>
          <p:cNvGrpSpPr>
            <a:grpSpLocks/>
          </p:cNvGrpSpPr>
          <p:nvPr/>
        </p:nvGrpSpPr>
        <p:grpSpPr bwMode="auto">
          <a:xfrm>
            <a:off x="611188" y="2565400"/>
            <a:ext cx="1644650" cy="850900"/>
            <a:chOff x="385" y="3022"/>
            <a:chExt cx="1036" cy="536"/>
          </a:xfrm>
        </p:grpSpPr>
        <p:pic>
          <p:nvPicPr>
            <p:cNvPr id="52246" name="Picture 33" descr="123"/>
            <p:cNvPicPr>
              <a:picLocks noChangeAspect="1" noChangeArrowheads="1"/>
            </p:cNvPicPr>
            <p:nvPr/>
          </p:nvPicPr>
          <p:blipFill>
            <a:blip r:embed="rId7"/>
            <a:srcRect/>
            <a:stretch>
              <a:fillRect/>
            </a:stretch>
          </p:blipFill>
          <p:spPr bwMode="auto">
            <a:xfrm>
              <a:off x="385" y="3022"/>
              <a:ext cx="590" cy="53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52247" name="Text Box 34"/>
            <p:cNvSpPr txBox="1">
              <a:spLocks noChangeArrowheads="1"/>
            </p:cNvSpPr>
            <p:nvPr/>
          </p:nvSpPr>
          <p:spPr bwMode="auto">
            <a:xfrm>
              <a:off x="793" y="3125"/>
              <a:ext cx="628" cy="3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zh-CN" altLang="en-US" sz="3200" b="0">
                  <a:solidFill>
                    <a:srgbClr val="FA7748"/>
                  </a:solidFill>
                  <a:latin typeface="Times New Roman" pitchFamily="18" charset="0"/>
                  <a:ea typeface="华文行楷" pitchFamily="2" charset="-122"/>
                </a:rPr>
                <a:t>表明</a:t>
              </a:r>
            </a:p>
          </p:txBody>
        </p:sp>
      </p:grpSp>
      <p:grpSp>
        <p:nvGrpSpPr>
          <p:cNvPr id="113700" name="Group 36"/>
          <p:cNvGrpSpPr>
            <a:grpSpLocks/>
          </p:cNvGrpSpPr>
          <p:nvPr/>
        </p:nvGrpSpPr>
        <p:grpSpPr bwMode="auto">
          <a:xfrm>
            <a:off x="4741863" y="3933825"/>
            <a:ext cx="3070225" cy="1989138"/>
            <a:chOff x="2987" y="2585"/>
            <a:chExt cx="1934" cy="1253"/>
          </a:xfrm>
        </p:grpSpPr>
        <p:grpSp>
          <p:nvGrpSpPr>
            <p:cNvPr id="52249" name="Group 4"/>
            <p:cNvGrpSpPr>
              <a:grpSpLocks/>
            </p:cNvGrpSpPr>
            <p:nvPr/>
          </p:nvGrpSpPr>
          <p:grpSpPr bwMode="auto">
            <a:xfrm>
              <a:off x="2987" y="2585"/>
              <a:ext cx="1934" cy="1253"/>
              <a:chOff x="3610" y="1141"/>
              <a:chExt cx="1614" cy="939"/>
            </a:xfrm>
          </p:grpSpPr>
          <p:sp>
            <p:nvSpPr>
              <p:cNvPr id="52250" name="Line 5"/>
              <p:cNvSpPr>
                <a:spLocks noChangeShapeType="1"/>
              </p:cNvSpPr>
              <p:nvPr/>
            </p:nvSpPr>
            <p:spPr bwMode="auto">
              <a:xfrm>
                <a:off x="3880" y="1504"/>
                <a:ext cx="1344" cy="0"/>
              </a:xfrm>
              <a:prstGeom prst="line">
                <a:avLst/>
              </a:prstGeom>
              <a:noFill/>
              <a:ln w="28575">
                <a:solidFill>
                  <a:schemeClr val="bg1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2251" name="Line 6"/>
              <p:cNvSpPr>
                <a:spLocks noChangeShapeType="1"/>
              </p:cNvSpPr>
              <p:nvPr/>
            </p:nvSpPr>
            <p:spPr bwMode="auto">
              <a:xfrm flipV="1">
                <a:off x="4024" y="1264"/>
                <a:ext cx="0" cy="816"/>
              </a:xfrm>
              <a:prstGeom prst="line">
                <a:avLst/>
              </a:prstGeom>
              <a:noFill/>
              <a:ln w="28575">
                <a:solidFill>
                  <a:schemeClr val="bg1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2252" name="Freeform 7"/>
              <p:cNvSpPr>
                <a:spLocks noChangeArrowheads="1"/>
              </p:cNvSpPr>
              <p:nvPr/>
            </p:nvSpPr>
            <p:spPr bwMode="auto">
              <a:xfrm>
                <a:off x="4024" y="1552"/>
                <a:ext cx="912" cy="336"/>
              </a:xfrm>
              <a:custGeom>
                <a:avLst/>
                <a:gdLst/>
                <a:ahLst/>
                <a:cxnLst>
                  <a:cxn ang="0">
                    <a:pos x="0" y="336"/>
                  </a:cxn>
                  <a:cxn ang="0">
                    <a:pos x="250" y="115"/>
                  </a:cxn>
                  <a:cxn ang="0">
                    <a:pos x="528" y="19"/>
                  </a:cxn>
                  <a:cxn ang="0">
                    <a:pos x="912" y="0"/>
                  </a:cxn>
                </a:cxnLst>
                <a:rect l="0" t="0" r="r" b="b"/>
                <a:pathLst>
                  <a:path w="912" h="336">
                    <a:moveTo>
                      <a:pt x="0" y="336"/>
                    </a:moveTo>
                    <a:cubicBezTo>
                      <a:pt x="42" y="299"/>
                      <a:pt x="162" y="168"/>
                      <a:pt x="250" y="115"/>
                    </a:cubicBezTo>
                    <a:cubicBezTo>
                      <a:pt x="338" y="62"/>
                      <a:pt x="418" y="38"/>
                      <a:pt x="528" y="19"/>
                    </a:cubicBezTo>
                    <a:cubicBezTo>
                      <a:pt x="638" y="0"/>
                      <a:pt x="832" y="4"/>
                      <a:pt x="912" y="0"/>
                    </a:cubicBezTo>
                  </a:path>
                </a:pathLst>
              </a:custGeom>
              <a:noFill/>
              <a:ln w="28575">
                <a:solidFill>
                  <a:srgbClr val="FF33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2253" name="Text Box 8"/>
              <p:cNvSpPr txBox="1">
                <a:spLocks noChangeArrowheads="1"/>
              </p:cNvSpPr>
              <p:nvPr/>
            </p:nvSpPr>
            <p:spPr bwMode="auto">
              <a:xfrm>
                <a:off x="3610" y="1764"/>
                <a:ext cx="399" cy="246"/>
              </a:xfrm>
              <a:prstGeom prst="rect">
                <a:avLst/>
              </a:prstGeom>
              <a:noFill/>
              <a:ln w="28575">
                <a:noFill/>
                <a:miter lim="800000"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pPr algn="ctr"/>
                <a:r>
                  <a:rPr lang="en-US" altLang="zh-CN" b="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rPr>
                  <a:t>-</a:t>
                </a:r>
                <a:r>
                  <a:rPr lang="en-US" altLang="zh-CN" b="0" i="1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rPr>
                  <a:t>RI</a:t>
                </a:r>
                <a:r>
                  <a:rPr lang="en-US" altLang="zh-CN" b="0" baseline="-250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rPr>
                  <a:t>0</a:t>
                </a:r>
              </a:p>
            </p:txBody>
          </p:sp>
          <p:sp>
            <p:nvSpPr>
              <p:cNvPr id="52254" name="Text Box 9"/>
              <p:cNvSpPr txBox="1">
                <a:spLocks noChangeArrowheads="1"/>
              </p:cNvSpPr>
              <p:nvPr/>
            </p:nvSpPr>
            <p:spPr bwMode="auto">
              <a:xfrm>
                <a:off x="4083" y="1141"/>
                <a:ext cx="261" cy="245"/>
              </a:xfrm>
              <a:prstGeom prst="rect">
                <a:avLst/>
              </a:prstGeom>
              <a:noFill/>
              <a:ln w="28575">
                <a:noFill/>
                <a:miter lim="800000"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pPr algn="ctr"/>
                <a:r>
                  <a:rPr lang="en-US" altLang="zh-CN" b="0" i="1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rPr>
                  <a:t>u</a:t>
                </a:r>
                <a:r>
                  <a:rPr lang="en-US" altLang="zh-CN" b="0" i="1" baseline="-250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rPr>
                  <a:t>L</a:t>
                </a:r>
                <a:endPara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endParaRPr>
              </a:p>
            </p:txBody>
          </p:sp>
          <p:sp>
            <p:nvSpPr>
              <p:cNvPr id="52255" name="Text Box 10"/>
              <p:cNvSpPr txBox="1">
                <a:spLocks noChangeArrowheads="1"/>
              </p:cNvSpPr>
              <p:nvPr/>
            </p:nvSpPr>
            <p:spPr bwMode="auto">
              <a:xfrm>
                <a:off x="5055" y="1525"/>
                <a:ext cx="148" cy="245"/>
              </a:xfrm>
              <a:prstGeom prst="rect">
                <a:avLst/>
              </a:prstGeom>
              <a:noFill/>
              <a:ln w="28575">
                <a:noFill/>
                <a:miter lim="800000"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pPr algn="ctr"/>
                <a:r>
                  <a:rPr lang="en-US" altLang="zh-CN" b="0" i="1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rPr>
                  <a:t>t</a:t>
                </a:r>
                <a:endPara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endParaRPr>
              </a:p>
            </p:txBody>
          </p:sp>
          <p:sp>
            <p:nvSpPr>
              <p:cNvPr id="52256" name="Line 11"/>
              <p:cNvSpPr>
                <a:spLocks noChangeShapeType="1"/>
              </p:cNvSpPr>
              <p:nvPr/>
            </p:nvSpPr>
            <p:spPr bwMode="auto">
              <a:xfrm>
                <a:off x="3845" y="1500"/>
                <a:ext cx="173" cy="0"/>
              </a:xfrm>
              <a:prstGeom prst="line">
                <a:avLst/>
              </a:prstGeom>
              <a:noFill/>
              <a:ln w="28575">
                <a:solidFill>
                  <a:srgbClr val="FF33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2257" name="Line 12"/>
              <p:cNvSpPr>
                <a:spLocks noChangeShapeType="1"/>
              </p:cNvSpPr>
              <p:nvPr/>
            </p:nvSpPr>
            <p:spPr bwMode="auto">
              <a:xfrm>
                <a:off x="4018" y="1500"/>
                <a:ext cx="0" cy="382"/>
              </a:xfrm>
              <a:prstGeom prst="line">
                <a:avLst/>
              </a:prstGeom>
              <a:noFill/>
              <a:ln w="28575">
                <a:solidFill>
                  <a:srgbClr val="FF33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52258" name="Text Box 35"/>
            <p:cNvSpPr txBox="1">
              <a:spLocks noChangeArrowheads="1"/>
            </p:cNvSpPr>
            <p:nvPr/>
          </p:nvSpPr>
          <p:spPr bwMode="auto">
            <a:xfrm>
              <a:off x="3243" y="2750"/>
              <a:ext cx="408" cy="327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仿宋_GB2312" pitchFamily="49" charset="-122"/>
                </a:rPr>
                <a:t>0</a:t>
              </a:r>
            </a:p>
          </p:txBody>
        </p:sp>
      </p:grpSp>
      <p:grpSp>
        <p:nvGrpSpPr>
          <p:cNvPr id="52259" name="Group 58"/>
          <p:cNvGrpSpPr>
            <a:grpSpLocks/>
          </p:cNvGrpSpPr>
          <p:nvPr/>
        </p:nvGrpSpPr>
        <p:grpSpPr bwMode="auto">
          <a:xfrm>
            <a:off x="6227763" y="549275"/>
            <a:ext cx="2493962" cy="1876425"/>
            <a:chOff x="3969" y="2160"/>
            <a:chExt cx="1571" cy="1182"/>
          </a:xfrm>
        </p:grpSpPr>
        <p:grpSp>
          <p:nvGrpSpPr>
            <p:cNvPr id="52260" name="Group 59"/>
            <p:cNvGrpSpPr>
              <a:grpSpLocks/>
            </p:cNvGrpSpPr>
            <p:nvPr/>
          </p:nvGrpSpPr>
          <p:grpSpPr bwMode="auto">
            <a:xfrm>
              <a:off x="4740" y="2160"/>
              <a:ext cx="272" cy="409"/>
              <a:chOff x="1872" y="491"/>
              <a:chExt cx="240" cy="277"/>
            </a:xfrm>
          </p:grpSpPr>
          <p:sp>
            <p:nvSpPr>
              <p:cNvPr id="52261" name="Line 60"/>
              <p:cNvSpPr>
                <a:spLocks noChangeShapeType="1"/>
              </p:cNvSpPr>
              <p:nvPr/>
            </p:nvSpPr>
            <p:spPr bwMode="auto">
              <a:xfrm>
                <a:off x="1872" y="768"/>
                <a:ext cx="240" cy="0"/>
              </a:xfrm>
              <a:prstGeom prst="line">
                <a:avLst/>
              </a:prstGeom>
              <a:noFill/>
              <a:ln w="28575">
                <a:solidFill>
                  <a:srgbClr val="00FFFF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2262" name="Text Box 61"/>
              <p:cNvSpPr txBox="1">
                <a:spLocks noChangeArrowheads="1"/>
              </p:cNvSpPr>
              <p:nvPr/>
            </p:nvSpPr>
            <p:spPr bwMode="auto">
              <a:xfrm>
                <a:off x="1882" y="491"/>
                <a:ext cx="165" cy="247"/>
              </a:xfrm>
              <a:prstGeom prst="rect">
                <a:avLst/>
              </a:prstGeom>
              <a:noFill/>
              <a:ln w="28575">
                <a:noFill/>
                <a:miter lim="800000"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altLang="zh-CN" sz="3200" b="0" i="1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rPr>
                  <a:t>i</a:t>
                </a:r>
                <a:endParaRPr lang="en-US" altLang="zh-CN" sz="3200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endParaRPr>
              </a:p>
            </p:txBody>
          </p:sp>
        </p:grpSp>
        <p:sp>
          <p:nvSpPr>
            <p:cNvPr id="52263" name="Text Box 62"/>
            <p:cNvSpPr txBox="1">
              <a:spLocks noChangeArrowheads="1"/>
            </p:cNvSpPr>
            <p:nvPr/>
          </p:nvSpPr>
          <p:spPr bwMode="auto">
            <a:xfrm>
              <a:off x="4921" y="2806"/>
              <a:ext cx="241" cy="327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L</a:t>
              </a:r>
              <a:endParaRPr lang="en-US" altLang="zh-CN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grpSp>
          <p:nvGrpSpPr>
            <p:cNvPr id="52264" name="Group 63"/>
            <p:cNvGrpSpPr>
              <a:grpSpLocks/>
            </p:cNvGrpSpPr>
            <p:nvPr/>
          </p:nvGrpSpPr>
          <p:grpSpPr bwMode="auto">
            <a:xfrm>
              <a:off x="5203" y="2578"/>
              <a:ext cx="337" cy="764"/>
              <a:chOff x="1967" y="748"/>
              <a:chExt cx="327" cy="616"/>
            </a:xfrm>
          </p:grpSpPr>
          <p:grpSp>
            <p:nvGrpSpPr>
              <p:cNvPr id="52265" name="Group 64"/>
              <p:cNvGrpSpPr>
                <a:grpSpLocks/>
              </p:cNvGrpSpPr>
              <p:nvPr/>
            </p:nvGrpSpPr>
            <p:grpSpPr bwMode="auto">
              <a:xfrm>
                <a:off x="2069" y="748"/>
                <a:ext cx="218" cy="616"/>
                <a:chOff x="1637" y="1276"/>
                <a:chExt cx="218" cy="616"/>
              </a:xfrm>
            </p:grpSpPr>
            <p:sp>
              <p:nvSpPr>
                <p:cNvPr id="52266" name="Text Box 65"/>
                <p:cNvSpPr txBox="1">
                  <a:spLocks noChangeArrowheads="1"/>
                </p:cNvSpPr>
                <p:nvPr/>
              </p:nvSpPr>
              <p:spPr bwMode="auto">
                <a:xfrm>
                  <a:off x="1637" y="1276"/>
                  <a:ext cx="218" cy="233"/>
                </a:xfrm>
                <a:prstGeom prst="rect">
                  <a:avLst/>
                </a:prstGeom>
                <a:noFill/>
                <a:ln w="28575">
                  <a:noFill/>
                  <a:miter lim="800000"/>
                  <a:headEnd/>
                  <a:tailEnd/>
                </a:ln>
              </p:spPr>
              <p:txBody>
                <a:bodyPr wrap="none" anchor="ctr">
                  <a:spAutoFit/>
                </a:bodyPr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altLang="zh-CN" sz="2400">
                      <a:solidFill>
                        <a:schemeClr val="bg1"/>
                      </a:solidFill>
                      <a:latin typeface="Times New Roman" pitchFamily="18" charset="0"/>
                      <a:ea typeface="宋体" pitchFamily="2" charset="-122"/>
                    </a:rPr>
                    <a:t>+</a:t>
                  </a:r>
                </a:p>
              </p:txBody>
            </p:sp>
            <p:sp>
              <p:nvSpPr>
                <p:cNvPr id="52267" name="Text Box 66"/>
                <p:cNvSpPr txBox="1">
                  <a:spLocks noChangeArrowheads="1"/>
                </p:cNvSpPr>
                <p:nvPr/>
              </p:nvSpPr>
              <p:spPr bwMode="auto">
                <a:xfrm>
                  <a:off x="1639" y="1659"/>
                  <a:ext cx="205" cy="233"/>
                </a:xfrm>
                <a:prstGeom prst="rect">
                  <a:avLst/>
                </a:prstGeom>
                <a:noFill/>
                <a:ln w="28575">
                  <a:noFill/>
                  <a:miter lim="800000"/>
                  <a:headEnd/>
                  <a:tailEnd/>
                </a:ln>
              </p:spPr>
              <p:txBody>
                <a:bodyPr wrap="none" anchor="ctr">
                  <a:spAutoFit/>
                </a:bodyPr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altLang="zh-CN" sz="2400">
                      <a:solidFill>
                        <a:schemeClr val="bg1"/>
                      </a:solidFill>
                      <a:latin typeface="Times New Roman" pitchFamily="18" charset="0"/>
                      <a:ea typeface="宋体" pitchFamily="2" charset="-122"/>
                    </a:rPr>
                    <a:t>–</a:t>
                  </a:r>
                </a:p>
              </p:txBody>
            </p:sp>
          </p:grpSp>
          <p:sp>
            <p:nvSpPr>
              <p:cNvPr id="52268" name="Text Box 67"/>
              <p:cNvSpPr txBox="1">
                <a:spLocks noChangeArrowheads="1"/>
              </p:cNvSpPr>
              <p:nvPr/>
            </p:nvSpPr>
            <p:spPr bwMode="auto">
              <a:xfrm>
                <a:off x="1967" y="900"/>
                <a:ext cx="327" cy="295"/>
              </a:xfrm>
              <a:prstGeom prst="rect">
                <a:avLst/>
              </a:prstGeom>
              <a:noFill/>
              <a:ln w="28575">
                <a:noFill/>
                <a:miter lim="800000"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altLang="zh-CN" sz="3200" b="0" i="1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rPr>
                  <a:t>u</a:t>
                </a:r>
                <a:r>
                  <a:rPr lang="en-US" altLang="zh-CN" sz="3200" b="0" i="1" baseline="-250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rPr>
                  <a:t>L</a:t>
                </a:r>
                <a:endParaRPr lang="en-US" altLang="zh-CN" sz="3200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endParaRPr>
              </a:p>
            </p:txBody>
          </p:sp>
        </p:grpSp>
        <p:sp>
          <p:nvSpPr>
            <p:cNvPr id="52269" name="Line 68"/>
            <p:cNvSpPr>
              <a:spLocks noChangeShapeType="1"/>
            </p:cNvSpPr>
            <p:nvPr/>
          </p:nvSpPr>
          <p:spPr bwMode="auto">
            <a:xfrm flipV="1">
              <a:off x="5148" y="3067"/>
              <a:ext cx="0" cy="235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2270" name="Text Box 69"/>
            <p:cNvSpPr txBox="1">
              <a:spLocks noChangeArrowheads="1"/>
            </p:cNvSpPr>
            <p:nvPr/>
          </p:nvSpPr>
          <p:spPr bwMode="auto">
            <a:xfrm>
              <a:off x="4246" y="2625"/>
              <a:ext cx="233" cy="288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sz="2400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R</a:t>
              </a:r>
              <a:endParaRPr lang="en-US" altLang="zh-CN" sz="2400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52271" name="Line 70"/>
            <p:cNvSpPr>
              <a:spLocks noChangeShapeType="1"/>
            </p:cNvSpPr>
            <p:nvPr/>
          </p:nvSpPr>
          <p:spPr bwMode="auto">
            <a:xfrm>
              <a:off x="3969" y="3305"/>
              <a:ext cx="1179" cy="0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2272" name="Line 71"/>
            <p:cNvSpPr>
              <a:spLocks noChangeShapeType="1"/>
            </p:cNvSpPr>
            <p:nvPr/>
          </p:nvSpPr>
          <p:spPr bwMode="auto">
            <a:xfrm>
              <a:off x="3969" y="2523"/>
              <a:ext cx="0" cy="782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2273" name="Line 72"/>
            <p:cNvSpPr>
              <a:spLocks noChangeShapeType="1"/>
            </p:cNvSpPr>
            <p:nvPr/>
          </p:nvSpPr>
          <p:spPr bwMode="auto">
            <a:xfrm>
              <a:off x="3969" y="2523"/>
              <a:ext cx="1179" cy="0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2274" name="Line 73"/>
            <p:cNvSpPr>
              <a:spLocks noChangeShapeType="1"/>
            </p:cNvSpPr>
            <p:nvPr/>
          </p:nvSpPr>
          <p:spPr bwMode="auto">
            <a:xfrm>
              <a:off x="5148" y="2522"/>
              <a:ext cx="0" cy="182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52275" name="Group 74"/>
            <p:cNvGrpSpPr>
              <a:grpSpLocks/>
            </p:cNvGrpSpPr>
            <p:nvPr/>
          </p:nvGrpSpPr>
          <p:grpSpPr bwMode="auto">
            <a:xfrm>
              <a:off x="5148" y="2704"/>
              <a:ext cx="91" cy="363"/>
              <a:chOff x="2744" y="2931"/>
              <a:chExt cx="57" cy="283"/>
            </a:xfrm>
          </p:grpSpPr>
          <p:sp>
            <p:nvSpPr>
              <p:cNvPr id="52276" name="Arc 75"/>
              <p:cNvSpPr>
                <a:spLocks noChangeArrowheads="1"/>
              </p:cNvSpPr>
              <p:nvPr/>
            </p:nvSpPr>
            <p:spPr bwMode="auto">
              <a:xfrm rot="10800000" flipH="1" flipV="1">
                <a:off x="2744" y="2931"/>
                <a:ext cx="57" cy="91"/>
              </a:xfrm>
              <a:custGeom>
                <a:avLst/>
                <a:gdLst/>
                <a:ahLst/>
                <a:cxnLst>
                  <a:cxn ang="0">
                    <a:pos x="1123" y="0"/>
                  </a:cxn>
                  <a:cxn ang="0">
                    <a:pos x="22723" y="21600"/>
                  </a:cxn>
                  <a:cxn ang="0">
                    <a:pos x="1123" y="43200"/>
                  </a:cxn>
                  <a:cxn ang="0">
                    <a:pos x="0" y="43170"/>
                  </a:cxn>
                  <a:cxn ang="0">
                    <a:pos x="1123" y="0"/>
                  </a:cxn>
                  <a:cxn ang="0">
                    <a:pos x="22723" y="21600"/>
                  </a:cxn>
                  <a:cxn ang="0">
                    <a:pos x="1123" y="43200"/>
                  </a:cxn>
                  <a:cxn ang="0">
                    <a:pos x="0" y="43170"/>
                  </a:cxn>
                  <a:cxn ang="0">
                    <a:pos x="1123" y="21600"/>
                  </a:cxn>
                  <a:cxn ang="0">
                    <a:pos x="1123" y="0"/>
                  </a:cxn>
                </a:cxnLst>
                <a:rect l="0" t="0" r="r" b="b"/>
                <a:pathLst>
                  <a:path w="22723" h="43200" fill="none">
                    <a:moveTo>
                      <a:pt x="1123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>
                    <a:moveTo>
                      <a:pt x="1123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lnTo>
                      <a:pt x="1123" y="0"/>
                    </a:lnTo>
                    <a:close/>
                  </a:path>
                </a:pathLst>
              </a:custGeom>
              <a:noFill/>
              <a:ln w="38100">
                <a:solidFill>
                  <a:srgbClr val="FF99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2277" name="Arc 76"/>
              <p:cNvSpPr>
                <a:spLocks noChangeArrowheads="1"/>
              </p:cNvSpPr>
              <p:nvPr/>
            </p:nvSpPr>
            <p:spPr bwMode="auto">
              <a:xfrm rot="10800000" flipH="1" flipV="1">
                <a:off x="2744" y="3027"/>
                <a:ext cx="57" cy="91"/>
              </a:xfrm>
              <a:custGeom>
                <a:avLst/>
                <a:gdLst/>
                <a:ahLst/>
                <a:cxnLst>
                  <a:cxn ang="0">
                    <a:pos x="1123" y="0"/>
                  </a:cxn>
                  <a:cxn ang="0">
                    <a:pos x="22723" y="21600"/>
                  </a:cxn>
                  <a:cxn ang="0">
                    <a:pos x="1123" y="43200"/>
                  </a:cxn>
                  <a:cxn ang="0">
                    <a:pos x="0" y="43170"/>
                  </a:cxn>
                  <a:cxn ang="0">
                    <a:pos x="1123" y="0"/>
                  </a:cxn>
                  <a:cxn ang="0">
                    <a:pos x="22723" y="21600"/>
                  </a:cxn>
                  <a:cxn ang="0">
                    <a:pos x="1123" y="43200"/>
                  </a:cxn>
                  <a:cxn ang="0">
                    <a:pos x="0" y="43170"/>
                  </a:cxn>
                  <a:cxn ang="0">
                    <a:pos x="1123" y="21600"/>
                  </a:cxn>
                  <a:cxn ang="0">
                    <a:pos x="1123" y="0"/>
                  </a:cxn>
                </a:cxnLst>
                <a:rect l="0" t="0" r="r" b="b"/>
                <a:pathLst>
                  <a:path w="22723" h="43200" fill="none">
                    <a:moveTo>
                      <a:pt x="1123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>
                    <a:moveTo>
                      <a:pt x="1123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lnTo>
                      <a:pt x="1123" y="0"/>
                    </a:lnTo>
                    <a:close/>
                  </a:path>
                </a:pathLst>
              </a:custGeom>
              <a:noFill/>
              <a:ln w="38100">
                <a:solidFill>
                  <a:srgbClr val="FF99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2278" name="Arc 77"/>
              <p:cNvSpPr>
                <a:spLocks noChangeArrowheads="1"/>
              </p:cNvSpPr>
              <p:nvPr/>
            </p:nvSpPr>
            <p:spPr bwMode="auto">
              <a:xfrm rot="10800000" flipH="1" flipV="1">
                <a:off x="2744" y="3123"/>
                <a:ext cx="57" cy="91"/>
              </a:xfrm>
              <a:custGeom>
                <a:avLst/>
                <a:gdLst/>
                <a:ahLst/>
                <a:cxnLst>
                  <a:cxn ang="0">
                    <a:pos x="1123" y="0"/>
                  </a:cxn>
                  <a:cxn ang="0">
                    <a:pos x="22723" y="21600"/>
                  </a:cxn>
                  <a:cxn ang="0">
                    <a:pos x="1123" y="43200"/>
                  </a:cxn>
                  <a:cxn ang="0">
                    <a:pos x="0" y="43170"/>
                  </a:cxn>
                  <a:cxn ang="0">
                    <a:pos x="1123" y="0"/>
                  </a:cxn>
                  <a:cxn ang="0">
                    <a:pos x="22723" y="21600"/>
                  </a:cxn>
                  <a:cxn ang="0">
                    <a:pos x="1123" y="43200"/>
                  </a:cxn>
                  <a:cxn ang="0">
                    <a:pos x="0" y="43170"/>
                  </a:cxn>
                  <a:cxn ang="0">
                    <a:pos x="1123" y="21600"/>
                  </a:cxn>
                  <a:cxn ang="0">
                    <a:pos x="1123" y="0"/>
                  </a:cxn>
                </a:cxnLst>
                <a:rect l="0" t="0" r="r" b="b"/>
                <a:pathLst>
                  <a:path w="22723" h="43200" fill="none">
                    <a:moveTo>
                      <a:pt x="1123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>
                    <a:moveTo>
                      <a:pt x="1123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lnTo>
                      <a:pt x="1123" y="0"/>
                    </a:lnTo>
                    <a:close/>
                  </a:path>
                </a:pathLst>
              </a:custGeom>
              <a:noFill/>
              <a:ln w="38100">
                <a:solidFill>
                  <a:srgbClr val="FF99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52279" name="Rectangle 78"/>
            <p:cNvSpPr>
              <a:spLocks noChangeArrowheads="1"/>
            </p:cNvSpPr>
            <p:nvPr/>
          </p:nvSpPr>
          <p:spPr bwMode="auto">
            <a:xfrm>
              <a:off x="4241" y="2478"/>
              <a:ext cx="317" cy="136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</a:gradFill>
            <a:ln w="2857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52280" name="Group 83"/>
          <p:cNvGrpSpPr>
            <a:grpSpLocks/>
          </p:cNvGrpSpPr>
          <p:nvPr/>
        </p:nvGrpSpPr>
        <p:grpSpPr bwMode="auto">
          <a:xfrm>
            <a:off x="6588125" y="6445250"/>
            <a:ext cx="792163" cy="366713"/>
            <a:chOff x="4649" y="4020"/>
            <a:chExt cx="499" cy="231"/>
          </a:xfrm>
        </p:grpSpPr>
        <p:pic>
          <p:nvPicPr>
            <p:cNvPr id="52281" name="Picture 84" descr="78900"/>
            <p:cNvPicPr>
              <a:picLocks noChangeAspect="1" noChangeArrowheads="1"/>
            </p:cNvPicPr>
            <p:nvPr/>
          </p:nvPicPr>
          <p:blipFill>
            <a:blip r:embed="rId6"/>
            <a:srcRect/>
            <a:stretch>
              <a:fillRect/>
            </a:stretch>
          </p:blipFill>
          <p:spPr bwMode="auto"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52282" name="Text Box 85">
              <a:hlinkClick r:id="rId8" action="ppaction://hlinksldjump"/>
            </p:cNvPr>
            <p:cNvSpPr txBox="1">
              <a:spLocks noChangeArrowheads="1"/>
            </p:cNvSpPr>
            <p:nvPr/>
          </p:nvSpPr>
          <p:spPr bwMode="auto"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0">
                  <a:solidFill>
                    <a:schemeClr val="bg1"/>
                  </a:solidFill>
                  <a:latin typeface="隶书" pitchFamily="49" charset="-122"/>
                  <a:ea typeface="隶书" pitchFamily="49" charset="-122"/>
                </a:rPr>
                <a:t>返 回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36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36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2000"/>
                                        <p:tgtEl>
                                          <p:spTgt spid="1136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1136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2000"/>
                                        <p:tgtEl>
                                          <p:spTgt spid="1136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7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1137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137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37" dur="2000"/>
                                        <p:tgtEl>
                                          <p:spTgt spid="1136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2000"/>
                            </p:stCondLst>
                            <p:childTnLst>
                              <p:par>
                                <p:cTn id="39" presetID="2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41" dur="2000"/>
                                        <p:tgtEl>
                                          <p:spTgt spid="1136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3686" grpId="0" animBg="1"/>
      <p:bldP spid="113687" grpId="0" animBg="1"/>
      <p:bldP spid="113688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61" name="Text Box 57"/>
          <p:cNvSpPr txBox="1">
            <a:spLocks noChangeArrowheads="1"/>
          </p:cNvSpPr>
          <p:nvPr/>
        </p:nvSpPr>
        <p:spPr bwMode="auto">
          <a:xfrm>
            <a:off x="250825" y="549275"/>
            <a:ext cx="8893175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marL="342900" indent="-342900">
              <a:buFontTx/>
              <a:buAutoNum type="circleNumDbPlain" startAt="2"/>
            </a:pPr>
            <a:r>
              <a:rPr lang="zh-CN" altLang="en-US">
                <a:latin typeface="楷体_GB2312" pitchFamily="49" charset="-122"/>
              </a:rPr>
              <a:t>响应与初始状态成线性关系，其衰减快慢与</a:t>
            </a:r>
            <a:r>
              <a:rPr lang="en-US" altLang="zh-CN" b="0" i="1">
                <a:solidFill>
                  <a:schemeClr val="bg1"/>
                </a:solidFill>
                <a:latin typeface="Times New Roman" pitchFamily="18" charset="0"/>
              </a:rPr>
              <a:t>L/</a:t>
            </a:r>
            <a:r>
              <a:rPr lang="en-US" altLang="zh-CN" b="0">
                <a:solidFill>
                  <a:schemeClr val="bg1"/>
                </a:solidFill>
                <a:latin typeface="Times New Roman" pitchFamily="18" charset="0"/>
              </a:rPr>
              <a:t>R</a:t>
            </a:r>
            <a:r>
              <a:rPr lang="zh-CN" altLang="en-US">
                <a:latin typeface="楷体_GB2312" pitchFamily="49" charset="-122"/>
              </a:rPr>
              <a:t>有关</a:t>
            </a:r>
            <a:r>
              <a:rPr lang="en-US" altLang="zh-CN">
                <a:latin typeface="楷体_GB2312" pitchFamily="49" charset="-122"/>
              </a:rPr>
              <a:t>;</a:t>
            </a:r>
          </a:p>
        </p:txBody>
      </p:sp>
      <p:grpSp>
        <p:nvGrpSpPr>
          <p:cNvPr id="53250" name="Group 61"/>
          <p:cNvGrpSpPr>
            <a:grpSpLocks/>
          </p:cNvGrpSpPr>
          <p:nvPr/>
        </p:nvGrpSpPr>
        <p:grpSpPr bwMode="auto"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53251" name="Picture 62" descr="78900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53252" name="Text Box 63">
              <a:hlinkClick r:id="" action="ppaction://hlinkshowjump?jump=nextslide"/>
            </p:cNvPr>
            <p:cNvSpPr txBox="1">
              <a:spLocks noChangeArrowheads="1"/>
            </p:cNvSpPr>
            <p:nvPr/>
          </p:nvSpPr>
          <p:spPr bwMode="auto"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0">
                  <a:solidFill>
                    <a:schemeClr val="bg1"/>
                  </a:solidFill>
                  <a:latin typeface="隶书" pitchFamily="49" charset="-122"/>
                  <a:ea typeface="隶书" pitchFamily="49" charset="-122"/>
                </a:rPr>
                <a:t>下 页</a:t>
              </a:r>
            </a:p>
          </p:txBody>
        </p:sp>
      </p:grpSp>
      <p:grpSp>
        <p:nvGrpSpPr>
          <p:cNvPr id="53253" name="Group 64"/>
          <p:cNvGrpSpPr>
            <a:grpSpLocks/>
          </p:cNvGrpSpPr>
          <p:nvPr/>
        </p:nvGrpSpPr>
        <p:grpSpPr bwMode="auto">
          <a:xfrm>
            <a:off x="7453313" y="6446838"/>
            <a:ext cx="792162" cy="366712"/>
            <a:chOff x="4649" y="4020"/>
            <a:chExt cx="499" cy="231"/>
          </a:xfrm>
        </p:grpSpPr>
        <p:pic>
          <p:nvPicPr>
            <p:cNvPr id="53254" name="Picture 65" descr="78900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53255" name="Text Box 66">
              <a:hlinkClick r:id="" action="ppaction://hlinkshowjump?jump=previousslide"/>
            </p:cNvPr>
            <p:cNvSpPr txBox="1">
              <a:spLocks noChangeArrowheads="1"/>
            </p:cNvSpPr>
            <p:nvPr/>
          </p:nvSpPr>
          <p:spPr bwMode="auto"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0">
                  <a:solidFill>
                    <a:schemeClr val="bg1"/>
                  </a:solidFill>
                  <a:latin typeface="隶书" pitchFamily="49" charset="-122"/>
                  <a:ea typeface="隶书" pitchFamily="49" charset="-122"/>
                </a:rPr>
                <a:t>上 页</a:t>
              </a:r>
            </a:p>
          </p:txBody>
        </p:sp>
      </p:grpSp>
      <p:graphicFrame>
        <p:nvGraphicFramePr>
          <p:cNvPr id="72778" name="Object 74"/>
          <p:cNvGraphicFramePr>
            <a:graphicFrameLocks noChangeAspect="1"/>
          </p:cNvGraphicFramePr>
          <p:nvPr/>
        </p:nvGraphicFramePr>
        <p:xfrm>
          <a:off x="755650" y="1905000"/>
          <a:ext cx="7272338" cy="1141413"/>
        </p:xfrm>
        <a:graphic>
          <a:graphicData uri="http://schemas.openxmlformats.org/presentationml/2006/ole">
            <p:oleObj spid="_x0000_s53256" r:id="rId4" imgW="2862000" imgH="438120" progId="Equation.3">
              <p:embed/>
            </p:oleObj>
          </a:graphicData>
        </a:graphic>
      </p:graphicFrame>
      <p:grpSp>
        <p:nvGrpSpPr>
          <p:cNvPr id="72792" name="Group 88"/>
          <p:cNvGrpSpPr>
            <a:grpSpLocks/>
          </p:cNvGrpSpPr>
          <p:nvPr/>
        </p:nvGrpSpPr>
        <p:grpSpPr bwMode="auto">
          <a:xfrm>
            <a:off x="846138" y="1112838"/>
            <a:ext cx="7399337" cy="701675"/>
            <a:chOff x="533" y="572"/>
            <a:chExt cx="4661" cy="442"/>
          </a:xfrm>
        </p:grpSpPr>
        <p:sp>
          <p:nvSpPr>
            <p:cNvPr id="53258" name="Text Box 73"/>
            <p:cNvSpPr txBox="1">
              <a:spLocks noChangeArrowheads="1"/>
            </p:cNvSpPr>
            <p:nvPr/>
          </p:nvSpPr>
          <p:spPr bwMode="auto">
            <a:xfrm>
              <a:off x="533" y="618"/>
              <a:ext cx="4661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zh-CN" altLang="en-US">
                  <a:latin typeface="楷体_GB2312" pitchFamily="49" charset="-122"/>
                </a:rPr>
                <a:t>令        </a:t>
              </a:r>
              <a:r>
                <a:rPr lang="zh-CN" altLang="en-US">
                  <a:latin typeface="仿宋_GB2312" pitchFamily="49" charset="-122"/>
                  <a:ea typeface="仿宋_GB2312" pitchFamily="49" charset="-122"/>
                </a:rPr>
                <a:t>        </a:t>
              </a:r>
              <a:r>
                <a:rPr lang="zh-CN" altLang="en-US">
                  <a:latin typeface="楷体_GB2312" pitchFamily="49" charset="-122"/>
                </a:rPr>
                <a:t>称为一阶</a:t>
              </a:r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</a:rPr>
                <a:t>RL</a:t>
              </a:r>
              <a:r>
                <a:rPr lang="zh-CN" altLang="en-US">
                  <a:latin typeface="楷体_GB2312" pitchFamily="49" charset="-122"/>
                </a:rPr>
                <a:t>电路时间常数</a:t>
              </a:r>
            </a:p>
          </p:txBody>
        </p:sp>
        <p:sp>
          <p:nvSpPr>
            <p:cNvPr id="53259" name="Rectangle 75"/>
            <p:cNvSpPr>
              <a:spLocks noChangeArrowheads="1"/>
            </p:cNvSpPr>
            <p:nvPr/>
          </p:nvSpPr>
          <p:spPr bwMode="auto">
            <a:xfrm>
              <a:off x="930" y="572"/>
              <a:ext cx="1587" cy="442"/>
            </a:xfrm>
            <a:prstGeom prst="rect">
              <a:avLst/>
            </a:prstGeom>
            <a:gradFill rotWithShape="1">
              <a:gsLst>
                <a:gs pos="0">
                  <a:srgbClr val="FFCC00"/>
                </a:gs>
                <a:gs pos="100000">
                  <a:schemeClr val="bg1"/>
                </a:gs>
              </a:gsLst>
              <a:lin ang="5400000" scaled="1"/>
            </a:gradFill>
            <a:ln w="9525">
              <a:noFill/>
              <a:miter lim="800000"/>
              <a:headEnd/>
              <a:tailEnd/>
            </a:ln>
          </p:spPr>
          <p:txBody>
            <a:bodyPr lIns="90000" tIns="46800" rIns="90000" bIns="46800" anchor="ctr">
              <a:spAutoFit/>
            </a:bodyPr>
            <a:lstStyle/>
            <a:p>
              <a:pPr algn="ctr"/>
              <a:r>
                <a:rPr lang="en-US" altLang="zh-CN" sz="4000" b="0" i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  <a:sym typeface="Symbol" pitchFamily="18" charset="2"/>
                </a:rPr>
                <a:t></a:t>
              </a:r>
              <a:r>
                <a:rPr lang="en-US" altLang="zh-CN" sz="4000" b="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  <a:sym typeface="Symbol" pitchFamily="18" charset="2"/>
                </a:rPr>
                <a:t>  = </a:t>
              </a:r>
              <a:r>
                <a:rPr lang="en-US" altLang="zh-CN" sz="4000" b="0" i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  <a:sym typeface="Symbol" pitchFamily="18" charset="2"/>
                </a:rPr>
                <a:t>L/R</a:t>
              </a:r>
            </a:p>
          </p:txBody>
        </p:sp>
      </p:grpSp>
      <p:sp>
        <p:nvSpPr>
          <p:cNvPr id="72781" name="Rectangle 77"/>
          <p:cNvSpPr>
            <a:spLocks noChangeArrowheads="1"/>
          </p:cNvSpPr>
          <p:nvPr/>
        </p:nvSpPr>
        <p:spPr bwMode="auto">
          <a:xfrm>
            <a:off x="468313" y="3128963"/>
            <a:ext cx="8281987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0000" tIns="46800" rIns="90000" bIns="46800" anchor="ctr">
            <a:spAutoFit/>
          </a:bodyPr>
          <a:lstStyle/>
          <a:p>
            <a:r>
              <a:rPr lang="zh-CN" altLang="en-US">
                <a:latin typeface="楷体_GB2312" pitchFamily="49" charset="-122"/>
                <a:sym typeface="Symbol" pitchFamily="18" charset="2"/>
              </a:rPr>
              <a:t>时间常数</a:t>
            </a:r>
            <a:r>
              <a:rPr lang="zh-CN" altLang="en-US" b="0" i="1">
                <a:latin typeface="Times New Roman" pitchFamily="18" charset="0"/>
                <a:sym typeface="Symbol" pitchFamily="18" charset="2"/>
              </a:rPr>
              <a:t></a:t>
            </a:r>
            <a:r>
              <a:rPr lang="zh-CN" altLang="en-US" b="0">
                <a:latin typeface="楷体_GB2312" pitchFamily="49" charset="-122"/>
                <a:sym typeface="Symbol" pitchFamily="18" charset="2"/>
              </a:rPr>
              <a:t> </a:t>
            </a:r>
            <a:r>
              <a:rPr lang="zh-CN" altLang="en-US">
                <a:latin typeface="楷体_GB2312" pitchFamily="49" charset="-122"/>
                <a:sym typeface="Symbol" pitchFamily="18" charset="2"/>
              </a:rPr>
              <a:t>的大小反映了电路过渡过程时间的长短</a:t>
            </a:r>
          </a:p>
        </p:txBody>
      </p:sp>
      <p:sp>
        <p:nvSpPr>
          <p:cNvPr id="72782" name="Text Box 78"/>
          <p:cNvSpPr txBox="1">
            <a:spLocks noChangeArrowheads="1"/>
          </p:cNvSpPr>
          <p:nvPr/>
        </p:nvSpPr>
        <p:spPr bwMode="auto">
          <a:xfrm>
            <a:off x="611188" y="5027613"/>
            <a:ext cx="6048375" cy="1031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0000" tIns="46800" rIns="90000" bIns="46800" anchor="ctr">
            <a:spAutoFit/>
          </a:bodyPr>
          <a:lstStyle/>
          <a:p>
            <a:pPr>
              <a:lnSpc>
                <a:spcPct val="110000"/>
              </a:lnSpc>
            </a:pPr>
            <a:r>
              <a:rPr lang="en-US" altLang="zh-CN" b="0" i="1">
                <a:latin typeface="Times New Roman" pitchFamily="18" charset="0"/>
                <a:ea typeface="仿宋_GB2312" pitchFamily="49" charset="-122"/>
              </a:rPr>
              <a:t>L</a:t>
            </a:r>
            <a:r>
              <a:rPr lang="zh-CN" altLang="en-US">
                <a:latin typeface="楷体_GB2312" pitchFamily="49" charset="-122"/>
              </a:rPr>
              <a:t>大</a:t>
            </a:r>
            <a:r>
              <a:rPr lang="zh-CN" altLang="en-US">
                <a:latin typeface="仿宋_GB2312" pitchFamily="49" charset="-122"/>
                <a:ea typeface="仿宋_GB2312" pitchFamily="49" charset="-122"/>
              </a:rPr>
              <a:t>  </a:t>
            </a:r>
            <a:r>
              <a:rPr lang="en-US" altLang="zh-CN" b="0" i="1">
                <a:solidFill>
                  <a:schemeClr val="bg1"/>
                </a:solidFill>
                <a:latin typeface="Times New Roman" pitchFamily="18" charset="0"/>
                <a:ea typeface="仿宋_GB2312" pitchFamily="49" charset="-122"/>
              </a:rPr>
              <a:t>W=Li</a:t>
            </a:r>
            <a:r>
              <a:rPr lang="en-US" altLang="zh-CN" b="0" baseline="-25000">
                <a:solidFill>
                  <a:schemeClr val="bg1"/>
                </a:solidFill>
                <a:latin typeface="Times New Roman" pitchFamily="18" charset="0"/>
                <a:ea typeface="仿宋_GB2312" pitchFamily="49" charset="-122"/>
              </a:rPr>
              <a:t>L</a:t>
            </a:r>
            <a:r>
              <a:rPr lang="en-US" altLang="zh-CN" b="0" baseline="30000">
                <a:solidFill>
                  <a:schemeClr val="bg1"/>
                </a:solidFill>
                <a:latin typeface="Times New Roman" pitchFamily="18" charset="0"/>
                <a:ea typeface="仿宋_GB2312" pitchFamily="49" charset="-122"/>
              </a:rPr>
              <a:t>2</a:t>
            </a:r>
            <a:r>
              <a:rPr lang="en-US" altLang="zh-CN" b="0">
                <a:solidFill>
                  <a:schemeClr val="bg1"/>
                </a:solidFill>
                <a:latin typeface="Times New Roman" pitchFamily="18" charset="0"/>
                <a:ea typeface="仿宋_GB2312" pitchFamily="49" charset="-122"/>
              </a:rPr>
              <a:t>/2</a:t>
            </a:r>
            <a:r>
              <a:rPr lang="en-US" altLang="zh-CN">
                <a:solidFill>
                  <a:schemeClr val="bg1"/>
                </a:solidFill>
                <a:latin typeface="Times New Roman" pitchFamily="18" charset="0"/>
                <a:ea typeface="仿宋_GB2312" pitchFamily="49" charset="-122"/>
              </a:rPr>
              <a:t>    </a:t>
            </a:r>
            <a:r>
              <a:rPr lang="zh-CN" altLang="en-US">
                <a:latin typeface="楷体_GB2312" pitchFamily="49" charset="-122"/>
              </a:rPr>
              <a:t>起始能量大</a:t>
            </a:r>
          </a:p>
          <a:p>
            <a:pPr>
              <a:lnSpc>
                <a:spcPct val="110000"/>
              </a:lnSpc>
            </a:pPr>
            <a:r>
              <a:rPr lang="en-US" altLang="zh-CN" b="0" i="1">
                <a:latin typeface="Times New Roman" pitchFamily="18" charset="0"/>
                <a:ea typeface="仿宋_GB2312" pitchFamily="49" charset="-122"/>
              </a:rPr>
              <a:t>R</a:t>
            </a:r>
            <a:r>
              <a:rPr lang="zh-CN" altLang="en-US">
                <a:latin typeface="楷体_GB2312" pitchFamily="49" charset="-122"/>
              </a:rPr>
              <a:t>小</a:t>
            </a:r>
            <a:r>
              <a:rPr lang="zh-CN" altLang="en-US">
                <a:latin typeface="仿宋_GB2312" pitchFamily="49" charset="-122"/>
                <a:ea typeface="仿宋_GB2312" pitchFamily="49" charset="-122"/>
              </a:rPr>
              <a:t> </a:t>
            </a:r>
            <a:r>
              <a:rPr lang="zh-CN" altLang="en-US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rPr>
              <a:t> </a:t>
            </a:r>
            <a:r>
              <a:rPr lang="en-US" altLang="zh-CN" b="0" i="1">
                <a:solidFill>
                  <a:schemeClr val="bg1"/>
                </a:solidFill>
                <a:latin typeface="Times New Roman" pitchFamily="18" charset="0"/>
                <a:ea typeface="仿宋_GB2312" pitchFamily="49" charset="-122"/>
              </a:rPr>
              <a:t>P=Ri</a:t>
            </a:r>
            <a:r>
              <a:rPr lang="en-US" altLang="zh-CN" b="0" baseline="30000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rPr>
              <a:t>2</a:t>
            </a:r>
            <a:r>
              <a:rPr lang="en-US" altLang="zh-CN" baseline="30000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rPr>
              <a:t>     </a:t>
            </a:r>
            <a:r>
              <a:rPr lang="zh-CN" altLang="en-US">
                <a:latin typeface="楷体_GB2312" pitchFamily="49" charset="-122"/>
              </a:rPr>
              <a:t>放电过程消耗能量小</a:t>
            </a:r>
            <a:endParaRPr lang="zh-CN" altLang="en-US" i="1">
              <a:latin typeface="楷体_GB2312" pitchFamily="49" charset="-122"/>
            </a:endParaRPr>
          </a:p>
        </p:txBody>
      </p:sp>
      <p:grpSp>
        <p:nvGrpSpPr>
          <p:cNvPr id="72791" name="Group 87"/>
          <p:cNvGrpSpPr>
            <a:grpSpLocks/>
          </p:cNvGrpSpPr>
          <p:nvPr/>
        </p:nvGrpSpPr>
        <p:grpSpPr bwMode="auto">
          <a:xfrm>
            <a:off x="6443663" y="5229225"/>
            <a:ext cx="2493962" cy="777875"/>
            <a:chOff x="3833" y="3158"/>
            <a:chExt cx="1571" cy="490"/>
          </a:xfrm>
        </p:grpSpPr>
        <p:sp>
          <p:nvSpPr>
            <p:cNvPr id="53263" name="AutoShape 80"/>
            <p:cNvSpPr>
              <a:spLocks/>
            </p:cNvSpPr>
            <p:nvPr/>
          </p:nvSpPr>
          <p:spPr bwMode="auto">
            <a:xfrm>
              <a:off x="3833" y="3158"/>
              <a:ext cx="82" cy="490"/>
            </a:xfrm>
            <a:prstGeom prst="rightBrace">
              <a:avLst>
                <a:gd name="adj1" fmla="val 49714"/>
                <a:gd name="adj2" fmla="val 50000"/>
              </a:avLst>
            </a:prstGeom>
            <a:noFill/>
            <a:ln w="38100">
              <a:solidFill>
                <a:schemeClr val="bg1"/>
              </a:solidFill>
              <a:round/>
              <a:headEnd/>
              <a:tailEnd/>
            </a:ln>
          </p:spPr>
          <p:txBody>
            <a:bodyPr lIns="90000" tIns="46800" rIns="90000" bIns="4680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53264" name="Text Box 81"/>
            <p:cNvSpPr txBox="1">
              <a:spLocks noChangeArrowheads="1"/>
            </p:cNvSpPr>
            <p:nvPr/>
          </p:nvSpPr>
          <p:spPr bwMode="auto">
            <a:xfrm>
              <a:off x="3923" y="3249"/>
              <a:ext cx="1481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90000" tIns="46800" rIns="90000" bIns="46800" anchor="ctr">
              <a:spAutoFit/>
            </a:bodyPr>
            <a:lstStyle/>
            <a:p>
              <a:r>
                <a:rPr lang="zh-CN" altLang="en-US">
                  <a:latin typeface="楷体_GB2312" pitchFamily="49" charset="-122"/>
                </a:rPr>
                <a:t>放电慢，</a:t>
              </a:r>
              <a:r>
                <a:rPr lang="zh-CN" altLang="en-US" b="0" i="1">
                  <a:latin typeface="楷体_GB2312" pitchFamily="49" charset="-122"/>
                  <a:sym typeface="Symbol" pitchFamily="18" charset="2"/>
                </a:rPr>
                <a:t></a:t>
              </a:r>
              <a:r>
                <a:rPr lang="zh-CN" altLang="en-US" i="1">
                  <a:latin typeface="楷体_GB2312" pitchFamily="49" charset="-122"/>
                  <a:sym typeface="Symbol" pitchFamily="18" charset="2"/>
                </a:rPr>
                <a:t> </a:t>
              </a:r>
              <a:r>
                <a:rPr lang="zh-CN" altLang="en-US">
                  <a:latin typeface="楷体_GB2312" pitchFamily="49" charset="-122"/>
                  <a:sym typeface="Symbol" pitchFamily="18" charset="2"/>
                </a:rPr>
                <a:t>大</a:t>
              </a:r>
            </a:p>
          </p:txBody>
        </p:sp>
      </p:grpSp>
      <p:sp>
        <p:nvSpPr>
          <p:cNvPr id="72786" name="Text Box 82"/>
          <p:cNvSpPr txBox="1">
            <a:spLocks noChangeArrowheads="1"/>
          </p:cNvSpPr>
          <p:nvPr/>
        </p:nvSpPr>
        <p:spPr bwMode="auto">
          <a:xfrm>
            <a:off x="468313" y="3705225"/>
            <a:ext cx="3744912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0000" tIns="46800" rIns="90000" bIns="46800" anchor="ctr">
            <a:spAutoFit/>
          </a:bodyPr>
          <a:lstStyle/>
          <a:p>
            <a:r>
              <a:rPr lang="en-US" altLang="zh-CN" b="0" i="1">
                <a:latin typeface="楷体_GB2312" pitchFamily="49" charset="-122"/>
                <a:sym typeface="Symbol" pitchFamily="18" charset="2"/>
              </a:rPr>
              <a:t></a:t>
            </a:r>
            <a:r>
              <a:rPr lang="en-US" altLang="zh-CN">
                <a:latin typeface="楷体_GB2312" pitchFamily="49" charset="-122"/>
                <a:sym typeface="Symbol" pitchFamily="18" charset="2"/>
              </a:rPr>
              <a:t> </a:t>
            </a:r>
            <a:r>
              <a:rPr lang="zh-CN" altLang="en-US">
                <a:latin typeface="楷体_GB2312" pitchFamily="49" charset="-122"/>
                <a:sym typeface="Symbol" pitchFamily="18" charset="2"/>
              </a:rPr>
              <a:t>大→过渡过程时间长</a:t>
            </a:r>
          </a:p>
        </p:txBody>
      </p:sp>
      <p:sp>
        <p:nvSpPr>
          <p:cNvPr id="72787" name="Text Box 83"/>
          <p:cNvSpPr txBox="1">
            <a:spLocks noChangeArrowheads="1"/>
          </p:cNvSpPr>
          <p:nvPr/>
        </p:nvSpPr>
        <p:spPr bwMode="auto">
          <a:xfrm>
            <a:off x="4572000" y="3705225"/>
            <a:ext cx="4176713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0000" tIns="46800" rIns="90000" bIns="46800" anchor="ctr">
            <a:spAutoFit/>
          </a:bodyPr>
          <a:lstStyle/>
          <a:p>
            <a:r>
              <a:rPr lang="en-US" altLang="zh-CN" b="0" i="1">
                <a:latin typeface="楷体_GB2312" pitchFamily="49" charset="-122"/>
                <a:sym typeface="Symbol" pitchFamily="18" charset="2"/>
              </a:rPr>
              <a:t></a:t>
            </a:r>
            <a:r>
              <a:rPr lang="en-US" altLang="zh-CN">
                <a:latin typeface="楷体_GB2312" pitchFamily="49" charset="-122"/>
                <a:sym typeface="Symbol" pitchFamily="18" charset="2"/>
              </a:rPr>
              <a:t> </a:t>
            </a:r>
            <a:r>
              <a:rPr lang="zh-CN" altLang="en-US">
                <a:latin typeface="楷体_GB2312" pitchFamily="49" charset="-122"/>
                <a:sym typeface="Symbol" pitchFamily="18" charset="2"/>
              </a:rPr>
              <a:t>小→过渡过程时间短</a:t>
            </a:r>
          </a:p>
        </p:txBody>
      </p:sp>
      <p:sp>
        <p:nvSpPr>
          <p:cNvPr id="72788" name="Text Box 84"/>
          <p:cNvSpPr txBox="1">
            <a:spLocks noChangeArrowheads="1"/>
          </p:cNvSpPr>
          <p:nvPr/>
        </p:nvSpPr>
        <p:spPr bwMode="auto">
          <a:xfrm>
            <a:off x="539750" y="4354513"/>
            <a:ext cx="1871663" cy="519112"/>
          </a:xfrm>
          <a:prstGeom prst="rect">
            <a:avLst/>
          </a:prstGeom>
          <a:solidFill>
            <a:schemeClr val="hlink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>
                <a:solidFill>
                  <a:schemeClr val="bg1"/>
                </a:solidFill>
                <a:ea typeface="宋体" pitchFamily="2" charset="-122"/>
              </a:rPr>
              <a:t>物理含义</a:t>
            </a:r>
          </a:p>
        </p:txBody>
      </p:sp>
      <p:sp>
        <p:nvSpPr>
          <p:cNvPr id="72789" name="AutoShape 85"/>
          <p:cNvSpPr>
            <a:spLocks noChangeArrowheads="1"/>
          </p:cNvSpPr>
          <p:nvPr/>
        </p:nvSpPr>
        <p:spPr bwMode="auto">
          <a:xfrm>
            <a:off x="2627313" y="4570413"/>
            <a:ext cx="647700" cy="153987"/>
          </a:xfrm>
          <a:prstGeom prst="rightArrow">
            <a:avLst>
              <a:gd name="adj1" fmla="val 50000"/>
              <a:gd name="adj2" fmla="val 105097"/>
            </a:avLst>
          </a:prstGeom>
          <a:solidFill>
            <a:srgbClr val="0099FF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2790" name="Rectangle 86"/>
          <p:cNvSpPr>
            <a:spLocks noChangeArrowheads="1"/>
          </p:cNvSpPr>
          <p:nvPr/>
        </p:nvSpPr>
        <p:spPr bwMode="auto">
          <a:xfrm>
            <a:off x="3419475" y="4425950"/>
            <a:ext cx="334645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>
                <a:latin typeface="楷体_GB2312" pitchFamily="49" charset="-122"/>
              </a:rPr>
              <a:t>电流初值</a:t>
            </a:r>
            <a:r>
              <a:rPr lang="en-US" altLang="zh-CN" b="0" i="1">
                <a:solidFill>
                  <a:schemeClr val="bg1"/>
                </a:solidFill>
                <a:latin typeface="Times New Roman" pitchFamily="18" charset="0"/>
              </a:rPr>
              <a:t>i</a:t>
            </a:r>
            <a:r>
              <a:rPr lang="en-US" altLang="zh-CN" b="0" baseline="-25000">
                <a:solidFill>
                  <a:schemeClr val="bg1"/>
                </a:solidFill>
                <a:latin typeface="Times New Roman" pitchFamily="18" charset="0"/>
              </a:rPr>
              <a:t>L</a:t>
            </a:r>
            <a:r>
              <a:rPr lang="en-US" altLang="zh-CN" b="0">
                <a:solidFill>
                  <a:schemeClr val="bg1"/>
                </a:solidFill>
                <a:latin typeface="Times New Roman" pitchFamily="18" charset="0"/>
              </a:rPr>
              <a:t>(0)</a:t>
            </a:r>
            <a:r>
              <a:rPr lang="zh-CN" altLang="zh-CN">
                <a:latin typeface="楷体_GB2312" pitchFamily="49" charset="-122"/>
              </a:rPr>
              <a:t>一定：</a:t>
            </a:r>
            <a:endParaRPr lang="zh-CN" altLang="en-US">
              <a:latin typeface="楷体_GB2312" pitchFamily="49" charset="-122"/>
            </a:endParaRPr>
          </a:p>
        </p:txBody>
      </p:sp>
      <p:grpSp>
        <p:nvGrpSpPr>
          <p:cNvPr id="53270" name="Group 92"/>
          <p:cNvGrpSpPr>
            <a:grpSpLocks/>
          </p:cNvGrpSpPr>
          <p:nvPr/>
        </p:nvGrpSpPr>
        <p:grpSpPr bwMode="auto">
          <a:xfrm>
            <a:off x="6588125" y="6445250"/>
            <a:ext cx="792163" cy="366713"/>
            <a:chOff x="4649" y="4020"/>
            <a:chExt cx="499" cy="231"/>
          </a:xfrm>
        </p:grpSpPr>
        <p:pic>
          <p:nvPicPr>
            <p:cNvPr id="53271" name="Picture 93" descr="78900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53272" name="Text Box 94">
              <a:hlinkClick r:id="rId5" action="ppaction://hlinksldjump"/>
            </p:cNvPr>
            <p:cNvSpPr txBox="1">
              <a:spLocks noChangeArrowheads="1"/>
            </p:cNvSpPr>
            <p:nvPr/>
          </p:nvSpPr>
          <p:spPr bwMode="auto"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0">
                  <a:solidFill>
                    <a:schemeClr val="bg1"/>
                  </a:solidFill>
                  <a:latin typeface="隶书" pitchFamily="49" charset="-122"/>
                  <a:ea typeface="隶书" pitchFamily="49" charset="-122"/>
                </a:rPr>
                <a:t>返 回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727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27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3000"/>
                                        <p:tgtEl>
                                          <p:spTgt spid="727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2000"/>
                                        <p:tgtEl>
                                          <p:spTgt spid="727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727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727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3" dur="500"/>
                                        <p:tgtEl>
                                          <p:spTgt spid="727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7278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7278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44" dur="500"/>
                                        <p:tgtEl>
                                          <p:spTgt spid="727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500"/>
                            </p:stCondLst>
                            <p:childTnLst>
                              <p:par>
                                <p:cTn id="46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7279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7279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727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727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8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7278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727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2761" grpId="0"/>
      <p:bldP spid="72781" grpId="0" build="p"/>
      <p:bldP spid="72782" grpId="0" build="p"/>
      <p:bldP spid="72786" grpId="0"/>
      <p:bldP spid="72787" grpId="0"/>
      <p:bldP spid="72788" grpId="0" animBg="1"/>
      <p:bldP spid="72789" grpId="0" animBg="1"/>
      <p:bldP spid="72790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62" name="Rectangle 6"/>
          <p:cNvSpPr>
            <a:spLocks noChangeArrowheads="1"/>
          </p:cNvSpPr>
          <p:nvPr/>
        </p:nvSpPr>
        <p:spPr bwMode="auto">
          <a:xfrm>
            <a:off x="684213" y="620713"/>
            <a:ext cx="2663825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marL="342900" indent="-342900">
              <a:buFontTx/>
              <a:buAutoNum type="circleNumDbPlain" startAt="3"/>
            </a:pPr>
            <a:r>
              <a:rPr lang="zh-CN" altLang="en-US">
                <a:latin typeface="楷体_GB2312" pitchFamily="49" charset="-122"/>
              </a:rPr>
              <a:t>能量关系</a:t>
            </a:r>
          </a:p>
        </p:txBody>
      </p:sp>
      <p:graphicFrame>
        <p:nvGraphicFramePr>
          <p:cNvPr id="70663" name="Object 7"/>
          <p:cNvGraphicFramePr>
            <a:graphicFrameLocks noChangeAspect="1"/>
          </p:cNvGraphicFramePr>
          <p:nvPr/>
        </p:nvGraphicFramePr>
        <p:xfrm>
          <a:off x="755650" y="3560763"/>
          <a:ext cx="2736850" cy="900112"/>
        </p:xfrm>
        <a:graphic>
          <a:graphicData uri="http://schemas.openxmlformats.org/presentationml/2006/ole">
            <p:oleObj spid="_x0000_s54274" r:id="rId3" imgW="869040" imgH="276840" progId="Equation.3">
              <p:embed/>
            </p:oleObj>
          </a:graphicData>
        </a:graphic>
      </p:graphicFrame>
      <p:sp>
        <p:nvSpPr>
          <p:cNvPr id="70664" name="Text Box 8"/>
          <p:cNvSpPr txBox="1">
            <a:spLocks noChangeArrowheads="1"/>
          </p:cNvSpPr>
          <p:nvPr/>
        </p:nvSpPr>
        <p:spPr bwMode="auto">
          <a:xfrm>
            <a:off x="3635375" y="549275"/>
            <a:ext cx="5113338" cy="1117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20000"/>
              </a:lnSpc>
              <a:spcBef>
                <a:spcPct val="50000"/>
              </a:spcBef>
            </a:pPr>
            <a:r>
              <a:rPr lang="zh-CN" altLang="en-US">
                <a:latin typeface="楷体_GB2312" pitchFamily="49" charset="-122"/>
              </a:rPr>
              <a:t>电感不断释放能量被电阻吸收</a:t>
            </a:r>
            <a:r>
              <a:rPr lang="en-US" altLang="zh-CN">
                <a:latin typeface="楷体_GB2312" pitchFamily="49" charset="-122"/>
              </a:rPr>
              <a:t>,    </a:t>
            </a:r>
            <a:r>
              <a:rPr lang="zh-CN" altLang="en-US">
                <a:latin typeface="楷体_GB2312" pitchFamily="49" charset="-122"/>
              </a:rPr>
              <a:t>直到全部消耗完毕。</a:t>
            </a:r>
          </a:p>
        </p:txBody>
      </p:sp>
      <p:sp>
        <p:nvSpPr>
          <p:cNvPr id="70665" name="Text Box 9"/>
          <p:cNvSpPr txBox="1">
            <a:spLocks noChangeArrowheads="1"/>
          </p:cNvSpPr>
          <p:nvPr/>
        </p:nvSpPr>
        <p:spPr bwMode="auto">
          <a:xfrm>
            <a:off x="3995738" y="1628775"/>
            <a:ext cx="3240087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0000" tIns="46800" rIns="90000" bIns="46800" anchor="ctr">
            <a:spAutoFit/>
          </a:bodyPr>
          <a:lstStyle/>
          <a:p>
            <a:r>
              <a:rPr lang="zh-CN" altLang="en-US" sz="3200">
                <a:solidFill>
                  <a:schemeClr val="bg1"/>
                </a:solidFill>
                <a:latin typeface="Times New Roman" pitchFamily="18" charset="0"/>
              </a:rPr>
              <a:t>设</a:t>
            </a:r>
            <a:r>
              <a:rPr lang="zh-CN" altLang="en-US" sz="3200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    </a:t>
            </a:r>
            <a:r>
              <a:rPr lang="en-US" altLang="zh-CN" sz="3200" b="0" i="1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i</a:t>
            </a:r>
            <a:r>
              <a:rPr lang="en-US" altLang="zh-CN" sz="3200" b="0" i="1" baseline="-2500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L</a:t>
            </a:r>
            <a:r>
              <a:rPr lang="en-US" altLang="zh-CN" sz="3200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(0</a:t>
            </a:r>
            <a:r>
              <a:rPr lang="en-US" altLang="zh-CN" sz="3200" b="0" baseline="-2500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+</a:t>
            </a:r>
            <a:r>
              <a:rPr lang="en-US" altLang="zh-CN" sz="3200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)=</a:t>
            </a:r>
            <a:r>
              <a:rPr lang="en-US" altLang="zh-CN" sz="3200" b="0" i="1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I</a:t>
            </a:r>
            <a:r>
              <a:rPr lang="en-US" altLang="zh-CN" sz="3200" b="0" baseline="-2500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0</a:t>
            </a:r>
            <a:endParaRPr lang="en-US" altLang="zh-CN" sz="3200" b="0" i="1" baseline="-25000">
              <a:solidFill>
                <a:schemeClr val="bg1"/>
              </a:solidFill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70666" name="Text Box 10"/>
          <p:cNvSpPr txBox="1">
            <a:spLocks noChangeArrowheads="1"/>
          </p:cNvSpPr>
          <p:nvPr/>
        </p:nvSpPr>
        <p:spPr bwMode="auto">
          <a:xfrm>
            <a:off x="3563938" y="2336800"/>
            <a:ext cx="3024187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0000" tIns="46800" rIns="90000" bIns="46800" anchor="ctr">
            <a:spAutoFit/>
          </a:bodyPr>
          <a:lstStyle/>
          <a:p>
            <a:r>
              <a:rPr lang="zh-CN" altLang="en-US">
                <a:latin typeface="楷体_GB2312" pitchFamily="49" charset="-122"/>
              </a:rPr>
              <a:t>电感放出能量：             </a:t>
            </a:r>
          </a:p>
        </p:txBody>
      </p:sp>
      <p:graphicFrame>
        <p:nvGraphicFramePr>
          <p:cNvPr id="70667" name="Object 11"/>
          <p:cNvGraphicFramePr>
            <a:graphicFrameLocks noChangeAspect="1"/>
          </p:cNvGraphicFramePr>
          <p:nvPr/>
        </p:nvGraphicFramePr>
        <p:xfrm>
          <a:off x="6804025" y="2119313"/>
          <a:ext cx="1223963" cy="1089025"/>
        </p:xfrm>
        <a:graphic>
          <a:graphicData uri="http://schemas.openxmlformats.org/presentationml/2006/ole">
            <p:oleObj spid="_x0000_s54278" r:id="rId4" imgW="370800" imgH="392040" progId="Equation.3">
              <p:embed/>
            </p:oleObj>
          </a:graphicData>
        </a:graphic>
      </p:graphicFrame>
      <p:sp>
        <p:nvSpPr>
          <p:cNvPr id="70668" name="Text Box 12"/>
          <p:cNvSpPr txBox="1">
            <a:spLocks noChangeArrowheads="1"/>
          </p:cNvSpPr>
          <p:nvPr/>
        </p:nvSpPr>
        <p:spPr bwMode="auto">
          <a:xfrm>
            <a:off x="755650" y="3055938"/>
            <a:ext cx="4608513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0000" tIns="46800" rIns="90000" bIns="46800" anchor="ctr">
            <a:spAutoFit/>
          </a:bodyPr>
          <a:lstStyle/>
          <a:p>
            <a:r>
              <a:rPr lang="zh-CN" altLang="en-US">
                <a:latin typeface="Times New Roman" pitchFamily="18" charset="0"/>
              </a:rPr>
              <a:t>电阻吸收（消耗）能量：</a:t>
            </a:r>
          </a:p>
        </p:txBody>
      </p:sp>
      <p:graphicFrame>
        <p:nvGraphicFramePr>
          <p:cNvPr id="70669" name="Object 13"/>
          <p:cNvGraphicFramePr>
            <a:graphicFrameLocks noChangeAspect="1"/>
          </p:cNvGraphicFramePr>
          <p:nvPr/>
        </p:nvGraphicFramePr>
        <p:xfrm>
          <a:off x="3563938" y="3487738"/>
          <a:ext cx="3168650" cy="938212"/>
        </p:xfrm>
        <a:graphic>
          <a:graphicData uri="http://schemas.openxmlformats.org/presentationml/2006/ole">
            <p:oleObj spid="_x0000_s54280" r:id="rId5" imgW="1158840" imgH="334440" progId="Equation.3">
              <p:embed/>
            </p:oleObj>
          </a:graphicData>
        </a:graphic>
      </p:graphicFrame>
      <p:graphicFrame>
        <p:nvGraphicFramePr>
          <p:cNvPr id="70670" name="Object 14"/>
          <p:cNvGraphicFramePr>
            <a:graphicFrameLocks noChangeAspect="1"/>
          </p:cNvGraphicFramePr>
          <p:nvPr/>
        </p:nvGraphicFramePr>
        <p:xfrm>
          <a:off x="7164388" y="4581525"/>
          <a:ext cx="1511300" cy="1125538"/>
        </p:xfrm>
        <a:graphic>
          <a:graphicData uri="http://schemas.openxmlformats.org/presentationml/2006/ole">
            <p:oleObj spid="_x0000_s54281" r:id="rId6" imgW="533160" imgH="392040" progId="Equation.3">
              <p:embed/>
            </p:oleObj>
          </a:graphicData>
        </a:graphic>
      </p:graphicFrame>
      <p:graphicFrame>
        <p:nvGraphicFramePr>
          <p:cNvPr id="70688" name="Object 32"/>
          <p:cNvGraphicFramePr>
            <a:graphicFrameLocks noChangeAspect="1"/>
          </p:cNvGraphicFramePr>
          <p:nvPr/>
        </p:nvGraphicFramePr>
        <p:xfrm>
          <a:off x="539750" y="4652963"/>
          <a:ext cx="2900363" cy="954087"/>
        </p:xfrm>
        <a:graphic>
          <a:graphicData uri="http://schemas.openxmlformats.org/presentationml/2006/ole">
            <p:oleObj spid="_x0000_s54282" r:id="rId7" imgW="1042920" imgH="334440" progId="Equation.3">
              <p:embed/>
            </p:oleObj>
          </a:graphicData>
        </a:graphic>
      </p:graphicFrame>
      <p:graphicFrame>
        <p:nvGraphicFramePr>
          <p:cNvPr id="70689" name="Object 33"/>
          <p:cNvGraphicFramePr>
            <a:graphicFrameLocks noChangeAspect="1"/>
          </p:cNvGraphicFramePr>
          <p:nvPr/>
        </p:nvGraphicFramePr>
        <p:xfrm>
          <a:off x="3492500" y="4652963"/>
          <a:ext cx="3594100" cy="1063625"/>
        </p:xfrm>
        <a:graphic>
          <a:graphicData uri="http://schemas.openxmlformats.org/presentationml/2006/ole">
            <p:oleObj spid="_x0000_s54283" r:id="rId8" imgW="1355760" imgH="392040" progId="Equation.3">
              <p:embed/>
            </p:oleObj>
          </a:graphicData>
        </a:graphic>
      </p:graphicFrame>
      <p:sp>
        <p:nvSpPr>
          <p:cNvPr id="70690" name="AutoShape 34"/>
          <p:cNvSpPr>
            <a:spLocks noChangeArrowheads="1"/>
          </p:cNvSpPr>
          <p:nvPr/>
        </p:nvSpPr>
        <p:spPr bwMode="auto">
          <a:xfrm>
            <a:off x="2771775" y="836613"/>
            <a:ext cx="720725" cy="144462"/>
          </a:xfrm>
          <a:prstGeom prst="rightArrow">
            <a:avLst>
              <a:gd name="adj1" fmla="val 50000"/>
              <a:gd name="adj2" fmla="val 124656"/>
            </a:avLst>
          </a:prstGeom>
          <a:solidFill>
            <a:srgbClr val="0099FF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0691" name="AutoShape 35"/>
          <p:cNvSpPr>
            <a:spLocks noChangeArrowheads="1"/>
          </p:cNvSpPr>
          <p:nvPr/>
        </p:nvSpPr>
        <p:spPr bwMode="auto">
          <a:xfrm>
            <a:off x="6084888" y="2552700"/>
            <a:ext cx="647700" cy="155575"/>
          </a:xfrm>
          <a:prstGeom prst="rightArrow">
            <a:avLst>
              <a:gd name="adj1" fmla="val 50000"/>
              <a:gd name="adj2" fmla="val 104024"/>
            </a:avLst>
          </a:prstGeom>
          <a:solidFill>
            <a:srgbClr val="0099FF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0692" name="AutoShape 36"/>
          <p:cNvSpPr>
            <a:spLocks noChangeArrowheads="1"/>
          </p:cNvSpPr>
          <p:nvPr/>
        </p:nvSpPr>
        <p:spPr bwMode="auto">
          <a:xfrm>
            <a:off x="4643438" y="3271838"/>
            <a:ext cx="720725" cy="157162"/>
          </a:xfrm>
          <a:prstGeom prst="rightArrow">
            <a:avLst>
              <a:gd name="adj1" fmla="val 50000"/>
              <a:gd name="adj2" fmla="val 114583"/>
            </a:avLst>
          </a:prstGeom>
          <a:solidFill>
            <a:srgbClr val="0099FF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54287" name="Group 63"/>
          <p:cNvGrpSpPr>
            <a:grpSpLocks/>
          </p:cNvGrpSpPr>
          <p:nvPr/>
        </p:nvGrpSpPr>
        <p:grpSpPr bwMode="auto"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54288" name="Picture 64" descr="78900"/>
            <p:cNvPicPr>
              <a:picLocks noChangeAspect="1" noChangeArrowheads="1"/>
            </p:cNvPicPr>
            <p:nvPr/>
          </p:nvPicPr>
          <p:blipFill>
            <a:blip r:embed="rId9"/>
            <a:srcRect/>
            <a:stretch>
              <a:fillRect/>
            </a:stretch>
          </p:blipFill>
          <p:spPr bwMode="auto"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54289" name="Text Box 65">
              <a:hlinkClick r:id="" action="ppaction://hlinkshowjump?jump=nextslide"/>
            </p:cNvPr>
            <p:cNvSpPr txBox="1">
              <a:spLocks noChangeArrowheads="1"/>
            </p:cNvSpPr>
            <p:nvPr/>
          </p:nvSpPr>
          <p:spPr bwMode="auto"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0">
                  <a:solidFill>
                    <a:schemeClr val="bg1"/>
                  </a:solidFill>
                  <a:latin typeface="隶书" pitchFamily="49" charset="-122"/>
                  <a:ea typeface="隶书" pitchFamily="49" charset="-122"/>
                </a:rPr>
                <a:t>下 页</a:t>
              </a:r>
            </a:p>
          </p:txBody>
        </p:sp>
      </p:grpSp>
      <p:grpSp>
        <p:nvGrpSpPr>
          <p:cNvPr id="54290" name="Group 66"/>
          <p:cNvGrpSpPr>
            <a:grpSpLocks/>
          </p:cNvGrpSpPr>
          <p:nvPr/>
        </p:nvGrpSpPr>
        <p:grpSpPr bwMode="auto">
          <a:xfrm>
            <a:off x="7453313" y="6446838"/>
            <a:ext cx="792162" cy="366712"/>
            <a:chOff x="4649" y="4020"/>
            <a:chExt cx="499" cy="231"/>
          </a:xfrm>
        </p:grpSpPr>
        <p:pic>
          <p:nvPicPr>
            <p:cNvPr id="54291" name="Picture 67" descr="78900"/>
            <p:cNvPicPr>
              <a:picLocks noChangeAspect="1" noChangeArrowheads="1"/>
            </p:cNvPicPr>
            <p:nvPr/>
          </p:nvPicPr>
          <p:blipFill>
            <a:blip r:embed="rId9"/>
            <a:srcRect/>
            <a:stretch>
              <a:fillRect/>
            </a:stretch>
          </p:blipFill>
          <p:spPr bwMode="auto"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54292" name="Text Box 68">
              <a:hlinkClick r:id="" action="ppaction://hlinkshowjump?jump=previousslide"/>
            </p:cNvPr>
            <p:cNvSpPr txBox="1">
              <a:spLocks noChangeArrowheads="1"/>
            </p:cNvSpPr>
            <p:nvPr/>
          </p:nvSpPr>
          <p:spPr bwMode="auto"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0">
                  <a:solidFill>
                    <a:schemeClr val="bg1"/>
                  </a:solidFill>
                  <a:latin typeface="隶书" pitchFamily="49" charset="-122"/>
                  <a:ea typeface="隶书" pitchFamily="49" charset="-122"/>
                </a:rPr>
                <a:t>上 页</a:t>
              </a:r>
            </a:p>
          </p:txBody>
        </p:sp>
      </p:grpSp>
      <p:grpSp>
        <p:nvGrpSpPr>
          <p:cNvPr id="70750" name="Group 94"/>
          <p:cNvGrpSpPr>
            <a:grpSpLocks/>
          </p:cNvGrpSpPr>
          <p:nvPr/>
        </p:nvGrpSpPr>
        <p:grpSpPr bwMode="auto">
          <a:xfrm>
            <a:off x="827088" y="1125538"/>
            <a:ext cx="2493962" cy="1876425"/>
            <a:chOff x="3969" y="2160"/>
            <a:chExt cx="1571" cy="1182"/>
          </a:xfrm>
        </p:grpSpPr>
        <p:grpSp>
          <p:nvGrpSpPr>
            <p:cNvPr id="54294" name="Group 95"/>
            <p:cNvGrpSpPr>
              <a:grpSpLocks/>
            </p:cNvGrpSpPr>
            <p:nvPr/>
          </p:nvGrpSpPr>
          <p:grpSpPr bwMode="auto">
            <a:xfrm>
              <a:off x="4740" y="2160"/>
              <a:ext cx="272" cy="409"/>
              <a:chOff x="1872" y="491"/>
              <a:chExt cx="240" cy="277"/>
            </a:xfrm>
          </p:grpSpPr>
          <p:sp>
            <p:nvSpPr>
              <p:cNvPr id="54295" name="Line 96"/>
              <p:cNvSpPr>
                <a:spLocks noChangeShapeType="1"/>
              </p:cNvSpPr>
              <p:nvPr/>
            </p:nvSpPr>
            <p:spPr bwMode="auto">
              <a:xfrm>
                <a:off x="1872" y="768"/>
                <a:ext cx="240" cy="0"/>
              </a:xfrm>
              <a:prstGeom prst="line">
                <a:avLst/>
              </a:prstGeom>
              <a:noFill/>
              <a:ln w="28575">
                <a:solidFill>
                  <a:srgbClr val="00FFFF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4296" name="Text Box 97"/>
              <p:cNvSpPr txBox="1">
                <a:spLocks noChangeArrowheads="1"/>
              </p:cNvSpPr>
              <p:nvPr/>
            </p:nvSpPr>
            <p:spPr bwMode="auto">
              <a:xfrm>
                <a:off x="1882" y="491"/>
                <a:ext cx="165" cy="247"/>
              </a:xfrm>
              <a:prstGeom prst="rect">
                <a:avLst/>
              </a:prstGeom>
              <a:noFill/>
              <a:ln w="28575">
                <a:noFill/>
                <a:miter lim="800000"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altLang="zh-CN" sz="3200" b="0" i="1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rPr>
                  <a:t>i</a:t>
                </a:r>
                <a:endParaRPr lang="en-US" altLang="zh-CN" sz="3200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endParaRPr>
              </a:p>
            </p:txBody>
          </p:sp>
        </p:grpSp>
        <p:sp>
          <p:nvSpPr>
            <p:cNvPr id="54297" name="Text Box 98"/>
            <p:cNvSpPr txBox="1">
              <a:spLocks noChangeArrowheads="1"/>
            </p:cNvSpPr>
            <p:nvPr/>
          </p:nvSpPr>
          <p:spPr bwMode="auto">
            <a:xfrm>
              <a:off x="4921" y="2806"/>
              <a:ext cx="241" cy="327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L</a:t>
              </a:r>
              <a:endParaRPr lang="en-US" altLang="zh-CN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grpSp>
          <p:nvGrpSpPr>
            <p:cNvPr id="54298" name="Group 99"/>
            <p:cNvGrpSpPr>
              <a:grpSpLocks/>
            </p:cNvGrpSpPr>
            <p:nvPr/>
          </p:nvGrpSpPr>
          <p:grpSpPr bwMode="auto">
            <a:xfrm>
              <a:off x="5203" y="2578"/>
              <a:ext cx="337" cy="764"/>
              <a:chOff x="1967" y="748"/>
              <a:chExt cx="327" cy="616"/>
            </a:xfrm>
          </p:grpSpPr>
          <p:grpSp>
            <p:nvGrpSpPr>
              <p:cNvPr id="54299" name="Group 100"/>
              <p:cNvGrpSpPr>
                <a:grpSpLocks/>
              </p:cNvGrpSpPr>
              <p:nvPr/>
            </p:nvGrpSpPr>
            <p:grpSpPr bwMode="auto">
              <a:xfrm>
                <a:off x="2069" y="748"/>
                <a:ext cx="218" cy="616"/>
                <a:chOff x="1637" y="1276"/>
                <a:chExt cx="218" cy="616"/>
              </a:xfrm>
            </p:grpSpPr>
            <p:sp>
              <p:nvSpPr>
                <p:cNvPr id="54300" name="Text Box 101"/>
                <p:cNvSpPr txBox="1">
                  <a:spLocks noChangeArrowheads="1"/>
                </p:cNvSpPr>
                <p:nvPr/>
              </p:nvSpPr>
              <p:spPr bwMode="auto">
                <a:xfrm>
                  <a:off x="1637" y="1276"/>
                  <a:ext cx="218" cy="233"/>
                </a:xfrm>
                <a:prstGeom prst="rect">
                  <a:avLst/>
                </a:prstGeom>
                <a:noFill/>
                <a:ln w="28575">
                  <a:noFill/>
                  <a:miter lim="800000"/>
                  <a:headEnd/>
                  <a:tailEnd/>
                </a:ln>
              </p:spPr>
              <p:txBody>
                <a:bodyPr wrap="none" anchor="ctr">
                  <a:spAutoFit/>
                </a:bodyPr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altLang="zh-CN" sz="2400">
                      <a:solidFill>
                        <a:schemeClr val="bg1"/>
                      </a:solidFill>
                      <a:latin typeface="Times New Roman" pitchFamily="18" charset="0"/>
                      <a:ea typeface="宋体" pitchFamily="2" charset="-122"/>
                    </a:rPr>
                    <a:t>+</a:t>
                  </a:r>
                </a:p>
              </p:txBody>
            </p:sp>
            <p:sp>
              <p:nvSpPr>
                <p:cNvPr id="54301" name="Text Box 102"/>
                <p:cNvSpPr txBox="1">
                  <a:spLocks noChangeArrowheads="1"/>
                </p:cNvSpPr>
                <p:nvPr/>
              </p:nvSpPr>
              <p:spPr bwMode="auto">
                <a:xfrm>
                  <a:off x="1639" y="1659"/>
                  <a:ext cx="205" cy="233"/>
                </a:xfrm>
                <a:prstGeom prst="rect">
                  <a:avLst/>
                </a:prstGeom>
                <a:noFill/>
                <a:ln w="28575">
                  <a:noFill/>
                  <a:miter lim="800000"/>
                  <a:headEnd/>
                  <a:tailEnd/>
                </a:ln>
              </p:spPr>
              <p:txBody>
                <a:bodyPr wrap="none" anchor="ctr">
                  <a:spAutoFit/>
                </a:bodyPr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altLang="zh-CN" sz="2400">
                      <a:solidFill>
                        <a:schemeClr val="bg1"/>
                      </a:solidFill>
                      <a:latin typeface="Times New Roman" pitchFamily="18" charset="0"/>
                      <a:ea typeface="宋体" pitchFamily="2" charset="-122"/>
                    </a:rPr>
                    <a:t>–</a:t>
                  </a:r>
                </a:p>
              </p:txBody>
            </p:sp>
          </p:grpSp>
          <p:sp>
            <p:nvSpPr>
              <p:cNvPr id="54302" name="Text Box 103"/>
              <p:cNvSpPr txBox="1">
                <a:spLocks noChangeArrowheads="1"/>
              </p:cNvSpPr>
              <p:nvPr/>
            </p:nvSpPr>
            <p:spPr bwMode="auto">
              <a:xfrm>
                <a:off x="1967" y="900"/>
                <a:ext cx="327" cy="295"/>
              </a:xfrm>
              <a:prstGeom prst="rect">
                <a:avLst/>
              </a:prstGeom>
              <a:noFill/>
              <a:ln w="28575">
                <a:noFill/>
                <a:miter lim="800000"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altLang="zh-CN" sz="3200" b="0" i="1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rPr>
                  <a:t>u</a:t>
                </a:r>
                <a:r>
                  <a:rPr lang="en-US" altLang="zh-CN" sz="3200" b="0" i="1" baseline="-250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rPr>
                  <a:t>L</a:t>
                </a:r>
                <a:endParaRPr lang="en-US" altLang="zh-CN" sz="3200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endParaRPr>
              </a:p>
            </p:txBody>
          </p:sp>
        </p:grpSp>
        <p:sp>
          <p:nvSpPr>
            <p:cNvPr id="54303" name="Line 104"/>
            <p:cNvSpPr>
              <a:spLocks noChangeShapeType="1"/>
            </p:cNvSpPr>
            <p:nvPr/>
          </p:nvSpPr>
          <p:spPr bwMode="auto">
            <a:xfrm flipV="1">
              <a:off x="5148" y="3067"/>
              <a:ext cx="0" cy="235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4304" name="Text Box 105"/>
            <p:cNvSpPr txBox="1">
              <a:spLocks noChangeArrowheads="1"/>
            </p:cNvSpPr>
            <p:nvPr/>
          </p:nvSpPr>
          <p:spPr bwMode="auto">
            <a:xfrm>
              <a:off x="4246" y="2625"/>
              <a:ext cx="233" cy="288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sz="2400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R</a:t>
              </a:r>
              <a:endParaRPr lang="en-US" altLang="zh-CN" sz="2400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54305" name="Line 106"/>
            <p:cNvSpPr>
              <a:spLocks noChangeShapeType="1"/>
            </p:cNvSpPr>
            <p:nvPr/>
          </p:nvSpPr>
          <p:spPr bwMode="auto">
            <a:xfrm>
              <a:off x="3969" y="3305"/>
              <a:ext cx="1179" cy="0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4306" name="Line 107"/>
            <p:cNvSpPr>
              <a:spLocks noChangeShapeType="1"/>
            </p:cNvSpPr>
            <p:nvPr/>
          </p:nvSpPr>
          <p:spPr bwMode="auto">
            <a:xfrm>
              <a:off x="3969" y="2523"/>
              <a:ext cx="0" cy="782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4307" name="Line 108"/>
            <p:cNvSpPr>
              <a:spLocks noChangeShapeType="1"/>
            </p:cNvSpPr>
            <p:nvPr/>
          </p:nvSpPr>
          <p:spPr bwMode="auto">
            <a:xfrm>
              <a:off x="3969" y="2523"/>
              <a:ext cx="1179" cy="0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4308" name="Line 109"/>
            <p:cNvSpPr>
              <a:spLocks noChangeShapeType="1"/>
            </p:cNvSpPr>
            <p:nvPr/>
          </p:nvSpPr>
          <p:spPr bwMode="auto">
            <a:xfrm>
              <a:off x="5148" y="2522"/>
              <a:ext cx="0" cy="182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54309" name="Group 110"/>
            <p:cNvGrpSpPr>
              <a:grpSpLocks/>
            </p:cNvGrpSpPr>
            <p:nvPr/>
          </p:nvGrpSpPr>
          <p:grpSpPr bwMode="auto">
            <a:xfrm>
              <a:off x="5148" y="2704"/>
              <a:ext cx="91" cy="363"/>
              <a:chOff x="2744" y="2931"/>
              <a:chExt cx="57" cy="283"/>
            </a:xfrm>
          </p:grpSpPr>
          <p:sp>
            <p:nvSpPr>
              <p:cNvPr id="54310" name="Arc 111"/>
              <p:cNvSpPr>
                <a:spLocks noChangeArrowheads="1"/>
              </p:cNvSpPr>
              <p:nvPr/>
            </p:nvSpPr>
            <p:spPr bwMode="auto">
              <a:xfrm rot="10800000" flipH="1" flipV="1">
                <a:off x="2744" y="2931"/>
                <a:ext cx="57" cy="91"/>
              </a:xfrm>
              <a:custGeom>
                <a:avLst/>
                <a:gdLst/>
                <a:ahLst/>
                <a:cxnLst>
                  <a:cxn ang="0">
                    <a:pos x="1123" y="0"/>
                  </a:cxn>
                  <a:cxn ang="0">
                    <a:pos x="22723" y="21600"/>
                  </a:cxn>
                  <a:cxn ang="0">
                    <a:pos x="1123" y="43200"/>
                  </a:cxn>
                  <a:cxn ang="0">
                    <a:pos x="0" y="43170"/>
                  </a:cxn>
                  <a:cxn ang="0">
                    <a:pos x="1123" y="0"/>
                  </a:cxn>
                  <a:cxn ang="0">
                    <a:pos x="22723" y="21600"/>
                  </a:cxn>
                  <a:cxn ang="0">
                    <a:pos x="1123" y="43200"/>
                  </a:cxn>
                  <a:cxn ang="0">
                    <a:pos x="0" y="43170"/>
                  </a:cxn>
                  <a:cxn ang="0">
                    <a:pos x="1123" y="21600"/>
                  </a:cxn>
                  <a:cxn ang="0">
                    <a:pos x="1123" y="0"/>
                  </a:cxn>
                </a:cxnLst>
                <a:rect l="0" t="0" r="r" b="b"/>
                <a:pathLst>
                  <a:path w="22723" h="43200" fill="none">
                    <a:moveTo>
                      <a:pt x="1123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>
                    <a:moveTo>
                      <a:pt x="1123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lnTo>
                      <a:pt x="1123" y="0"/>
                    </a:lnTo>
                    <a:close/>
                  </a:path>
                </a:pathLst>
              </a:custGeom>
              <a:noFill/>
              <a:ln w="38100">
                <a:solidFill>
                  <a:srgbClr val="FF99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4311" name="Arc 112"/>
              <p:cNvSpPr>
                <a:spLocks noChangeArrowheads="1"/>
              </p:cNvSpPr>
              <p:nvPr/>
            </p:nvSpPr>
            <p:spPr bwMode="auto">
              <a:xfrm rot="10800000" flipH="1" flipV="1">
                <a:off x="2744" y="3027"/>
                <a:ext cx="57" cy="91"/>
              </a:xfrm>
              <a:custGeom>
                <a:avLst/>
                <a:gdLst/>
                <a:ahLst/>
                <a:cxnLst>
                  <a:cxn ang="0">
                    <a:pos x="1123" y="0"/>
                  </a:cxn>
                  <a:cxn ang="0">
                    <a:pos x="22723" y="21600"/>
                  </a:cxn>
                  <a:cxn ang="0">
                    <a:pos x="1123" y="43200"/>
                  </a:cxn>
                  <a:cxn ang="0">
                    <a:pos x="0" y="43170"/>
                  </a:cxn>
                  <a:cxn ang="0">
                    <a:pos x="1123" y="0"/>
                  </a:cxn>
                  <a:cxn ang="0">
                    <a:pos x="22723" y="21600"/>
                  </a:cxn>
                  <a:cxn ang="0">
                    <a:pos x="1123" y="43200"/>
                  </a:cxn>
                  <a:cxn ang="0">
                    <a:pos x="0" y="43170"/>
                  </a:cxn>
                  <a:cxn ang="0">
                    <a:pos x="1123" y="21600"/>
                  </a:cxn>
                  <a:cxn ang="0">
                    <a:pos x="1123" y="0"/>
                  </a:cxn>
                </a:cxnLst>
                <a:rect l="0" t="0" r="r" b="b"/>
                <a:pathLst>
                  <a:path w="22723" h="43200" fill="none">
                    <a:moveTo>
                      <a:pt x="1123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>
                    <a:moveTo>
                      <a:pt x="1123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lnTo>
                      <a:pt x="1123" y="0"/>
                    </a:lnTo>
                    <a:close/>
                  </a:path>
                </a:pathLst>
              </a:custGeom>
              <a:noFill/>
              <a:ln w="38100">
                <a:solidFill>
                  <a:srgbClr val="FF99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4312" name="Arc 113"/>
              <p:cNvSpPr>
                <a:spLocks noChangeArrowheads="1"/>
              </p:cNvSpPr>
              <p:nvPr/>
            </p:nvSpPr>
            <p:spPr bwMode="auto">
              <a:xfrm rot="10800000" flipH="1" flipV="1">
                <a:off x="2744" y="3123"/>
                <a:ext cx="57" cy="91"/>
              </a:xfrm>
              <a:custGeom>
                <a:avLst/>
                <a:gdLst/>
                <a:ahLst/>
                <a:cxnLst>
                  <a:cxn ang="0">
                    <a:pos x="1123" y="0"/>
                  </a:cxn>
                  <a:cxn ang="0">
                    <a:pos x="22723" y="21600"/>
                  </a:cxn>
                  <a:cxn ang="0">
                    <a:pos x="1123" y="43200"/>
                  </a:cxn>
                  <a:cxn ang="0">
                    <a:pos x="0" y="43170"/>
                  </a:cxn>
                  <a:cxn ang="0">
                    <a:pos x="1123" y="0"/>
                  </a:cxn>
                  <a:cxn ang="0">
                    <a:pos x="22723" y="21600"/>
                  </a:cxn>
                  <a:cxn ang="0">
                    <a:pos x="1123" y="43200"/>
                  </a:cxn>
                  <a:cxn ang="0">
                    <a:pos x="0" y="43170"/>
                  </a:cxn>
                  <a:cxn ang="0">
                    <a:pos x="1123" y="21600"/>
                  </a:cxn>
                  <a:cxn ang="0">
                    <a:pos x="1123" y="0"/>
                  </a:cxn>
                </a:cxnLst>
                <a:rect l="0" t="0" r="r" b="b"/>
                <a:pathLst>
                  <a:path w="22723" h="43200" fill="none">
                    <a:moveTo>
                      <a:pt x="1123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>
                    <a:moveTo>
                      <a:pt x="1123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lnTo>
                      <a:pt x="1123" y="0"/>
                    </a:lnTo>
                    <a:close/>
                  </a:path>
                </a:pathLst>
              </a:custGeom>
              <a:noFill/>
              <a:ln w="38100">
                <a:solidFill>
                  <a:srgbClr val="FF99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54313" name="Rectangle 114"/>
            <p:cNvSpPr>
              <a:spLocks noChangeArrowheads="1"/>
            </p:cNvSpPr>
            <p:nvPr/>
          </p:nvSpPr>
          <p:spPr bwMode="auto">
            <a:xfrm>
              <a:off x="4241" y="2478"/>
              <a:ext cx="317" cy="136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</a:gradFill>
            <a:ln w="2857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54314" name="Group 118"/>
          <p:cNvGrpSpPr>
            <a:grpSpLocks/>
          </p:cNvGrpSpPr>
          <p:nvPr/>
        </p:nvGrpSpPr>
        <p:grpSpPr bwMode="auto">
          <a:xfrm>
            <a:off x="6588125" y="6445250"/>
            <a:ext cx="792163" cy="366713"/>
            <a:chOff x="4649" y="4020"/>
            <a:chExt cx="499" cy="231"/>
          </a:xfrm>
        </p:grpSpPr>
        <p:pic>
          <p:nvPicPr>
            <p:cNvPr id="54315" name="Picture 119" descr="78900"/>
            <p:cNvPicPr>
              <a:picLocks noChangeAspect="1" noChangeArrowheads="1"/>
            </p:cNvPicPr>
            <p:nvPr/>
          </p:nvPicPr>
          <p:blipFill>
            <a:blip r:embed="rId9"/>
            <a:srcRect/>
            <a:stretch>
              <a:fillRect/>
            </a:stretch>
          </p:blipFill>
          <p:spPr bwMode="auto"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54316" name="Text Box 120">
              <a:hlinkClick r:id="rId10" action="ppaction://hlinksldjump"/>
            </p:cNvPr>
            <p:cNvSpPr txBox="1">
              <a:spLocks noChangeArrowheads="1"/>
            </p:cNvSpPr>
            <p:nvPr/>
          </p:nvSpPr>
          <p:spPr bwMode="auto"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0">
                  <a:solidFill>
                    <a:schemeClr val="bg1"/>
                  </a:solidFill>
                  <a:latin typeface="隶书" pitchFamily="49" charset="-122"/>
                  <a:ea typeface="隶书" pitchFamily="49" charset="-122"/>
                </a:rPr>
                <a:t>返 回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706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2" dur="500"/>
                                        <p:tgtEl>
                                          <p:spTgt spid="706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00"/>
                                        <p:tgtEl>
                                          <p:spTgt spid="706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707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2000"/>
                                        <p:tgtEl>
                                          <p:spTgt spid="706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706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706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6" dur="500"/>
                                        <p:tgtEl>
                                          <p:spTgt spid="706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000"/>
                            </p:stCondLst>
                            <p:childTnLst>
                              <p:par>
                                <p:cTn id="38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0" dur="2000"/>
                                        <p:tgtEl>
                                          <p:spTgt spid="706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2000"/>
                                        <p:tgtEl>
                                          <p:spTgt spid="706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2000"/>
                            </p:stCondLst>
                            <p:childTnLst>
                              <p:par>
                                <p:cTn id="47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49" dur="500"/>
                                        <p:tgtEl>
                                          <p:spTgt spid="706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2500"/>
                            </p:stCondLst>
                            <p:childTnLst>
                              <p:par>
                                <p:cTn id="5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2000"/>
                                        <p:tgtEl>
                                          <p:spTgt spid="706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2000"/>
                                        <p:tgtEl>
                                          <p:spTgt spid="706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2000"/>
                                        <p:tgtEl>
                                          <p:spTgt spid="706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2000"/>
                                        <p:tgtEl>
                                          <p:spTgt spid="706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2000"/>
                                        <p:tgtEl>
                                          <p:spTgt spid="706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0662" grpId="0"/>
      <p:bldP spid="70664" grpId="0"/>
      <p:bldP spid="70665" grpId="0" build="p"/>
      <p:bldP spid="70666" grpId="0"/>
      <p:bldP spid="70668" grpId="0" build="p"/>
      <p:bldP spid="70690" grpId="0" animBg="1"/>
      <p:bldP spid="70691" grpId="0" animBg="1"/>
      <p:bldP spid="70692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6" name="Text Box 4"/>
          <p:cNvSpPr txBox="1">
            <a:spLocks noChangeArrowheads="1"/>
          </p:cNvSpPr>
          <p:nvPr/>
        </p:nvSpPr>
        <p:spPr bwMode="auto">
          <a:xfrm>
            <a:off x="5076825" y="1268413"/>
            <a:ext cx="3851275" cy="579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3200" b="0" i="1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i</a:t>
            </a:r>
            <a:r>
              <a:rPr lang="en-US" altLang="zh-CN" sz="3200" b="0" i="1" baseline="-2500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L</a:t>
            </a:r>
            <a:r>
              <a:rPr lang="en-US" altLang="zh-CN" sz="3200" b="0" baseline="-2500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 </a:t>
            </a:r>
            <a:r>
              <a:rPr lang="en-US" altLang="zh-CN" sz="3200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(0</a:t>
            </a:r>
            <a:r>
              <a:rPr lang="en-US" altLang="zh-CN" sz="3200" b="0" baseline="-2500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+</a:t>
            </a:r>
            <a:r>
              <a:rPr lang="en-US" altLang="zh-CN" sz="3200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) = </a:t>
            </a:r>
            <a:r>
              <a:rPr lang="en-US" altLang="zh-CN" sz="3200" b="0" i="1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i</a:t>
            </a:r>
            <a:r>
              <a:rPr lang="en-US" altLang="zh-CN" sz="3200" b="0" i="1" baseline="-2500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L</a:t>
            </a:r>
            <a:r>
              <a:rPr lang="en-US" altLang="zh-CN" sz="3200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(0</a:t>
            </a:r>
            <a:r>
              <a:rPr lang="zh-CN" altLang="en-US" sz="3200" b="0" baseline="-2500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－</a:t>
            </a:r>
            <a:r>
              <a:rPr lang="en-US" altLang="zh-CN" sz="3200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) = 1 A</a:t>
            </a:r>
          </a:p>
        </p:txBody>
      </p:sp>
      <p:grpSp>
        <p:nvGrpSpPr>
          <p:cNvPr id="69788" name="Group 156"/>
          <p:cNvGrpSpPr>
            <a:grpSpLocks/>
          </p:cNvGrpSpPr>
          <p:nvPr/>
        </p:nvGrpSpPr>
        <p:grpSpPr bwMode="auto">
          <a:xfrm>
            <a:off x="1042988" y="4724400"/>
            <a:ext cx="3090862" cy="1203325"/>
            <a:chOff x="476" y="2487"/>
            <a:chExt cx="1947" cy="758"/>
          </a:xfrm>
        </p:grpSpPr>
        <p:sp>
          <p:nvSpPr>
            <p:cNvPr id="55299" name="Text Box 6"/>
            <p:cNvSpPr txBox="1">
              <a:spLocks noChangeArrowheads="1"/>
            </p:cNvSpPr>
            <p:nvPr/>
          </p:nvSpPr>
          <p:spPr bwMode="auto">
            <a:xfrm>
              <a:off x="476" y="2487"/>
              <a:ext cx="1947" cy="75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zh-CN" b="0" i="1">
                  <a:latin typeface="Times New Roman" pitchFamily="18" charset="0"/>
                  <a:ea typeface="宋体" pitchFamily="2" charset="-122"/>
                </a:rPr>
                <a:t>u</a:t>
              </a:r>
              <a:r>
                <a:rPr lang="en-US" altLang="zh-CN" b="0" i="1" baseline="-25000">
                  <a:latin typeface="Times New Roman" pitchFamily="18" charset="0"/>
                  <a:ea typeface="宋体" pitchFamily="2" charset="-122"/>
                </a:rPr>
                <a:t>V</a:t>
              </a:r>
              <a:r>
                <a:rPr lang="en-US" altLang="zh-CN" b="0" baseline="-25000">
                  <a:latin typeface="Times New Roman" pitchFamily="18" charset="0"/>
                  <a:ea typeface="宋体" pitchFamily="2" charset="-122"/>
                </a:rPr>
                <a:t> </a:t>
              </a:r>
              <a:r>
                <a:rPr lang="en-US" altLang="zh-CN" b="0">
                  <a:latin typeface="Times New Roman" pitchFamily="18" charset="0"/>
                  <a:ea typeface="宋体" pitchFamily="2" charset="-122"/>
                </a:rPr>
                <a:t>(0</a:t>
              </a:r>
              <a:r>
                <a:rPr lang="en-US" altLang="zh-CN" b="0" baseline="-25000">
                  <a:latin typeface="Times New Roman" pitchFamily="18" charset="0"/>
                  <a:ea typeface="宋体" pitchFamily="2" charset="-122"/>
                </a:rPr>
                <a:t>+</a:t>
              </a:r>
              <a:r>
                <a:rPr lang="en-US" altLang="zh-CN" b="0">
                  <a:latin typeface="Times New Roman" pitchFamily="18" charset="0"/>
                  <a:ea typeface="宋体" pitchFamily="2" charset="-122"/>
                </a:rPr>
                <a:t>)=</a:t>
              </a:r>
              <a:r>
                <a:rPr lang="zh-CN" altLang="en-US" b="0">
                  <a:latin typeface="Times New Roman" pitchFamily="18" charset="0"/>
                  <a:ea typeface="宋体" pitchFamily="2" charset="-122"/>
                </a:rPr>
                <a:t>－ </a:t>
              </a:r>
              <a:r>
                <a:rPr lang="en-US" altLang="zh-CN" b="0">
                  <a:latin typeface="Times New Roman" pitchFamily="18" charset="0"/>
                  <a:ea typeface="宋体" pitchFamily="2" charset="-122"/>
                </a:rPr>
                <a:t>10000V</a:t>
              </a:r>
              <a:r>
                <a:rPr lang="en-US" altLang="zh-CN">
                  <a:latin typeface="Times New Roman" pitchFamily="18" charset="0"/>
                  <a:ea typeface="宋体" pitchFamily="2" charset="-122"/>
                </a:rPr>
                <a:t>  </a:t>
              </a:r>
            </a:p>
            <a:p>
              <a:pPr>
                <a:lnSpc>
                  <a:spcPct val="130000"/>
                </a:lnSpc>
              </a:pPr>
              <a:r>
                <a:rPr lang="zh-CN" altLang="en-US">
                  <a:latin typeface="Times New Roman" pitchFamily="18" charset="0"/>
                </a:rPr>
                <a:t>造成</a:t>
              </a:r>
            </a:p>
          </p:txBody>
        </p:sp>
        <p:grpSp>
          <p:nvGrpSpPr>
            <p:cNvPr id="55300" name="Group 7"/>
            <p:cNvGrpSpPr>
              <a:grpSpLocks/>
            </p:cNvGrpSpPr>
            <p:nvPr/>
          </p:nvGrpSpPr>
          <p:grpSpPr bwMode="auto">
            <a:xfrm>
              <a:off x="1066" y="2931"/>
              <a:ext cx="363" cy="303"/>
              <a:chOff x="3264" y="3840"/>
              <a:chExt cx="255" cy="240"/>
            </a:xfrm>
          </p:grpSpPr>
          <p:sp>
            <p:nvSpPr>
              <p:cNvPr id="55301" name="Oval 8" descr="花束"/>
              <p:cNvSpPr>
                <a:spLocks noChangeArrowheads="1"/>
              </p:cNvSpPr>
              <p:nvPr/>
            </p:nvSpPr>
            <p:spPr bwMode="auto">
              <a:xfrm>
                <a:off x="3264" y="3840"/>
                <a:ext cx="240" cy="240"/>
              </a:xfrm>
              <a:prstGeom prst="ellipse">
                <a:avLst/>
              </a:prstGeom>
              <a:blipFill dpi="0" rotWithShape="1">
                <a:blip r:embed="rId3"/>
                <a:srcRect/>
                <a:tile tx="0" ty="0" sx="100000" sy="100000" flip="none" algn="tl"/>
              </a:blipFill>
              <a:ln w="38100">
                <a:solidFill>
                  <a:srgbClr val="FF99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endParaRPr lang="zh-CN" altLang="zh-CN" sz="2400">
                  <a:solidFill>
                    <a:schemeClr val="tx1"/>
                  </a:solidFill>
                  <a:ea typeface="仿宋_GB2312" pitchFamily="49" charset="-122"/>
                </a:endParaRPr>
              </a:p>
            </p:txBody>
          </p:sp>
          <p:sp>
            <p:nvSpPr>
              <p:cNvPr id="55302" name="Text Box 9"/>
              <p:cNvSpPr txBox="1">
                <a:spLocks noChangeArrowheads="1"/>
              </p:cNvSpPr>
              <p:nvPr/>
            </p:nvSpPr>
            <p:spPr bwMode="auto">
              <a:xfrm>
                <a:off x="3264" y="3845"/>
                <a:ext cx="255" cy="22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anchor="ctr">
                <a:spAutoFit/>
              </a:bodyPr>
              <a:lstStyle/>
              <a:p>
                <a:pPr algn="ctr"/>
                <a:r>
                  <a:rPr lang="en-US" altLang="zh-CN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rPr>
                  <a:t>V</a:t>
                </a:r>
              </a:p>
            </p:txBody>
          </p:sp>
        </p:grpSp>
        <p:sp>
          <p:nvSpPr>
            <p:cNvPr id="55303" name="Text Box 10"/>
            <p:cNvSpPr txBox="1">
              <a:spLocks noChangeArrowheads="1"/>
            </p:cNvSpPr>
            <p:nvPr/>
          </p:nvSpPr>
          <p:spPr bwMode="auto">
            <a:xfrm>
              <a:off x="1474" y="2931"/>
              <a:ext cx="809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pPr algn="ctr"/>
              <a:r>
                <a:rPr lang="zh-CN" altLang="en-US" sz="2400">
                  <a:latin typeface="Times New Roman" pitchFamily="18" charset="0"/>
                </a:rPr>
                <a:t>损坏。</a:t>
              </a:r>
            </a:p>
          </p:txBody>
        </p:sp>
      </p:grpSp>
      <p:sp>
        <p:nvSpPr>
          <p:cNvPr id="69644" name="Text Box 12"/>
          <p:cNvSpPr txBox="1">
            <a:spLocks noChangeArrowheads="1"/>
          </p:cNvSpPr>
          <p:nvPr/>
        </p:nvSpPr>
        <p:spPr bwMode="auto">
          <a:xfrm>
            <a:off x="395288" y="476250"/>
            <a:ext cx="900112" cy="579438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sz="320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例</a:t>
            </a:r>
            <a:r>
              <a:rPr lang="en-US" altLang="zh-CN" sz="3200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1</a:t>
            </a:r>
          </a:p>
        </p:txBody>
      </p:sp>
      <p:sp>
        <p:nvSpPr>
          <p:cNvPr id="69677" name="Text Box 45"/>
          <p:cNvSpPr txBox="1">
            <a:spLocks noChangeArrowheads="1"/>
          </p:cNvSpPr>
          <p:nvPr/>
        </p:nvSpPr>
        <p:spPr bwMode="auto">
          <a:xfrm>
            <a:off x="1258888" y="476250"/>
            <a:ext cx="4968875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0" i="1">
                <a:latin typeface="Times New Roman" pitchFamily="18" charset="0"/>
                <a:ea typeface="宋体" pitchFamily="2" charset="-122"/>
              </a:rPr>
              <a:t>t</a:t>
            </a:r>
            <a:r>
              <a:rPr lang="en-US" altLang="zh-CN" b="0">
                <a:latin typeface="Times New Roman" pitchFamily="18" charset="0"/>
                <a:ea typeface="宋体" pitchFamily="2" charset="-122"/>
              </a:rPr>
              <a:t>=0</a:t>
            </a:r>
            <a:r>
              <a:rPr lang="zh-CN" altLang="zh-CN">
                <a:latin typeface="楷体_GB2312" pitchFamily="49" charset="-122"/>
              </a:rPr>
              <a:t>时</a:t>
            </a:r>
            <a:r>
              <a:rPr lang="en-US" altLang="zh-CN">
                <a:latin typeface="楷体_GB2312" pitchFamily="49" charset="-122"/>
              </a:rPr>
              <a:t>,</a:t>
            </a:r>
            <a:r>
              <a:rPr lang="zh-CN" altLang="en-US">
                <a:latin typeface="楷体_GB2312" pitchFamily="49" charset="-122"/>
              </a:rPr>
              <a:t>打开开关</a:t>
            </a:r>
            <a:r>
              <a:rPr lang="en-US" altLang="zh-CN" b="0">
                <a:latin typeface="Times New Roman" pitchFamily="18" charset="0"/>
                <a:ea typeface="宋体" pitchFamily="2" charset="-122"/>
              </a:rPr>
              <a:t>S</a:t>
            </a:r>
            <a:r>
              <a:rPr lang="zh-CN" altLang="en-US">
                <a:latin typeface="Times New Roman" pitchFamily="18" charset="0"/>
                <a:ea typeface="宋体" pitchFamily="2" charset="-122"/>
              </a:rPr>
              <a:t>，</a:t>
            </a:r>
            <a:r>
              <a:rPr lang="zh-CN" altLang="zh-CN">
                <a:latin typeface="Times New Roman" pitchFamily="18" charset="0"/>
              </a:rPr>
              <a:t>求</a:t>
            </a:r>
            <a:r>
              <a:rPr lang="en-US" altLang="zh-CN" sz="3200" b="0" i="1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u</a:t>
            </a:r>
            <a:r>
              <a:rPr lang="en-US" altLang="zh-CN" sz="3200" b="0" i="1" baseline="-2500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v</a:t>
            </a:r>
            <a:endParaRPr lang="en-US" altLang="zh-CN">
              <a:solidFill>
                <a:schemeClr val="bg1"/>
              </a:solidFill>
              <a:latin typeface="Times New Roman" pitchFamily="18" charset="0"/>
              <a:ea typeface="宋体" pitchFamily="2" charset="-122"/>
            </a:endParaRPr>
          </a:p>
        </p:txBody>
      </p:sp>
      <p:graphicFrame>
        <p:nvGraphicFramePr>
          <p:cNvPr id="69679" name="Object 47"/>
          <p:cNvGraphicFramePr>
            <a:graphicFrameLocks noChangeAspect="1"/>
          </p:cNvGraphicFramePr>
          <p:nvPr/>
        </p:nvGraphicFramePr>
        <p:xfrm>
          <a:off x="5435600" y="2060575"/>
          <a:ext cx="3024188" cy="665163"/>
        </p:xfrm>
        <a:graphic>
          <a:graphicData uri="http://schemas.openxmlformats.org/presentationml/2006/ole">
            <p:oleObj spid="_x0000_s55306" r:id="rId4" imgW="1042920" imgH="219240" progId="Equation.3">
              <p:embed/>
            </p:oleObj>
          </a:graphicData>
        </a:graphic>
      </p:graphicFrame>
      <p:sp>
        <p:nvSpPr>
          <p:cNvPr id="69680" name="Text Box 48"/>
          <p:cNvSpPr txBox="1">
            <a:spLocks noChangeArrowheads="1"/>
          </p:cNvSpPr>
          <p:nvPr/>
        </p:nvSpPr>
        <p:spPr bwMode="auto">
          <a:xfrm>
            <a:off x="5076825" y="549275"/>
            <a:ext cx="381635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r>
              <a:rPr lang="zh-CN" altLang="en-US">
                <a:latin typeface="楷体_GB2312" pitchFamily="49" charset="-122"/>
              </a:rPr>
              <a:t>。电压表量程：</a:t>
            </a:r>
            <a:r>
              <a:rPr lang="en-US" altLang="zh-CN" b="0">
                <a:latin typeface="Times New Roman" pitchFamily="18" charset="0"/>
              </a:rPr>
              <a:t>50V</a:t>
            </a:r>
          </a:p>
        </p:txBody>
      </p:sp>
      <p:graphicFrame>
        <p:nvGraphicFramePr>
          <p:cNvPr id="69681" name="Object 49"/>
          <p:cNvGraphicFramePr>
            <a:graphicFrameLocks noChangeAspect="1"/>
          </p:cNvGraphicFramePr>
          <p:nvPr/>
        </p:nvGraphicFramePr>
        <p:xfrm>
          <a:off x="4427538" y="2852738"/>
          <a:ext cx="4321175" cy="911225"/>
        </p:xfrm>
        <a:graphic>
          <a:graphicData uri="http://schemas.openxmlformats.org/presentationml/2006/ole">
            <p:oleObj spid="_x0000_s55308" r:id="rId5" imgW="2016360" imgH="392040" progId="Equation.3">
              <p:embed/>
            </p:oleObj>
          </a:graphicData>
        </a:graphic>
      </p:graphicFrame>
      <p:graphicFrame>
        <p:nvGraphicFramePr>
          <p:cNvPr id="69682" name="Object 50"/>
          <p:cNvGraphicFramePr>
            <a:graphicFrameLocks noChangeAspect="1"/>
          </p:cNvGraphicFramePr>
          <p:nvPr/>
        </p:nvGraphicFramePr>
        <p:xfrm>
          <a:off x="971550" y="4005263"/>
          <a:ext cx="5761038" cy="614362"/>
        </p:xfrm>
        <a:graphic>
          <a:graphicData uri="http://schemas.openxmlformats.org/presentationml/2006/ole">
            <p:oleObj spid="_x0000_s55309" r:id="rId6" imgW="2143800" imgH="219240" progId="Equation.3">
              <p:embed/>
            </p:oleObj>
          </a:graphicData>
        </a:graphic>
      </p:graphicFrame>
      <p:sp>
        <p:nvSpPr>
          <p:cNvPr id="69683" name="Text Box 51"/>
          <p:cNvSpPr txBox="1">
            <a:spLocks noChangeArrowheads="1"/>
          </p:cNvSpPr>
          <p:nvPr/>
        </p:nvSpPr>
        <p:spPr bwMode="auto">
          <a:xfrm>
            <a:off x="4284663" y="1341438"/>
            <a:ext cx="576262" cy="519112"/>
          </a:xfrm>
          <a:prstGeom prst="rect">
            <a:avLst/>
          </a:prstGeom>
          <a:solidFill>
            <a:srgbClr val="990033"/>
          </a:solidFill>
          <a:ln w="9525">
            <a:noFill/>
            <a:miter lim="800000"/>
            <a:headEnd/>
            <a:tailEnd/>
          </a:ln>
        </p:spPr>
        <p:txBody>
          <a:bodyPr lIns="90000" tIns="46800" rIns="90000" bIns="46800" anchor="ctr">
            <a:spAutoFit/>
          </a:bodyPr>
          <a:lstStyle/>
          <a:p>
            <a:pPr algn="ctr"/>
            <a:r>
              <a:rPr lang="zh-CN" altLang="en-US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解</a:t>
            </a:r>
            <a:endParaRPr lang="zh-CN" altLang="en-US" i="1">
              <a:solidFill>
                <a:schemeClr val="bg1"/>
              </a:solidFill>
              <a:latin typeface="Times New Roman" pitchFamily="18" charset="0"/>
              <a:ea typeface="宋体" pitchFamily="2" charset="-122"/>
            </a:endParaRPr>
          </a:p>
        </p:txBody>
      </p:sp>
      <p:grpSp>
        <p:nvGrpSpPr>
          <p:cNvPr id="55311" name="Group 91"/>
          <p:cNvGrpSpPr>
            <a:grpSpLocks/>
          </p:cNvGrpSpPr>
          <p:nvPr/>
        </p:nvGrpSpPr>
        <p:grpSpPr bwMode="auto"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55312" name="Picture 92" descr="78900"/>
            <p:cNvPicPr>
              <a:picLocks noChangeAspect="1" noChangeArrowheads="1"/>
            </p:cNvPicPr>
            <p:nvPr/>
          </p:nvPicPr>
          <p:blipFill>
            <a:blip r:embed="rId7"/>
            <a:srcRect/>
            <a:stretch>
              <a:fillRect/>
            </a:stretch>
          </p:blipFill>
          <p:spPr bwMode="auto"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55313" name="Text Box 93">
              <a:hlinkClick r:id="" action="ppaction://hlinkshowjump?jump=nextslide"/>
            </p:cNvPr>
            <p:cNvSpPr txBox="1">
              <a:spLocks noChangeArrowheads="1"/>
            </p:cNvSpPr>
            <p:nvPr/>
          </p:nvSpPr>
          <p:spPr bwMode="auto"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0">
                  <a:solidFill>
                    <a:schemeClr val="bg1"/>
                  </a:solidFill>
                  <a:latin typeface="隶书" pitchFamily="49" charset="-122"/>
                  <a:ea typeface="隶书" pitchFamily="49" charset="-122"/>
                </a:rPr>
                <a:t>下 页</a:t>
              </a:r>
            </a:p>
          </p:txBody>
        </p:sp>
      </p:grpSp>
      <p:grpSp>
        <p:nvGrpSpPr>
          <p:cNvPr id="55314" name="Group 94"/>
          <p:cNvGrpSpPr>
            <a:grpSpLocks/>
          </p:cNvGrpSpPr>
          <p:nvPr/>
        </p:nvGrpSpPr>
        <p:grpSpPr bwMode="auto">
          <a:xfrm>
            <a:off x="7453313" y="6446838"/>
            <a:ext cx="792162" cy="366712"/>
            <a:chOff x="4649" y="4020"/>
            <a:chExt cx="499" cy="231"/>
          </a:xfrm>
        </p:grpSpPr>
        <p:pic>
          <p:nvPicPr>
            <p:cNvPr id="55315" name="Picture 95" descr="78900"/>
            <p:cNvPicPr>
              <a:picLocks noChangeAspect="1" noChangeArrowheads="1"/>
            </p:cNvPicPr>
            <p:nvPr/>
          </p:nvPicPr>
          <p:blipFill>
            <a:blip r:embed="rId7"/>
            <a:srcRect/>
            <a:stretch>
              <a:fillRect/>
            </a:stretch>
          </p:blipFill>
          <p:spPr bwMode="auto"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55316" name="Text Box 96">
              <a:hlinkClick r:id="" action="ppaction://hlinkshowjump?jump=previousslide"/>
            </p:cNvPr>
            <p:cNvSpPr txBox="1">
              <a:spLocks noChangeArrowheads="1"/>
            </p:cNvSpPr>
            <p:nvPr/>
          </p:nvSpPr>
          <p:spPr bwMode="auto"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0">
                  <a:solidFill>
                    <a:schemeClr val="bg1"/>
                  </a:solidFill>
                  <a:latin typeface="隶书" pitchFamily="49" charset="-122"/>
                  <a:ea typeface="隶书" pitchFamily="49" charset="-122"/>
                </a:rPr>
                <a:t>上 页</a:t>
              </a:r>
            </a:p>
          </p:txBody>
        </p:sp>
      </p:grpSp>
      <p:grpSp>
        <p:nvGrpSpPr>
          <p:cNvPr id="69796" name="Group 164"/>
          <p:cNvGrpSpPr>
            <a:grpSpLocks/>
          </p:cNvGrpSpPr>
          <p:nvPr/>
        </p:nvGrpSpPr>
        <p:grpSpPr bwMode="auto">
          <a:xfrm>
            <a:off x="576263" y="1196975"/>
            <a:ext cx="4329112" cy="2190750"/>
            <a:chOff x="363" y="754"/>
            <a:chExt cx="2727" cy="1380"/>
          </a:xfrm>
        </p:grpSpPr>
        <p:sp>
          <p:nvSpPr>
            <p:cNvPr id="55318" name="Oval 101"/>
            <p:cNvSpPr>
              <a:spLocks noChangeArrowheads="1"/>
            </p:cNvSpPr>
            <p:nvPr/>
          </p:nvSpPr>
          <p:spPr bwMode="auto">
            <a:xfrm>
              <a:off x="363" y="1453"/>
              <a:ext cx="362" cy="362"/>
            </a:xfrm>
            <a:prstGeom prst="ellipse">
              <a:avLst/>
            </a:prstGeom>
            <a:gradFill rotWithShape="1">
              <a:gsLst>
                <a:gs pos="0">
                  <a:srgbClr val="0099FF"/>
                </a:gs>
                <a:gs pos="100000">
                  <a:srgbClr val="004776"/>
                </a:gs>
              </a:gsLst>
              <a:path path="shape">
                <a:fillToRect l="50000" t="50000" r="50000" b="50000"/>
              </a:path>
            </a:gradFill>
            <a:ln w="38100">
              <a:solidFill>
                <a:srgbClr val="FF99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5319" name="Line 102"/>
            <p:cNvSpPr>
              <a:spLocks noChangeShapeType="1"/>
            </p:cNvSpPr>
            <p:nvPr/>
          </p:nvSpPr>
          <p:spPr bwMode="auto">
            <a:xfrm>
              <a:off x="1950" y="1272"/>
              <a:ext cx="318" cy="0"/>
            </a:xfrm>
            <a:prstGeom prst="line">
              <a:avLst/>
            </a:prstGeom>
            <a:noFill/>
            <a:ln w="38100">
              <a:solidFill>
                <a:srgbClr val="00FFFF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320" name="Text Box 103"/>
            <p:cNvSpPr txBox="1">
              <a:spLocks noChangeArrowheads="1"/>
            </p:cNvSpPr>
            <p:nvPr/>
          </p:nvSpPr>
          <p:spPr bwMode="auto">
            <a:xfrm>
              <a:off x="1633" y="1045"/>
              <a:ext cx="280" cy="365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sz="3200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i</a:t>
              </a:r>
              <a:r>
                <a:rPr lang="en-US" altLang="zh-CN" sz="3200" b="0" i="1" baseline="-2500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L</a:t>
              </a:r>
              <a:endParaRPr lang="en-US" altLang="zh-CN" sz="3200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55321" name="Text Box 104"/>
            <p:cNvSpPr txBox="1">
              <a:spLocks noChangeArrowheads="1"/>
            </p:cNvSpPr>
            <p:nvPr/>
          </p:nvSpPr>
          <p:spPr bwMode="auto">
            <a:xfrm>
              <a:off x="385" y="754"/>
              <a:ext cx="691" cy="327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S(</a:t>
              </a:r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t</a:t>
              </a:r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=0)</a:t>
              </a:r>
            </a:p>
          </p:txBody>
        </p:sp>
        <p:sp>
          <p:nvSpPr>
            <p:cNvPr id="55322" name="Text Box 106"/>
            <p:cNvSpPr txBox="1">
              <a:spLocks noChangeArrowheads="1"/>
            </p:cNvSpPr>
            <p:nvPr/>
          </p:nvSpPr>
          <p:spPr bwMode="auto">
            <a:xfrm>
              <a:off x="612" y="1117"/>
              <a:ext cx="257" cy="327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+</a:t>
              </a:r>
            </a:p>
          </p:txBody>
        </p:sp>
        <p:sp>
          <p:nvSpPr>
            <p:cNvPr id="55323" name="Text Box 107"/>
            <p:cNvSpPr txBox="1">
              <a:spLocks noChangeArrowheads="1"/>
            </p:cNvSpPr>
            <p:nvPr/>
          </p:nvSpPr>
          <p:spPr bwMode="auto">
            <a:xfrm>
              <a:off x="567" y="1752"/>
              <a:ext cx="243" cy="327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–</a:t>
              </a:r>
            </a:p>
          </p:txBody>
        </p:sp>
        <p:sp>
          <p:nvSpPr>
            <p:cNvPr id="55324" name="Text Box 108"/>
            <p:cNvSpPr txBox="1">
              <a:spLocks noChangeArrowheads="1"/>
            </p:cNvSpPr>
            <p:nvPr/>
          </p:nvSpPr>
          <p:spPr bwMode="auto">
            <a:xfrm>
              <a:off x="1020" y="1253"/>
              <a:ext cx="377" cy="327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u</a:t>
              </a:r>
              <a:r>
                <a:rPr lang="en-US" altLang="zh-CN" b="0" baseline="-2500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V</a:t>
              </a:r>
            </a:p>
          </p:txBody>
        </p:sp>
        <p:sp>
          <p:nvSpPr>
            <p:cNvPr id="55325" name="Text Box 109"/>
            <p:cNvSpPr txBox="1">
              <a:spLocks noChangeArrowheads="1"/>
            </p:cNvSpPr>
            <p:nvPr/>
          </p:nvSpPr>
          <p:spPr bwMode="auto">
            <a:xfrm>
              <a:off x="2449" y="1499"/>
              <a:ext cx="641" cy="327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L</a:t>
              </a:r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=4H</a:t>
              </a:r>
            </a:p>
          </p:txBody>
        </p:sp>
        <p:sp>
          <p:nvSpPr>
            <p:cNvPr id="55326" name="Text Box 110"/>
            <p:cNvSpPr txBox="1">
              <a:spLocks noChangeArrowheads="1"/>
            </p:cNvSpPr>
            <p:nvPr/>
          </p:nvSpPr>
          <p:spPr bwMode="auto">
            <a:xfrm>
              <a:off x="1587" y="773"/>
              <a:ext cx="775" cy="327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R</a:t>
              </a:r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=10</a:t>
              </a:r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  <a:sym typeface="Symbol" pitchFamily="18" charset="2"/>
                </a:rPr>
                <a:t></a:t>
              </a:r>
              <a:endParaRPr lang="en-US" altLang="zh-CN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55327" name="Line 111"/>
            <p:cNvSpPr>
              <a:spLocks noChangeShapeType="1"/>
            </p:cNvSpPr>
            <p:nvPr/>
          </p:nvSpPr>
          <p:spPr bwMode="auto">
            <a:xfrm flipH="1">
              <a:off x="1300" y="1090"/>
              <a:ext cx="1104" cy="0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 type="oval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328" name="Line 112"/>
            <p:cNvSpPr>
              <a:spLocks noChangeShapeType="1"/>
            </p:cNvSpPr>
            <p:nvPr/>
          </p:nvSpPr>
          <p:spPr bwMode="auto">
            <a:xfrm flipH="1">
              <a:off x="544" y="1090"/>
              <a:ext cx="532" cy="0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 type="oval" w="med" len="med"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329" name="Line 113"/>
            <p:cNvSpPr>
              <a:spLocks noChangeShapeType="1"/>
            </p:cNvSpPr>
            <p:nvPr/>
          </p:nvSpPr>
          <p:spPr bwMode="auto">
            <a:xfrm>
              <a:off x="544" y="2134"/>
              <a:ext cx="1876" cy="0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330" name="Line 114"/>
            <p:cNvSpPr>
              <a:spLocks noChangeShapeType="1"/>
            </p:cNvSpPr>
            <p:nvPr/>
          </p:nvSpPr>
          <p:spPr bwMode="auto">
            <a:xfrm flipV="1">
              <a:off x="2404" y="1861"/>
              <a:ext cx="0" cy="273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331" name="Line 115"/>
            <p:cNvSpPr>
              <a:spLocks noChangeShapeType="1"/>
            </p:cNvSpPr>
            <p:nvPr/>
          </p:nvSpPr>
          <p:spPr bwMode="auto">
            <a:xfrm>
              <a:off x="2404" y="1090"/>
              <a:ext cx="0" cy="344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332" name="Line 116"/>
            <p:cNvSpPr>
              <a:spLocks noChangeShapeType="1"/>
            </p:cNvSpPr>
            <p:nvPr/>
          </p:nvSpPr>
          <p:spPr bwMode="auto">
            <a:xfrm flipV="1">
              <a:off x="544" y="1090"/>
              <a:ext cx="0" cy="1044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333" name="Line 117"/>
            <p:cNvSpPr>
              <a:spLocks noChangeShapeType="1"/>
            </p:cNvSpPr>
            <p:nvPr/>
          </p:nvSpPr>
          <p:spPr bwMode="auto">
            <a:xfrm>
              <a:off x="1496" y="1090"/>
              <a:ext cx="0" cy="1044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55334" name="Group 118"/>
            <p:cNvGrpSpPr>
              <a:grpSpLocks/>
            </p:cNvGrpSpPr>
            <p:nvPr/>
          </p:nvGrpSpPr>
          <p:grpSpPr bwMode="auto">
            <a:xfrm>
              <a:off x="1315" y="1408"/>
              <a:ext cx="363" cy="303"/>
              <a:chOff x="2160" y="2400"/>
              <a:chExt cx="255" cy="240"/>
            </a:xfrm>
          </p:grpSpPr>
          <p:sp>
            <p:nvSpPr>
              <p:cNvPr id="55335" name="Oval 119" descr="花束"/>
              <p:cNvSpPr>
                <a:spLocks noChangeArrowheads="1"/>
              </p:cNvSpPr>
              <p:nvPr/>
            </p:nvSpPr>
            <p:spPr bwMode="auto">
              <a:xfrm>
                <a:off x="2160" y="2400"/>
                <a:ext cx="240" cy="240"/>
              </a:xfrm>
              <a:prstGeom prst="ellipse">
                <a:avLst/>
              </a:prstGeom>
              <a:blipFill dpi="0" rotWithShape="1">
                <a:blip r:embed="rId3"/>
                <a:srcRect/>
                <a:tile tx="0" ty="0" sx="100000" sy="100000" flip="none" algn="tl"/>
              </a:blipFill>
              <a:ln w="38100">
                <a:solidFill>
                  <a:srgbClr val="FF99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endParaRPr lang="zh-CN" altLang="zh-CN" sz="2400">
                  <a:solidFill>
                    <a:schemeClr val="tx1"/>
                  </a:solidFill>
                  <a:ea typeface="仿宋_GB2312" pitchFamily="49" charset="-122"/>
                </a:endParaRPr>
              </a:p>
            </p:txBody>
          </p:sp>
          <p:sp>
            <p:nvSpPr>
              <p:cNvPr id="55336" name="Text Box 120"/>
              <p:cNvSpPr txBox="1">
                <a:spLocks noChangeArrowheads="1"/>
              </p:cNvSpPr>
              <p:nvPr/>
            </p:nvSpPr>
            <p:spPr bwMode="auto">
              <a:xfrm>
                <a:off x="2160" y="2405"/>
                <a:ext cx="255" cy="229"/>
              </a:xfrm>
              <a:prstGeom prst="rect">
                <a:avLst/>
              </a:prstGeom>
              <a:noFill/>
              <a:ln w="28575">
                <a:noFill/>
                <a:miter lim="800000"/>
                <a:headEnd/>
                <a:tailEnd/>
              </a:ln>
            </p:spPr>
            <p:txBody>
              <a:bodyPr anchor="ctr"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altLang="zh-CN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rPr>
                  <a:t>V</a:t>
                </a:r>
              </a:p>
            </p:txBody>
          </p:sp>
        </p:grpSp>
        <p:sp>
          <p:nvSpPr>
            <p:cNvPr id="55337" name="Text Box 121"/>
            <p:cNvSpPr txBox="1">
              <a:spLocks noChangeArrowheads="1"/>
            </p:cNvSpPr>
            <p:nvPr/>
          </p:nvSpPr>
          <p:spPr bwMode="auto">
            <a:xfrm>
              <a:off x="1542" y="1429"/>
              <a:ext cx="624" cy="596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R</a:t>
              </a:r>
              <a:r>
                <a:rPr lang="en-US" altLang="zh-CN" b="0" baseline="-2500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V</a:t>
              </a:r>
              <a:endParaRPr lang="en-US" altLang="zh-CN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endParaRPr>
            </a:p>
            <a:p>
              <a:pPr algn="ctr"/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10k</a:t>
              </a:r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  <a:sym typeface="Symbol" pitchFamily="18" charset="2"/>
                </a:rPr>
                <a:t></a:t>
              </a:r>
              <a:endParaRPr lang="en-US" altLang="zh-CN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55338" name="Text Box 122"/>
            <p:cNvSpPr txBox="1">
              <a:spLocks noChangeArrowheads="1"/>
            </p:cNvSpPr>
            <p:nvPr/>
          </p:nvSpPr>
          <p:spPr bwMode="auto">
            <a:xfrm>
              <a:off x="657" y="1480"/>
              <a:ext cx="502" cy="327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10V</a:t>
              </a:r>
            </a:p>
          </p:txBody>
        </p:sp>
        <p:sp>
          <p:nvSpPr>
            <p:cNvPr id="55339" name="Line 123"/>
            <p:cNvSpPr>
              <a:spLocks noChangeShapeType="1"/>
            </p:cNvSpPr>
            <p:nvPr/>
          </p:nvSpPr>
          <p:spPr bwMode="auto">
            <a:xfrm flipV="1">
              <a:off x="1066" y="1026"/>
              <a:ext cx="363" cy="45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340" name="Line 124"/>
            <p:cNvSpPr>
              <a:spLocks noChangeShapeType="1"/>
            </p:cNvSpPr>
            <p:nvPr/>
          </p:nvSpPr>
          <p:spPr bwMode="auto">
            <a:xfrm flipH="1" flipV="1">
              <a:off x="1111" y="890"/>
              <a:ext cx="91" cy="272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55341" name="Group 125"/>
            <p:cNvGrpSpPr>
              <a:grpSpLocks/>
            </p:cNvGrpSpPr>
            <p:nvPr/>
          </p:nvGrpSpPr>
          <p:grpSpPr bwMode="auto">
            <a:xfrm rot="5400000">
              <a:off x="1947" y="1360"/>
              <a:ext cx="499" cy="590"/>
              <a:chOff x="476" y="663"/>
              <a:chExt cx="771" cy="862"/>
            </a:xfrm>
          </p:grpSpPr>
          <p:sp>
            <p:nvSpPr>
              <p:cNvPr id="55342" name="AutoShape 126"/>
              <p:cNvSpPr>
                <a:spLocks noChangeArrowheads="1"/>
              </p:cNvSpPr>
              <p:nvPr/>
            </p:nvSpPr>
            <p:spPr bwMode="auto">
              <a:xfrm>
                <a:off x="476" y="663"/>
                <a:ext cx="317" cy="862"/>
              </a:xfrm>
              <a:custGeom>
                <a:avLst/>
                <a:gdLst/>
                <a:ahLst/>
                <a:cxnLst>
                  <a:cxn ang="0">
                    <a:pos x="2646" y="3717"/>
                  </a:cxn>
                  <a:cxn ang="0">
                    <a:pos x="10800" y="0"/>
                  </a:cxn>
                  <a:cxn ang="0">
                    <a:pos x="18953" y="3717"/>
                  </a:cxn>
                  <a:cxn ang="0">
                    <a:pos x="10799" y="0"/>
                  </a:cxn>
                  <a:cxn ang="0">
                    <a:pos x="2646" y="3717"/>
                  </a:cxn>
                </a:cxnLst>
                <a:rect l="0" t="0" r="r" b="b"/>
                <a:pathLst>
                  <a:path w="21600" h="21600">
                    <a:moveTo>
                      <a:pt x="2646" y="3717"/>
                    </a:moveTo>
                    <a:cubicBezTo>
                      <a:pt x="4698" y="1356"/>
                      <a:pt x="7672" y="-1"/>
                      <a:pt x="10800" y="0"/>
                    </a:cubicBezTo>
                    <a:cubicBezTo>
                      <a:pt x="13927" y="0"/>
                      <a:pt x="16901" y="1356"/>
                      <a:pt x="18953" y="3717"/>
                    </a:cubicBezTo>
                    <a:cubicBezTo>
                      <a:pt x="16901" y="1356"/>
                      <a:pt x="13927" y="-1"/>
                      <a:pt x="10799" y="0"/>
                    </a:cubicBezTo>
                    <a:cubicBezTo>
                      <a:pt x="7672" y="0"/>
                      <a:pt x="4698" y="1356"/>
                      <a:pt x="2646" y="3717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764700"/>
                  </a:gs>
                  <a:gs pos="50000">
                    <a:srgbClr val="FF9900"/>
                  </a:gs>
                  <a:gs pos="100000">
                    <a:srgbClr val="764700"/>
                  </a:gs>
                </a:gsLst>
                <a:lin ang="5400000" scaled="1"/>
              </a:gradFill>
              <a:ln w="38100">
                <a:solidFill>
                  <a:srgbClr val="FF99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5343" name="AutoShape 127"/>
              <p:cNvSpPr>
                <a:spLocks noChangeArrowheads="1"/>
              </p:cNvSpPr>
              <p:nvPr/>
            </p:nvSpPr>
            <p:spPr bwMode="auto">
              <a:xfrm>
                <a:off x="703" y="663"/>
                <a:ext cx="317" cy="862"/>
              </a:xfrm>
              <a:custGeom>
                <a:avLst/>
                <a:gdLst/>
                <a:ahLst/>
                <a:cxnLst>
                  <a:cxn ang="0">
                    <a:pos x="2646" y="3717"/>
                  </a:cxn>
                  <a:cxn ang="0">
                    <a:pos x="10800" y="0"/>
                  </a:cxn>
                  <a:cxn ang="0">
                    <a:pos x="18953" y="3717"/>
                  </a:cxn>
                  <a:cxn ang="0">
                    <a:pos x="10799" y="0"/>
                  </a:cxn>
                  <a:cxn ang="0">
                    <a:pos x="2646" y="3717"/>
                  </a:cxn>
                </a:cxnLst>
                <a:rect l="0" t="0" r="r" b="b"/>
                <a:pathLst>
                  <a:path w="21600" h="21600">
                    <a:moveTo>
                      <a:pt x="2646" y="3717"/>
                    </a:moveTo>
                    <a:cubicBezTo>
                      <a:pt x="4698" y="1356"/>
                      <a:pt x="7672" y="-1"/>
                      <a:pt x="10800" y="0"/>
                    </a:cubicBezTo>
                    <a:cubicBezTo>
                      <a:pt x="13927" y="0"/>
                      <a:pt x="16901" y="1356"/>
                      <a:pt x="18953" y="3717"/>
                    </a:cubicBezTo>
                    <a:cubicBezTo>
                      <a:pt x="16901" y="1356"/>
                      <a:pt x="13927" y="-1"/>
                      <a:pt x="10799" y="0"/>
                    </a:cubicBezTo>
                    <a:cubicBezTo>
                      <a:pt x="7672" y="0"/>
                      <a:pt x="4698" y="1356"/>
                      <a:pt x="2646" y="3717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764700"/>
                  </a:gs>
                  <a:gs pos="50000">
                    <a:srgbClr val="FF9900"/>
                  </a:gs>
                  <a:gs pos="100000">
                    <a:srgbClr val="764700"/>
                  </a:gs>
                </a:gsLst>
                <a:lin ang="5400000" scaled="1"/>
              </a:gradFill>
              <a:ln w="38100">
                <a:solidFill>
                  <a:srgbClr val="FF99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5344" name="AutoShape 128"/>
              <p:cNvSpPr>
                <a:spLocks noChangeArrowheads="1"/>
              </p:cNvSpPr>
              <p:nvPr/>
            </p:nvSpPr>
            <p:spPr bwMode="auto">
              <a:xfrm>
                <a:off x="930" y="663"/>
                <a:ext cx="317" cy="862"/>
              </a:xfrm>
              <a:custGeom>
                <a:avLst/>
                <a:gdLst/>
                <a:ahLst/>
                <a:cxnLst>
                  <a:cxn ang="0">
                    <a:pos x="2646" y="3717"/>
                  </a:cxn>
                  <a:cxn ang="0">
                    <a:pos x="10800" y="0"/>
                  </a:cxn>
                  <a:cxn ang="0">
                    <a:pos x="18953" y="3717"/>
                  </a:cxn>
                  <a:cxn ang="0">
                    <a:pos x="10799" y="0"/>
                  </a:cxn>
                  <a:cxn ang="0">
                    <a:pos x="2646" y="3717"/>
                  </a:cxn>
                </a:cxnLst>
                <a:rect l="0" t="0" r="r" b="b"/>
                <a:pathLst>
                  <a:path w="21600" h="21600">
                    <a:moveTo>
                      <a:pt x="2646" y="3717"/>
                    </a:moveTo>
                    <a:cubicBezTo>
                      <a:pt x="4698" y="1356"/>
                      <a:pt x="7672" y="-1"/>
                      <a:pt x="10800" y="0"/>
                    </a:cubicBezTo>
                    <a:cubicBezTo>
                      <a:pt x="13927" y="0"/>
                      <a:pt x="16901" y="1356"/>
                      <a:pt x="18953" y="3717"/>
                    </a:cubicBezTo>
                    <a:cubicBezTo>
                      <a:pt x="16901" y="1356"/>
                      <a:pt x="13927" y="-1"/>
                      <a:pt x="10799" y="0"/>
                    </a:cubicBezTo>
                    <a:cubicBezTo>
                      <a:pt x="7672" y="0"/>
                      <a:pt x="4698" y="1356"/>
                      <a:pt x="2646" y="3717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764700"/>
                  </a:gs>
                  <a:gs pos="50000">
                    <a:srgbClr val="FF9900"/>
                  </a:gs>
                  <a:gs pos="100000">
                    <a:srgbClr val="764700"/>
                  </a:gs>
                </a:gsLst>
                <a:lin ang="5400000" scaled="1"/>
              </a:gradFill>
              <a:ln w="38100">
                <a:solidFill>
                  <a:srgbClr val="FF99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55345" name="Rectangle 129"/>
            <p:cNvSpPr>
              <a:spLocks noChangeArrowheads="1"/>
            </p:cNvSpPr>
            <p:nvPr/>
          </p:nvSpPr>
          <p:spPr bwMode="auto">
            <a:xfrm>
              <a:off x="1814" y="1045"/>
              <a:ext cx="297" cy="137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</a:gradFill>
            <a:ln w="2857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69762" name="Group 130"/>
          <p:cNvGrpSpPr>
            <a:grpSpLocks/>
          </p:cNvGrpSpPr>
          <p:nvPr/>
        </p:nvGrpSpPr>
        <p:grpSpPr bwMode="auto">
          <a:xfrm>
            <a:off x="5076825" y="4284663"/>
            <a:ext cx="3170238" cy="2024062"/>
            <a:chOff x="1791" y="2155"/>
            <a:chExt cx="1997" cy="1320"/>
          </a:xfrm>
        </p:grpSpPr>
        <p:sp>
          <p:nvSpPr>
            <p:cNvPr id="55347" name="Oval 131"/>
            <p:cNvSpPr>
              <a:spLocks noChangeArrowheads="1"/>
            </p:cNvSpPr>
            <p:nvPr/>
          </p:nvSpPr>
          <p:spPr bwMode="auto">
            <a:xfrm>
              <a:off x="1791" y="2794"/>
              <a:ext cx="363" cy="409"/>
            </a:xfrm>
            <a:prstGeom prst="ellipse">
              <a:avLst/>
            </a:prstGeom>
            <a:gradFill rotWithShape="1">
              <a:gsLst>
                <a:gs pos="0">
                  <a:srgbClr val="0099FF"/>
                </a:gs>
                <a:gs pos="100000">
                  <a:srgbClr val="004776"/>
                </a:gs>
              </a:gsLst>
              <a:path path="shape">
                <a:fillToRect l="50000" t="50000" r="50000" b="50000"/>
              </a:path>
            </a:gradFill>
            <a:ln w="38100">
              <a:solidFill>
                <a:srgbClr val="FF99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5348" name="Line 132"/>
            <p:cNvSpPr>
              <a:spLocks noChangeShapeType="1"/>
            </p:cNvSpPr>
            <p:nvPr/>
          </p:nvSpPr>
          <p:spPr bwMode="auto">
            <a:xfrm>
              <a:off x="3379" y="2568"/>
              <a:ext cx="272" cy="0"/>
            </a:xfrm>
            <a:prstGeom prst="line">
              <a:avLst/>
            </a:prstGeom>
            <a:noFill/>
            <a:ln w="38100">
              <a:solidFill>
                <a:srgbClr val="00FFFF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349" name="Text Box 133"/>
            <p:cNvSpPr txBox="1">
              <a:spLocks noChangeArrowheads="1"/>
            </p:cNvSpPr>
            <p:nvPr/>
          </p:nvSpPr>
          <p:spPr bwMode="auto">
            <a:xfrm>
              <a:off x="2930" y="2472"/>
              <a:ext cx="280" cy="378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sz="3200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i</a:t>
              </a:r>
              <a:r>
                <a:rPr lang="en-US" altLang="zh-CN" sz="3200" b="0" i="1" baseline="-2500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L</a:t>
              </a:r>
              <a:endParaRPr lang="en-US" altLang="zh-CN" sz="2400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55350" name="Text Box 134"/>
            <p:cNvSpPr txBox="1">
              <a:spLocks noChangeArrowheads="1"/>
            </p:cNvSpPr>
            <p:nvPr/>
          </p:nvSpPr>
          <p:spPr bwMode="auto">
            <a:xfrm>
              <a:off x="3375" y="2816"/>
              <a:ext cx="241" cy="338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L</a:t>
              </a:r>
              <a:endParaRPr lang="en-US" altLang="zh-CN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55351" name="Text Box 135"/>
            <p:cNvSpPr txBox="1">
              <a:spLocks noChangeArrowheads="1"/>
            </p:cNvSpPr>
            <p:nvPr/>
          </p:nvSpPr>
          <p:spPr bwMode="auto">
            <a:xfrm>
              <a:off x="3152" y="2155"/>
              <a:ext cx="253" cy="338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R</a:t>
              </a:r>
              <a:endParaRPr lang="en-US" altLang="zh-CN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55352" name="Line 136"/>
            <p:cNvSpPr>
              <a:spLocks noChangeShapeType="1"/>
            </p:cNvSpPr>
            <p:nvPr/>
          </p:nvSpPr>
          <p:spPr bwMode="auto">
            <a:xfrm flipH="1">
              <a:off x="2517" y="2478"/>
              <a:ext cx="1171" cy="0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353" name="Line 137"/>
            <p:cNvSpPr>
              <a:spLocks noChangeShapeType="1"/>
            </p:cNvSpPr>
            <p:nvPr/>
          </p:nvSpPr>
          <p:spPr bwMode="auto">
            <a:xfrm flipH="1">
              <a:off x="1973" y="2478"/>
              <a:ext cx="377" cy="0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 type="oval" w="med" len="med"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354" name="Line 138"/>
            <p:cNvSpPr>
              <a:spLocks noChangeShapeType="1"/>
            </p:cNvSpPr>
            <p:nvPr/>
          </p:nvSpPr>
          <p:spPr bwMode="auto">
            <a:xfrm>
              <a:off x="1973" y="3475"/>
              <a:ext cx="1740" cy="0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355" name="Line 139"/>
            <p:cNvSpPr>
              <a:spLocks noChangeShapeType="1"/>
            </p:cNvSpPr>
            <p:nvPr/>
          </p:nvSpPr>
          <p:spPr bwMode="auto">
            <a:xfrm flipV="1">
              <a:off x="3696" y="3158"/>
              <a:ext cx="0" cy="317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356" name="Line 140"/>
            <p:cNvSpPr>
              <a:spLocks noChangeShapeType="1"/>
            </p:cNvSpPr>
            <p:nvPr/>
          </p:nvSpPr>
          <p:spPr bwMode="auto">
            <a:xfrm>
              <a:off x="3696" y="2478"/>
              <a:ext cx="0" cy="266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357" name="Line 141"/>
            <p:cNvSpPr>
              <a:spLocks noChangeShapeType="1"/>
            </p:cNvSpPr>
            <p:nvPr/>
          </p:nvSpPr>
          <p:spPr bwMode="auto">
            <a:xfrm flipV="1">
              <a:off x="1973" y="2478"/>
              <a:ext cx="0" cy="997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358" name="Text Box 142"/>
            <p:cNvSpPr txBox="1">
              <a:spLocks noChangeArrowheads="1"/>
            </p:cNvSpPr>
            <p:nvPr/>
          </p:nvSpPr>
          <p:spPr bwMode="auto">
            <a:xfrm>
              <a:off x="2109" y="2790"/>
              <a:ext cx="502" cy="338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10V</a:t>
              </a:r>
            </a:p>
          </p:txBody>
        </p:sp>
        <p:sp>
          <p:nvSpPr>
            <p:cNvPr id="55359" name="Line 143"/>
            <p:cNvSpPr>
              <a:spLocks noChangeShapeType="1"/>
            </p:cNvSpPr>
            <p:nvPr/>
          </p:nvSpPr>
          <p:spPr bwMode="auto">
            <a:xfrm>
              <a:off x="2200" y="2432"/>
              <a:ext cx="329" cy="41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360" name="Line 144"/>
            <p:cNvSpPr>
              <a:spLocks noChangeShapeType="1"/>
            </p:cNvSpPr>
            <p:nvPr/>
          </p:nvSpPr>
          <p:spPr bwMode="auto">
            <a:xfrm flipV="1">
              <a:off x="2336" y="2296"/>
              <a:ext cx="181" cy="166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361" name="Line 145"/>
            <p:cNvSpPr>
              <a:spLocks noChangeShapeType="1"/>
            </p:cNvSpPr>
            <p:nvPr/>
          </p:nvSpPr>
          <p:spPr bwMode="auto">
            <a:xfrm>
              <a:off x="2744" y="2478"/>
              <a:ext cx="0" cy="997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55362" name="Group 146"/>
            <p:cNvGrpSpPr>
              <a:grpSpLocks/>
            </p:cNvGrpSpPr>
            <p:nvPr/>
          </p:nvGrpSpPr>
          <p:grpSpPr bwMode="auto">
            <a:xfrm rot="5400000">
              <a:off x="3240" y="2656"/>
              <a:ext cx="499" cy="590"/>
              <a:chOff x="476" y="663"/>
              <a:chExt cx="771" cy="862"/>
            </a:xfrm>
          </p:grpSpPr>
          <p:sp>
            <p:nvSpPr>
              <p:cNvPr id="55363" name="AutoShape 147"/>
              <p:cNvSpPr>
                <a:spLocks noChangeArrowheads="1"/>
              </p:cNvSpPr>
              <p:nvPr/>
            </p:nvSpPr>
            <p:spPr bwMode="auto">
              <a:xfrm>
                <a:off x="476" y="663"/>
                <a:ext cx="317" cy="862"/>
              </a:xfrm>
              <a:custGeom>
                <a:avLst/>
                <a:gdLst/>
                <a:ahLst/>
                <a:cxnLst>
                  <a:cxn ang="0">
                    <a:pos x="2646" y="3717"/>
                  </a:cxn>
                  <a:cxn ang="0">
                    <a:pos x="10800" y="0"/>
                  </a:cxn>
                  <a:cxn ang="0">
                    <a:pos x="18953" y="3717"/>
                  </a:cxn>
                  <a:cxn ang="0">
                    <a:pos x="10799" y="0"/>
                  </a:cxn>
                  <a:cxn ang="0">
                    <a:pos x="2646" y="3717"/>
                  </a:cxn>
                </a:cxnLst>
                <a:rect l="0" t="0" r="r" b="b"/>
                <a:pathLst>
                  <a:path w="21600" h="21600">
                    <a:moveTo>
                      <a:pt x="2646" y="3717"/>
                    </a:moveTo>
                    <a:cubicBezTo>
                      <a:pt x="4698" y="1356"/>
                      <a:pt x="7672" y="-1"/>
                      <a:pt x="10800" y="0"/>
                    </a:cubicBezTo>
                    <a:cubicBezTo>
                      <a:pt x="13927" y="0"/>
                      <a:pt x="16901" y="1356"/>
                      <a:pt x="18953" y="3717"/>
                    </a:cubicBezTo>
                    <a:cubicBezTo>
                      <a:pt x="16901" y="1356"/>
                      <a:pt x="13927" y="-1"/>
                      <a:pt x="10799" y="0"/>
                    </a:cubicBezTo>
                    <a:cubicBezTo>
                      <a:pt x="7672" y="0"/>
                      <a:pt x="4698" y="1356"/>
                      <a:pt x="2646" y="3717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764700"/>
                  </a:gs>
                  <a:gs pos="50000">
                    <a:srgbClr val="FF9900"/>
                  </a:gs>
                  <a:gs pos="100000">
                    <a:srgbClr val="764700"/>
                  </a:gs>
                </a:gsLst>
                <a:lin ang="5400000" scaled="1"/>
              </a:gradFill>
              <a:ln w="38100">
                <a:solidFill>
                  <a:srgbClr val="FF99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5364" name="AutoShape 148"/>
              <p:cNvSpPr>
                <a:spLocks noChangeArrowheads="1"/>
              </p:cNvSpPr>
              <p:nvPr/>
            </p:nvSpPr>
            <p:spPr bwMode="auto">
              <a:xfrm>
                <a:off x="703" y="663"/>
                <a:ext cx="317" cy="862"/>
              </a:xfrm>
              <a:custGeom>
                <a:avLst/>
                <a:gdLst/>
                <a:ahLst/>
                <a:cxnLst>
                  <a:cxn ang="0">
                    <a:pos x="2646" y="3717"/>
                  </a:cxn>
                  <a:cxn ang="0">
                    <a:pos x="10800" y="0"/>
                  </a:cxn>
                  <a:cxn ang="0">
                    <a:pos x="18953" y="3717"/>
                  </a:cxn>
                  <a:cxn ang="0">
                    <a:pos x="10799" y="0"/>
                  </a:cxn>
                  <a:cxn ang="0">
                    <a:pos x="2646" y="3717"/>
                  </a:cxn>
                </a:cxnLst>
                <a:rect l="0" t="0" r="r" b="b"/>
                <a:pathLst>
                  <a:path w="21600" h="21600">
                    <a:moveTo>
                      <a:pt x="2646" y="3717"/>
                    </a:moveTo>
                    <a:cubicBezTo>
                      <a:pt x="4698" y="1356"/>
                      <a:pt x="7672" y="-1"/>
                      <a:pt x="10800" y="0"/>
                    </a:cubicBezTo>
                    <a:cubicBezTo>
                      <a:pt x="13927" y="0"/>
                      <a:pt x="16901" y="1356"/>
                      <a:pt x="18953" y="3717"/>
                    </a:cubicBezTo>
                    <a:cubicBezTo>
                      <a:pt x="16901" y="1356"/>
                      <a:pt x="13927" y="-1"/>
                      <a:pt x="10799" y="0"/>
                    </a:cubicBezTo>
                    <a:cubicBezTo>
                      <a:pt x="7672" y="0"/>
                      <a:pt x="4698" y="1356"/>
                      <a:pt x="2646" y="3717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764700"/>
                  </a:gs>
                  <a:gs pos="50000">
                    <a:srgbClr val="FF9900"/>
                  </a:gs>
                  <a:gs pos="100000">
                    <a:srgbClr val="764700"/>
                  </a:gs>
                </a:gsLst>
                <a:lin ang="5400000" scaled="1"/>
              </a:gradFill>
              <a:ln w="38100">
                <a:solidFill>
                  <a:srgbClr val="FF99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5365" name="AutoShape 149"/>
              <p:cNvSpPr>
                <a:spLocks noChangeArrowheads="1"/>
              </p:cNvSpPr>
              <p:nvPr/>
            </p:nvSpPr>
            <p:spPr bwMode="auto">
              <a:xfrm>
                <a:off x="930" y="663"/>
                <a:ext cx="317" cy="862"/>
              </a:xfrm>
              <a:custGeom>
                <a:avLst/>
                <a:gdLst/>
                <a:ahLst/>
                <a:cxnLst>
                  <a:cxn ang="0">
                    <a:pos x="2646" y="3717"/>
                  </a:cxn>
                  <a:cxn ang="0">
                    <a:pos x="10800" y="0"/>
                  </a:cxn>
                  <a:cxn ang="0">
                    <a:pos x="18953" y="3717"/>
                  </a:cxn>
                  <a:cxn ang="0">
                    <a:pos x="10799" y="0"/>
                  </a:cxn>
                  <a:cxn ang="0">
                    <a:pos x="2646" y="3717"/>
                  </a:cxn>
                </a:cxnLst>
                <a:rect l="0" t="0" r="r" b="b"/>
                <a:pathLst>
                  <a:path w="21600" h="21600">
                    <a:moveTo>
                      <a:pt x="2646" y="3717"/>
                    </a:moveTo>
                    <a:cubicBezTo>
                      <a:pt x="4698" y="1356"/>
                      <a:pt x="7672" y="-1"/>
                      <a:pt x="10800" y="0"/>
                    </a:cubicBezTo>
                    <a:cubicBezTo>
                      <a:pt x="13927" y="0"/>
                      <a:pt x="16901" y="1356"/>
                      <a:pt x="18953" y="3717"/>
                    </a:cubicBezTo>
                    <a:cubicBezTo>
                      <a:pt x="16901" y="1356"/>
                      <a:pt x="13927" y="-1"/>
                      <a:pt x="10799" y="0"/>
                    </a:cubicBezTo>
                    <a:cubicBezTo>
                      <a:pt x="7672" y="0"/>
                      <a:pt x="4698" y="1356"/>
                      <a:pt x="2646" y="3717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764700"/>
                  </a:gs>
                  <a:gs pos="50000">
                    <a:srgbClr val="FF9900"/>
                  </a:gs>
                  <a:gs pos="100000">
                    <a:srgbClr val="764700"/>
                  </a:gs>
                </a:gsLst>
                <a:lin ang="5400000" scaled="1"/>
              </a:gradFill>
              <a:ln w="38100">
                <a:solidFill>
                  <a:srgbClr val="FF99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55366" name="Rectangle 150"/>
            <p:cNvSpPr>
              <a:spLocks noChangeArrowheads="1"/>
            </p:cNvSpPr>
            <p:nvPr/>
          </p:nvSpPr>
          <p:spPr bwMode="auto">
            <a:xfrm>
              <a:off x="3061" y="2432"/>
              <a:ext cx="297" cy="137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</a:gradFill>
            <a:ln w="2857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55367" name="Group 151"/>
            <p:cNvGrpSpPr>
              <a:grpSpLocks/>
            </p:cNvGrpSpPr>
            <p:nvPr/>
          </p:nvGrpSpPr>
          <p:grpSpPr bwMode="auto">
            <a:xfrm rot="10800000">
              <a:off x="2562" y="2840"/>
              <a:ext cx="363" cy="272"/>
              <a:chOff x="657" y="935"/>
              <a:chExt cx="363" cy="272"/>
            </a:xfrm>
          </p:grpSpPr>
          <p:sp>
            <p:nvSpPr>
              <p:cNvPr id="55368" name="Line 152"/>
              <p:cNvSpPr>
                <a:spLocks noChangeShapeType="1"/>
              </p:cNvSpPr>
              <p:nvPr/>
            </p:nvSpPr>
            <p:spPr bwMode="auto">
              <a:xfrm>
                <a:off x="657" y="1207"/>
                <a:ext cx="363" cy="0"/>
              </a:xfrm>
              <a:prstGeom prst="line">
                <a:avLst/>
              </a:prstGeom>
              <a:noFill/>
              <a:ln w="38100">
                <a:solidFill>
                  <a:srgbClr val="FF99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9785" name="AutoShape 153"/>
              <p:cNvSpPr>
                <a:spLocks noChangeArrowheads="1"/>
              </p:cNvSpPr>
              <p:nvPr/>
            </p:nvSpPr>
            <p:spPr bwMode="auto">
              <a:xfrm rot="10800000">
                <a:off x="657" y="936"/>
                <a:ext cx="363" cy="270"/>
              </a:xfrm>
              <a:prstGeom prst="triangle">
                <a:avLst>
                  <a:gd name="adj" fmla="val 50000"/>
                </a:avLst>
              </a:prstGeom>
              <a:gradFill rotWithShape="1">
                <a:gsLst>
                  <a:gs pos="0">
                    <a:schemeClr val="hlink"/>
                  </a:gs>
                  <a:gs pos="100000">
                    <a:schemeClr val="hlink">
                      <a:gamma/>
                      <a:shade val="46275"/>
                      <a:invGamma/>
                    </a:schemeClr>
                  </a:gs>
                </a:gsLst>
                <a:path path="shape">
                  <a:fillToRect l="50000" t="50000" r="50000" b="50000"/>
                </a:path>
              </a:gradFill>
              <a:ln w="38100">
                <a:solidFill>
                  <a:srgbClr val="FF9900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/>
              </a:p>
            </p:txBody>
          </p:sp>
        </p:grpSp>
        <p:sp>
          <p:nvSpPr>
            <p:cNvPr id="55370" name="Text Box 154"/>
            <p:cNvSpPr txBox="1">
              <a:spLocks noChangeArrowheads="1"/>
            </p:cNvSpPr>
            <p:nvPr/>
          </p:nvSpPr>
          <p:spPr bwMode="auto">
            <a:xfrm>
              <a:off x="1973" y="2478"/>
              <a:ext cx="318" cy="3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>
                  <a:solidFill>
                    <a:schemeClr val="bg1"/>
                  </a:solidFill>
                  <a:latin typeface="宋体" pitchFamily="2" charset="-122"/>
                  <a:ea typeface="宋体" pitchFamily="2" charset="-122"/>
                </a:rPr>
                <a:t>+</a:t>
              </a:r>
            </a:p>
          </p:txBody>
        </p:sp>
        <p:sp>
          <p:nvSpPr>
            <p:cNvPr id="55371" name="Text Box 155"/>
            <p:cNvSpPr txBox="1">
              <a:spLocks noChangeArrowheads="1"/>
            </p:cNvSpPr>
            <p:nvPr/>
          </p:nvSpPr>
          <p:spPr bwMode="auto">
            <a:xfrm>
              <a:off x="1973" y="3113"/>
              <a:ext cx="318" cy="3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>
                  <a:solidFill>
                    <a:schemeClr val="bg1"/>
                  </a:solidFill>
                  <a:latin typeface="宋体" pitchFamily="2" charset="-122"/>
                  <a:ea typeface="宋体" pitchFamily="2" charset="-122"/>
                </a:rPr>
                <a:t>-</a:t>
              </a:r>
            </a:p>
          </p:txBody>
        </p:sp>
      </p:grpSp>
      <p:grpSp>
        <p:nvGrpSpPr>
          <p:cNvPr id="55372" name="Group 160"/>
          <p:cNvGrpSpPr>
            <a:grpSpLocks/>
          </p:cNvGrpSpPr>
          <p:nvPr/>
        </p:nvGrpSpPr>
        <p:grpSpPr bwMode="auto">
          <a:xfrm>
            <a:off x="6588125" y="6445250"/>
            <a:ext cx="792163" cy="366713"/>
            <a:chOff x="4649" y="4020"/>
            <a:chExt cx="499" cy="231"/>
          </a:xfrm>
        </p:grpSpPr>
        <p:pic>
          <p:nvPicPr>
            <p:cNvPr id="55373" name="Picture 161" descr="78900"/>
            <p:cNvPicPr>
              <a:picLocks noChangeAspect="1" noChangeArrowheads="1"/>
            </p:cNvPicPr>
            <p:nvPr/>
          </p:nvPicPr>
          <p:blipFill>
            <a:blip r:embed="rId7"/>
            <a:srcRect/>
            <a:stretch>
              <a:fillRect/>
            </a:stretch>
          </p:blipFill>
          <p:spPr bwMode="auto"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55374" name="Text Box 162">
              <a:hlinkClick r:id="rId8" action="ppaction://hlinksldjump"/>
            </p:cNvPr>
            <p:cNvSpPr txBox="1">
              <a:spLocks noChangeArrowheads="1"/>
            </p:cNvSpPr>
            <p:nvPr/>
          </p:nvSpPr>
          <p:spPr bwMode="auto"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0">
                  <a:solidFill>
                    <a:schemeClr val="bg1"/>
                  </a:solidFill>
                  <a:latin typeface="隶书" pitchFamily="49" charset="-122"/>
                  <a:ea typeface="隶书" pitchFamily="49" charset="-122"/>
                </a:rPr>
                <a:t>返 回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696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96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96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696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" dur="500"/>
                                        <p:tgtEl>
                                          <p:spTgt spid="697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500"/>
                            </p:stCondLst>
                            <p:childTnLst>
                              <p:par>
                                <p:cTn id="16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96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96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696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696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968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6968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696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696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3000"/>
                                        <p:tgtEl>
                                          <p:spTgt spid="696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2" dur="2000"/>
                                        <p:tgtEl>
                                          <p:spTgt spid="696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2000"/>
                                        <p:tgtEl>
                                          <p:spTgt spid="696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2000"/>
                                        <p:tgtEl>
                                          <p:spTgt spid="696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7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697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7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697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9636" grpId="0" build="p"/>
      <p:bldP spid="69644" grpId="0"/>
      <p:bldP spid="69677" grpId="0"/>
      <p:bldP spid="69680" grpId="0"/>
      <p:bldP spid="69683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2" name="Text Box 4"/>
          <p:cNvSpPr txBox="1">
            <a:spLocks noChangeArrowheads="1"/>
          </p:cNvSpPr>
          <p:nvPr/>
        </p:nvSpPr>
        <p:spPr bwMode="auto">
          <a:xfrm>
            <a:off x="468313" y="519113"/>
            <a:ext cx="900112" cy="579437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sz="320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例</a:t>
            </a:r>
            <a:r>
              <a:rPr lang="en-US" altLang="zh-CN" sz="3200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2</a:t>
            </a:r>
          </a:p>
        </p:txBody>
      </p:sp>
      <p:sp>
        <p:nvSpPr>
          <p:cNvPr id="68613" name="Text Box 5"/>
          <p:cNvSpPr txBox="1">
            <a:spLocks noChangeArrowheads="1"/>
          </p:cNvSpPr>
          <p:nvPr/>
        </p:nvSpPr>
        <p:spPr bwMode="auto">
          <a:xfrm>
            <a:off x="1403350" y="476250"/>
            <a:ext cx="6989763" cy="946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0" i="1">
                <a:solidFill>
                  <a:schemeClr val="bg1"/>
                </a:solidFill>
                <a:latin typeface="Times New Roman" pitchFamily="18" charset="0"/>
              </a:rPr>
              <a:t>t</a:t>
            </a:r>
            <a:r>
              <a:rPr lang="en-US" altLang="zh-CN" b="0">
                <a:solidFill>
                  <a:schemeClr val="bg1"/>
                </a:solidFill>
                <a:latin typeface="Times New Roman" pitchFamily="18" charset="0"/>
              </a:rPr>
              <a:t>=0</a:t>
            </a:r>
            <a:r>
              <a:rPr lang="zh-CN" altLang="zh-CN">
                <a:latin typeface="楷体_GB2312" pitchFamily="49" charset="-122"/>
              </a:rPr>
              <a:t>时</a:t>
            </a:r>
            <a:r>
              <a:rPr lang="en-US" altLang="zh-CN">
                <a:latin typeface="楷体_GB2312" pitchFamily="49" charset="-122"/>
              </a:rPr>
              <a:t>,</a:t>
            </a:r>
            <a:r>
              <a:rPr lang="zh-CN" altLang="en-US">
                <a:latin typeface="楷体_GB2312" pitchFamily="49" charset="-122"/>
              </a:rPr>
              <a:t>开关</a:t>
            </a:r>
            <a:r>
              <a:rPr lang="en-US" altLang="zh-CN" b="0">
                <a:latin typeface="Times New Roman" pitchFamily="18" charset="0"/>
              </a:rPr>
              <a:t>S</a:t>
            </a:r>
            <a:r>
              <a:rPr lang="zh-CN" altLang="en-US">
                <a:latin typeface="楷体_GB2312" pitchFamily="49" charset="-122"/>
              </a:rPr>
              <a:t>由</a:t>
            </a:r>
            <a:r>
              <a:rPr lang="en-US" altLang="zh-CN" b="0">
                <a:solidFill>
                  <a:schemeClr val="bg1"/>
                </a:solidFill>
                <a:latin typeface="Times New Roman" pitchFamily="18" charset="0"/>
              </a:rPr>
              <a:t>1→2</a:t>
            </a:r>
            <a:r>
              <a:rPr lang="zh-CN" altLang="en-US">
                <a:latin typeface="楷体_GB2312" pitchFamily="49" charset="-122"/>
              </a:rPr>
              <a:t>，</a:t>
            </a:r>
            <a:r>
              <a:rPr lang="zh-CN" altLang="zh-CN">
                <a:latin typeface="楷体_GB2312" pitchFamily="49" charset="-122"/>
              </a:rPr>
              <a:t>求</a:t>
            </a:r>
            <a:r>
              <a:rPr lang="zh-CN" altLang="en-US">
                <a:latin typeface="楷体_GB2312" pitchFamily="49" charset="-122"/>
              </a:rPr>
              <a:t>电感电压和电流及开关两端电压</a:t>
            </a:r>
            <a:r>
              <a:rPr lang="en-US" altLang="zh-CN" b="0" i="1">
                <a:solidFill>
                  <a:schemeClr val="bg1"/>
                </a:solidFill>
                <a:latin typeface="Times New Roman" pitchFamily="18" charset="0"/>
              </a:rPr>
              <a:t>u</a:t>
            </a:r>
            <a:r>
              <a:rPr lang="en-US" altLang="zh-CN" b="0" baseline="-25000">
                <a:solidFill>
                  <a:schemeClr val="bg1"/>
                </a:solidFill>
                <a:latin typeface="Times New Roman" pitchFamily="18" charset="0"/>
              </a:rPr>
              <a:t>12</a:t>
            </a:r>
            <a:r>
              <a:rPr lang="zh-CN" altLang="en-US">
                <a:latin typeface="楷体_GB2312" pitchFamily="49" charset="-122"/>
              </a:rPr>
              <a:t>。</a:t>
            </a:r>
          </a:p>
        </p:txBody>
      </p:sp>
      <p:graphicFrame>
        <p:nvGraphicFramePr>
          <p:cNvPr id="68665" name="Object 57"/>
          <p:cNvGraphicFramePr>
            <a:graphicFrameLocks noChangeAspect="1"/>
          </p:cNvGraphicFramePr>
          <p:nvPr/>
        </p:nvGraphicFramePr>
        <p:xfrm>
          <a:off x="5678488" y="5072063"/>
          <a:ext cx="2195512" cy="973137"/>
        </p:xfrm>
        <a:graphic>
          <a:graphicData uri="http://schemas.openxmlformats.org/presentationml/2006/ole">
            <p:oleObj spid="_x0000_s56323" r:id="rId3" imgW="927000" imgH="403560" progId="Equation.3">
              <p:embed/>
            </p:oleObj>
          </a:graphicData>
        </a:graphic>
      </p:graphicFrame>
      <p:sp>
        <p:nvSpPr>
          <p:cNvPr id="68666" name="Text Box 58"/>
          <p:cNvSpPr txBox="1">
            <a:spLocks noChangeArrowheads="1"/>
          </p:cNvSpPr>
          <p:nvPr/>
        </p:nvSpPr>
        <p:spPr bwMode="auto">
          <a:xfrm>
            <a:off x="468313" y="4149725"/>
            <a:ext cx="576262" cy="519113"/>
          </a:xfrm>
          <a:prstGeom prst="rect">
            <a:avLst/>
          </a:prstGeom>
          <a:solidFill>
            <a:srgbClr val="990033"/>
          </a:solidFill>
          <a:ln w="9525">
            <a:noFill/>
            <a:miter lim="800000"/>
            <a:headEnd/>
            <a:tailEnd/>
          </a:ln>
        </p:spPr>
        <p:txBody>
          <a:bodyPr lIns="90000" tIns="46800" rIns="90000" bIns="46800" anchor="ctr">
            <a:spAutoFit/>
          </a:bodyPr>
          <a:lstStyle/>
          <a:p>
            <a:pPr algn="ctr"/>
            <a:r>
              <a:rPr lang="zh-CN" altLang="en-US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解</a:t>
            </a:r>
            <a:endParaRPr lang="zh-CN" altLang="en-US" i="1">
              <a:solidFill>
                <a:schemeClr val="bg1"/>
              </a:solidFill>
              <a:latin typeface="Times New Roman" pitchFamily="18" charset="0"/>
              <a:ea typeface="宋体" pitchFamily="2" charset="-122"/>
            </a:endParaRPr>
          </a:p>
        </p:txBody>
      </p:sp>
      <p:graphicFrame>
        <p:nvGraphicFramePr>
          <p:cNvPr id="68673" name="Object 65"/>
          <p:cNvGraphicFramePr>
            <a:graphicFrameLocks noChangeAspect="1"/>
          </p:cNvGraphicFramePr>
          <p:nvPr/>
        </p:nvGraphicFramePr>
        <p:xfrm>
          <a:off x="1430338" y="3846513"/>
          <a:ext cx="6426200" cy="1003300"/>
        </p:xfrm>
        <a:graphic>
          <a:graphicData uri="http://schemas.openxmlformats.org/presentationml/2006/ole">
            <p:oleObj spid="_x0000_s56325" r:id="rId4" imgW="2665080" imgH="403560" progId="Equation.3">
              <p:embed/>
            </p:oleObj>
          </a:graphicData>
        </a:graphic>
      </p:graphicFrame>
      <p:graphicFrame>
        <p:nvGraphicFramePr>
          <p:cNvPr id="68728" name="Object 120"/>
          <p:cNvGraphicFramePr>
            <a:graphicFrameLocks noChangeAspect="1"/>
          </p:cNvGraphicFramePr>
          <p:nvPr/>
        </p:nvGraphicFramePr>
        <p:xfrm>
          <a:off x="1331913" y="5300663"/>
          <a:ext cx="3843337" cy="515937"/>
        </p:xfrm>
        <a:graphic>
          <a:graphicData uri="http://schemas.openxmlformats.org/presentationml/2006/ole">
            <p:oleObj spid="_x0000_s56326" r:id="rId5" imgW="1541160" imgH="196200" progId="Equation.3">
              <p:embed/>
            </p:oleObj>
          </a:graphicData>
        </a:graphic>
      </p:graphicFrame>
      <p:grpSp>
        <p:nvGrpSpPr>
          <p:cNvPr id="56327" name="Group 127"/>
          <p:cNvGrpSpPr>
            <a:grpSpLocks/>
          </p:cNvGrpSpPr>
          <p:nvPr/>
        </p:nvGrpSpPr>
        <p:grpSpPr bwMode="auto"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56328" name="Picture 128" descr="78900"/>
            <p:cNvPicPr>
              <a:picLocks noChangeAspect="1" noChangeArrowheads="1"/>
            </p:cNvPicPr>
            <p:nvPr/>
          </p:nvPicPr>
          <p:blipFill>
            <a:blip r:embed="rId6"/>
            <a:srcRect/>
            <a:stretch>
              <a:fillRect/>
            </a:stretch>
          </p:blipFill>
          <p:spPr bwMode="auto"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56329" name="Text Box 129">
              <a:hlinkClick r:id="" action="ppaction://hlinkshowjump?jump=nextslide"/>
            </p:cNvPr>
            <p:cNvSpPr txBox="1">
              <a:spLocks noChangeArrowheads="1"/>
            </p:cNvSpPr>
            <p:nvPr/>
          </p:nvSpPr>
          <p:spPr bwMode="auto"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0">
                  <a:solidFill>
                    <a:schemeClr val="bg1"/>
                  </a:solidFill>
                  <a:latin typeface="隶书" pitchFamily="49" charset="-122"/>
                  <a:ea typeface="隶书" pitchFamily="49" charset="-122"/>
                </a:rPr>
                <a:t>下 页</a:t>
              </a:r>
            </a:p>
          </p:txBody>
        </p:sp>
      </p:grpSp>
      <p:grpSp>
        <p:nvGrpSpPr>
          <p:cNvPr id="56330" name="Group 130"/>
          <p:cNvGrpSpPr>
            <a:grpSpLocks/>
          </p:cNvGrpSpPr>
          <p:nvPr/>
        </p:nvGrpSpPr>
        <p:grpSpPr bwMode="auto">
          <a:xfrm>
            <a:off x="7453313" y="6446838"/>
            <a:ext cx="792162" cy="366712"/>
            <a:chOff x="4649" y="4020"/>
            <a:chExt cx="499" cy="231"/>
          </a:xfrm>
        </p:grpSpPr>
        <p:pic>
          <p:nvPicPr>
            <p:cNvPr id="56331" name="Picture 131" descr="78900"/>
            <p:cNvPicPr>
              <a:picLocks noChangeAspect="1" noChangeArrowheads="1"/>
            </p:cNvPicPr>
            <p:nvPr/>
          </p:nvPicPr>
          <p:blipFill>
            <a:blip r:embed="rId6"/>
            <a:srcRect/>
            <a:stretch>
              <a:fillRect/>
            </a:stretch>
          </p:blipFill>
          <p:spPr bwMode="auto"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56332" name="Text Box 132">
              <a:hlinkClick r:id="" action="ppaction://hlinkshowjump?jump=previousslide"/>
            </p:cNvPr>
            <p:cNvSpPr txBox="1">
              <a:spLocks noChangeArrowheads="1"/>
            </p:cNvSpPr>
            <p:nvPr/>
          </p:nvSpPr>
          <p:spPr bwMode="auto"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0">
                  <a:solidFill>
                    <a:schemeClr val="bg1"/>
                  </a:solidFill>
                  <a:latin typeface="隶书" pitchFamily="49" charset="-122"/>
                  <a:ea typeface="隶书" pitchFamily="49" charset="-122"/>
                </a:rPr>
                <a:t>上 页</a:t>
              </a:r>
            </a:p>
          </p:txBody>
        </p:sp>
      </p:grpSp>
      <p:grpSp>
        <p:nvGrpSpPr>
          <p:cNvPr id="68782" name="Group 174"/>
          <p:cNvGrpSpPr>
            <a:grpSpLocks/>
          </p:cNvGrpSpPr>
          <p:nvPr/>
        </p:nvGrpSpPr>
        <p:grpSpPr bwMode="auto">
          <a:xfrm>
            <a:off x="6249988" y="1268413"/>
            <a:ext cx="2643187" cy="2087562"/>
            <a:chOff x="2200" y="2251"/>
            <a:chExt cx="1665" cy="1315"/>
          </a:xfrm>
        </p:grpSpPr>
        <p:sp>
          <p:nvSpPr>
            <p:cNvPr id="56334" name="Line 175"/>
            <p:cNvSpPr>
              <a:spLocks noChangeShapeType="1"/>
            </p:cNvSpPr>
            <p:nvPr/>
          </p:nvSpPr>
          <p:spPr bwMode="auto">
            <a:xfrm>
              <a:off x="2200" y="2568"/>
              <a:ext cx="1179" cy="0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56335" name="Group 176"/>
            <p:cNvGrpSpPr>
              <a:grpSpLocks/>
            </p:cNvGrpSpPr>
            <p:nvPr/>
          </p:nvGrpSpPr>
          <p:grpSpPr bwMode="auto">
            <a:xfrm>
              <a:off x="2336" y="2251"/>
              <a:ext cx="247" cy="373"/>
              <a:chOff x="1872" y="467"/>
              <a:chExt cx="240" cy="301"/>
            </a:xfrm>
          </p:grpSpPr>
          <p:sp>
            <p:nvSpPr>
              <p:cNvPr id="56336" name="Line 177"/>
              <p:cNvSpPr>
                <a:spLocks noChangeShapeType="1"/>
              </p:cNvSpPr>
              <p:nvPr/>
            </p:nvSpPr>
            <p:spPr bwMode="auto">
              <a:xfrm>
                <a:off x="1872" y="768"/>
                <a:ext cx="240" cy="0"/>
              </a:xfrm>
              <a:prstGeom prst="line">
                <a:avLst/>
              </a:prstGeom>
              <a:noFill/>
              <a:ln w="38100">
                <a:solidFill>
                  <a:srgbClr val="00FFFF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6337" name="Text Box 178"/>
              <p:cNvSpPr txBox="1">
                <a:spLocks noChangeArrowheads="1"/>
              </p:cNvSpPr>
              <p:nvPr/>
            </p:nvSpPr>
            <p:spPr bwMode="auto">
              <a:xfrm>
                <a:off x="1873" y="467"/>
                <a:ext cx="182" cy="296"/>
              </a:xfrm>
              <a:prstGeom prst="rect">
                <a:avLst/>
              </a:prstGeom>
              <a:noFill/>
              <a:ln w="28575">
                <a:noFill/>
                <a:miter lim="800000"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pPr algn="ctr"/>
                <a:r>
                  <a:rPr lang="en-US" altLang="zh-CN" sz="3200" b="0" i="1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rPr>
                  <a:t>i</a:t>
                </a:r>
                <a:endParaRPr lang="en-US" altLang="zh-CN" sz="3200" b="0">
                  <a:ea typeface="仿宋_GB2312" pitchFamily="49" charset="-122"/>
                </a:endParaRPr>
              </a:p>
            </p:txBody>
          </p:sp>
        </p:grpSp>
        <p:grpSp>
          <p:nvGrpSpPr>
            <p:cNvPr id="56338" name="Group 179"/>
            <p:cNvGrpSpPr>
              <a:grpSpLocks/>
            </p:cNvGrpSpPr>
            <p:nvPr/>
          </p:nvGrpSpPr>
          <p:grpSpPr bwMode="auto">
            <a:xfrm>
              <a:off x="3016" y="2704"/>
              <a:ext cx="319" cy="764"/>
              <a:chOff x="1978" y="748"/>
              <a:chExt cx="309" cy="616"/>
            </a:xfrm>
          </p:grpSpPr>
          <p:grpSp>
            <p:nvGrpSpPr>
              <p:cNvPr id="56339" name="Group 180"/>
              <p:cNvGrpSpPr>
                <a:grpSpLocks/>
              </p:cNvGrpSpPr>
              <p:nvPr/>
            </p:nvGrpSpPr>
            <p:grpSpPr bwMode="auto">
              <a:xfrm>
                <a:off x="2069" y="748"/>
                <a:ext cx="218" cy="616"/>
                <a:chOff x="1637" y="1276"/>
                <a:chExt cx="218" cy="616"/>
              </a:xfrm>
            </p:grpSpPr>
            <p:sp>
              <p:nvSpPr>
                <p:cNvPr id="56340" name="Text Box 181"/>
                <p:cNvSpPr txBox="1">
                  <a:spLocks noChangeArrowheads="1"/>
                </p:cNvSpPr>
                <p:nvPr/>
              </p:nvSpPr>
              <p:spPr bwMode="auto">
                <a:xfrm>
                  <a:off x="1637" y="1276"/>
                  <a:ext cx="218" cy="233"/>
                </a:xfrm>
                <a:prstGeom prst="rect">
                  <a:avLst/>
                </a:prstGeom>
                <a:noFill/>
                <a:ln w="28575">
                  <a:noFill/>
                  <a:miter lim="800000"/>
                  <a:headEnd/>
                  <a:tailEnd/>
                </a:ln>
              </p:spPr>
              <p:txBody>
                <a:bodyPr wrap="none" anchor="ctr">
                  <a:spAutoFit/>
                </a:bodyPr>
                <a:lstStyle/>
                <a:p>
                  <a:pPr algn="ctr"/>
                  <a:r>
                    <a:rPr lang="en-US" altLang="zh-CN" sz="2400">
                      <a:solidFill>
                        <a:schemeClr val="bg1"/>
                      </a:solidFill>
                      <a:latin typeface="Times New Roman" pitchFamily="18" charset="0"/>
                      <a:ea typeface="宋体" pitchFamily="2" charset="-122"/>
                    </a:rPr>
                    <a:t>+</a:t>
                  </a:r>
                  <a:endParaRPr lang="en-US" altLang="zh-CN" sz="2400">
                    <a:ea typeface="仿宋_GB2312" pitchFamily="49" charset="-122"/>
                  </a:endParaRPr>
                </a:p>
              </p:txBody>
            </p:sp>
            <p:sp>
              <p:nvSpPr>
                <p:cNvPr id="56341" name="Text Box 182"/>
                <p:cNvSpPr txBox="1">
                  <a:spLocks noChangeArrowheads="1"/>
                </p:cNvSpPr>
                <p:nvPr/>
              </p:nvSpPr>
              <p:spPr bwMode="auto">
                <a:xfrm>
                  <a:off x="1639" y="1659"/>
                  <a:ext cx="205" cy="233"/>
                </a:xfrm>
                <a:prstGeom prst="rect">
                  <a:avLst/>
                </a:prstGeom>
                <a:noFill/>
                <a:ln w="28575">
                  <a:noFill/>
                  <a:miter lim="800000"/>
                  <a:headEnd/>
                  <a:tailEnd/>
                </a:ln>
              </p:spPr>
              <p:txBody>
                <a:bodyPr wrap="none" anchor="ctr">
                  <a:spAutoFit/>
                </a:bodyPr>
                <a:lstStyle/>
                <a:p>
                  <a:pPr algn="ctr"/>
                  <a:r>
                    <a:rPr lang="en-US" altLang="zh-CN" sz="2400">
                      <a:solidFill>
                        <a:schemeClr val="bg1"/>
                      </a:solidFill>
                      <a:latin typeface="Times New Roman" pitchFamily="18" charset="0"/>
                      <a:ea typeface="宋体" pitchFamily="2" charset="-122"/>
                    </a:rPr>
                    <a:t>–</a:t>
                  </a:r>
                  <a:endParaRPr lang="en-US" altLang="zh-CN" sz="2400">
                    <a:ea typeface="仿宋_GB2312" pitchFamily="49" charset="-122"/>
                  </a:endParaRPr>
                </a:p>
              </p:txBody>
            </p:sp>
          </p:grpSp>
          <p:sp>
            <p:nvSpPr>
              <p:cNvPr id="56342" name="Text Box 183"/>
              <p:cNvSpPr txBox="1">
                <a:spLocks noChangeArrowheads="1"/>
              </p:cNvSpPr>
              <p:nvPr/>
            </p:nvSpPr>
            <p:spPr bwMode="auto">
              <a:xfrm>
                <a:off x="1978" y="900"/>
                <a:ext cx="305" cy="295"/>
              </a:xfrm>
              <a:prstGeom prst="rect">
                <a:avLst/>
              </a:prstGeom>
              <a:noFill/>
              <a:ln w="28575">
                <a:noFill/>
                <a:miter lim="800000"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pPr algn="ctr"/>
                <a:r>
                  <a:rPr lang="en-US" altLang="zh-CN" sz="3200" b="0" i="1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rPr>
                  <a:t>u</a:t>
                </a:r>
                <a:r>
                  <a:rPr lang="en-US" altLang="zh-CN" sz="2400" b="0" i="1" baseline="-250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rPr>
                  <a:t>L</a:t>
                </a:r>
                <a:endParaRPr lang="en-US" altLang="zh-CN" sz="2400" b="0">
                  <a:ea typeface="仿宋_GB2312" pitchFamily="49" charset="-122"/>
                </a:endParaRPr>
              </a:p>
            </p:txBody>
          </p:sp>
        </p:grpSp>
        <p:sp>
          <p:nvSpPr>
            <p:cNvPr id="56343" name="Line 184"/>
            <p:cNvSpPr>
              <a:spLocks noChangeShapeType="1"/>
            </p:cNvSpPr>
            <p:nvPr/>
          </p:nvSpPr>
          <p:spPr bwMode="auto">
            <a:xfrm flipV="1">
              <a:off x="3379" y="3249"/>
              <a:ext cx="0" cy="317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344" name="Line 185"/>
            <p:cNvSpPr>
              <a:spLocks noChangeShapeType="1"/>
            </p:cNvSpPr>
            <p:nvPr/>
          </p:nvSpPr>
          <p:spPr bwMode="auto">
            <a:xfrm>
              <a:off x="3379" y="2568"/>
              <a:ext cx="0" cy="272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345" name="Text Box 186"/>
            <p:cNvSpPr txBox="1">
              <a:spLocks noChangeArrowheads="1"/>
            </p:cNvSpPr>
            <p:nvPr/>
          </p:nvSpPr>
          <p:spPr bwMode="auto">
            <a:xfrm>
              <a:off x="2562" y="2614"/>
              <a:ext cx="400" cy="327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6</a:t>
              </a:r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  <a:sym typeface="Symbol" pitchFamily="18" charset="2"/>
                </a:rPr>
                <a:t></a:t>
              </a:r>
              <a:endParaRPr lang="en-US" altLang="zh-CN" b="0">
                <a:ea typeface="仿宋_GB2312" pitchFamily="49" charset="-122"/>
                <a:sym typeface="Symbol" pitchFamily="18" charset="2"/>
              </a:endParaRPr>
            </a:p>
          </p:txBody>
        </p:sp>
        <p:sp>
          <p:nvSpPr>
            <p:cNvPr id="56346" name="Line 187"/>
            <p:cNvSpPr>
              <a:spLocks noChangeShapeType="1"/>
            </p:cNvSpPr>
            <p:nvPr/>
          </p:nvSpPr>
          <p:spPr bwMode="auto">
            <a:xfrm>
              <a:off x="2200" y="3566"/>
              <a:ext cx="1179" cy="0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347" name="Line 188"/>
            <p:cNvSpPr>
              <a:spLocks noChangeShapeType="1"/>
            </p:cNvSpPr>
            <p:nvPr/>
          </p:nvSpPr>
          <p:spPr bwMode="auto">
            <a:xfrm>
              <a:off x="2200" y="2568"/>
              <a:ext cx="0" cy="998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348" name="Rectangle 189"/>
            <p:cNvSpPr>
              <a:spLocks noChangeArrowheads="1"/>
            </p:cNvSpPr>
            <p:nvPr/>
          </p:nvSpPr>
          <p:spPr bwMode="auto">
            <a:xfrm>
              <a:off x="2653" y="2523"/>
              <a:ext cx="297" cy="137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</a:gradFill>
            <a:ln w="2857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56349" name="Group 190"/>
            <p:cNvGrpSpPr>
              <a:grpSpLocks/>
            </p:cNvGrpSpPr>
            <p:nvPr/>
          </p:nvGrpSpPr>
          <p:grpSpPr bwMode="auto">
            <a:xfrm rot="5400000">
              <a:off x="2922" y="2747"/>
              <a:ext cx="499" cy="590"/>
              <a:chOff x="476" y="663"/>
              <a:chExt cx="771" cy="862"/>
            </a:xfrm>
          </p:grpSpPr>
          <p:sp>
            <p:nvSpPr>
              <p:cNvPr id="56350" name="AutoShape 191"/>
              <p:cNvSpPr>
                <a:spLocks noChangeArrowheads="1"/>
              </p:cNvSpPr>
              <p:nvPr/>
            </p:nvSpPr>
            <p:spPr bwMode="auto">
              <a:xfrm>
                <a:off x="476" y="663"/>
                <a:ext cx="317" cy="862"/>
              </a:xfrm>
              <a:custGeom>
                <a:avLst/>
                <a:gdLst/>
                <a:ahLst/>
                <a:cxnLst>
                  <a:cxn ang="0">
                    <a:pos x="2646" y="3717"/>
                  </a:cxn>
                  <a:cxn ang="0">
                    <a:pos x="10800" y="0"/>
                  </a:cxn>
                  <a:cxn ang="0">
                    <a:pos x="18953" y="3717"/>
                  </a:cxn>
                  <a:cxn ang="0">
                    <a:pos x="10799" y="0"/>
                  </a:cxn>
                  <a:cxn ang="0">
                    <a:pos x="2646" y="3717"/>
                  </a:cxn>
                </a:cxnLst>
                <a:rect l="0" t="0" r="r" b="b"/>
                <a:pathLst>
                  <a:path w="21600" h="21600">
                    <a:moveTo>
                      <a:pt x="2646" y="3717"/>
                    </a:moveTo>
                    <a:cubicBezTo>
                      <a:pt x="4698" y="1356"/>
                      <a:pt x="7672" y="-1"/>
                      <a:pt x="10800" y="0"/>
                    </a:cubicBezTo>
                    <a:cubicBezTo>
                      <a:pt x="13927" y="0"/>
                      <a:pt x="16901" y="1356"/>
                      <a:pt x="18953" y="3717"/>
                    </a:cubicBezTo>
                    <a:cubicBezTo>
                      <a:pt x="16901" y="1356"/>
                      <a:pt x="13927" y="-1"/>
                      <a:pt x="10799" y="0"/>
                    </a:cubicBezTo>
                    <a:cubicBezTo>
                      <a:pt x="7672" y="0"/>
                      <a:pt x="4698" y="1356"/>
                      <a:pt x="2646" y="3717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764700"/>
                  </a:gs>
                  <a:gs pos="50000">
                    <a:srgbClr val="FF9900"/>
                  </a:gs>
                  <a:gs pos="100000">
                    <a:srgbClr val="764700"/>
                  </a:gs>
                </a:gsLst>
                <a:lin ang="5400000" scaled="1"/>
              </a:gradFill>
              <a:ln w="38100">
                <a:solidFill>
                  <a:srgbClr val="FF99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6351" name="AutoShape 192"/>
              <p:cNvSpPr>
                <a:spLocks noChangeArrowheads="1"/>
              </p:cNvSpPr>
              <p:nvPr/>
            </p:nvSpPr>
            <p:spPr bwMode="auto">
              <a:xfrm>
                <a:off x="703" y="663"/>
                <a:ext cx="317" cy="862"/>
              </a:xfrm>
              <a:custGeom>
                <a:avLst/>
                <a:gdLst/>
                <a:ahLst/>
                <a:cxnLst>
                  <a:cxn ang="0">
                    <a:pos x="2646" y="3717"/>
                  </a:cxn>
                  <a:cxn ang="0">
                    <a:pos x="10800" y="0"/>
                  </a:cxn>
                  <a:cxn ang="0">
                    <a:pos x="18953" y="3717"/>
                  </a:cxn>
                  <a:cxn ang="0">
                    <a:pos x="10799" y="0"/>
                  </a:cxn>
                  <a:cxn ang="0">
                    <a:pos x="2646" y="3717"/>
                  </a:cxn>
                </a:cxnLst>
                <a:rect l="0" t="0" r="r" b="b"/>
                <a:pathLst>
                  <a:path w="21600" h="21600">
                    <a:moveTo>
                      <a:pt x="2646" y="3717"/>
                    </a:moveTo>
                    <a:cubicBezTo>
                      <a:pt x="4698" y="1356"/>
                      <a:pt x="7672" y="-1"/>
                      <a:pt x="10800" y="0"/>
                    </a:cubicBezTo>
                    <a:cubicBezTo>
                      <a:pt x="13927" y="0"/>
                      <a:pt x="16901" y="1356"/>
                      <a:pt x="18953" y="3717"/>
                    </a:cubicBezTo>
                    <a:cubicBezTo>
                      <a:pt x="16901" y="1356"/>
                      <a:pt x="13927" y="-1"/>
                      <a:pt x="10799" y="0"/>
                    </a:cubicBezTo>
                    <a:cubicBezTo>
                      <a:pt x="7672" y="0"/>
                      <a:pt x="4698" y="1356"/>
                      <a:pt x="2646" y="3717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764700"/>
                  </a:gs>
                  <a:gs pos="50000">
                    <a:srgbClr val="FF9900"/>
                  </a:gs>
                  <a:gs pos="100000">
                    <a:srgbClr val="764700"/>
                  </a:gs>
                </a:gsLst>
                <a:lin ang="5400000" scaled="1"/>
              </a:gradFill>
              <a:ln w="38100">
                <a:solidFill>
                  <a:srgbClr val="FF99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6352" name="AutoShape 193"/>
              <p:cNvSpPr>
                <a:spLocks noChangeArrowheads="1"/>
              </p:cNvSpPr>
              <p:nvPr/>
            </p:nvSpPr>
            <p:spPr bwMode="auto">
              <a:xfrm>
                <a:off x="930" y="663"/>
                <a:ext cx="317" cy="862"/>
              </a:xfrm>
              <a:custGeom>
                <a:avLst/>
                <a:gdLst/>
                <a:ahLst/>
                <a:cxnLst>
                  <a:cxn ang="0">
                    <a:pos x="2646" y="3717"/>
                  </a:cxn>
                  <a:cxn ang="0">
                    <a:pos x="10800" y="0"/>
                  </a:cxn>
                  <a:cxn ang="0">
                    <a:pos x="18953" y="3717"/>
                  </a:cxn>
                  <a:cxn ang="0">
                    <a:pos x="10799" y="0"/>
                  </a:cxn>
                  <a:cxn ang="0">
                    <a:pos x="2646" y="3717"/>
                  </a:cxn>
                </a:cxnLst>
                <a:rect l="0" t="0" r="r" b="b"/>
                <a:pathLst>
                  <a:path w="21600" h="21600">
                    <a:moveTo>
                      <a:pt x="2646" y="3717"/>
                    </a:moveTo>
                    <a:cubicBezTo>
                      <a:pt x="4698" y="1356"/>
                      <a:pt x="7672" y="-1"/>
                      <a:pt x="10800" y="0"/>
                    </a:cubicBezTo>
                    <a:cubicBezTo>
                      <a:pt x="13927" y="0"/>
                      <a:pt x="16901" y="1356"/>
                      <a:pt x="18953" y="3717"/>
                    </a:cubicBezTo>
                    <a:cubicBezTo>
                      <a:pt x="16901" y="1356"/>
                      <a:pt x="13927" y="-1"/>
                      <a:pt x="10799" y="0"/>
                    </a:cubicBezTo>
                    <a:cubicBezTo>
                      <a:pt x="7672" y="0"/>
                      <a:pt x="4698" y="1356"/>
                      <a:pt x="2646" y="3717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764700"/>
                  </a:gs>
                  <a:gs pos="50000">
                    <a:srgbClr val="FF9900"/>
                  </a:gs>
                  <a:gs pos="100000">
                    <a:srgbClr val="764700"/>
                  </a:gs>
                </a:gsLst>
                <a:lin ang="5400000" scaled="1"/>
              </a:gradFill>
              <a:ln w="38100">
                <a:solidFill>
                  <a:srgbClr val="FF99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56353" name="Text Box 194"/>
            <p:cNvSpPr txBox="1">
              <a:spLocks noChangeArrowheads="1"/>
            </p:cNvSpPr>
            <p:nvPr/>
          </p:nvSpPr>
          <p:spPr bwMode="auto">
            <a:xfrm>
              <a:off x="3475" y="2886"/>
              <a:ext cx="390" cy="327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6</a:t>
              </a:r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  <a:sym typeface="Symbol" pitchFamily="18" charset="2"/>
                </a:rPr>
                <a:t>H</a:t>
              </a:r>
              <a:endParaRPr lang="en-US" altLang="zh-CN" b="0">
                <a:ea typeface="仿宋_GB2312" pitchFamily="49" charset="-122"/>
                <a:sym typeface="Symbol" pitchFamily="18" charset="2"/>
              </a:endParaRPr>
            </a:p>
          </p:txBody>
        </p:sp>
      </p:grpSp>
      <p:grpSp>
        <p:nvGrpSpPr>
          <p:cNvPr id="68803" name="Group 195"/>
          <p:cNvGrpSpPr>
            <a:grpSpLocks/>
          </p:cNvGrpSpPr>
          <p:nvPr/>
        </p:nvGrpSpPr>
        <p:grpSpPr bwMode="auto">
          <a:xfrm>
            <a:off x="5292725" y="1700213"/>
            <a:ext cx="754063" cy="534987"/>
            <a:chOff x="1861" y="1823"/>
            <a:chExt cx="475" cy="337"/>
          </a:xfrm>
        </p:grpSpPr>
        <p:sp>
          <p:nvSpPr>
            <p:cNvPr id="56355" name="Text Box 196"/>
            <p:cNvSpPr txBox="1">
              <a:spLocks noChangeArrowheads="1"/>
            </p:cNvSpPr>
            <p:nvPr/>
          </p:nvSpPr>
          <p:spPr bwMode="auto">
            <a:xfrm>
              <a:off x="1861" y="1823"/>
              <a:ext cx="474" cy="32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t</a:t>
              </a:r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 &gt;0</a:t>
              </a:r>
              <a:endParaRPr lang="en-US" altLang="zh-CN" b="0">
                <a:ea typeface="仿宋_GB2312" pitchFamily="49" charset="-122"/>
              </a:endParaRPr>
            </a:p>
          </p:txBody>
        </p:sp>
        <p:sp>
          <p:nvSpPr>
            <p:cNvPr id="56356" name="Line 197"/>
            <p:cNvSpPr>
              <a:spLocks noChangeShapeType="1"/>
            </p:cNvSpPr>
            <p:nvPr/>
          </p:nvSpPr>
          <p:spPr bwMode="auto">
            <a:xfrm>
              <a:off x="1882" y="2160"/>
              <a:ext cx="454" cy="0"/>
            </a:xfrm>
            <a:prstGeom prst="line">
              <a:avLst/>
            </a:prstGeom>
            <a:noFill/>
            <a:ln w="76200">
              <a:solidFill>
                <a:srgbClr val="0099FF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68852" name="Group 244"/>
          <p:cNvGrpSpPr>
            <a:grpSpLocks/>
          </p:cNvGrpSpPr>
          <p:nvPr/>
        </p:nvGrpSpPr>
        <p:grpSpPr bwMode="auto">
          <a:xfrm>
            <a:off x="250825" y="1412875"/>
            <a:ext cx="5211763" cy="2376488"/>
            <a:chOff x="158" y="890"/>
            <a:chExt cx="3283" cy="1497"/>
          </a:xfrm>
        </p:grpSpPr>
        <p:sp>
          <p:nvSpPr>
            <p:cNvPr id="56358" name="Oval 200"/>
            <p:cNvSpPr>
              <a:spLocks noChangeArrowheads="1"/>
            </p:cNvSpPr>
            <p:nvPr/>
          </p:nvSpPr>
          <p:spPr bwMode="auto">
            <a:xfrm>
              <a:off x="657" y="1454"/>
              <a:ext cx="363" cy="363"/>
            </a:xfrm>
            <a:prstGeom prst="ellipse">
              <a:avLst/>
            </a:prstGeom>
            <a:gradFill rotWithShape="1">
              <a:gsLst>
                <a:gs pos="0">
                  <a:srgbClr val="0099FF"/>
                </a:gs>
                <a:gs pos="100000">
                  <a:srgbClr val="004776"/>
                </a:gs>
              </a:gsLst>
              <a:path path="shape">
                <a:fillToRect l="50000" t="50000" r="50000" b="50000"/>
              </a:path>
            </a:gradFill>
            <a:ln w="38100">
              <a:solidFill>
                <a:srgbClr val="FF99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6359" name="Line 201"/>
            <p:cNvSpPr>
              <a:spLocks noChangeShapeType="1"/>
            </p:cNvSpPr>
            <p:nvPr/>
          </p:nvSpPr>
          <p:spPr bwMode="auto">
            <a:xfrm>
              <a:off x="2290" y="1318"/>
              <a:ext cx="0" cy="317"/>
            </a:xfrm>
            <a:prstGeom prst="line">
              <a:avLst/>
            </a:prstGeom>
            <a:noFill/>
            <a:ln w="38100">
              <a:solidFill>
                <a:srgbClr val="00FFFF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360" name="Text Box 202"/>
            <p:cNvSpPr txBox="1">
              <a:spLocks noChangeArrowheads="1"/>
            </p:cNvSpPr>
            <p:nvPr/>
          </p:nvSpPr>
          <p:spPr bwMode="auto">
            <a:xfrm>
              <a:off x="2017" y="1272"/>
              <a:ext cx="263" cy="327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i</a:t>
              </a:r>
              <a:r>
                <a:rPr lang="en-US" altLang="zh-CN" b="0" i="1" baseline="-2500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L</a:t>
              </a:r>
              <a:endParaRPr lang="en-US" altLang="zh-CN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56361" name="Text Box 203"/>
            <p:cNvSpPr txBox="1">
              <a:spLocks noChangeArrowheads="1"/>
            </p:cNvSpPr>
            <p:nvPr/>
          </p:nvSpPr>
          <p:spPr bwMode="auto">
            <a:xfrm>
              <a:off x="547" y="890"/>
              <a:ext cx="691" cy="327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S(</a:t>
              </a:r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t</a:t>
              </a:r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=0)</a:t>
              </a:r>
            </a:p>
          </p:txBody>
        </p:sp>
        <p:sp>
          <p:nvSpPr>
            <p:cNvPr id="56362" name="Text Box 204"/>
            <p:cNvSpPr txBox="1">
              <a:spLocks noChangeArrowheads="1"/>
            </p:cNvSpPr>
            <p:nvPr/>
          </p:nvSpPr>
          <p:spPr bwMode="auto">
            <a:xfrm>
              <a:off x="475" y="1181"/>
              <a:ext cx="257" cy="288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sz="240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+</a:t>
              </a:r>
            </a:p>
          </p:txBody>
        </p:sp>
        <p:sp>
          <p:nvSpPr>
            <p:cNvPr id="56363" name="Text Box 205"/>
            <p:cNvSpPr txBox="1">
              <a:spLocks noChangeArrowheads="1"/>
            </p:cNvSpPr>
            <p:nvPr/>
          </p:nvSpPr>
          <p:spPr bwMode="auto">
            <a:xfrm>
              <a:off x="475" y="1726"/>
              <a:ext cx="243" cy="288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sz="240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–</a:t>
              </a:r>
            </a:p>
          </p:txBody>
        </p:sp>
        <p:sp>
          <p:nvSpPr>
            <p:cNvPr id="56364" name="Text Box 206"/>
            <p:cNvSpPr txBox="1">
              <a:spLocks noChangeArrowheads="1"/>
            </p:cNvSpPr>
            <p:nvPr/>
          </p:nvSpPr>
          <p:spPr bwMode="auto">
            <a:xfrm>
              <a:off x="158" y="1499"/>
              <a:ext cx="590" cy="327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24V</a:t>
              </a:r>
              <a:endParaRPr lang="en-US" altLang="zh-CN" b="0" baseline="-2500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56365" name="Text Box 207"/>
            <p:cNvSpPr txBox="1">
              <a:spLocks noChangeArrowheads="1"/>
            </p:cNvSpPr>
            <p:nvPr/>
          </p:nvSpPr>
          <p:spPr bwMode="auto">
            <a:xfrm>
              <a:off x="2426" y="1771"/>
              <a:ext cx="390" cy="327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6H</a:t>
              </a:r>
            </a:p>
          </p:txBody>
        </p:sp>
        <p:sp>
          <p:nvSpPr>
            <p:cNvPr id="56366" name="Text Box 208"/>
            <p:cNvSpPr txBox="1">
              <a:spLocks noChangeArrowheads="1"/>
            </p:cNvSpPr>
            <p:nvPr/>
          </p:nvSpPr>
          <p:spPr bwMode="auto">
            <a:xfrm>
              <a:off x="2426" y="1253"/>
              <a:ext cx="400" cy="327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3</a:t>
              </a:r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  <a:sym typeface="Symbol" pitchFamily="18" charset="2"/>
                </a:rPr>
                <a:t></a:t>
              </a:r>
              <a:endParaRPr lang="en-US" altLang="zh-CN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56367" name="Line 209"/>
            <p:cNvSpPr>
              <a:spLocks noChangeShapeType="1"/>
            </p:cNvSpPr>
            <p:nvPr/>
          </p:nvSpPr>
          <p:spPr bwMode="auto">
            <a:xfrm flipH="1">
              <a:off x="1473" y="1227"/>
              <a:ext cx="1512" cy="0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368" name="Line 210"/>
            <p:cNvSpPr>
              <a:spLocks noChangeShapeType="1"/>
            </p:cNvSpPr>
            <p:nvPr/>
          </p:nvSpPr>
          <p:spPr bwMode="auto">
            <a:xfrm flipH="1">
              <a:off x="838" y="1272"/>
              <a:ext cx="318" cy="0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 type="oval" w="med" len="med"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369" name="Line 211"/>
            <p:cNvSpPr>
              <a:spLocks noChangeShapeType="1"/>
            </p:cNvSpPr>
            <p:nvPr/>
          </p:nvSpPr>
          <p:spPr bwMode="auto">
            <a:xfrm>
              <a:off x="838" y="2387"/>
              <a:ext cx="2148" cy="0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370" name="Line 212"/>
            <p:cNvSpPr>
              <a:spLocks noChangeShapeType="1"/>
            </p:cNvSpPr>
            <p:nvPr/>
          </p:nvSpPr>
          <p:spPr bwMode="auto">
            <a:xfrm>
              <a:off x="2380" y="2115"/>
              <a:ext cx="0" cy="272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 type="oval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371" name="Line 213"/>
            <p:cNvSpPr>
              <a:spLocks noChangeShapeType="1"/>
            </p:cNvSpPr>
            <p:nvPr/>
          </p:nvSpPr>
          <p:spPr bwMode="auto">
            <a:xfrm>
              <a:off x="2380" y="1227"/>
              <a:ext cx="0" cy="544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 type="oval" w="med" len="med"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372" name="Line 214"/>
            <p:cNvSpPr>
              <a:spLocks noChangeShapeType="1"/>
            </p:cNvSpPr>
            <p:nvPr/>
          </p:nvSpPr>
          <p:spPr bwMode="auto">
            <a:xfrm>
              <a:off x="2970" y="1227"/>
              <a:ext cx="0" cy="1160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373" name="Line 215"/>
            <p:cNvSpPr>
              <a:spLocks noChangeShapeType="1"/>
            </p:cNvSpPr>
            <p:nvPr/>
          </p:nvSpPr>
          <p:spPr bwMode="auto">
            <a:xfrm>
              <a:off x="1518" y="1499"/>
              <a:ext cx="0" cy="888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 type="oval" w="med" len="med"/>
              <a:tailEnd type="oval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374" name="Text Box 216"/>
            <p:cNvSpPr txBox="1">
              <a:spLocks noChangeArrowheads="1"/>
            </p:cNvSpPr>
            <p:nvPr/>
          </p:nvSpPr>
          <p:spPr bwMode="auto">
            <a:xfrm>
              <a:off x="863" y="1888"/>
              <a:ext cx="400" cy="327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4</a:t>
              </a:r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  <a:sym typeface="Symbol" pitchFamily="18" charset="2"/>
                </a:rPr>
                <a:t></a:t>
              </a:r>
              <a:endParaRPr lang="en-US" altLang="zh-CN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56375" name="Line 217"/>
            <p:cNvSpPr>
              <a:spLocks noChangeShapeType="1"/>
            </p:cNvSpPr>
            <p:nvPr/>
          </p:nvSpPr>
          <p:spPr bwMode="auto">
            <a:xfrm flipV="1">
              <a:off x="1156" y="1207"/>
              <a:ext cx="363" cy="137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 type="oval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376" name="Line 218"/>
            <p:cNvSpPr>
              <a:spLocks noChangeShapeType="1"/>
            </p:cNvSpPr>
            <p:nvPr/>
          </p:nvSpPr>
          <p:spPr bwMode="auto">
            <a:xfrm flipH="1" flipV="1">
              <a:off x="1292" y="1162"/>
              <a:ext cx="85" cy="226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 type="triangle" w="med" len="med"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377" name="Line 219"/>
            <p:cNvSpPr>
              <a:spLocks noChangeShapeType="1"/>
            </p:cNvSpPr>
            <p:nvPr/>
          </p:nvSpPr>
          <p:spPr bwMode="auto">
            <a:xfrm>
              <a:off x="838" y="1272"/>
              <a:ext cx="0" cy="1115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378" name="Text Box 220"/>
            <p:cNvSpPr txBox="1">
              <a:spLocks noChangeArrowheads="1"/>
            </p:cNvSpPr>
            <p:nvPr/>
          </p:nvSpPr>
          <p:spPr bwMode="auto">
            <a:xfrm>
              <a:off x="1564" y="1752"/>
              <a:ext cx="400" cy="327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4</a:t>
              </a:r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  <a:sym typeface="Symbol" pitchFamily="18" charset="2"/>
                </a:rPr>
                <a:t></a:t>
              </a:r>
              <a:endParaRPr lang="en-US" altLang="zh-CN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56379" name="Text Box 221"/>
            <p:cNvSpPr txBox="1">
              <a:spLocks noChangeArrowheads="1"/>
            </p:cNvSpPr>
            <p:nvPr/>
          </p:nvSpPr>
          <p:spPr bwMode="auto">
            <a:xfrm>
              <a:off x="3041" y="1571"/>
              <a:ext cx="400" cy="327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6</a:t>
              </a:r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  <a:sym typeface="Symbol" pitchFamily="18" charset="2"/>
                </a:rPr>
                <a:t></a:t>
              </a:r>
              <a:endParaRPr lang="en-US" altLang="zh-CN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56380" name="Text Box 222"/>
            <p:cNvSpPr txBox="1">
              <a:spLocks noChangeArrowheads="1"/>
            </p:cNvSpPr>
            <p:nvPr/>
          </p:nvSpPr>
          <p:spPr bwMode="auto">
            <a:xfrm>
              <a:off x="2063" y="1590"/>
              <a:ext cx="257" cy="288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sz="240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+</a:t>
              </a:r>
            </a:p>
          </p:txBody>
        </p:sp>
        <p:sp>
          <p:nvSpPr>
            <p:cNvPr id="56381" name="Text Box 223"/>
            <p:cNvSpPr txBox="1">
              <a:spLocks noChangeArrowheads="1"/>
            </p:cNvSpPr>
            <p:nvPr/>
          </p:nvSpPr>
          <p:spPr bwMode="auto">
            <a:xfrm>
              <a:off x="2063" y="2043"/>
              <a:ext cx="257" cy="288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zh-CN" altLang="en-US" sz="240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－</a:t>
              </a:r>
            </a:p>
          </p:txBody>
        </p:sp>
        <p:sp>
          <p:nvSpPr>
            <p:cNvPr id="56382" name="Text Box 224"/>
            <p:cNvSpPr txBox="1">
              <a:spLocks noChangeArrowheads="1"/>
            </p:cNvSpPr>
            <p:nvPr/>
          </p:nvSpPr>
          <p:spPr bwMode="auto">
            <a:xfrm>
              <a:off x="2041" y="1790"/>
              <a:ext cx="313" cy="327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u</a:t>
              </a:r>
              <a:r>
                <a:rPr lang="en-US" altLang="zh-CN" b="0" i="1" baseline="-2500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L</a:t>
              </a:r>
              <a:endParaRPr lang="en-US" altLang="zh-CN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56383" name="Text Box 225"/>
            <p:cNvSpPr txBox="1">
              <a:spLocks noChangeArrowheads="1"/>
            </p:cNvSpPr>
            <p:nvPr/>
          </p:nvSpPr>
          <p:spPr bwMode="auto">
            <a:xfrm>
              <a:off x="1771" y="900"/>
              <a:ext cx="400" cy="327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2</a:t>
              </a:r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  <a:sym typeface="Symbol" pitchFamily="18" charset="2"/>
                </a:rPr>
                <a:t></a:t>
              </a:r>
              <a:endParaRPr lang="en-US" altLang="zh-CN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56384" name="Text Box 226"/>
            <p:cNvSpPr txBox="1">
              <a:spLocks noChangeArrowheads="1"/>
            </p:cNvSpPr>
            <p:nvPr/>
          </p:nvSpPr>
          <p:spPr bwMode="auto">
            <a:xfrm>
              <a:off x="975" y="1253"/>
              <a:ext cx="272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1</a:t>
              </a:r>
            </a:p>
          </p:txBody>
        </p:sp>
        <p:sp>
          <p:nvSpPr>
            <p:cNvPr id="56385" name="Text Box 227"/>
            <p:cNvSpPr txBox="1">
              <a:spLocks noChangeArrowheads="1"/>
            </p:cNvSpPr>
            <p:nvPr/>
          </p:nvSpPr>
          <p:spPr bwMode="auto">
            <a:xfrm>
              <a:off x="1518" y="1272"/>
              <a:ext cx="272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2</a:t>
              </a:r>
            </a:p>
          </p:txBody>
        </p:sp>
        <p:sp>
          <p:nvSpPr>
            <p:cNvPr id="56386" name="Rectangle 228"/>
            <p:cNvSpPr>
              <a:spLocks noChangeArrowheads="1"/>
            </p:cNvSpPr>
            <p:nvPr/>
          </p:nvSpPr>
          <p:spPr bwMode="auto">
            <a:xfrm rot="5400000">
              <a:off x="2252" y="1395"/>
              <a:ext cx="297" cy="137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</a:gradFill>
            <a:ln w="2857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6387" name="Rectangle 229"/>
            <p:cNvSpPr>
              <a:spLocks noChangeArrowheads="1"/>
            </p:cNvSpPr>
            <p:nvPr/>
          </p:nvSpPr>
          <p:spPr bwMode="auto">
            <a:xfrm rot="5400000">
              <a:off x="1390" y="1869"/>
              <a:ext cx="297" cy="137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</a:gradFill>
            <a:ln w="2857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6388" name="Rectangle 230"/>
            <p:cNvSpPr>
              <a:spLocks noChangeArrowheads="1"/>
            </p:cNvSpPr>
            <p:nvPr/>
          </p:nvSpPr>
          <p:spPr bwMode="auto">
            <a:xfrm rot="5400000">
              <a:off x="2842" y="1667"/>
              <a:ext cx="297" cy="137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</a:gradFill>
            <a:ln w="2857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6389" name="Rectangle 231"/>
            <p:cNvSpPr>
              <a:spLocks noChangeArrowheads="1"/>
            </p:cNvSpPr>
            <p:nvPr/>
          </p:nvSpPr>
          <p:spPr bwMode="auto">
            <a:xfrm>
              <a:off x="1791" y="1181"/>
              <a:ext cx="297" cy="137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</a:gradFill>
            <a:ln w="2857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6390" name="Rectangle 232"/>
            <p:cNvSpPr>
              <a:spLocks noChangeArrowheads="1"/>
            </p:cNvSpPr>
            <p:nvPr/>
          </p:nvSpPr>
          <p:spPr bwMode="auto">
            <a:xfrm rot="5400000">
              <a:off x="664" y="1984"/>
              <a:ext cx="297" cy="137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</a:gradFill>
            <a:ln w="2857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56391" name="Group 233"/>
            <p:cNvGrpSpPr>
              <a:grpSpLocks/>
            </p:cNvGrpSpPr>
            <p:nvPr/>
          </p:nvGrpSpPr>
          <p:grpSpPr bwMode="auto">
            <a:xfrm>
              <a:off x="2380" y="1752"/>
              <a:ext cx="91" cy="363"/>
              <a:chOff x="2744" y="2931"/>
              <a:chExt cx="57" cy="283"/>
            </a:xfrm>
          </p:grpSpPr>
          <p:sp>
            <p:nvSpPr>
              <p:cNvPr id="56392" name="Arc 234"/>
              <p:cNvSpPr>
                <a:spLocks noChangeArrowheads="1"/>
              </p:cNvSpPr>
              <p:nvPr/>
            </p:nvSpPr>
            <p:spPr bwMode="auto">
              <a:xfrm rot="10800000" flipH="1" flipV="1">
                <a:off x="2744" y="2931"/>
                <a:ext cx="57" cy="91"/>
              </a:xfrm>
              <a:custGeom>
                <a:avLst/>
                <a:gdLst/>
                <a:ahLst/>
                <a:cxnLst>
                  <a:cxn ang="0">
                    <a:pos x="1123" y="0"/>
                  </a:cxn>
                  <a:cxn ang="0">
                    <a:pos x="22723" y="21600"/>
                  </a:cxn>
                  <a:cxn ang="0">
                    <a:pos x="1123" y="43200"/>
                  </a:cxn>
                  <a:cxn ang="0">
                    <a:pos x="0" y="43170"/>
                  </a:cxn>
                  <a:cxn ang="0">
                    <a:pos x="1123" y="0"/>
                  </a:cxn>
                  <a:cxn ang="0">
                    <a:pos x="22723" y="21600"/>
                  </a:cxn>
                  <a:cxn ang="0">
                    <a:pos x="1123" y="43200"/>
                  </a:cxn>
                  <a:cxn ang="0">
                    <a:pos x="0" y="43170"/>
                  </a:cxn>
                  <a:cxn ang="0">
                    <a:pos x="1123" y="21600"/>
                  </a:cxn>
                  <a:cxn ang="0">
                    <a:pos x="1123" y="0"/>
                  </a:cxn>
                </a:cxnLst>
                <a:rect l="0" t="0" r="r" b="b"/>
                <a:pathLst>
                  <a:path w="22723" h="43200" fill="none">
                    <a:moveTo>
                      <a:pt x="1123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>
                    <a:moveTo>
                      <a:pt x="1123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lnTo>
                      <a:pt x="1123" y="0"/>
                    </a:lnTo>
                    <a:close/>
                  </a:path>
                </a:pathLst>
              </a:custGeom>
              <a:noFill/>
              <a:ln w="38100">
                <a:solidFill>
                  <a:srgbClr val="FF99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6393" name="Arc 235"/>
              <p:cNvSpPr>
                <a:spLocks noChangeArrowheads="1"/>
              </p:cNvSpPr>
              <p:nvPr/>
            </p:nvSpPr>
            <p:spPr bwMode="auto">
              <a:xfrm rot="10800000" flipH="1" flipV="1">
                <a:off x="2744" y="3027"/>
                <a:ext cx="57" cy="91"/>
              </a:xfrm>
              <a:custGeom>
                <a:avLst/>
                <a:gdLst/>
                <a:ahLst/>
                <a:cxnLst>
                  <a:cxn ang="0">
                    <a:pos x="1123" y="0"/>
                  </a:cxn>
                  <a:cxn ang="0">
                    <a:pos x="22723" y="21600"/>
                  </a:cxn>
                  <a:cxn ang="0">
                    <a:pos x="1123" y="43200"/>
                  </a:cxn>
                  <a:cxn ang="0">
                    <a:pos x="0" y="43170"/>
                  </a:cxn>
                  <a:cxn ang="0">
                    <a:pos x="1123" y="0"/>
                  </a:cxn>
                  <a:cxn ang="0">
                    <a:pos x="22723" y="21600"/>
                  </a:cxn>
                  <a:cxn ang="0">
                    <a:pos x="1123" y="43200"/>
                  </a:cxn>
                  <a:cxn ang="0">
                    <a:pos x="0" y="43170"/>
                  </a:cxn>
                  <a:cxn ang="0">
                    <a:pos x="1123" y="21600"/>
                  </a:cxn>
                  <a:cxn ang="0">
                    <a:pos x="1123" y="0"/>
                  </a:cxn>
                </a:cxnLst>
                <a:rect l="0" t="0" r="r" b="b"/>
                <a:pathLst>
                  <a:path w="22723" h="43200" fill="none">
                    <a:moveTo>
                      <a:pt x="1123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>
                    <a:moveTo>
                      <a:pt x="1123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lnTo>
                      <a:pt x="1123" y="0"/>
                    </a:lnTo>
                    <a:close/>
                  </a:path>
                </a:pathLst>
              </a:custGeom>
              <a:noFill/>
              <a:ln w="38100">
                <a:solidFill>
                  <a:srgbClr val="FF99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6394" name="Arc 236"/>
              <p:cNvSpPr>
                <a:spLocks noChangeArrowheads="1"/>
              </p:cNvSpPr>
              <p:nvPr/>
            </p:nvSpPr>
            <p:spPr bwMode="auto">
              <a:xfrm rot="10800000" flipH="1" flipV="1">
                <a:off x="2744" y="3123"/>
                <a:ext cx="57" cy="91"/>
              </a:xfrm>
              <a:custGeom>
                <a:avLst/>
                <a:gdLst/>
                <a:ahLst/>
                <a:cxnLst>
                  <a:cxn ang="0">
                    <a:pos x="1123" y="0"/>
                  </a:cxn>
                  <a:cxn ang="0">
                    <a:pos x="22723" y="21600"/>
                  </a:cxn>
                  <a:cxn ang="0">
                    <a:pos x="1123" y="43200"/>
                  </a:cxn>
                  <a:cxn ang="0">
                    <a:pos x="0" y="43170"/>
                  </a:cxn>
                  <a:cxn ang="0">
                    <a:pos x="1123" y="0"/>
                  </a:cxn>
                  <a:cxn ang="0">
                    <a:pos x="22723" y="21600"/>
                  </a:cxn>
                  <a:cxn ang="0">
                    <a:pos x="1123" y="43200"/>
                  </a:cxn>
                  <a:cxn ang="0">
                    <a:pos x="0" y="43170"/>
                  </a:cxn>
                  <a:cxn ang="0">
                    <a:pos x="1123" y="21600"/>
                  </a:cxn>
                  <a:cxn ang="0">
                    <a:pos x="1123" y="0"/>
                  </a:cxn>
                </a:cxnLst>
                <a:rect l="0" t="0" r="r" b="b"/>
                <a:pathLst>
                  <a:path w="22723" h="43200" fill="none">
                    <a:moveTo>
                      <a:pt x="1123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>
                    <a:moveTo>
                      <a:pt x="1123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lnTo>
                      <a:pt x="1123" y="0"/>
                    </a:lnTo>
                    <a:close/>
                  </a:path>
                </a:pathLst>
              </a:custGeom>
              <a:noFill/>
              <a:ln w="38100">
                <a:solidFill>
                  <a:srgbClr val="FF99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grpSp>
        <p:nvGrpSpPr>
          <p:cNvPr id="56395" name="Group 240"/>
          <p:cNvGrpSpPr>
            <a:grpSpLocks/>
          </p:cNvGrpSpPr>
          <p:nvPr/>
        </p:nvGrpSpPr>
        <p:grpSpPr bwMode="auto">
          <a:xfrm>
            <a:off x="6588125" y="6445250"/>
            <a:ext cx="792163" cy="366713"/>
            <a:chOff x="4649" y="4020"/>
            <a:chExt cx="499" cy="231"/>
          </a:xfrm>
        </p:grpSpPr>
        <p:pic>
          <p:nvPicPr>
            <p:cNvPr id="56396" name="Picture 241" descr="78900"/>
            <p:cNvPicPr>
              <a:picLocks noChangeAspect="1" noChangeArrowheads="1"/>
            </p:cNvPicPr>
            <p:nvPr/>
          </p:nvPicPr>
          <p:blipFill>
            <a:blip r:embed="rId6"/>
            <a:srcRect/>
            <a:stretch>
              <a:fillRect/>
            </a:stretch>
          </p:blipFill>
          <p:spPr bwMode="auto"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56397" name="Text Box 242">
              <a:hlinkClick r:id="rId7" action="ppaction://hlinksldjump"/>
            </p:cNvPr>
            <p:cNvSpPr txBox="1">
              <a:spLocks noChangeArrowheads="1"/>
            </p:cNvSpPr>
            <p:nvPr/>
          </p:nvSpPr>
          <p:spPr bwMode="auto"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0">
                  <a:solidFill>
                    <a:schemeClr val="bg1"/>
                  </a:solidFill>
                  <a:latin typeface="隶书" pitchFamily="49" charset="-122"/>
                  <a:ea typeface="隶书" pitchFamily="49" charset="-122"/>
                </a:rPr>
                <a:t>返 回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686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86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86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686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" dur="500"/>
                                        <p:tgtEl>
                                          <p:spTgt spid="688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500"/>
                            </p:stCondLst>
                            <p:childTnLst>
                              <p:par>
                                <p:cTn id="16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86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86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686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686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686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686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2000"/>
                                        <p:tgtEl>
                                          <p:spTgt spid="686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7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2000"/>
                                        <p:tgtEl>
                                          <p:spTgt spid="687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8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42" dur="500"/>
                                        <p:tgtEl>
                                          <p:spTgt spid="688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500"/>
                            </p:stCondLst>
                            <p:childTnLst>
                              <p:par>
                                <p:cTn id="44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7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500"/>
                                        <p:tgtEl>
                                          <p:spTgt spid="687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2000"/>
                                        <p:tgtEl>
                                          <p:spTgt spid="686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8612" grpId="0"/>
      <p:bldP spid="68613" grpId="0"/>
      <p:bldP spid="68666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4692" name="Object 4"/>
          <p:cNvGraphicFramePr>
            <a:graphicFrameLocks noChangeAspect="1"/>
          </p:cNvGraphicFramePr>
          <p:nvPr/>
        </p:nvGraphicFramePr>
        <p:xfrm>
          <a:off x="1187450" y="3284538"/>
          <a:ext cx="6824663" cy="1085850"/>
        </p:xfrm>
        <a:graphic>
          <a:graphicData uri="http://schemas.openxmlformats.org/presentationml/2006/ole">
            <p:oleObj spid="_x0000_s57345" r:id="rId3" imgW="2607120" imgH="403560" progId="Equation.3">
              <p:embed/>
            </p:oleObj>
          </a:graphicData>
        </a:graphic>
      </p:graphicFrame>
      <p:graphicFrame>
        <p:nvGraphicFramePr>
          <p:cNvPr id="114765" name="Object 77"/>
          <p:cNvGraphicFramePr>
            <a:graphicFrameLocks noChangeAspect="1"/>
          </p:cNvGraphicFramePr>
          <p:nvPr/>
        </p:nvGraphicFramePr>
        <p:xfrm>
          <a:off x="1204913" y="4292600"/>
          <a:ext cx="5311775" cy="1077913"/>
        </p:xfrm>
        <a:graphic>
          <a:graphicData uri="http://schemas.openxmlformats.org/presentationml/2006/ole">
            <p:oleObj spid="_x0000_s57346" r:id="rId4" imgW="1842480" imgH="392040" progId="Equation.3">
              <p:embed/>
            </p:oleObj>
          </a:graphicData>
        </a:graphic>
      </p:graphicFrame>
      <p:grpSp>
        <p:nvGrpSpPr>
          <p:cNvPr id="57347" name="Group 78"/>
          <p:cNvGrpSpPr>
            <a:grpSpLocks/>
          </p:cNvGrpSpPr>
          <p:nvPr/>
        </p:nvGrpSpPr>
        <p:grpSpPr bwMode="auto"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57348" name="Picture 79" descr="78900"/>
            <p:cNvPicPr>
              <a:picLocks noChangeAspect="1" noChangeArrowheads="1"/>
            </p:cNvPicPr>
            <p:nvPr/>
          </p:nvPicPr>
          <p:blipFill>
            <a:blip r:embed="rId5"/>
            <a:srcRect/>
            <a:stretch>
              <a:fillRect/>
            </a:stretch>
          </p:blipFill>
          <p:spPr bwMode="auto"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57349" name="Text Box 80">
              <a:hlinkClick r:id="" action="ppaction://hlinkshowjump?jump=nextslide"/>
            </p:cNvPr>
            <p:cNvSpPr txBox="1">
              <a:spLocks noChangeArrowheads="1"/>
            </p:cNvSpPr>
            <p:nvPr/>
          </p:nvSpPr>
          <p:spPr bwMode="auto"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0">
                  <a:solidFill>
                    <a:schemeClr val="bg1"/>
                  </a:solidFill>
                  <a:latin typeface="隶书" pitchFamily="49" charset="-122"/>
                  <a:ea typeface="隶书" pitchFamily="49" charset="-122"/>
                </a:rPr>
                <a:t>下 页</a:t>
              </a:r>
            </a:p>
          </p:txBody>
        </p:sp>
      </p:grpSp>
      <p:grpSp>
        <p:nvGrpSpPr>
          <p:cNvPr id="57350" name="Group 81"/>
          <p:cNvGrpSpPr>
            <a:grpSpLocks/>
          </p:cNvGrpSpPr>
          <p:nvPr/>
        </p:nvGrpSpPr>
        <p:grpSpPr bwMode="auto">
          <a:xfrm>
            <a:off x="7453313" y="6446838"/>
            <a:ext cx="792162" cy="366712"/>
            <a:chOff x="4649" y="4020"/>
            <a:chExt cx="499" cy="231"/>
          </a:xfrm>
        </p:grpSpPr>
        <p:pic>
          <p:nvPicPr>
            <p:cNvPr id="57351" name="Picture 82" descr="78900"/>
            <p:cNvPicPr>
              <a:picLocks noChangeAspect="1" noChangeArrowheads="1"/>
            </p:cNvPicPr>
            <p:nvPr/>
          </p:nvPicPr>
          <p:blipFill>
            <a:blip r:embed="rId5"/>
            <a:srcRect/>
            <a:stretch>
              <a:fillRect/>
            </a:stretch>
          </p:blipFill>
          <p:spPr bwMode="auto"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57352" name="Text Box 83">
              <a:hlinkClick r:id="" action="ppaction://hlinkshowjump?jump=previousslide"/>
            </p:cNvPr>
            <p:cNvSpPr txBox="1">
              <a:spLocks noChangeArrowheads="1"/>
            </p:cNvSpPr>
            <p:nvPr/>
          </p:nvSpPr>
          <p:spPr bwMode="auto"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0">
                  <a:solidFill>
                    <a:schemeClr val="bg1"/>
                  </a:solidFill>
                  <a:latin typeface="隶书" pitchFamily="49" charset="-122"/>
                  <a:ea typeface="隶书" pitchFamily="49" charset="-122"/>
                </a:rPr>
                <a:t>上 页</a:t>
              </a:r>
            </a:p>
          </p:txBody>
        </p:sp>
      </p:grpSp>
      <p:grpSp>
        <p:nvGrpSpPr>
          <p:cNvPr id="57353" name="Group 84"/>
          <p:cNvGrpSpPr>
            <a:grpSpLocks/>
          </p:cNvGrpSpPr>
          <p:nvPr/>
        </p:nvGrpSpPr>
        <p:grpSpPr bwMode="auto">
          <a:xfrm>
            <a:off x="6156325" y="836613"/>
            <a:ext cx="2643188" cy="2087562"/>
            <a:chOff x="2200" y="2251"/>
            <a:chExt cx="1665" cy="1315"/>
          </a:xfrm>
        </p:grpSpPr>
        <p:sp>
          <p:nvSpPr>
            <p:cNvPr id="57354" name="Line 85"/>
            <p:cNvSpPr>
              <a:spLocks noChangeShapeType="1"/>
            </p:cNvSpPr>
            <p:nvPr/>
          </p:nvSpPr>
          <p:spPr bwMode="auto">
            <a:xfrm>
              <a:off x="2200" y="2568"/>
              <a:ext cx="1179" cy="0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57355" name="Group 86"/>
            <p:cNvGrpSpPr>
              <a:grpSpLocks/>
            </p:cNvGrpSpPr>
            <p:nvPr/>
          </p:nvGrpSpPr>
          <p:grpSpPr bwMode="auto">
            <a:xfrm>
              <a:off x="2336" y="2251"/>
              <a:ext cx="247" cy="373"/>
              <a:chOff x="1872" y="467"/>
              <a:chExt cx="240" cy="301"/>
            </a:xfrm>
          </p:grpSpPr>
          <p:sp>
            <p:nvSpPr>
              <p:cNvPr id="57356" name="Line 87"/>
              <p:cNvSpPr>
                <a:spLocks noChangeShapeType="1"/>
              </p:cNvSpPr>
              <p:nvPr/>
            </p:nvSpPr>
            <p:spPr bwMode="auto">
              <a:xfrm>
                <a:off x="1872" y="768"/>
                <a:ext cx="240" cy="0"/>
              </a:xfrm>
              <a:prstGeom prst="line">
                <a:avLst/>
              </a:prstGeom>
              <a:noFill/>
              <a:ln w="28575">
                <a:solidFill>
                  <a:srgbClr val="00FFFF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7357" name="Text Box 88"/>
              <p:cNvSpPr txBox="1">
                <a:spLocks noChangeArrowheads="1"/>
              </p:cNvSpPr>
              <p:nvPr/>
            </p:nvSpPr>
            <p:spPr bwMode="auto">
              <a:xfrm>
                <a:off x="1873" y="467"/>
                <a:ext cx="182" cy="296"/>
              </a:xfrm>
              <a:prstGeom prst="rect">
                <a:avLst/>
              </a:prstGeom>
              <a:noFill/>
              <a:ln w="28575">
                <a:noFill/>
                <a:miter lim="800000"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pPr algn="ctr"/>
                <a:r>
                  <a:rPr lang="en-US" altLang="zh-CN" sz="3200" b="0" i="1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rPr>
                  <a:t>i</a:t>
                </a:r>
                <a:endParaRPr lang="en-US" altLang="zh-CN" sz="3200" b="0">
                  <a:ea typeface="仿宋_GB2312" pitchFamily="49" charset="-122"/>
                </a:endParaRPr>
              </a:p>
            </p:txBody>
          </p:sp>
        </p:grpSp>
        <p:grpSp>
          <p:nvGrpSpPr>
            <p:cNvPr id="57358" name="Group 89"/>
            <p:cNvGrpSpPr>
              <a:grpSpLocks/>
            </p:cNvGrpSpPr>
            <p:nvPr/>
          </p:nvGrpSpPr>
          <p:grpSpPr bwMode="auto">
            <a:xfrm>
              <a:off x="3016" y="2704"/>
              <a:ext cx="319" cy="764"/>
              <a:chOff x="1978" y="748"/>
              <a:chExt cx="309" cy="616"/>
            </a:xfrm>
          </p:grpSpPr>
          <p:grpSp>
            <p:nvGrpSpPr>
              <p:cNvPr id="57359" name="Group 90"/>
              <p:cNvGrpSpPr>
                <a:grpSpLocks/>
              </p:cNvGrpSpPr>
              <p:nvPr/>
            </p:nvGrpSpPr>
            <p:grpSpPr bwMode="auto">
              <a:xfrm>
                <a:off x="2069" y="748"/>
                <a:ext cx="218" cy="616"/>
                <a:chOff x="1637" y="1276"/>
                <a:chExt cx="218" cy="616"/>
              </a:xfrm>
            </p:grpSpPr>
            <p:sp>
              <p:nvSpPr>
                <p:cNvPr id="57360" name="Text Box 91"/>
                <p:cNvSpPr txBox="1">
                  <a:spLocks noChangeArrowheads="1"/>
                </p:cNvSpPr>
                <p:nvPr/>
              </p:nvSpPr>
              <p:spPr bwMode="auto">
                <a:xfrm>
                  <a:off x="1637" y="1276"/>
                  <a:ext cx="218" cy="233"/>
                </a:xfrm>
                <a:prstGeom prst="rect">
                  <a:avLst/>
                </a:prstGeom>
                <a:noFill/>
                <a:ln w="28575">
                  <a:noFill/>
                  <a:miter lim="800000"/>
                  <a:headEnd/>
                  <a:tailEnd/>
                </a:ln>
              </p:spPr>
              <p:txBody>
                <a:bodyPr wrap="none" anchor="ctr">
                  <a:spAutoFit/>
                </a:bodyPr>
                <a:lstStyle/>
                <a:p>
                  <a:pPr algn="ctr"/>
                  <a:r>
                    <a:rPr lang="en-US" altLang="zh-CN" sz="2400">
                      <a:solidFill>
                        <a:schemeClr val="bg1"/>
                      </a:solidFill>
                      <a:latin typeface="Times New Roman" pitchFamily="18" charset="0"/>
                      <a:ea typeface="宋体" pitchFamily="2" charset="-122"/>
                    </a:rPr>
                    <a:t>+</a:t>
                  </a:r>
                  <a:endParaRPr lang="en-US" altLang="zh-CN" sz="2400">
                    <a:ea typeface="仿宋_GB2312" pitchFamily="49" charset="-122"/>
                  </a:endParaRPr>
                </a:p>
              </p:txBody>
            </p:sp>
            <p:sp>
              <p:nvSpPr>
                <p:cNvPr id="57361" name="Text Box 92"/>
                <p:cNvSpPr txBox="1">
                  <a:spLocks noChangeArrowheads="1"/>
                </p:cNvSpPr>
                <p:nvPr/>
              </p:nvSpPr>
              <p:spPr bwMode="auto">
                <a:xfrm>
                  <a:off x="1639" y="1659"/>
                  <a:ext cx="205" cy="233"/>
                </a:xfrm>
                <a:prstGeom prst="rect">
                  <a:avLst/>
                </a:prstGeom>
                <a:noFill/>
                <a:ln w="28575">
                  <a:noFill/>
                  <a:miter lim="800000"/>
                  <a:headEnd/>
                  <a:tailEnd/>
                </a:ln>
              </p:spPr>
              <p:txBody>
                <a:bodyPr wrap="none" anchor="ctr">
                  <a:spAutoFit/>
                </a:bodyPr>
                <a:lstStyle/>
                <a:p>
                  <a:pPr algn="ctr"/>
                  <a:r>
                    <a:rPr lang="en-US" altLang="zh-CN" sz="2400">
                      <a:solidFill>
                        <a:schemeClr val="bg1"/>
                      </a:solidFill>
                      <a:latin typeface="Times New Roman" pitchFamily="18" charset="0"/>
                      <a:ea typeface="宋体" pitchFamily="2" charset="-122"/>
                    </a:rPr>
                    <a:t>–</a:t>
                  </a:r>
                  <a:endParaRPr lang="en-US" altLang="zh-CN" sz="2400">
                    <a:ea typeface="仿宋_GB2312" pitchFamily="49" charset="-122"/>
                  </a:endParaRPr>
                </a:p>
              </p:txBody>
            </p:sp>
          </p:grpSp>
          <p:sp>
            <p:nvSpPr>
              <p:cNvPr id="57362" name="Text Box 93"/>
              <p:cNvSpPr txBox="1">
                <a:spLocks noChangeArrowheads="1"/>
              </p:cNvSpPr>
              <p:nvPr/>
            </p:nvSpPr>
            <p:spPr bwMode="auto">
              <a:xfrm>
                <a:off x="1978" y="900"/>
                <a:ext cx="305" cy="295"/>
              </a:xfrm>
              <a:prstGeom prst="rect">
                <a:avLst/>
              </a:prstGeom>
              <a:noFill/>
              <a:ln w="28575">
                <a:noFill/>
                <a:miter lim="800000"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pPr algn="ctr"/>
                <a:r>
                  <a:rPr lang="en-US" altLang="zh-CN" sz="3200" b="0" i="1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rPr>
                  <a:t>u</a:t>
                </a:r>
                <a:r>
                  <a:rPr lang="en-US" altLang="zh-CN" sz="2400" b="0" i="1" baseline="-250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rPr>
                  <a:t>L</a:t>
                </a:r>
                <a:endParaRPr lang="en-US" altLang="zh-CN" sz="2400" b="0">
                  <a:ea typeface="仿宋_GB2312" pitchFamily="49" charset="-122"/>
                </a:endParaRPr>
              </a:p>
            </p:txBody>
          </p:sp>
        </p:grpSp>
        <p:sp>
          <p:nvSpPr>
            <p:cNvPr id="57363" name="Line 94"/>
            <p:cNvSpPr>
              <a:spLocks noChangeShapeType="1"/>
            </p:cNvSpPr>
            <p:nvPr/>
          </p:nvSpPr>
          <p:spPr bwMode="auto">
            <a:xfrm flipV="1">
              <a:off x="3379" y="3249"/>
              <a:ext cx="0" cy="317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7364" name="Line 95"/>
            <p:cNvSpPr>
              <a:spLocks noChangeShapeType="1"/>
            </p:cNvSpPr>
            <p:nvPr/>
          </p:nvSpPr>
          <p:spPr bwMode="auto">
            <a:xfrm>
              <a:off x="3379" y="2568"/>
              <a:ext cx="0" cy="272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7365" name="Text Box 96"/>
            <p:cNvSpPr txBox="1">
              <a:spLocks noChangeArrowheads="1"/>
            </p:cNvSpPr>
            <p:nvPr/>
          </p:nvSpPr>
          <p:spPr bwMode="auto">
            <a:xfrm>
              <a:off x="2562" y="2614"/>
              <a:ext cx="400" cy="327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6</a:t>
              </a:r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  <a:sym typeface="Symbol" pitchFamily="18" charset="2"/>
                </a:rPr>
                <a:t></a:t>
              </a:r>
              <a:endParaRPr lang="en-US" altLang="zh-CN" b="0">
                <a:ea typeface="仿宋_GB2312" pitchFamily="49" charset="-122"/>
                <a:sym typeface="Symbol" pitchFamily="18" charset="2"/>
              </a:endParaRPr>
            </a:p>
          </p:txBody>
        </p:sp>
        <p:sp>
          <p:nvSpPr>
            <p:cNvPr id="57366" name="Line 97"/>
            <p:cNvSpPr>
              <a:spLocks noChangeShapeType="1"/>
            </p:cNvSpPr>
            <p:nvPr/>
          </p:nvSpPr>
          <p:spPr bwMode="auto">
            <a:xfrm>
              <a:off x="2200" y="3566"/>
              <a:ext cx="1179" cy="0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7367" name="Line 98"/>
            <p:cNvSpPr>
              <a:spLocks noChangeShapeType="1"/>
            </p:cNvSpPr>
            <p:nvPr/>
          </p:nvSpPr>
          <p:spPr bwMode="auto">
            <a:xfrm>
              <a:off x="2200" y="2568"/>
              <a:ext cx="0" cy="998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7368" name="Rectangle 99"/>
            <p:cNvSpPr>
              <a:spLocks noChangeArrowheads="1"/>
            </p:cNvSpPr>
            <p:nvPr/>
          </p:nvSpPr>
          <p:spPr bwMode="auto">
            <a:xfrm>
              <a:off x="2653" y="2523"/>
              <a:ext cx="297" cy="137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</a:gradFill>
            <a:ln w="2857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57369" name="Group 100"/>
            <p:cNvGrpSpPr>
              <a:grpSpLocks/>
            </p:cNvGrpSpPr>
            <p:nvPr/>
          </p:nvGrpSpPr>
          <p:grpSpPr bwMode="auto">
            <a:xfrm rot="5400000">
              <a:off x="2922" y="2747"/>
              <a:ext cx="499" cy="590"/>
              <a:chOff x="476" y="663"/>
              <a:chExt cx="771" cy="862"/>
            </a:xfrm>
          </p:grpSpPr>
          <p:sp>
            <p:nvSpPr>
              <p:cNvPr id="57370" name="AutoShape 101"/>
              <p:cNvSpPr>
                <a:spLocks noChangeArrowheads="1"/>
              </p:cNvSpPr>
              <p:nvPr/>
            </p:nvSpPr>
            <p:spPr bwMode="auto">
              <a:xfrm>
                <a:off x="476" y="663"/>
                <a:ext cx="317" cy="862"/>
              </a:xfrm>
              <a:custGeom>
                <a:avLst/>
                <a:gdLst/>
                <a:ahLst/>
                <a:cxnLst>
                  <a:cxn ang="0">
                    <a:pos x="2646" y="3717"/>
                  </a:cxn>
                  <a:cxn ang="0">
                    <a:pos x="10800" y="0"/>
                  </a:cxn>
                  <a:cxn ang="0">
                    <a:pos x="18953" y="3717"/>
                  </a:cxn>
                  <a:cxn ang="0">
                    <a:pos x="10799" y="0"/>
                  </a:cxn>
                  <a:cxn ang="0">
                    <a:pos x="2646" y="3717"/>
                  </a:cxn>
                </a:cxnLst>
                <a:rect l="0" t="0" r="r" b="b"/>
                <a:pathLst>
                  <a:path w="21600" h="21600">
                    <a:moveTo>
                      <a:pt x="2646" y="3717"/>
                    </a:moveTo>
                    <a:cubicBezTo>
                      <a:pt x="4698" y="1356"/>
                      <a:pt x="7672" y="-1"/>
                      <a:pt x="10800" y="0"/>
                    </a:cubicBezTo>
                    <a:cubicBezTo>
                      <a:pt x="13927" y="0"/>
                      <a:pt x="16901" y="1356"/>
                      <a:pt x="18953" y="3717"/>
                    </a:cubicBezTo>
                    <a:cubicBezTo>
                      <a:pt x="16901" y="1356"/>
                      <a:pt x="13927" y="-1"/>
                      <a:pt x="10799" y="0"/>
                    </a:cubicBezTo>
                    <a:cubicBezTo>
                      <a:pt x="7672" y="0"/>
                      <a:pt x="4698" y="1356"/>
                      <a:pt x="2646" y="3717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764700"/>
                  </a:gs>
                  <a:gs pos="50000">
                    <a:srgbClr val="FF9900"/>
                  </a:gs>
                  <a:gs pos="100000">
                    <a:srgbClr val="764700"/>
                  </a:gs>
                </a:gsLst>
                <a:lin ang="5400000" scaled="1"/>
              </a:gradFill>
              <a:ln w="38100">
                <a:solidFill>
                  <a:srgbClr val="FF99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7371" name="AutoShape 102"/>
              <p:cNvSpPr>
                <a:spLocks noChangeArrowheads="1"/>
              </p:cNvSpPr>
              <p:nvPr/>
            </p:nvSpPr>
            <p:spPr bwMode="auto">
              <a:xfrm>
                <a:off x="703" y="663"/>
                <a:ext cx="317" cy="862"/>
              </a:xfrm>
              <a:custGeom>
                <a:avLst/>
                <a:gdLst/>
                <a:ahLst/>
                <a:cxnLst>
                  <a:cxn ang="0">
                    <a:pos x="2646" y="3717"/>
                  </a:cxn>
                  <a:cxn ang="0">
                    <a:pos x="10800" y="0"/>
                  </a:cxn>
                  <a:cxn ang="0">
                    <a:pos x="18953" y="3717"/>
                  </a:cxn>
                  <a:cxn ang="0">
                    <a:pos x="10799" y="0"/>
                  </a:cxn>
                  <a:cxn ang="0">
                    <a:pos x="2646" y="3717"/>
                  </a:cxn>
                </a:cxnLst>
                <a:rect l="0" t="0" r="r" b="b"/>
                <a:pathLst>
                  <a:path w="21600" h="21600">
                    <a:moveTo>
                      <a:pt x="2646" y="3717"/>
                    </a:moveTo>
                    <a:cubicBezTo>
                      <a:pt x="4698" y="1356"/>
                      <a:pt x="7672" y="-1"/>
                      <a:pt x="10800" y="0"/>
                    </a:cubicBezTo>
                    <a:cubicBezTo>
                      <a:pt x="13927" y="0"/>
                      <a:pt x="16901" y="1356"/>
                      <a:pt x="18953" y="3717"/>
                    </a:cubicBezTo>
                    <a:cubicBezTo>
                      <a:pt x="16901" y="1356"/>
                      <a:pt x="13927" y="-1"/>
                      <a:pt x="10799" y="0"/>
                    </a:cubicBezTo>
                    <a:cubicBezTo>
                      <a:pt x="7672" y="0"/>
                      <a:pt x="4698" y="1356"/>
                      <a:pt x="2646" y="3717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764700"/>
                  </a:gs>
                  <a:gs pos="50000">
                    <a:srgbClr val="FF9900"/>
                  </a:gs>
                  <a:gs pos="100000">
                    <a:srgbClr val="764700"/>
                  </a:gs>
                </a:gsLst>
                <a:lin ang="5400000" scaled="1"/>
              </a:gradFill>
              <a:ln w="38100">
                <a:solidFill>
                  <a:srgbClr val="FF99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7372" name="AutoShape 103"/>
              <p:cNvSpPr>
                <a:spLocks noChangeArrowheads="1"/>
              </p:cNvSpPr>
              <p:nvPr/>
            </p:nvSpPr>
            <p:spPr bwMode="auto">
              <a:xfrm>
                <a:off x="930" y="663"/>
                <a:ext cx="317" cy="862"/>
              </a:xfrm>
              <a:custGeom>
                <a:avLst/>
                <a:gdLst/>
                <a:ahLst/>
                <a:cxnLst>
                  <a:cxn ang="0">
                    <a:pos x="2646" y="3717"/>
                  </a:cxn>
                  <a:cxn ang="0">
                    <a:pos x="10800" y="0"/>
                  </a:cxn>
                  <a:cxn ang="0">
                    <a:pos x="18953" y="3717"/>
                  </a:cxn>
                  <a:cxn ang="0">
                    <a:pos x="10799" y="0"/>
                  </a:cxn>
                  <a:cxn ang="0">
                    <a:pos x="2646" y="3717"/>
                  </a:cxn>
                </a:cxnLst>
                <a:rect l="0" t="0" r="r" b="b"/>
                <a:pathLst>
                  <a:path w="21600" h="21600">
                    <a:moveTo>
                      <a:pt x="2646" y="3717"/>
                    </a:moveTo>
                    <a:cubicBezTo>
                      <a:pt x="4698" y="1356"/>
                      <a:pt x="7672" y="-1"/>
                      <a:pt x="10800" y="0"/>
                    </a:cubicBezTo>
                    <a:cubicBezTo>
                      <a:pt x="13927" y="0"/>
                      <a:pt x="16901" y="1356"/>
                      <a:pt x="18953" y="3717"/>
                    </a:cubicBezTo>
                    <a:cubicBezTo>
                      <a:pt x="16901" y="1356"/>
                      <a:pt x="13927" y="-1"/>
                      <a:pt x="10799" y="0"/>
                    </a:cubicBezTo>
                    <a:cubicBezTo>
                      <a:pt x="7672" y="0"/>
                      <a:pt x="4698" y="1356"/>
                      <a:pt x="2646" y="3717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764700"/>
                  </a:gs>
                  <a:gs pos="50000">
                    <a:srgbClr val="FF9900"/>
                  </a:gs>
                  <a:gs pos="100000">
                    <a:srgbClr val="764700"/>
                  </a:gs>
                </a:gsLst>
                <a:lin ang="5400000" scaled="1"/>
              </a:gradFill>
              <a:ln w="38100">
                <a:solidFill>
                  <a:srgbClr val="FF99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57373" name="Text Box 104"/>
            <p:cNvSpPr txBox="1">
              <a:spLocks noChangeArrowheads="1"/>
            </p:cNvSpPr>
            <p:nvPr/>
          </p:nvSpPr>
          <p:spPr bwMode="auto">
            <a:xfrm>
              <a:off x="3475" y="2886"/>
              <a:ext cx="390" cy="327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6</a:t>
              </a:r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  <a:sym typeface="Symbol" pitchFamily="18" charset="2"/>
                </a:rPr>
                <a:t>H</a:t>
              </a:r>
              <a:endParaRPr lang="en-US" altLang="zh-CN" b="0">
                <a:ea typeface="仿宋_GB2312" pitchFamily="49" charset="-122"/>
                <a:sym typeface="Symbol" pitchFamily="18" charset="2"/>
              </a:endParaRPr>
            </a:p>
          </p:txBody>
        </p:sp>
      </p:grpSp>
      <p:grpSp>
        <p:nvGrpSpPr>
          <p:cNvPr id="57374" name="Group 144"/>
          <p:cNvGrpSpPr>
            <a:grpSpLocks/>
          </p:cNvGrpSpPr>
          <p:nvPr/>
        </p:nvGrpSpPr>
        <p:grpSpPr bwMode="auto">
          <a:xfrm>
            <a:off x="5076825" y="1268413"/>
            <a:ext cx="754063" cy="534987"/>
            <a:chOff x="1861" y="1823"/>
            <a:chExt cx="475" cy="337"/>
          </a:xfrm>
        </p:grpSpPr>
        <p:sp>
          <p:nvSpPr>
            <p:cNvPr id="57375" name="Text Box 51"/>
            <p:cNvSpPr txBox="1">
              <a:spLocks noChangeArrowheads="1"/>
            </p:cNvSpPr>
            <p:nvPr/>
          </p:nvSpPr>
          <p:spPr bwMode="auto">
            <a:xfrm>
              <a:off x="1861" y="1823"/>
              <a:ext cx="474" cy="32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t</a:t>
              </a:r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 &gt;0</a:t>
              </a:r>
              <a:endParaRPr lang="en-US" altLang="zh-CN" b="0">
                <a:ea typeface="仿宋_GB2312" pitchFamily="49" charset="-122"/>
              </a:endParaRPr>
            </a:p>
          </p:txBody>
        </p:sp>
        <p:sp>
          <p:nvSpPr>
            <p:cNvPr id="57376" name="Line 143"/>
            <p:cNvSpPr>
              <a:spLocks noChangeShapeType="1"/>
            </p:cNvSpPr>
            <p:nvPr/>
          </p:nvSpPr>
          <p:spPr bwMode="auto">
            <a:xfrm>
              <a:off x="1882" y="2160"/>
              <a:ext cx="454" cy="0"/>
            </a:xfrm>
            <a:prstGeom prst="line">
              <a:avLst/>
            </a:prstGeom>
            <a:noFill/>
            <a:ln w="76200">
              <a:solidFill>
                <a:srgbClr val="0099FF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57377" name="Group 146"/>
          <p:cNvGrpSpPr>
            <a:grpSpLocks/>
          </p:cNvGrpSpPr>
          <p:nvPr/>
        </p:nvGrpSpPr>
        <p:grpSpPr bwMode="auto">
          <a:xfrm>
            <a:off x="179388" y="692150"/>
            <a:ext cx="5211762" cy="2376488"/>
            <a:chOff x="2064" y="1525"/>
            <a:chExt cx="3283" cy="1497"/>
          </a:xfrm>
        </p:grpSpPr>
        <p:sp>
          <p:nvSpPr>
            <p:cNvPr id="57378" name="Oval 147"/>
            <p:cNvSpPr>
              <a:spLocks noChangeArrowheads="1"/>
            </p:cNvSpPr>
            <p:nvPr/>
          </p:nvSpPr>
          <p:spPr bwMode="auto">
            <a:xfrm>
              <a:off x="2563" y="2089"/>
              <a:ext cx="363" cy="363"/>
            </a:xfrm>
            <a:prstGeom prst="ellipse">
              <a:avLst/>
            </a:prstGeom>
            <a:gradFill rotWithShape="1">
              <a:gsLst>
                <a:gs pos="0">
                  <a:srgbClr val="0099FF"/>
                </a:gs>
                <a:gs pos="100000">
                  <a:srgbClr val="004776"/>
                </a:gs>
              </a:gsLst>
              <a:path path="shape">
                <a:fillToRect l="50000" t="50000" r="50000" b="50000"/>
              </a:path>
            </a:gradFill>
            <a:ln w="38100">
              <a:solidFill>
                <a:srgbClr val="FF99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7379" name="Line 148"/>
            <p:cNvSpPr>
              <a:spLocks noChangeShapeType="1"/>
            </p:cNvSpPr>
            <p:nvPr/>
          </p:nvSpPr>
          <p:spPr bwMode="auto">
            <a:xfrm>
              <a:off x="4196" y="1953"/>
              <a:ext cx="0" cy="317"/>
            </a:xfrm>
            <a:prstGeom prst="line">
              <a:avLst/>
            </a:prstGeom>
            <a:noFill/>
            <a:ln w="28575">
              <a:solidFill>
                <a:srgbClr val="00FFFF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7380" name="Text Box 149"/>
            <p:cNvSpPr txBox="1">
              <a:spLocks noChangeArrowheads="1"/>
            </p:cNvSpPr>
            <p:nvPr/>
          </p:nvSpPr>
          <p:spPr bwMode="auto">
            <a:xfrm>
              <a:off x="3923" y="1907"/>
              <a:ext cx="263" cy="327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i</a:t>
              </a:r>
              <a:r>
                <a:rPr lang="en-US" altLang="zh-CN" b="0" i="1" baseline="-2500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L</a:t>
              </a:r>
              <a:endParaRPr lang="en-US" altLang="zh-CN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57381" name="Text Box 150"/>
            <p:cNvSpPr txBox="1">
              <a:spLocks noChangeArrowheads="1"/>
            </p:cNvSpPr>
            <p:nvPr/>
          </p:nvSpPr>
          <p:spPr bwMode="auto">
            <a:xfrm>
              <a:off x="2453" y="1525"/>
              <a:ext cx="691" cy="327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S(</a:t>
              </a:r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t</a:t>
              </a:r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=0)</a:t>
              </a:r>
            </a:p>
          </p:txBody>
        </p:sp>
        <p:sp>
          <p:nvSpPr>
            <p:cNvPr id="57382" name="Text Box 151"/>
            <p:cNvSpPr txBox="1">
              <a:spLocks noChangeArrowheads="1"/>
            </p:cNvSpPr>
            <p:nvPr/>
          </p:nvSpPr>
          <p:spPr bwMode="auto">
            <a:xfrm>
              <a:off x="2381" y="1816"/>
              <a:ext cx="257" cy="288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sz="240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+</a:t>
              </a:r>
            </a:p>
          </p:txBody>
        </p:sp>
        <p:sp>
          <p:nvSpPr>
            <p:cNvPr id="57383" name="Text Box 152"/>
            <p:cNvSpPr txBox="1">
              <a:spLocks noChangeArrowheads="1"/>
            </p:cNvSpPr>
            <p:nvPr/>
          </p:nvSpPr>
          <p:spPr bwMode="auto">
            <a:xfrm>
              <a:off x="2381" y="2361"/>
              <a:ext cx="243" cy="288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sz="240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–</a:t>
              </a:r>
            </a:p>
          </p:txBody>
        </p:sp>
        <p:sp>
          <p:nvSpPr>
            <p:cNvPr id="57384" name="Text Box 153"/>
            <p:cNvSpPr txBox="1">
              <a:spLocks noChangeArrowheads="1"/>
            </p:cNvSpPr>
            <p:nvPr/>
          </p:nvSpPr>
          <p:spPr bwMode="auto">
            <a:xfrm>
              <a:off x="2064" y="2134"/>
              <a:ext cx="590" cy="327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24V</a:t>
              </a:r>
              <a:endParaRPr lang="en-US" altLang="zh-CN" b="0" baseline="-2500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57385" name="Text Box 154"/>
            <p:cNvSpPr txBox="1">
              <a:spLocks noChangeArrowheads="1"/>
            </p:cNvSpPr>
            <p:nvPr/>
          </p:nvSpPr>
          <p:spPr bwMode="auto">
            <a:xfrm>
              <a:off x="4332" y="2406"/>
              <a:ext cx="390" cy="327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6H</a:t>
              </a:r>
            </a:p>
          </p:txBody>
        </p:sp>
        <p:sp>
          <p:nvSpPr>
            <p:cNvPr id="57386" name="Text Box 155"/>
            <p:cNvSpPr txBox="1">
              <a:spLocks noChangeArrowheads="1"/>
            </p:cNvSpPr>
            <p:nvPr/>
          </p:nvSpPr>
          <p:spPr bwMode="auto">
            <a:xfrm>
              <a:off x="4332" y="1888"/>
              <a:ext cx="400" cy="327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3</a:t>
              </a:r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  <a:sym typeface="Symbol" pitchFamily="18" charset="2"/>
                </a:rPr>
                <a:t></a:t>
              </a:r>
              <a:endParaRPr lang="en-US" altLang="zh-CN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57387" name="Line 156"/>
            <p:cNvSpPr>
              <a:spLocks noChangeShapeType="1"/>
            </p:cNvSpPr>
            <p:nvPr/>
          </p:nvSpPr>
          <p:spPr bwMode="auto">
            <a:xfrm flipH="1">
              <a:off x="3379" y="1862"/>
              <a:ext cx="1512" cy="0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7388" name="Line 157"/>
            <p:cNvSpPr>
              <a:spLocks noChangeShapeType="1"/>
            </p:cNvSpPr>
            <p:nvPr/>
          </p:nvSpPr>
          <p:spPr bwMode="auto">
            <a:xfrm flipH="1">
              <a:off x="2744" y="1907"/>
              <a:ext cx="318" cy="0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 type="oval" w="med" len="med"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7389" name="Line 158"/>
            <p:cNvSpPr>
              <a:spLocks noChangeShapeType="1"/>
            </p:cNvSpPr>
            <p:nvPr/>
          </p:nvSpPr>
          <p:spPr bwMode="auto">
            <a:xfrm>
              <a:off x="2744" y="3022"/>
              <a:ext cx="2148" cy="0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7390" name="Line 159"/>
            <p:cNvSpPr>
              <a:spLocks noChangeShapeType="1"/>
            </p:cNvSpPr>
            <p:nvPr/>
          </p:nvSpPr>
          <p:spPr bwMode="auto">
            <a:xfrm>
              <a:off x="4286" y="2750"/>
              <a:ext cx="0" cy="272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 type="oval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7391" name="Line 160"/>
            <p:cNvSpPr>
              <a:spLocks noChangeShapeType="1"/>
            </p:cNvSpPr>
            <p:nvPr/>
          </p:nvSpPr>
          <p:spPr bwMode="auto">
            <a:xfrm>
              <a:off x="4286" y="1862"/>
              <a:ext cx="0" cy="544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 type="oval" w="med" len="med"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7392" name="Line 161"/>
            <p:cNvSpPr>
              <a:spLocks noChangeShapeType="1"/>
            </p:cNvSpPr>
            <p:nvPr/>
          </p:nvSpPr>
          <p:spPr bwMode="auto">
            <a:xfrm>
              <a:off x="4876" y="1862"/>
              <a:ext cx="0" cy="1160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7393" name="Line 162"/>
            <p:cNvSpPr>
              <a:spLocks noChangeShapeType="1"/>
            </p:cNvSpPr>
            <p:nvPr/>
          </p:nvSpPr>
          <p:spPr bwMode="auto">
            <a:xfrm>
              <a:off x="3424" y="2134"/>
              <a:ext cx="0" cy="888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 type="oval" w="med" len="med"/>
              <a:tailEnd type="oval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7394" name="Text Box 163"/>
            <p:cNvSpPr txBox="1">
              <a:spLocks noChangeArrowheads="1"/>
            </p:cNvSpPr>
            <p:nvPr/>
          </p:nvSpPr>
          <p:spPr bwMode="auto">
            <a:xfrm>
              <a:off x="2769" y="2523"/>
              <a:ext cx="400" cy="327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4</a:t>
              </a:r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  <a:sym typeface="Symbol" pitchFamily="18" charset="2"/>
                </a:rPr>
                <a:t></a:t>
              </a:r>
              <a:endParaRPr lang="en-US" altLang="zh-CN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57395" name="Line 164"/>
            <p:cNvSpPr>
              <a:spLocks noChangeShapeType="1"/>
            </p:cNvSpPr>
            <p:nvPr/>
          </p:nvSpPr>
          <p:spPr bwMode="auto">
            <a:xfrm>
              <a:off x="3016" y="1816"/>
              <a:ext cx="384" cy="48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 type="oval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7396" name="Line 165"/>
            <p:cNvSpPr>
              <a:spLocks noChangeShapeType="1"/>
            </p:cNvSpPr>
            <p:nvPr/>
          </p:nvSpPr>
          <p:spPr bwMode="auto">
            <a:xfrm flipH="1" flipV="1">
              <a:off x="3107" y="1590"/>
              <a:ext cx="85" cy="226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 type="triangle" w="med" len="med"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7397" name="Line 166"/>
            <p:cNvSpPr>
              <a:spLocks noChangeShapeType="1"/>
            </p:cNvSpPr>
            <p:nvPr/>
          </p:nvSpPr>
          <p:spPr bwMode="auto">
            <a:xfrm>
              <a:off x="2744" y="1907"/>
              <a:ext cx="0" cy="1115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7398" name="Text Box 167"/>
            <p:cNvSpPr txBox="1">
              <a:spLocks noChangeArrowheads="1"/>
            </p:cNvSpPr>
            <p:nvPr/>
          </p:nvSpPr>
          <p:spPr bwMode="auto">
            <a:xfrm>
              <a:off x="3470" y="2387"/>
              <a:ext cx="400" cy="327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4</a:t>
              </a:r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  <a:sym typeface="Symbol" pitchFamily="18" charset="2"/>
                </a:rPr>
                <a:t></a:t>
              </a:r>
              <a:endParaRPr lang="en-US" altLang="zh-CN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57399" name="Text Box 168"/>
            <p:cNvSpPr txBox="1">
              <a:spLocks noChangeArrowheads="1"/>
            </p:cNvSpPr>
            <p:nvPr/>
          </p:nvSpPr>
          <p:spPr bwMode="auto">
            <a:xfrm>
              <a:off x="4947" y="2206"/>
              <a:ext cx="400" cy="327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6</a:t>
              </a:r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  <a:sym typeface="Symbol" pitchFamily="18" charset="2"/>
                </a:rPr>
                <a:t></a:t>
              </a:r>
              <a:endParaRPr lang="en-US" altLang="zh-CN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57400" name="Text Box 169"/>
            <p:cNvSpPr txBox="1">
              <a:spLocks noChangeArrowheads="1"/>
            </p:cNvSpPr>
            <p:nvPr/>
          </p:nvSpPr>
          <p:spPr bwMode="auto">
            <a:xfrm>
              <a:off x="3969" y="2225"/>
              <a:ext cx="257" cy="288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sz="240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+</a:t>
              </a:r>
            </a:p>
          </p:txBody>
        </p:sp>
        <p:sp>
          <p:nvSpPr>
            <p:cNvPr id="57401" name="Text Box 170"/>
            <p:cNvSpPr txBox="1">
              <a:spLocks noChangeArrowheads="1"/>
            </p:cNvSpPr>
            <p:nvPr/>
          </p:nvSpPr>
          <p:spPr bwMode="auto">
            <a:xfrm>
              <a:off x="3969" y="2678"/>
              <a:ext cx="257" cy="288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zh-CN" altLang="en-US" sz="240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－</a:t>
              </a:r>
            </a:p>
          </p:txBody>
        </p:sp>
        <p:sp>
          <p:nvSpPr>
            <p:cNvPr id="57402" name="Text Box 171"/>
            <p:cNvSpPr txBox="1">
              <a:spLocks noChangeArrowheads="1"/>
            </p:cNvSpPr>
            <p:nvPr/>
          </p:nvSpPr>
          <p:spPr bwMode="auto">
            <a:xfrm>
              <a:off x="3947" y="2425"/>
              <a:ext cx="313" cy="327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u</a:t>
              </a:r>
              <a:r>
                <a:rPr lang="en-US" altLang="zh-CN" b="0" i="1" baseline="-2500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L</a:t>
              </a:r>
              <a:endParaRPr lang="en-US" altLang="zh-CN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57403" name="Text Box 172"/>
            <p:cNvSpPr txBox="1">
              <a:spLocks noChangeArrowheads="1"/>
            </p:cNvSpPr>
            <p:nvPr/>
          </p:nvSpPr>
          <p:spPr bwMode="auto">
            <a:xfrm>
              <a:off x="3677" y="1535"/>
              <a:ext cx="400" cy="327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2</a:t>
              </a:r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  <a:sym typeface="Symbol" pitchFamily="18" charset="2"/>
                </a:rPr>
                <a:t></a:t>
              </a:r>
              <a:endParaRPr lang="en-US" altLang="zh-CN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57404" name="Text Box 173"/>
            <p:cNvSpPr txBox="1">
              <a:spLocks noChangeArrowheads="1"/>
            </p:cNvSpPr>
            <p:nvPr/>
          </p:nvSpPr>
          <p:spPr bwMode="auto">
            <a:xfrm>
              <a:off x="2971" y="1888"/>
              <a:ext cx="272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1</a:t>
              </a:r>
            </a:p>
          </p:txBody>
        </p:sp>
        <p:sp>
          <p:nvSpPr>
            <p:cNvPr id="57405" name="Text Box 174"/>
            <p:cNvSpPr txBox="1">
              <a:spLocks noChangeArrowheads="1"/>
            </p:cNvSpPr>
            <p:nvPr/>
          </p:nvSpPr>
          <p:spPr bwMode="auto">
            <a:xfrm>
              <a:off x="3424" y="1907"/>
              <a:ext cx="272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2</a:t>
              </a:r>
            </a:p>
          </p:txBody>
        </p:sp>
        <p:sp>
          <p:nvSpPr>
            <p:cNvPr id="57406" name="Rectangle 175"/>
            <p:cNvSpPr>
              <a:spLocks noChangeArrowheads="1"/>
            </p:cNvSpPr>
            <p:nvPr/>
          </p:nvSpPr>
          <p:spPr bwMode="auto">
            <a:xfrm rot="5400000">
              <a:off x="4158" y="2030"/>
              <a:ext cx="297" cy="137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</a:gradFill>
            <a:ln w="2857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7407" name="Rectangle 176"/>
            <p:cNvSpPr>
              <a:spLocks noChangeArrowheads="1"/>
            </p:cNvSpPr>
            <p:nvPr/>
          </p:nvSpPr>
          <p:spPr bwMode="auto">
            <a:xfrm rot="5400000">
              <a:off x="3296" y="2504"/>
              <a:ext cx="297" cy="137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</a:gradFill>
            <a:ln w="2857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7408" name="Rectangle 177"/>
            <p:cNvSpPr>
              <a:spLocks noChangeArrowheads="1"/>
            </p:cNvSpPr>
            <p:nvPr/>
          </p:nvSpPr>
          <p:spPr bwMode="auto">
            <a:xfrm rot="5400000">
              <a:off x="4748" y="2302"/>
              <a:ext cx="297" cy="137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</a:gradFill>
            <a:ln w="2857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7409" name="Rectangle 178"/>
            <p:cNvSpPr>
              <a:spLocks noChangeArrowheads="1"/>
            </p:cNvSpPr>
            <p:nvPr/>
          </p:nvSpPr>
          <p:spPr bwMode="auto">
            <a:xfrm>
              <a:off x="3697" y="1816"/>
              <a:ext cx="297" cy="137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</a:gradFill>
            <a:ln w="2857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7410" name="Rectangle 179"/>
            <p:cNvSpPr>
              <a:spLocks noChangeArrowheads="1"/>
            </p:cNvSpPr>
            <p:nvPr/>
          </p:nvSpPr>
          <p:spPr bwMode="auto">
            <a:xfrm rot="5400000">
              <a:off x="2570" y="2619"/>
              <a:ext cx="297" cy="137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</a:gradFill>
            <a:ln w="2857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57411" name="Group 180"/>
            <p:cNvGrpSpPr>
              <a:grpSpLocks/>
            </p:cNvGrpSpPr>
            <p:nvPr/>
          </p:nvGrpSpPr>
          <p:grpSpPr bwMode="auto">
            <a:xfrm>
              <a:off x="4286" y="2387"/>
              <a:ext cx="91" cy="363"/>
              <a:chOff x="2744" y="2931"/>
              <a:chExt cx="57" cy="283"/>
            </a:xfrm>
          </p:grpSpPr>
          <p:sp>
            <p:nvSpPr>
              <p:cNvPr id="57412" name="Arc 181"/>
              <p:cNvSpPr>
                <a:spLocks noChangeArrowheads="1"/>
              </p:cNvSpPr>
              <p:nvPr/>
            </p:nvSpPr>
            <p:spPr bwMode="auto">
              <a:xfrm rot="10800000" flipH="1" flipV="1">
                <a:off x="2744" y="2931"/>
                <a:ext cx="57" cy="91"/>
              </a:xfrm>
              <a:custGeom>
                <a:avLst/>
                <a:gdLst/>
                <a:ahLst/>
                <a:cxnLst>
                  <a:cxn ang="0">
                    <a:pos x="1123" y="0"/>
                  </a:cxn>
                  <a:cxn ang="0">
                    <a:pos x="22723" y="21600"/>
                  </a:cxn>
                  <a:cxn ang="0">
                    <a:pos x="1123" y="43200"/>
                  </a:cxn>
                  <a:cxn ang="0">
                    <a:pos x="0" y="43170"/>
                  </a:cxn>
                  <a:cxn ang="0">
                    <a:pos x="1123" y="0"/>
                  </a:cxn>
                  <a:cxn ang="0">
                    <a:pos x="22723" y="21600"/>
                  </a:cxn>
                  <a:cxn ang="0">
                    <a:pos x="1123" y="43200"/>
                  </a:cxn>
                  <a:cxn ang="0">
                    <a:pos x="0" y="43170"/>
                  </a:cxn>
                  <a:cxn ang="0">
                    <a:pos x="1123" y="21600"/>
                  </a:cxn>
                  <a:cxn ang="0">
                    <a:pos x="1123" y="0"/>
                  </a:cxn>
                </a:cxnLst>
                <a:rect l="0" t="0" r="r" b="b"/>
                <a:pathLst>
                  <a:path w="22723" h="43200" fill="none">
                    <a:moveTo>
                      <a:pt x="1123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>
                    <a:moveTo>
                      <a:pt x="1123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lnTo>
                      <a:pt x="1123" y="0"/>
                    </a:lnTo>
                    <a:close/>
                  </a:path>
                </a:pathLst>
              </a:custGeom>
              <a:noFill/>
              <a:ln w="38100">
                <a:solidFill>
                  <a:srgbClr val="FF99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7413" name="Arc 182"/>
              <p:cNvSpPr>
                <a:spLocks noChangeArrowheads="1"/>
              </p:cNvSpPr>
              <p:nvPr/>
            </p:nvSpPr>
            <p:spPr bwMode="auto">
              <a:xfrm rot="10800000" flipH="1" flipV="1">
                <a:off x="2744" y="3027"/>
                <a:ext cx="57" cy="91"/>
              </a:xfrm>
              <a:custGeom>
                <a:avLst/>
                <a:gdLst/>
                <a:ahLst/>
                <a:cxnLst>
                  <a:cxn ang="0">
                    <a:pos x="1123" y="0"/>
                  </a:cxn>
                  <a:cxn ang="0">
                    <a:pos x="22723" y="21600"/>
                  </a:cxn>
                  <a:cxn ang="0">
                    <a:pos x="1123" y="43200"/>
                  </a:cxn>
                  <a:cxn ang="0">
                    <a:pos x="0" y="43170"/>
                  </a:cxn>
                  <a:cxn ang="0">
                    <a:pos x="1123" y="0"/>
                  </a:cxn>
                  <a:cxn ang="0">
                    <a:pos x="22723" y="21600"/>
                  </a:cxn>
                  <a:cxn ang="0">
                    <a:pos x="1123" y="43200"/>
                  </a:cxn>
                  <a:cxn ang="0">
                    <a:pos x="0" y="43170"/>
                  </a:cxn>
                  <a:cxn ang="0">
                    <a:pos x="1123" y="21600"/>
                  </a:cxn>
                  <a:cxn ang="0">
                    <a:pos x="1123" y="0"/>
                  </a:cxn>
                </a:cxnLst>
                <a:rect l="0" t="0" r="r" b="b"/>
                <a:pathLst>
                  <a:path w="22723" h="43200" fill="none">
                    <a:moveTo>
                      <a:pt x="1123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>
                    <a:moveTo>
                      <a:pt x="1123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lnTo>
                      <a:pt x="1123" y="0"/>
                    </a:lnTo>
                    <a:close/>
                  </a:path>
                </a:pathLst>
              </a:custGeom>
              <a:noFill/>
              <a:ln w="38100">
                <a:solidFill>
                  <a:srgbClr val="FF99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7414" name="Arc 183"/>
              <p:cNvSpPr>
                <a:spLocks noChangeArrowheads="1"/>
              </p:cNvSpPr>
              <p:nvPr/>
            </p:nvSpPr>
            <p:spPr bwMode="auto">
              <a:xfrm rot="10800000" flipH="1" flipV="1">
                <a:off x="2744" y="3123"/>
                <a:ext cx="57" cy="91"/>
              </a:xfrm>
              <a:custGeom>
                <a:avLst/>
                <a:gdLst/>
                <a:ahLst/>
                <a:cxnLst>
                  <a:cxn ang="0">
                    <a:pos x="1123" y="0"/>
                  </a:cxn>
                  <a:cxn ang="0">
                    <a:pos x="22723" y="21600"/>
                  </a:cxn>
                  <a:cxn ang="0">
                    <a:pos x="1123" y="43200"/>
                  </a:cxn>
                  <a:cxn ang="0">
                    <a:pos x="0" y="43170"/>
                  </a:cxn>
                  <a:cxn ang="0">
                    <a:pos x="1123" y="0"/>
                  </a:cxn>
                  <a:cxn ang="0">
                    <a:pos x="22723" y="21600"/>
                  </a:cxn>
                  <a:cxn ang="0">
                    <a:pos x="1123" y="43200"/>
                  </a:cxn>
                  <a:cxn ang="0">
                    <a:pos x="0" y="43170"/>
                  </a:cxn>
                  <a:cxn ang="0">
                    <a:pos x="1123" y="21600"/>
                  </a:cxn>
                  <a:cxn ang="0">
                    <a:pos x="1123" y="0"/>
                  </a:cxn>
                </a:cxnLst>
                <a:rect l="0" t="0" r="r" b="b"/>
                <a:pathLst>
                  <a:path w="22723" h="43200" fill="none">
                    <a:moveTo>
                      <a:pt x="1123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>
                    <a:moveTo>
                      <a:pt x="1123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lnTo>
                      <a:pt x="1123" y="0"/>
                    </a:lnTo>
                    <a:close/>
                  </a:path>
                </a:pathLst>
              </a:custGeom>
              <a:noFill/>
              <a:ln w="38100">
                <a:solidFill>
                  <a:srgbClr val="FF99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grpSp>
        <p:nvGrpSpPr>
          <p:cNvPr id="57415" name="Group 187"/>
          <p:cNvGrpSpPr>
            <a:grpSpLocks/>
          </p:cNvGrpSpPr>
          <p:nvPr/>
        </p:nvGrpSpPr>
        <p:grpSpPr bwMode="auto">
          <a:xfrm>
            <a:off x="6588125" y="6445250"/>
            <a:ext cx="792163" cy="366713"/>
            <a:chOff x="4649" y="4020"/>
            <a:chExt cx="499" cy="231"/>
          </a:xfrm>
        </p:grpSpPr>
        <p:pic>
          <p:nvPicPr>
            <p:cNvPr id="57416" name="Picture 188" descr="78900"/>
            <p:cNvPicPr>
              <a:picLocks noChangeAspect="1" noChangeArrowheads="1"/>
            </p:cNvPicPr>
            <p:nvPr/>
          </p:nvPicPr>
          <p:blipFill>
            <a:blip r:embed="rId5"/>
            <a:srcRect/>
            <a:stretch>
              <a:fillRect/>
            </a:stretch>
          </p:blipFill>
          <p:spPr bwMode="auto"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57417" name="Text Box 189">
              <a:hlinkClick r:id="rId6" action="ppaction://hlinksldjump"/>
            </p:cNvPr>
            <p:cNvSpPr txBox="1">
              <a:spLocks noChangeArrowheads="1"/>
            </p:cNvSpPr>
            <p:nvPr/>
          </p:nvSpPr>
          <p:spPr bwMode="auto"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0">
                  <a:solidFill>
                    <a:schemeClr val="bg1"/>
                  </a:solidFill>
                  <a:latin typeface="隶书" pitchFamily="49" charset="-122"/>
                  <a:ea typeface="隶书" pitchFamily="49" charset="-122"/>
                </a:rPr>
                <a:t>返 回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6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2000"/>
                                        <p:tgtEl>
                                          <p:spTgt spid="1146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7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1147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90" name="Text Box 6"/>
          <p:cNvSpPr txBox="1">
            <a:spLocks noChangeArrowheads="1"/>
          </p:cNvSpPr>
          <p:nvPr/>
        </p:nvSpPr>
        <p:spPr bwMode="auto">
          <a:xfrm>
            <a:off x="611188" y="1125538"/>
            <a:ext cx="7715250" cy="1630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marL="342900" indent="-342900">
              <a:lnSpc>
                <a:spcPct val="120000"/>
              </a:lnSpc>
              <a:buFontTx/>
              <a:buAutoNum type="circleNumDbPlain"/>
            </a:pPr>
            <a:r>
              <a:rPr lang="zh-CN" altLang="en-US">
                <a:latin typeface="楷体_GB2312" pitchFamily="49" charset="-122"/>
              </a:rPr>
              <a:t>一阶电路的零输入响应是由储能元件的初值引起的响应</a:t>
            </a:r>
            <a:r>
              <a:rPr lang="en-US" altLang="zh-CN">
                <a:latin typeface="楷体_GB2312" pitchFamily="49" charset="-122"/>
              </a:rPr>
              <a:t>, </a:t>
            </a:r>
            <a:r>
              <a:rPr lang="zh-CN" altLang="en-US">
                <a:latin typeface="楷体_GB2312" pitchFamily="49" charset="-122"/>
              </a:rPr>
              <a:t>都是由初始值衰减为零的指数衰减函数。</a:t>
            </a:r>
          </a:p>
        </p:txBody>
      </p:sp>
      <p:sp>
        <p:nvSpPr>
          <p:cNvPr id="58370" name="Text Box 11"/>
          <p:cNvSpPr txBox="1">
            <a:spLocks noChangeArrowheads="1"/>
          </p:cNvSpPr>
          <p:nvPr/>
        </p:nvSpPr>
        <p:spPr bwMode="auto">
          <a:xfrm>
            <a:off x="2374900" y="2352675"/>
            <a:ext cx="1841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endParaRPr lang="zh-CN" altLang="zh-CN" sz="2400" b="0">
              <a:latin typeface="Times New Roman" pitchFamily="18" charset="0"/>
              <a:ea typeface="宋体" pitchFamily="2" charset="-122"/>
            </a:endParaRPr>
          </a:p>
        </p:txBody>
      </p:sp>
      <p:graphicFrame>
        <p:nvGraphicFramePr>
          <p:cNvPr id="67596" name="Object 12"/>
          <p:cNvGraphicFramePr>
            <a:graphicFrameLocks noChangeAspect="1"/>
          </p:cNvGraphicFramePr>
          <p:nvPr/>
        </p:nvGraphicFramePr>
        <p:xfrm>
          <a:off x="2411413" y="2781300"/>
          <a:ext cx="3671887" cy="1174750"/>
        </p:xfrm>
        <a:graphic>
          <a:graphicData uri="http://schemas.openxmlformats.org/presentationml/2006/ole">
            <p:oleObj spid="_x0000_s58371" r:id="rId3" imgW="996480" imgH="311400" progId="Equation.3">
              <p:embed/>
            </p:oleObj>
          </a:graphicData>
        </a:graphic>
      </p:graphicFrame>
      <p:grpSp>
        <p:nvGrpSpPr>
          <p:cNvPr id="67609" name="Group 25"/>
          <p:cNvGrpSpPr>
            <a:grpSpLocks/>
          </p:cNvGrpSpPr>
          <p:nvPr/>
        </p:nvGrpSpPr>
        <p:grpSpPr bwMode="auto">
          <a:xfrm>
            <a:off x="1979613" y="4221163"/>
            <a:ext cx="4640262" cy="1311275"/>
            <a:chOff x="2880" y="1207"/>
            <a:chExt cx="2470" cy="826"/>
          </a:xfrm>
        </p:grpSpPr>
        <p:sp>
          <p:nvSpPr>
            <p:cNvPr id="58373" name="Text Box 15"/>
            <p:cNvSpPr txBox="1">
              <a:spLocks noChangeArrowheads="1"/>
            </p:cNvSpPr>
            <p:nvPr/>
          </p:nvSpPr>
          <p:spPr bwMode="auto">
            <a:xfrm>
              <a:off x="3696" y="1615"/>
              <a:ext cx="1498" cy="365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sz="3200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i</a:t>
              </a:r>
              <a:r>
                <a:rPr lang="en-US" altLang="zh-CN" sz="3200" b="0" i="1" baseline="-2500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L</a:t>
              </a:r>
              <a:r>
                <a:rPr lang="en-US" altLang="zh-CN" sz="3200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(0</a:t>
              </a:r>
              <a:r>
                <a:rPr lang="en-US" altLang="zh-CN" sz="3200" b="0" baseline="-2500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+</a:t>
              </a:r>
              <a:r>
                <a:rPr lang="en-US" altLang="zh-CN" sz="3200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)= </a:t>
              </a:r>
              <a:r>
                <a:rPr lang="en-US" altLang="zh-CN" sz="3200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i</a:t>
              </a:r>
              <a:r>
                <a:rPr lang="en-US" altLang="zh-CN" sz="3200" b="0" i="1" baseline="-2500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L</a:t>
              </a:r>
              <a:r>
                <a:rPr lang="en-US" altLang="zh-CN" sz="3200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(0</a:t>
              </a:r>
              <a:r>
                <a:rPr lang="zh-CN" altLang="en-US" sz="3200" b="0" baseline="-2500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－</a:t>
              </a:r>
              <a:r>
                <a:rPr lang="en-US" altLang="zh-CN" sz="3200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)</a:t>
              </a:r>
            </a:p>
          </p:txBody>
        </p:sp>
        <p:sp>
          <p:nvSpPr>
            <p:cNvPr id="58374" name="Text Box 19"/>
            <p:cNvSpPr txBox="1">
              <a:spLocks noChangeArrowheads="1"/>
            </p:cNvSpPr>
            <p:nvPr/>
          </p:nvSpPr>
          <p:spPr bwMode="auto">
            <a:xfrm>
              <a:off x="3820" y="1207"/>
              <a:ext cx="1530" cy="365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sz="3200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u</a:t>
              </a:r>
              <a:r>
                <a:rPr lang="en-US" altLang="zh-CN" sz="3200" b="0" i="1" baseline="-2500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C</a:t>
              </a:r>
              <a:r>
                <a:rPr lang="en-US" altLang="zh-CN" sz="3200" b="0" baseline="-2500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 </a:t>
              </a:r>
              <a:r>
                <a:rPr lang="en-US" altLang="zh-CN" sz="3200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(0</a:t>
              </a:r>
              <a:r>
                <a:rPr lang="en-US" altLang="zh-CN" sz="3200" b="0" baseline="-2500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+</a:t>
              </a:r>
              <a:r>
                <a:rPr lang="en-US" altLang="zh-CN" sz="3200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) = </a:t>
              </a:r>
              <a:r>
                <a:rPr lang="en-US" altLang="zh-CN" sz="3200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u</a:t>
              </a:r>
              <a:r>
                <a:rPr lang="en-US" altLang="zh-CN" sz="3200" b="0" i="1" baseline="-2500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C</a:t>
              </a:r>
              <a:r>
                <a:rPr lang="en-US" altLang="zh-CN" sz="3200" b="0" baseline="-2500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 </a:t>
              </a:r>
              <a:r>
                <a:rPr lang="en-US" altLang="zh-CN" sz="3200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(0</a:t>
              </a:r>
              <a:r>
                <a:rPr lang="zh-CN" altLang="en-US" sz="3200" b="0" baseline="-2500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－</a:t>
              </a:r>
              <a:r>
                <a:rPr lang="en-US" altLang="zh-CN" sz="3200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)</a:t>
              </a:r>
            </a:p>
          </p:txBody>
        </p:sp>
        <p:sp>
          <p:nvSpPr>
            <p:cNvPr id="58375" name="Text Box 23"/>
            <p:cNvSpPr txBox="1">
              <a:spLocks noChangeArrowheads="1"/>
            </p:cNvSpPr>
            <p:nvPr/>
          </p:nvSpPr>
          <p:spPr bwMode="auto">
            <a:xfrm>
              <a:off x="2925" y="1344"/>
              <a:ext cx="861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0" i="1">
                  <a:latin typeface="Times New Roman" pitchFamily="18" charset="0"/>
                </a:rPr>
                <a:t>RC</a:t>
              </a:r>
              <a:r>
                <a:rPr lang="zh-CN" altLang="en-US">
                  <a:latin typeface="楷体_GB2312" pitchFamily="49" charset="-122"/>
                </a:rPr>
                <a:t>电路</a:t>
              </a:r>
            </a:p>
          </p:txBody>
        </p:sp>
        <p:sp>
          <p:nvSpPr>
            <p:cNvPr id="58376" name="Text Box 24"/>
            <p:cNvSpPr txBox="1">
              <a:spLocks noChangeArrowheads="1"/>
            </p:cNvSpPr>
            <p:nvPr/>
          </p:nvSpPr>
          <p:spPr bwMode="auto">
            <a:xfrm>
              <a:off x="2880" y="1706"/>
              <a:ext cx="861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0" i="1">
                  <a:latin typeface="Times New Roman" pitchFamily="18" charset="0"/>
                </a:rPr>
                <a:t>RL</a:t>
              </a:r>
              <a:r>
                <a:rPr lang="zh-CN" altLang="en-US">
                  <a:latin typeface="楷体_GB2312" pitchFamily="49" charset="-122"/>
                </a:rPr>
                <a:t>电路</a:t>
              </a:r>
            </a:p>
          </p:txBody>
        </p:sp>
      </p:grpSp>
      <p:grpSp>
        <p:nvGrpSpPr>
          <p:cNvPr id="58377" name="Group 29"/>
          <p:cNvGrpSpPr>
            <a:grpSpLocks/>
          </p:cNvGrpSpPr>
          <p:nvPr/>
        </p:nvGrpSpPr>
        <p:grpSpPr bwMode="auto"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58378" name="Picture 30" descr="78900"/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58379" name="Text Box 31">
              <a:hlinkClick r:id="" action="ppaction://hlinkshowjump?jump=nextslide"/>
            </p:cNvPr>
            <p:cNvSpPr txBox="1">
              <a:spLocks noChangeArrowheads="1"/>
            </p:cNvSpPr>
            <p:nvPr/>
          </p:nvSpPr>
          <p:spPr bwMode="auto"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0">
                  <a:solidFill>
                    <a:schemeClr val="bg1"/>
                  </a:solidFill>
                  <a:latin typeface="隶书" pitchFamily="49" charset="-122"/>
                  <a:ea typeface="隶书" pitchFamily="49" charset="-122"/>
                </a:rPr>
                <a:t>下 页</a:t>
              </a:r>
            </a:p>
          </p:txBody>
        </p:sp>
      </p:grpSp>
      <p:grpSp>
        <p:nvGrpSpPr>
          <p:cNvPr id="58380" name="Group 32"/>
          <p:cNvGrpSpPr>
            <a:grpSpLocks/>
          </p:cNvGrpSpPr>
          <p:nvPr/>
        </p:nvGrpSpPr>
        <p:grpSpPr bwMode="auto">
          <a:xfrm>
            <a:off x="7453313" y="6446838"/>
            <a:ext cx="792162" cy="366712"/>
            <a:chOff x="4649" y="4020"/>
            <a:chExt cx="499" cy="231"/>
          </a:xfrm>
        </p:grpSpPr>
        <p:pic>
          <p:nvPicPr>
            <p:cNvPr id="58381" name="Picture 33" descr="78900"/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58382" name="Text Box 34">
              <a:hlinkClick r:id="" action="ppaction://hlinkshowjump?jump=previousslide"/>
            </p:cNvPr>
            <p:cNvSpPr txBox="1">
              <a:spLocks noChangeArrowheads="1"/>
            </p:cNvSpPr>
            <p:nvPr/>
          </p:nvSpPr>
          <p:spPr bwMode="auto"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0">
                  <a:solidFill>
                    <a:schemeClr val="bg1"/>
                  </a:solidFill>
                  <a:latin typeface="隶书" pitchFamily="49" charset="-122"/>
                  <a:ea typeface="隶书" pitchFamily="49" charset="-122"/>
                </a:rPr>
                <a:t>上 页</a:t>
              </a:r>
            </a:p>
          </p:txBody>
        </p:sp>
      </p:grpSp>
      <p:grpSp>
        <p:nvGrpSpPr>
          <p:cNvPr id="67622" name="Group 38"/>
          <p:cNvGrpSpPr>
            <a:grpSpLocks/>
          </p:cNvGrpSpPr>
          <p:nvPr/>
        </p:nvGrpSpPr>
        <p:grpSpPr bwMode="auto">
          <a:xfrm>
            <a:off x="611188" y="476250"/>
            <a:ext cx="1644650" cy="850900"/>
            <a:chOff x="385" y="3022"/>
            <a:chExt cx="1036" cy="536"/>
          </a:xfrm>
        </p:grpSpPr>
        <p:pic>
          <p:nvPicPr>
            <p:cNvPr id="58384" name="Picture 39" descr="123"/>
            <p:cNvPicPr>
              <a:picLocks noChangeAspect="1" noChangeArrowheads="1"/>
            </p:cNvPicPr>
            <p:nvPr/>
          </p:nvPicPr>
          <p:blipFill>
            <a:blip r:embed="rId5"/>
            <a:srcRect/>
            <a:stretch>
              <a:fillRect/>
            </a:stretch>
          </p:blipFill>
          <p:spPr bwMode="auto">
            <a:xfrm>
              <a:off x="385" y="3022"/>
              <a:ext cx="590" cy="53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58385" name="Text Box 40"/>
            <p:cNvSpPr txBox="1">
              <a:spLocks noChangeArrowheads="1"/>
            </p:cNvSpPr>
            <p:nvPr/>
          </p:nvSpPr>
          <p:spPr bwMode="auto">
            <a:xfrm>
              <a:off x="793" y="3125"/>
              <a:ext cx="628" cy="3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zh-CN" altLang="en-US" sz="3200" b="0">
                  <a:solidFill>
                    <a:srgbClr val="FA7748"/>
                  </a:solidFill>
                  <a:latin typeface="Times New Roman" pitchFamily="18" charset="0"/>
                  <a:ea typeface="华文行楷" pitchFamily="2" charset="-122"/>
                </a:rPr>
                <a:t>小结</a:t>
              </a:r>
            </a:p>
          </p:txBody>
        </p:sp>
      </p:grpSp>
      <p:grpSp>
        <p:nvGrpSpPr>
          <p:cNvPr id="58386" name="Group 44"/>
          <p:cNvGrpSpPr>
            <a:grpSpLocks/>
          </p:cNvGrpSpPr>
          <p:nvPr/>
        </p:nvGrpSpPr>
        <p:grpSpPr bwMode="auto">
          <a:xfrm>
            <a:off x="6588125" y="6445250"/>
            <a:ext cx="792163" cy="366713"/>
            <a:chOff x="4649" y="4020"/>
            <a:chExt cx="499" cy="231"/>
          </a:xfrm>
        </p:grpSpPr>
        <p:pic>
          <p:nvPicPr>
            <p:cNvPr id="58387" name="Picture 45" descr="78900"/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58388" name="Text Box 46">
              <a:hlinkClick r:id="rId6" action="ppaction://hlinksldjump"/>
            </p:cNvPr>
            <p:cNvSpPr txBox="1">
              <a:spLocks noChangeArrowheads="1"/>
            </p:cNvSpPr>
            <p:nvPr/>
          </p:nvSpPr>
          <p:spPr bwMode="auto"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0">
                  <a:solidFill>
                    <a:schemeClr val="bg1"/>
                  </a:solidFill>
                  <a:latin typeface="隶书" pitchFamily="49" charset="-122"/>
                  <a:ea typeface="隶书" pitchFamily="49" charset="-122"/>
                </a:rPr>
                <a:t>返 回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6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76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"/>
                                        <p:tgtEl>
                                          <p:spTgt spid="675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675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6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676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676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7590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Text Box 2"/>
          <p:cNvSpPr txBox="1">
            <a:spLocks noChangeArrowheads="1"/>
          </p:cNvSpPr>
          <p:nvPr/>
        </p:nvSpPr>
        <p:spPr bwMode="auto">
          <a:xfrm>
            <a:off x="900113" y="4543425"/>
            <a:ext cx="7099300" cy="1117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marL="342900" indent="-342900">
              <a:lnSpc>
                <a:spcPct val="120000"/>
              </a:lnSpc>
              <a:buFontTx/>
              <a:buAutoNum type="circleNumDbPlain" startAt="4"/>
            </a:pPr>
            <a:r>
              <a:rPr lang="zh-CN" altLang="en-US">
                <a:latin typeface="楷体_GB2312" pitchFamily="49" charset="-122"/>
              </a:rPr>
              <a:t>一阶电路的零输入响应和初始值成正比，称为零输入线性。</a:t>
            </a:r>
          </a:p>
        </p:txBody>
      </p:sp>
      <p:sp>
        <p:nvSpPr>
          <p:cNvPr id="115716" name="Text Box 4"/>
          <p:cNvSpPr txBox="1">
            <a:spLocks noChangeArrowheads="1"/>
          </p:cNvSpPr>
          <p:nvPr/>
        </p:nvSpPr>
        <p:spPr bwMode="auto">
          <a:xfrm>
            <a:off x="900113" y="1303338"/>
            <a:ext cx="4625975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marL="342900" indent="-342900">
              <a:buFontTx/>
              <a:buAutoNum type="circleNumDbPlain" startAt="2"/>
            </a:pPr>
            <a:r>
              <a:rPr lang="zh-CN" altLang="zh-CN">
                <a:latin typeface="楷体_GB2312" pitchFamily="49" charset="-122"/>
              </a:rPr>
              <a:t>衰减快慢取决于时间常数</a:t>
            </a:r>
            <a:r>
              <a:rPr lang="zh-CN" altLang="en-US" i="1">
                <a:latin typeface="楷体_GB2312" pitchFamily="49" charset="-122"/>
                <a:sym typeface="Symbol" pitchFamily="18" charset="2"/>
              </a:rPr>
              <a:t></a:t>
            </a:r>
            <a:endParaRPr lang="zh-CN" altLang="en-US" b="0">
              <a:latin typeface="楷体_GB2312" pitchFamily="49" charset="-122"/>
            </a:endParaRPr>
          </a:p>
        </p:txBody>
      </p:sp>
      <p:sp>
        <p:nvSpPr>
          <p:cNvPr id="115717" name="Text Box 5"/>
          <p:cNvSpPr txBox="1">
            <a:spLocks noChangeArrowheads="1"/>
          </p:cNvSpPr>
          <p:nvPr/>
        </p:nvSpPr>
        <p:spPr bwMode="auto">
          <a:xfrm>
            <a:off x="900113" y="3937000"/>
            <a:ext cx="732790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marL="342900" indent="-342900">
              <a:buFontTx/>
              <a:buAutoNum type="circleNumDbPlain" startAt="3"/>
            </a:pPr>
            <a:r>
              <a:rPr lang="zh-CN" altLang="en-US">
                <a:latin typeface="楷体_GB2312" pitchFamily="49" charset="-122"/>
                <a:sym typeface="Symbol" pitchFamily="18" charset="2"/>
              </a:rPr>
              <a:t>同一电路中所有响应具有相同的时间常数。</a:t>
            </a:r>
          </a:p>
        </p:txBody>
      </p:sp>
      <p:sp>
        <p:nvSpPr>
          <p:cNvPr id="59396" name="Text Box 6"/>
          <p:cNvSpPr txBox="1">
            <a:spLocks noChangeArrowheads="1"/>
          </p:cNvSpPr>
          <p:nvPr/>
        </p:nvSpPr>
        <p:spPr bwMode="auto">
          <a:xfrm>
            <a:off x="2374900" y="2530475"/>
            <a:ext cx="1841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endParaRPr lang="zh-CN" altLang="zh-CN" sz="2400" b="0">
              <a:latin typeface="Times New Roman" pitchFamily="18" charset="0"/>
              <a:ea typeface="宋体" pitchFamily="2" charset="-122"/>
            </a:endParaRPr>
          </a:p>
        </p:txBody>
      </p:sp>
      <p:grpSp>
        <p:nvGrpSpPr>
          <p:cNvPr id="59397" name="Group 13"/>
          <p:cNvGrpSpPr>
            <a:grpSpLocks/>
          </p:cNvGrpSpPr>
          <p:nvPr/>
        </p:nvGrpSpPr>
        <p:grpSpPr bwMode="auto"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59398" name="Picture 14" descr="78900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59399" name="Text Box 15">
              <a:hlinkClick r:id="" action="ppaction://hlinkshowjump?jump=nextslide"/>
            </p:cNvPr>
            <p:cNvSpPr txBox="1">
              <a:spLocks noChangeArrowheads="1"/>
            </p:cNvSpPr>
            <p:nvPr/>
          </p:nvSpPr>
          <p:spPr bwMode="auto"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0">
                  <a:solidFill>
                    <a:schemeClr val="bg1"/>
                  </a:solidFill>
                  <a:latin typeface="隶书" pitchFamily="49" charset="-122"/>
                  <a:ea typeface="隶书" pitchFamily="49" charset="-122"/>
                </a:rPr>
                <a:t>下 页</a:t>
              </a:r>
            </a:p>
          </p:txBody>
        </p:sp>
      </p:grpSp>
      <p:grpSp>
        <p:nvGrpSpPr>
          <p:cNvPr id="59400" name="Group 16"/>
          <p:cNvGrpSpPr>
            <a:grpSpLocks/>
          </p:cNvGrpSpPr>
          <p:nvPr/>
        </p:nvGrpSpPr>
        <p:grpSpPr bwMode="auto">
          <a:xfrm>
            <a:off x="7453313" y="6446838"/>
            <a:ext cx="792162" cy="366712"/>
            <a:chOff x="4649" y="4020"/>
            <a:chExt cx="499" cy="231"/>
          </a:xfrm>
        </p:grpSpPr>
        <p:pic>
          <p:nvPicPr>
            <p:cNvPr id="59401" name="Picture 17" descr="78900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59402" name="Text Box 18">
              <a:hlinkClick r:id="" action="ppaction://hlinkshowjump?jump=previousslide"/>
            </p:cNvPr>
            <p:cNvSpPr txBox="1">
              <a:spLocks noChangeArrowheads="1"/>
            </p:cNvSpPr>
            <p:nvPr/>
          </p:nvSpPr>
          <p:spPr bwMode="auto"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0">
                  <a:solidFill>
                    <a:schemeClr val="bg1"/>
                  </a:solidFill>
                  <a:latin typeface="隶书" pitchFamily="49" charset="-122"/>
                  <a:ea typeface="隶书" pitchFamily="49" charset="-122"/>
                </a:rPr>
                <a:t>上 页</a:t>
              </a:r>
            </a:p>
          </p:txBody>
        </p:sp>
      </p:grpSp>
      <p:grpSp>
        <p:nvGrpSpPr>
          <p:cNvPr id="59403" name="Group 19"/>
          <p:cNvGrpSpPr>
            <a:grpSpLocks/>
          </p:cNvGrpSpPr>
          <p:nvPr/>
        </p:nvGrpSpPr>
        <p:grpSpPr bwMode="auto">
          <a:xfrm>
            <a:off x="468313" y="476250"/>
            <a:ext cx="1644650" cy="850900"/>
            <a:chOff x="385" y="3022"/>
            <a:chExt cx="1036" cy="536"/>
          </a:xfrm>
        </p:grpSpPr>
        <p:pic>
          <p:nvPicPr>
            <p:cNvPr id="59404" name="Picture 20" descr="123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385" y="3022"/>
              <a:ext cx="590" cy="53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59405" name="Text Box 21"/>
            <p:cNvSpPr txBox="1">
              <a:spLocks noChangeArrowheads="1"/>
            </p:cNvSpPr>
            <p:nvPr/>
          </p:nvSpPr>
          <p:spPr bwMode="auto">
            <a:xfrm>
              <a:off x="793" y="3125"/>
              <a:ext cx="628" cy="3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zh-CN" altLang="en-US" sz="3200" b="0">
                  <a:solidFill>
                    <a:srgbClr val="FA7748"/>
                  </a:solidFill>
                  <a:latin typeface="Times New Roman" pitchFamily="18" charset="0"/>
                  <a:ea typeface="华文行楷" pitchFamily="2" charset="-122"/>
                </a:rPr>
                <a:t>小结</a:t>
              </a:r>
            </a:p>
          </p:txBody>
        </p:sp>
      </p:grpSp>
      <p:sp>
        <p:nvSpPr>
          <p:cNvPr id="115734" name="Rectangle 22"/>
          <p:cNvSpPr>
            <a:spLocks noChangeArrowheads="1"/>
          </p:cNvSpPr>
          <p:nvPr/>
        </p:nvSpPr>
        <p:spPr bwMode="auto">
          <a:xfrm>
            <a:off x="2051050" y="1951038"/>
            <a:ext cx="2160588" cy="641350"/>
          </a:xfrm>
          <a:prstGeom prst="rect">
            <a:avLst/>
          </a:prstGeom>
          <a:gradFill rotWithShape="1">
            <a:gsLst>
              <a:gs pos="0">
                <a:srgbClr val="FFCC00"/>
              </a:gs>
              <a:gs pos="100000">
                <a:schemeClr val="bg1"/>
              </a:gs>
            </a:gsLst>
            <a:lin ang="5400000" scaled="1"/>
          </a:gradFill>
          <a:ln w="9525">
            <a:noFill/>
            <a:miter lim="800000"/>
            <a:headEnd/>
            <a:tailEnd/>
          </a:ln>
        </p:spPr>
        <p:txBody>
          <a:bodyPr lIns="90000" tIns="46800" rIns="90000" bIns="46800" anchor="ctr">
            <a:spAutoFit/>
          </a:bodyPr>
          <a:lstStyle/>
          <a:p>
            <a:pPr algn="ctr"/>
            <a:r>
              <a:rPr lang="en-US" altLang="zh-CN" sz="3600" b="0" i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</a:t>
            </a:r>
            <a:r>
              <a:rPr lang="en-US" altLang="zh-CN" sz="3600" b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  = </a:t>
            </a:r>
            <a:r>
              <a:rPr lang="en-US" altLang="zh-CN" sz="3600" b="0" i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R C</a:t>
            </a:r>
          </a:p>
        </p:txBody>
      </p:sp>
      <p:sp>
        <p:nvSpPr>
          <p:cNvPr id="115735" name="Rectangle 23"/>
          <p:cNvSpPr>
            <a:spLocks noChangeArrowheads="1"/>
          </p:cNvSpPr>
          <p:nvPr/>
        </p:nvSpPr>
        <p:spPr bwMode="auto">
          <a:xfrm>
            <a:off x="4500563" y="1951038"/>
            <a:ext cx="2303462" cy="641350"/>
          </a:xfrm>
          <a:prstGeom prst="rect">
            <a:avLst/>
          </a:prstGeom>
          <a:gradFill rotWithShape="1">
            <a:gsLst>
              <a:gs pos="0">
                <a:srgbClr val="FFCC00"/>
              </a:gs>
              <a:gs pos="100000">
                <a:schemeClr val="bg1"/>
              </a:gs>
            </a:gsLst>
            <a:lin ang="5400000" scaled="1"/>
          </a:gradFill>
          <a:ln w="9525">
            <a:noFill/>
            <a:miter lim="800000"/>
            <a:headEnd/>
            <a:tailEnd/>
          </a:ln>
        </p:spPr>
        <p:txBody>
          <a:bodyPr lIns="90000" tIns="46800" rIns="90000" bIns="46800" anchor="ctr">
            <a:spAutoFit/>
          </a:bodyPr>
          <a:lstStyle/>
          <a:p>
            <a:pPr algn="ctr"/>
            <a:r>
              <a:rPr lang="en-US" altLang="zh-CN" sz="3600" b="0" i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</a:t>
            </a:r>
            <a:r>
              <a:rPr lang="en-US" altLang="zh-CN" sz="3600" b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  = </a:t>
            </a:r>
            <a:r>
              <a:rPr lang="en-US" altLang="zh-CN" sz="3600" b="0" i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L/R</a:t>
            </a:r>
          </a:p>
        </p:txBody>
      </p:sp>
      <p:sp>
        <p:nvSpPr>
          <p:cNvPr id="115736" name="Rectangle 24"/>
          <p:cNvSpPr>
            <a:spLocks noChangeArrowheads="1"/>
          </p:cNvSpPr>
          <p:nvPr/>
        </p:nvSpPr>
        <p:spPr bwMode="auto">
          <a:xfrm>
            <a:off x="684213" y="3175000"/>
            <a:ext cx="7545387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b="0" i="1">
                <a:solidFill>
                  <a:schemeClr val="bg1"/>
                </a:solidFill>
                <a:latin typeface="Times New Roman" pitchFamily="18" charset="0"/>
                <a:sym typeface="Symbol" pitchFamily="18" charset="2"/>
              </a:rPr>
              <a:t>R</a:t>
            </a:r>
            <a:r>
              <a:rPr lang="zh-CN" altLang="en-US">
                <a:latin typeface="楷体_GB2312" pitchFamily="49" charset="-122"/>
                <a:sym typeface="Symbol" pitchFamily="18" charset="2"/>
              </a:rPr>
              <a:t>为与动态元件相连的一端口电路的等效电阻。</a:t>
            </a:r>
          </a:p>
        </p:txBody>
      </p:sp>
      <p:sp>
        <p:nvSpPr>
          <p:cNvPr id="115737" name="AutoShape 25"/>
          <p:cNvSpPr>
            <a:spLocks noChangeArrowheads="1"/>
          </p:cNvSpPr>
          <p:nvPr/>
        </p:nvSpPr>
        <p:spPr bwMode="auto">
          <a:xfrm>
            <a:off x="468313" y="1878013"/>
            <a:ext cx="1079500" cy="1008062"/>
          </a:xfrm>
          <a:prstGeom prst="wedgeRoundRectCallout">
            <a:avLst>
              <a:gd name="adj1" fmla="val 108972"/>
              <a:gd name="adj2" fmla="val -5435"/>
              <a:gd name="adj3" fmla="val 16667"/>
            </a:avLst>
          </a:prstGeom>
          <a:solidFill>
            <a:srgbClr val="009999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/>
            <a:r>
              <a:rPr lang="en-US" altLang="zh-CN" b="0" i="1">
                <a:solidFill>
                  <a:schemeClr val="bg1"/>
                </a:solidFill>
                <a:latin typeface="Times New Roman" pitchFamily="18" charset="0"/>
                <a:ea typeface="仿宋_GB2312" pitchFamily="49" charset="-122"/>
              </a:rPr>
              <a:t>RC</a:t>
            </a:r>
          </a:p>
          <a:p>
            <a:pPr algn="ctr"/>
            <a:r>
              <a:rPr lang="zh-CN" altLang="en-US">
                <a:solidFill>
                  <a:schemeClr val="bg1"/>
                </a:solidFill>
              </a:rPr>
              <a:t>电路</a:t>
            </a:r>
          </a:p>
        </p:txBody>
      </p:sp>
      <p:sp>
        <p:nvSpPr>
          <p:cNvPr id="115738" name="AutoShape 26"/>
          <p:cNvSpPr>
            <a:spLocks noChangeArrowheads="1"/>
          </p:cNvSpPr>
          <p:nvPr/>
        </p:nvSpPr>
        <p:spPr bwMode="auto">
          <a:xfrm>
            <a:off x="7451725" y="2022475"/>
            <a:ext cx="1079500" cy="1008063"/>
          </a:xfrm>
          <a:prstGeom prst="wedgeRoundRectCallout">
            <a:avLst>
              <a:gd name="adj1" fmla="val -132500"/>
              <a:gd name="adj2" fmla="val -21023"/>
              <a:gd name="adj3" fmla="val 16667"/>
            </a:avLst>
          </a:prstGeom>
          <a:solidFill>
            <a:srgbClr val="009999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/>
            <a:r>
              <a:rPr lang="en-US" altLang="zh-CN" b="0" i="1">
                <a:solidFill>
                  <a:schemeClr val="bg1"/>
                </a:solidFill>
                <a:latin typeface="Times New Roman" pitchFamily="18" charset="0"/>
                <a:ea typeface="仿宋_GB2312" pitchFamily="49" charset="-122"/>
              </a:rPr>
              <a:t>RL</a:t>
            </a:r>
          </a:p>
          <a:p>
            <a:pPr algn="ctr"/>
            <a:r>
              <a:rPr lang="zh-CN" altLang="en-US">
                <a:solidFill>
                  <a:schemeClr val="bg1"/>
                </a:solidFill>
              </a:rPr>
              <a:t>电路</a:t>
            </a:r>
          </a:p>
        </p:txBody>
      </p:sp>
      <p:grpSp>
        <p:nvGrpSpPr>
          <p:cNvPr id="59411" name="Group 30"/>
          <p:cNvGrpSpPr>
            <a:grpSpLocks/>
          </p:cNvGrpSpPr>
          <p:nvPr/>
        </p:nvGrpSpPr>
        <p:grpSpPr bwMode="auto">
          <a:xfrm>
            <a:off x="6588125" y="6445250"/>
            <a:ext cx="792163" cy="366713"/>
            <a:chOff x="4649" y="4020"/>
            <a:chExt cx="499" cy="231"/>
          </a:xfrm>
        </p:grpSpPr>
        <p:pic>
          <p:nvPicPr>
            <p:cNvPr id="59412" name="Picture 31" descr="78900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59413" name="Text Box 32">
              <a:hlinkClick r:id="rId4" action="ppaction://hlinksldjump"/>
            </p:cNvPr>
            <p:cNvSpPr txBox="1">
              <a:spLocks noChangeArrowheads="1"/>
            </p:cNvSpPr>
            <p:nvPr/>
          </p:nvSpPr>
          <p:spPr bwMode="auto"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0">
                  <a:solidFill>
                    <a:schemeClr val="bg1"/>
                  </a:solidFill>
                  <a:latin typeface="隶书" pitchFamily="49" charset="-122"/>
                  <a:ea typeface="隶书" pitchFamily="49" charset="-122"/>
                </a:rPr>
                <a:t>返 回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1157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157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57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157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157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000"/>
                            </p:stCondLst>
                            <p:childTnLst>
                              <p:par>
                                <p:cTn id="20" presetID="2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22" dur="2000"/>
                                        <p:tgtEl>
                                          <p:spTgt spid="1157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3000"/>
                            </p:stCondLst>
                            <p:childTnLst>
                              <p:par>
                                <p:cTn id="24" presetID="2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26" dur="2000"/>
                                        <p:tgtEl>
                                          <p:spTgt spid="1157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1157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2000"/>
                                        <p:tgtEl>
                                          <p:spTgt spid="1157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2000"/>
                                        <p:tgtEl>
                                          <p:spTgt spid="1157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5714" grpId="0"/>
      <p:bldP spid="115716" grpId="0"/>
      <p:bldP spid="115717" grpId="0"/>
      <p:bldP spid="115734" grpId="0" animBg="1"/>
      <p:bldP spid="115735" grpId="0" animBg="1"/>
      <p:bldP spid="115736" grpId="0"/>
      <p:bldP spid="115737" grpId="0" animBg="1"/>
      <p:bldP spid="115738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4" name="Text Box 4"/>
          <p:cNvSpPr txBox="1">
            <a:spLocks noChangeArrowheads="1"/>
          </p:cNvSpPr>
          <p:nvPr/>
        </p:nvSpPr>
        <p:spPr bwMode="auto">
          <a:xfrm>
            <a:off x="3348038" y="1196975"/>
            <a:ext cx="5545137" cy="1117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>
                <a:latin typeface="楷体_GB2312" pitchFamily="49" charset="-122"/>
              </a:rPr>
              <a:t>动态元件初始能量为零，由</a:t>
            </a:r>
            <a:r>
              <a:rPr lang="en-US" altLang="zh-CN" b="0" i="1">
                <a:latin typeface="Times New Roman" pitchFamily="18" charset="0"/>
              </a:rPr>
              <a:t>t </a:t>
            </a:r>
            <a:r>
              <a:rPr lang="en-US" altLang="zh-CN" b="0">
                <a:latin typeface="Times New Roman" pitchFamily="18" charset="0"/>
              </a:rPr>
              <a:t>&gt;0</a:t>
            </a:r>
            <a:r>
              <a:rPr lang="zh-CN" altLang="en-US">
                <a:latin typeface="楷体_GB2312" pitchFamily="49" charset="-122"/>
              </a:rPr>
              <a:t>电路中外加激励作用所产生的响应。</a:t>
            </a:r>
          </a:p>
        </p:txBody>
      </p:sp>
      <p:graphicFrame>
        <p:nvGraphicFramePr>
          <p:cNvPr id="66565" name="Object 5"/>
          <p:cNvGraphicFramePr>
            <a:graphicFrameLocks noChangeAspect="1"/>
          </p:cNvGraphicFramePr>
          <p:nvPr/>
        </p:nvGraphicFramePr>
        <p:xfrm>
          <a:off x="5321300" y="3213100"/>
          <a:ext cx="2876550" cy="1135063"/>
        </p:xfrm>
        <a:graphic>
          <a:graphicData uri="http://schemas.openxmlformats.org/presentationml/2006/ole">
            <p:oleObj spid="_x0000_s60418" r:id="rId4" imgW="1135440" imgH="403560" progId="Equation.3">
              <p:embed/>
            </p:oleObj>
          </a:graphicData>
        </a:graphic>
      </p:graphicFrame>
      <p:sp>
        <p:nvSpPr>
          <p:cNvPr id="66566" name="Text Box 6"/>
          <p:cNvSpPr txBox="1">
            <a:spLocks noChangeArrowheads="1"/>
          </p:cNvSpPr>
          <p:nvPr/>
        </p:nvSpPr>
        <p:spPr bwMode="auto">
          <a:xfrm>
            <a:off x="4067175" y="3429000"/>
            <a:ext cx="2303463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>
                <a:latin typeface="Times New Roman" pitchFamily="18" charset="0"/>
              </a:rPr>
              <a:t>方程：</a:t>
            </a:r>
          </a:p>
        </p:txBody>
      </p:sp>
      <p:sp>
        <p:nvSpPr>
          <p:cNvPr id="66610" name="Rectangle 50"/>
          <p:cNvSpPr>
            <a:spLocks noChangeArrowheads="1"/>
          </p:cNvSpPr>
          <p:nvPr/>
        </p:nvSpPr>
        <p:spPr bwMode="auto">
          <a:xfrm>
            <a:off x="1042988" y="476250"/>
            <a:ext cx="7056437" cy="701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r>
              <a:rPr lang="en-US" altLang="zh-CN" sz="4000">
                <a:solidFill>
                  <a:schemeClr val="bg1"/>
                </a:solidFill>
                <a:latin typeface="楷体_GB2312" pitchFamily="49" charset="-122"/>
              </a:rPr>
              <a:t>7.3 </a:t>
            </a:r>
            <a:r>
              <a:rPr lang="zh-CN" altLang="en-US" sz="4000">
                <a:solidFill>
                  <a:schemeClr val="bg1"/>
                </a:solidFill>
                <a:latin typeface="楷体_GB2312" pitchFamily="49" charset="-122"/>
              </a:rPr>
              <a:t>一阶电路的零状态响应         </a:t>
            </a:r>
          </a:p>
        </p:txBody>
      </p:sp>
      <p:sp>
        <p:nvSpPr>
          <p:cNvPr id="66612" name="Text Box 52"/>
          <p:cNvSpPr txBox="1">
            <a:spLocks noChangeArrowheads="1"/>
          </p:cNvSpPr>
          <p:nvPr/>
        </p:nvSpPr>
        <p:spPr bwMode="auto">
          <a:xfrm>
            <a:off x="4716463" y="4508500"/>
            <a:ext cx="2327275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lang="zh-CN" altLang="en-US">
                <a:latin typeface="Times New Roman" pitchFamily="18" charset="0"/>
              </a:rPr>
              <a:t>解答形式为：</a:t>
            </a:r>
          </a:p>
        </p:txBody>
      </p:sp>
      <p:graphicFrame>
        <p:nvGraphicFramePr>
          <p:cNvPr id="66613" name="Object 53"/>
          <p:cNvGraphicFramePr>
            <a:graphicFrameLocks noChangeAspect="1"/>
          </p:cNvGraphicFramePr>
          <p:nvPr/>
        </p:nvGraphicFramePr>
        <p:xfrm>
          <a:off x="4948238" y="4941888"/>
          <a:ext cx="2519362" cy="703262"/>
        </p:xfrm>
        <a:graphic>
          <a:graphicData uri="http://schemas.openxmlformats.org/presentationml/2006/ole">
            <p:oleObj spid="_x0000_s60422" r:id="rId5" imgW="776520" imgH="207720" progId="Equation.3">
              <p:embed/>
            </p:oleObj>
          </a:graphicData>
        </a:graphic>
      </p:graphicFrame>
      <p:sp>
        <p:nvSpPr>
          <p:cNvPr id="66616" name="Text Box 56"/>
          <p:cNvSpPr txBox="1">
            <a:spLocks noChangeArrowheads="1"/>
          </p:cNvSpPr>
          <p:nvPr/>
        </p:nvSpPr>
        <p:spPr bwMode="auto">
          <a:xfrm>
            <a:off x="539750" y="2751138"/>
            <a:ext cx="4376738" cy="579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en-US" altLang="zh-CN" sz="3200">
                <a:solidFill>
                  <a:schemeClr val="bg1"/>
                </a:solidFill>
                <a:latin typeface="楷体_GB2312" pitchFamily="49" charset="-122"/>
              </a:rPr>
              <a:t>1.</a:t>
            </a:r>
            <a:r>
              <a:rPr lang="en-US" altLang="zh-CN" sz="3200" b="0" i="1">
                <a:solidFill>
                  <a:schemeClr val="bg1"/>
                </a:solidFill>
                <a:latin typeface="Times New Roman" pitchFamily="18" charset="0"/>
              </a:rPr>
              <a:t>RC</a:t>
            </a:r>
            <a:r>
              <a:rPr lang="zh-CN" altLang="zh-CN" sz="3200">
                <a:solidFill>
                  <a:schemeClr val="bg1"/>
                </a:solidFill>
                <a:latin typeface="楷体_GB2312" pitchFamily="49" charset="-122"/>
              </a:rPr>
              <a:t>电路的零状态响应</a:t>
            </a:r>
            <a:endParaRPr lang="zh-CN" altLang="en-US" sz="3200">
              <a:solidFill>
                <a:schemeClr val="bg1"/>
              </a:solidFill>
              <a:latin typeface="楷体_GB2312" pitchFamily="49" charset="-122"/>
            </a:endParaRPr>
          </a:p>
        </p:txBody>
      </p:sp>
      <p:sp>
        <p:nvSpPr>
          <p:cNvPr id="66617" name="Text Box 57"/>
          <p:cNvSpPr txBox="1">
            <a:spLocks noChangeArrowheads="1"/>
          </p:cNvSpPr>
          <p:nvPr/>
        </p:nvSpPr>
        <p:spPr bwMode="auto">
          <a:xfrm>
            <a:off x="539750" y="1341438"/>
            <a:ext cx="2089150" cy="547687"/>
          </a:xfrm>
          <a:prstGeom prst="rect">
            <a:avLst/>
          </a:prstGeom>
          <a:noFill/>
          <a:ln w="28575">
            <a:solidFill>
              <a:srgbClr val="00FFFF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>
                <a:solidFill>
                  <a:schemeClr val="bg1"/>
                </a:solidFill>
              </a:rPr>
              <a:t>零状态响应</a:t>
            </a:r>
          </a:p>
        </p:txBody>
      </p:sp>
      <p:sp>
        <p:nvSpPr>
          <p:cNvPr id="66618" name="AutoShape 58"/>
          <p:cNvSpPr>
            <a:spLocks noChangeArrowheads="1"/>
          </p:cNvSpPr>
          <p:nvPr/>
        </p:nvSpPr>
        <p:spPr bwMode="auto">
          <a:xfrm>
            <a:off x="2771775" y="1557338"/>
            <a:ext cx="576263" cy="144462"/>
          </a:xfrm>
          <a:prstGeom prst="rightArrow">
            <a:avLst>
              <a:gd name="adj1" fmla="val 50000"/>
              <a:gd name="adj2" fmla="val 99670"/>
            </a:avLst>
          </a:prstGeom>
          <a:solidFill>
            <a:srgbClr val="0099FF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6619" name="AutoShape 59"/>
          <p:cNvSpPr>
            <a:spLocks noChangeArrowheads="1"/>
          </p:cNvSpPr>
          <p:nvPr/>
        </p:nvSpPr>
        <p:spPr bwMode="auto">
          <a:xfrm>
            <a:off x="2555875" y="5949950"/>
            <a:ext cx="2952750" cy="574675"/>
          </a:xfrm>
          <a:prstGeom prst="wedgeRoundRectCallout">
            <a:avLst>
              <a:gd name="adj1" fmla="val 74569"/>
              <a:gd name="adj2" fmla="val -124861"/>
              <a:gd name="adj3" fmla="val 16667"/>
            </a:avLst>
          </a:prstGeom>
          <a:solidFill>
            <a:srgbClr val="00CC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/>
            <a:r>
              <a:rPr lang="zh-CN" altLang="en-US">
                <a:solidFill>
                  <a:schemeClr val="tx1"/>
                </a:solidFill>
              </a:rPr>
              <a:t>非齐次方程特解</a:t>
            </a:r>
          </a:p>
        </p:txBody>
      </p:sp>
      <p:sp>
        <p:nvSpPr>
          <p:cNvPr id="66620" name="AutoShape 60"/>
          <p:cNvSpPr>
            <a:spLocks noChangeArrowheads="1"/>
          </p:cNvSpPr>
          <p:nvPr/>
        </p:nvSpPr>
        <p:spPr bwMode="auto">
          <a:xfrm>
            <a:off x="7812088" y="4292600"/>
            <a:ext cx="1079500" cy="1512888"/>
          </a:xfrm>
          <a:prstGeom prst="wedgeRoundRectCallout">
            <a:avLst>
              <a:gd name="adj1" fmla="val -97352"/>
              <a:gd name="adj2" fmla="val 18102"/>
              <a:gd name="adj3" fmla="val 16667"/>
            </a:avLst>
          </a:prstGeom>
          <a:solidFill>
            <a:srgbClr val="00CC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/>
            <a:r>
              <a:rPr lang="zh-CN" altLang="en-US">
                <a:solidFill>
                  <a:schemeClr val="tx1"/>
                </a:solidFill>
              </a:rPr>
              <a:t>齐次方程通解</a:t>
            </a:r>
          </a:p>
        </p:txBody>
      </p:sp>
      <p:grpSp>
        <p:nvGrpSpPr>
          <p:cNvPr id="60428" name="Group 66"/>
          <p:cNvGrpSpPr>
            <a:grpSpLocks/>
          </p:cNvGrpSpPr>
          <p:nvPr/>
        </p:nvGrpSpPr>
        <p:grpSpPr bwMode="auto"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60429" name="Picture 67" descr="78900"/>
            <p:cNvPicPr>
              <a:picLocks noChangeAspect="1" noChangeArrowheads="1"/>
            </p:cNvPicPr>
            <p:nvPr/>
          </p:nvPicPr>
          <p:blipFill>
            <a:blip r:embed="rId6"/>
            <a:srcRect/>
            <a:stretch>
              <a:fillRect/>
            </a:stretch>
          </p:blipFill>
          <p:spPr bwMode="auto"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60430" name="Text Box 68">
              <a:hlinkClick r:id="" action="ppaction://hlinkshowjump?jump=nextslide"/>
            </p:cNvPr>
            <p:cNvSpPr txBox="1">
              <a:spLocks noChangeArrowheads="1"/>
            </p:cNvSpPr>
            <p:nvPr/>
          </p:nvSpPr>
          <p:spPr bwMode="auto"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0">
                  <a:solidFill>
                    <a:schemeClr val="bg1"/>
                  </a:solidFill>
                  <a:latin typeface="隶书" pitchFamily="49" charset="-122"/>
                  <a:ea typeface="隶书" pitchFamily="49" charset="-122"/>
                </a:rPr>
                <a:t>下 页</a:t>
              </a:r>
            </a:p>
          </p:txBody>
        </p:sp>
      </p:grpSp>
      <p:grpSp>
        <p:nvGrpSpPr>
          <p:cNvPr id="60431" name="Group 69"/>
          <p:cNvGrpSpPr>
            <a:grpSpLocks/>
          </p:cNvGrpSpPr>
          <p:nvPr/>
        </p:nvGrpSpPr>
        <p:grpSpPr bwMode="auto">
          <a:xfrm>
            <a:off x="7453313" y="6446838"/>
            <a:ext cx="792162" cy="366712"/>
            <a:chOff x="4649" y="4020"/>
            <a:chExt cx="499" cy="231"/>
          </a:xfrm>
        </p:grpSpPr>
        <p:pic>
          <p:nvPicPr>
            <p:cNvPr id="60432" name="Picture 70" descr="78900"/>
            <p:cNvPicPr>
              <a:picLocks noChangeAspect="1" noChangeArrowheads="1"/>
            </p:cNvPicPr>
            <p:nvPr/>
          </p:nvPicPr>
          <p:blipFill>
            <a:blip r:embed="rId6"/>
            <a:srcRect/>
            <a:stretch>
              <a:fillRect/>
            </a:stretch>
          </p:blipFill>
          <p:spPr bwMode="auto"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60433" name="Text Box 71">
              <a:hlinkClick r:id="" action="ppaction://hlinkshowjump?jump=previousslide"/>
            </p:cNvPr>
            <p:cNvSpPr txBox="1">
              <a:spLocks noChangeArrowheads="1"/>
            </p:cNvSpPr>
            <p:nvPr/>
          </p:nvSpPr>
          <p:spPr bwMode="auto"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0">
                  <a:solidFill>
                    <a:schemeClr val="bg1"/>
                  </a:solidFill>
                  <a:latin typeface="隶书" pitchFamily="49" charset="-122"/>
                  <a:ea typeface="隶书" pitchFamily="49" charset="-122"/>
                </a:rPr>
                <a:t>上 页</a:t>
              </a:r>
            </a:p>
          </p:txBody>
        </p:sp>
      </p:grpSp>
      <p:grpSp>
        <p:nvGrpSpPr>
          <p:cNvPr id="66635" name="Group 75"/>
          <p:cNvGrpSpPr>
            <a:grpSpLocks/>
          </p:cNvGrpSpPr>
          <p:nvPr/>
        </p:nvGrpSpPr>
        <p:grpSpPr bwMode="auto">
          <a:xfrm>
            <a:off x="498475" y="3429000"/>
            <a:ext cx="3630613" cy="2462213"/>
            <a:chOff x="2990" y="2251"/>
            <a:chExt cx="2287" cy="1551"/>
          </a:xfrm>
        </p:grpSpPr>
        <p:sp>
          <p:nvSpPr>
            <p:cNvPr id="60435" name="Line 76"/>
            <p:cNvSpPr>
              <a:spLocks noChangeShapeType="1"/>
            </p:cNvSpPr>
            <p:nvPr/>
          </p:nvSpPr>
          <p:spPr bwMode="auto">
            <a:xfrm flipH="1" flipV="1">
              <a:off x="4966" y="3158"/>
              <a:ext cx="1" cy="317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0436" name="Line 77"/>
            <p:cNvSpPr>
              <a:spLocks noChangeShapeType="1"/>
            </p:cNvSpPr>
            <p:nvPr/>
          </p:nvSpPr>
          <p:spPr bwMode="auto">
            <a:xfrm flipV="1">
              <a:off x="4966" y="2705"/>
              <a:ext cx="0" cy="329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0437" name="Oval 78"/>
            <p:cNvSpPr>
              <a:spLocks noChangeArrowheads="1"/>
            </p:cNvSpPr>
            <p:nvPr/>
          </p:nvSpPr>
          <p:spPr bwMode="auto">
            <a:xfrm>
              <a:off x="3061" y="2886"/>
              <a:ext cx="363" cy="363"/>
            </a:xfrm>
            <a:prstGeom prst="ellipse">
              <a:avLst/>
            </a:prstGeom>
            <a:gradFill rotWithShape="1">
              <a:gsLst>
                <a:gs pos="0">
                  <a:srgbClr val="0099FF"/>
                </a:gs>
                <a:gs pos="100000">
                  <a:srgbClr val="004776"/>
                </a:gs>
              </a:gsLst>
              <a:path path="shape">
                <a:fillToRect l="50000" t="50000" r="50000" b="50000"/>
              </a:path>
            </a:gradFill>
            <a:ln w="38100">
              <a:solidFill>
                <a:srgbClr val="FF99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60438" name="Group 79"/>
            <p:cNvGrpSpPr>
              <a:grpSpLocks/>
            </p:cNvGrpSpPr>
            <p:nvPr/>
          </p:nvGrpSpPr>
          <p:grpSpPr bwMode="auto">
            <a:xfrm>
              <a:off x="3969" y="3067"/>
              <a:ext cx="263" cy="354"/>
              <a:chOff x="1872" y="482"/>
              <a:chExt cx="240" cy="286"/>
            </a:xfrm>
          </p:grpSpPr>
          <p:sp>
            <p:nvSpPr>
              <p:cNvPr id="60439" name="Line 80"/>
              <p:cNvSpPr>
                <a:spLocks noChangeShapeType="1"/>
              </p:cNvSpPr>
              <p:nvPr/>
            </p:nvSpPr>
            <p:spPr bwMode="auto">
              <a:xfrm>
                <a:off x="1872" y="768"/>
                <a:ext cx="240" cy="0"/>
              </a:xfrm>
              <a:prstGeom prst="line">
                <a:avLst/>
              </a:prstGeom>
              <a:noFill/>
              <a:ln w="38100">
                <a:solidFill>
                  <a:srgbClr val="00FFFF"/>
                </a:solidFill>
                <a:round/>
                <a:headEnd type="triangle" w="med" len="med"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0440" name="Text Box 81"/>
              <p:cNvSpPr txBox="1">
                <a:spLocks noChangeArrowheads="1"/>
              </p:cNvSpPr>
              <p:nvPr/>
            </p:nvSpPr>
            <p:spPr bwMode="auto">
              <a:xfrm>
                <a:off x="1884" y="482"/>
                <a:ext cx="162" cy="26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altLang="zh-CN" b="0" i="1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rPr>
                  <a:t>i</a:t>
                </a:r>
                <a:endPara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endParaRPr>
              </a:p>
            </p:txBody>
          </p:sp>
        </p:grpSp>
        <p:sp>
          <p:nvSpPr>
            <p:cNvPr id="60441" name="Line 82"/>
            <p:cNvSpPr>
              <a:spLocks noChangeShapeType="1"/>
            </p:cNvSpPr>
            <p:nvPr/>
          </p:nvSpPr>
          <p:spPr bwMode="auto">
            <a:xfrm flipH="1">
              <a:off x="3814" y="2456"/>
              <a:ext cx="158" cy="178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0442" name="Text Box 83"/>
            <p:cNvSpPr txBox="1">
              <a:spLocks noChangeArrowheads="1"/>
            </p:cNvSpPr>
            <p:nvPr/>
          </p:nvSpPr>
          <p:spPr bwMode="auto">
            <a:xfrm>
              <a:off x="2990" y="2341"/>
              <a:ext cx="691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S(</a:t>
              </a:r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t</a:t>
              </a:r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=0)</a:t>
              </a:r>
            </a:p>
          </p:txBody>
        </p:sp>
        <p:sp>
          <p:nvSpPr>
            <p:cNvPr id="60443" name="Text Box 84"/>
            <p:cNvSpPr txBox="1">
              <a:spLocks noChangeArrowheads="1"/>
            </p:cNvSpPr>
            <p:nvPr/>
          </p:nvSpPr>
          <p:spPr bwMode="auto">
            <a:xfrm>
              <a:off x="3470" y="2886"/>
              <a:ext cx="354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U</a:t>
              </a:r>
              <a:r>
                <a:rPr lang="en-US" altLang="zh-CN" b="0" i="1" baseline="-2500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S</a:t>
              </a:r>
              <a:endParaRPr lang="en-US" altLang="zh-CN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grpSp>
          <p:nvGrpSpPr>
            <p:cNvPr id="60444" name="Group 85"/>
            <p:cNvGrpSpPr>
              <a:grpSpLocks/>
            </p:cNvGrpSpPr>
            <p:nvPr/>
          </p:nvGrpSpPr>
          <p:grpSpPr bwMode="auto">
            <a:xfrm>
              <a:off x="3969" y="2659"/>
              <a:ext cx="649" cy="375"/>
              <a:chOff x="818" y="780"/>
              <a:chExt cx="592" cy="302"/>
            </a:xfrm>
          </p:grpSpPr>
          <p:grpSp>
            <p:nvGrpSpPr>
              <p:cNvPr id="60445" name="Group 86"/>
              <p:cNvGrpSpPr>
                <a:grpSpLocks/>
              </p:cNvGrpSpPr>
              <p:nvPr/>
            </p:nvGrpSpPr>
            <p:grpSpPr bwMode="auto">
              <a:xfrm>
                <a:off x="818" y="780"/>
                <a:ext cx="592" cy="263"/>
                <a:chOff x="818" y="780"/>
                <a:chExt cx="592" cy="263"/>
              </a:xfrm>
            </p:grpSpPr>
            <p:sp>
              <p:nvSpPr>
                <p:cNvPr id="60446" name="Text Box 87"/>
                <p:cNvSpPr txBox="1">
                  <a:spLocks noChangeArrowheads="1"/>
                </p:cNvSpPr>
                <p:nvPr/>
              </p:nvSpPr>
              <p:spPr bwMode="auto">
                <a:xfrm>
                  <a:off x="818" y="780"/>
                  <a:ext cx="223" cy="263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 anchor="ctr">
                  <a:spAutoFit/>
                </a:bodyPr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altLang="zh-CN" b="0">
                      <a:solidFill>
                        <a:schemeClr val="bg1"/>
                      </a:solidFill>
                      <a:latin typeface="Times New Roman" pitchFamily="18" charset="0"/>
                      <a:ea typeface="宋体" pitchFamily="2" charset="-122"/>
                    </a:rPr>
                    <a:t>+</a:t>
                  </a:r>
                </a:p>
              </p:txBody>
            </p:sp>
            <p:sp>
              <p:nvSpPr>
                <p:cNvPr id="60447" name="Text Box 88"/>
                <p:cNvSpPr txBox="1">
                  <a:spLocks noChangeArrowheads="1"/>
                </p:cNvSpPr>
                <p:nvPr/>
              </p:nvSpPr>
              <p:spPr bwMode="auto">
                <a:xfrm>
                  <a:off x="1202" y="780"/>
                  <a:ext cx="208" cy="263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 anchor="ctr">
                  <a:spAutoFit/>
                </a:bodyPr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altLang="zh-CN" b="0">
                      <a:solidFill>
                        <a:schemeClr val="bg1"/>
                      </a:solidFill>
                      <a:latin typeface="Times New Roman" pitchFamily="18" charset="0"/>
                      <a:ea typeface="宋体" pitchFamily="2" charset="-122"/>
                    </a:rPr>
                    <a:t>–</a:t>
                  </a:r>
                </a:p>
              </p:txBody>
            </p:sp>
          </p:grpSp>
          <p:sp>
            <p:nvSpPr>
              <p:cNvPr id="60448" name="Text Box 89"/>
              <p:cNvSpPr txBox="1">
                <a:spLocks noChangeArrowheads="1"/>
              </p:cNvSpPr>
              <p:nvPr/>
            </p:nvSpPr>
            <p:spPr bwMode="auto">
              <a:xfrm>
                <a:off x="974" y="819"/>
                <a:ext cx="300" cy="26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altLang="zh-CN" b="0" i="1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rPr>
                  <a:t>u</a:t>
                </a:r>
                <a:r>
                  <a:rPr lang="en-US" altLang="zh-CN" b="0" baseline="-250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rPr>
                  <a:t>R</a:t>
                </a:r>
              </a:p>
            </p:txBody>
          </p:sp>
        </p:grpSp>
        <p:sp>
          <p:nvSpPr>
            <p:cNvPr id="60449" name="Line 90"/>
            <p:cNvSpPr>
              <a:spLocks noChangeShapeType="1"/>
            </p:cNvSpPr>
            <p:nvPr/>
          </p:nvSpPr>
          <p:spPr bwMode="auto">
            <a:xfrm>
              <a:off x="3969" y="2704"/>
              <a:ext cx="1008" cy="0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 type="oval" w="med" len="med"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0450" name="Line 91"/>
            <p:cNvSpPr>
              <a:spLocks noChangeShapeType="1"/>
            </p:cNvSpPr>
            <p:nvPr/>
          </p:nvSpPr>
          <p:spPr bwMode="auto">
            <a:xfrm>
              <a:off x="3243" y="2704"/>
              <a:ext cx="368" cy="0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 type="oval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0451" name="Line 92"/>
            <p:cNvSpPr>
              <a:spLocks noChangeShapeType="1"/>
            </p:cNvSpPr>
            <p:nvPr/>
          </p:nvSpPr>
          <p:spPr bwMode="auto">
            <a:xfrm>
              <a:off x="3243" y="2704"/>
              <a:ext cx="0" cy="771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0452" name="Text Box 93"/>
            <p:cNvSpPr txBox="1">
              <a:spLocks noChangeArrowheads="1"/>
            </p:cNvSpPr>
            <p:nvPr/>
          </p:nvSpPr>
          <p:spPr bwMode="auto">
            <a:xfrm>
              <a:off x="5012" y="2659"/>
              <a:ext cx="265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C</a:t>
              </a:r>
              <a:endParaRPr lang="en-US" altLang="zh-CN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grpSp>
          <p:nvGrpSpPr>
            <p:cNvPr id="60453" name="Group 94"/>
            <p:cNvGrpSpPr>
              <a:grpSpLocks/>
            </p:cNvGrpSpPr>
            <p:nvPr/>
          </p:nvGrpSpPr>
          <p:grpSpPr bwMode="auto">
            <a:xfrm>
              <a:off x="4513" y="2704"/>
              <a:ext cx="335" cy="802"/>
              <a:chOff x="1982" y="732"/>
              <a:chExt cx="305" cy="647"/>
            </a:xfrm>
          </p:grpSpPr>
          <p:grpSp>
            <p:nvGrpSpPr>
              <p:cNvPr id="60454" name="Group 95"/>
              <p:cNvGrpSpPr>
                <a:grpSpLocks/>
              </p:cNvGrpSpPr>
              <p:nvPr/>
            </p:nvGrpSpPr>
            <p:grpSpPr bwMode="auto">
              <a:xfrm>
                <a:off x="2065" y="732"/>
                <a:ext cx="222" cy="647"/>
                <a:chOff x="1633" y="1260"/>
                <a:chExt cx="222" cy="647"/>
              </a:xfrm>
            </p:grpSpPr>
            <p:sp>
              <p:nvSpPr>
                <p:cNvPr id="60455" name="Text Box 96"/>
                <p:cNvSpPr txBox="1">
                  <a:spLocks noChangeArrowheads="1"/>
                </p:cNvSpPr>
                <p:nvPr/>
              </p:nvSpPr>
              <p:spPr bwMode="auto">
                <a:xfrm>
                  <a:off x="1633" y="1260"/>
                  <a:ext cx="222" cy="264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 anchor="ctr">
                  <a:spAutoFit/>
                </a:bodyPr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altLang="zh-CN" b="0">
                      <a:solidFill>
                        <a:schemeClr val="bg1"/>
                      </a:solidFill>
                      <a:latin typeface="Times New Roman" pitchFamily="18" charset="0"/>
                      <a:ea typeface="宋体" pitchFamily="2" charset="-122"/>
                    </a:rPr>
                    <a:t>+</a:t>
                  </a:r>
                </a:p>
              </p:txBody>
            </p:sp>
            <p:sp>
              <p:nvSpPr>
                <p:cNvPr id="60456" name="Text Box 97"/>
                <p:cNvSpPr txBox="1">
                  <a:spLocks noChangeArrowheads="1"/>
                </p:cNvSpPr>
                <p:nvPr/>
              </p:nvSpPr>
              <p:spPr bwMode="auto">
                <a:xfrm>
                  <a:off x="1634" y="1643"/>
                  <a:ext cx="207" cy="264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 anchor="ctr">
                  <a:spAutoFit/>
                </a:bodyPr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altLang="zh-CN" b="0">
                      <a:solidFill>
                        <a:schemeClr val="bg1"/>
                      </a:solidFill>
                      <a:latin typeface="Times New Roman" pitchFamily="18" charset="0"/>
                      <a:ea typeface="宋体" pitchFamily="2" charset="-122"/>
                    </a:rPr>
                    <a:t>–</a:t>
                  </a:r>
                </a:p>
              </p:txBody>
            </p:sp>
          </p:grpSp>
          <p:sp>
            <p:nvSpPr>
              <p:cNvPr id="60457" name="Text Box 98"/>
              <p:cNvSpPr txBox="1">
                <a:spLocks noChangeArrowheads="1"/>
              </p:cNvSpPr>
              <p:nvPr/>
            </p:nvSpPr>
            <p:spPr bwMode="auto">
              <a:xfrm>
                <a:off x="1982" y="914"/>
                <a:ext cx="301" cy="26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altLang="zh-CN" b="0" i="1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rPr>
                  <a:t>u</a:t>
                </a:r>
                <a:r>
                  <a:rPr lang="en-US" altLang="zh-CN" b="0" baseline="-250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rPr>
                  <a:t>C</a:t>
                </a:r>
                <a:endPara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endParaRPr>
              </a:p>
            </p:txBody>
          </p:sp>
        </p:grpSp>
        <p:grpSp>
          <p:nvGrpSpPr>
            <p:cNvPr id="60458" name="Group 99"/>
            <p:cNvGrpSpPr>
              <a:grpSpLocks/>
            </p:cNvGrpSpPr>
            <p:nvPr/>
          </p:nvGrpSpPr>
          <p:grpSpPr bwMode="auto">
            <a:xfrm>
              <a:off x="4830" y="3022"/>
              <a:ext cx="317" cy="136"/>
              <a:chOff x="1824" y="1680"/>
              <a:chExt cx="192" cy="96"/>
            </a:xfrm>
          </p:grpSpPr>
          <p:sp>
            <p:nvSpPr>
              <p:cNvPr id="60459" name="Line 100"/>
              <p:cNvSpPr>
                <a:spLocks noChangeShapeType="1"/>
              </p:cNvSpPr>
              <p:nvPr/>
            </p:nvSpPr>
            <p:spPr bwMode="auto">
              <a:xfrm>
                <a:off x="1824" y="1680"/>
                <a:ext cx="192" cy="0"/>
              </a:xfrm>
              <a:prstGeom prst="line">
                <a:avLst/>
              </a:prstGeom>
              <a:noFill/>
              <a:ln w="57150">
                <a:solidFill>
                  <a:srgbClr val="FF99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0460" name="Line 101"/>
              <p:cNvSpPr>
                <a:spLocks noChangeShapeType="1"/>
              </p:cNvSpPr>
              <p:nvPr/>
            </p:nvSpPr>
            <p:spPr bwMode="auto">
              <a:xfrm>
                <a:off x="1824" y="1776"/>
                <a:ext cx="192" cy="0"/>
              </a:xfrm>
              <a:prstGeom prst="line">
                <a:avLst/>
              </a:prstGeom>
              <a:noFill/>
              <a:ln w="57150">
                <a:solidFill>
                  <a:srgbClr val="FF99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60461" name="Line 102"/>
            <p:cNvSpPr>
              <a:spLocks noChangeShapeType="1"/>
            </p:cNvSpPr>
            <p:nvPr/>
          </p:nvSpPr>
          <p:spPr bwMode="auto">
            <a:xfrm flipH="1" flipV="1">
              <a:off x="3651" y="2568"/>
              <a:ext cx="293" cy="119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0462" name="Line 103"/>
            <p:cNvSpPr>
              <a:spLocks noChangeShapeType="1"/>
            </p:cNvSpPr>
            <p:nvPr/>
          </p:nvSpPr>
          <p:spPr bwMode="auto">
            <a:xfrm>
              <a:off x="3243" y="3475"/>
              <a:ext cx="1741" cy="0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0463" name="Text Box 104"/>
            <p:cNvSpPr txBox="1">
              <a:spLocks noChangeArrowheads="1"/>
            </p:cNvSpPr>
            <p:nvPr/>
          </p:nvSpPr>
          <p:spPr bwMode="auto">
            <a:xfrm>
              <a:off x="4195" y="2251"/>
              <a:ext cx="254" cy="32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R</a:t>
              </a:r>
              <a:endParaRPr lang="en-US" altLang="zh-CN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60464" name="Text Box 105"/>
            <p:cNvSpPr txBox="1">
              <a:spLocks noChangeArrowheads="1"/>
            </p:cNvSpPr>
            <p:nvPr/>
          </p:nvSpPr>
          <p:spPr bwMode="auto">
            <a:xfrm>
              <a:off x="3334" y="3475"/>
              <a:ext cx="1360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pPr algn="ctr"/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u</a:t>
              </a:r>
              <a:r>
                <a:rPr lang="en-US" altLang="zh-CN" b="0" baseline="-2500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C</a:t>
              </a:r>
              <a:r>
                <a:rPr lang="en-US" altLang="zh-CN" b="0" i="1" baseline="-2500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 </a:t>
              </a:r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(0</a:t>
              </a:r>
              <a:r>
                <a:rPr lang="zh-CN" altLang="en-US" b="0" baseline="-2500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－</a:t>
              </a:r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)=0</a:t>
              </a:r>
            </a:p>
          </p:txBody>
        </p:sp>
        <p:sp>
          <p:nvSpPr>
            <p:cNvPr id="60465" name="Rectangle 106"/>
            <p:cNvSpPr>
              <a:spLocks noChangeArrowheads="1"/>
            </p:cNvSpPr>
            <p:nvPr/>
          </p:nvSpPr>
          <p:spPr bwMode="auto">
            <a:xfrm>
              <a:off x="4150" y="2614"/>
              <a:ext cx="297" cy="137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</a:gradFill>
            <a:ln w="2857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60466" name="Group 107"/>
            <p:cNvGrpSpPr>
              <a:grpSpLocks/>
            </p:cNvGrpSpPr>
            <p:nvPr/>
          </p:nvGrpSpPr>
          <p:grpSpPr bwMode="auto">
            <a:xfrm>
              <a:off x="3379" y="2659"/>
              <a:ext cx="244" cy="802"/>
              <a:chOff x="1633" y="1260"/>
              <a:chExt cx="222" cy="647"/>
            </a:xfrm>
          </p:grpSpPr>
          <p:sp>
            <p:nvSpPr>
              <p:cNvPr id="60467" name="Text Box 108"/>
              <p:cNvSpPr txBox="1">
                <a:spLocks noChangeArrowheads="1"/>
              </p:cNvSpPr>
              <p:nvPr/>
            </p:nvSpPr>
            <p:spPr bwMode="auto">
              <a:xfrm>
                <a:off x="1633" y="1260"/>
                <a:ext cx="222" cy="26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altLang="zh-CN" b="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rPr>
                  <a:t>+</a:t>
                </a:r>
              </a:p>
            </p:txBody>
          </p:sp>
          <p:sp>
            <p:nvSpPr>
              <p:cNvPr id="60468" name="Text Box 109"/>
              <p:cNvSpPr txBox="1">
                <a:spLocks noChangeArrowheads="1"/>
              </p:cNvSpPr>
              <p:nvPr/>
            </p:nvSpPr>
            <p:spPr bwMode="auto">
              <a:xfrm>
                <a:off x="1634" y="1643"/>
                <a:ext cx="207" cy="26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altLang="zh-CN" b="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rPr>
                  <a:t>–</a:t>
                </a:r>
              </a:p>
            </p:txBody>
          </p:sp>
        </p:grpSp>
      </p:grpSp>
      <p:sp>
        <p:nvSpPr>
          <p:cNvPr id="66670" name="AutoShape 110" descr="羊皮纸"/>
          <p:cNvSpPr>
            <a:spLocks noChangeArrowheads="1"/>
          </p:cNvSpPr>
          <p:nvPr/>
        </p:nvSpPr>
        <p:spPr bwMode="auto">
          <a:xfrm>
            <a:off x="4787900" y="2420938"/>
            <a:ext cx="4140200" cy="576262"/>
          </a:xfrm>
          <a:prstGeom prst="wedgeRoundRectCallout">
            <a:avLst>
              <a:gd name="adj1" fmla="val 1148"/>
              <a:gd name="adj2" fmla="val 146144"/>
              <a:gd name="adj3" fmla="val 16667"/>
            </a:avLst>
          </a:prstGeom>
          <a:blipFill dpi="0" rotWithShape="1">
            <a:blip r:embed="rId7"/>
            <a:srcRect/>
            <a:tile tx="0" ty="0" sx="100000" sy="100000" flip="none" algn="tl"/>
          </a:blipFill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/>
            <a:r>
              <a:rPr lang="zh-CN" altLang="en-US">
                <a:solidFill>
                  <a:schemeClr val="tx1"/>
                </a:solidFill>
              </a:rPr>
              <a:t>非齐次线性常微分方程</a:t>
            </a:r>
          </a:p>
        </p:txBody>
      </p:sp>
      <p:grpSp>
        <p:nvGrpSpPr>
          <p:cNvPr id="60470" name="Group 114"/>
          <p:cNvGrpSpPr>
            <a:grpSpLocks/>
          </p:cNvGrpSpPr>
          <p:nvPr/>
        </p:nvGrpSpPr>
        <p:grpSpPr bwMode="auto">
          <a:xfrm>
            <a:off x="6588125" y="6445250"/>
            <a:ext cx="792163" cy="366713"/>
            <a:chOff x="4649" y="4020"/>
            <a:chExt cx="499" cy="231"/>
          </a:xfrm>
        </p:grpSpPr>
        <p:pic>
          <p:nvPicPr>
            <p:cNvPr id="60471" name="Picture 115" descr="78900"/>
            <p:cNvPicPr>
              <a:picLocks noChangeAspect="1" noChangeArrowheads="1"/>
            </p:cNvPicPr>
            <p:nvPr/>
          </p:nvPicPr>
          <p:blipFill>
            <a:blip r:embed="rId6"/>
            <a:srcRect/>
            <a:stretch>
              <a:fillRect/>
            </a:stretch>
          </p:blipFill>
          <p:spPr bwMode="auto"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60472" name="Text Box 116">
              <a:hlinkClick r:id="rId8" action="ppaction://hlinksldjump"/>
            </p:cNvPr>
            <p:cNvSpPr txBox="1">
              <a:spLocks noChangeArrowheads="1"/>
            </p:cNvSpPr>
            <p:nvPr/>
          </p:nvSpPr>
          <p:spPr bwMode="auto"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0">
                  <a:solidFill>
                    <a:schemeClr val="bg1"/>
                  </a:solidFill>
                  <a:latin typeface="隶书" pitchFamily="49" charset="-122"/>
                  <a:ea typeface="隶书" pitchFamily="49" charset="-122"/>
                </a:rPr>
                <a:t>返 回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9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66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66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6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66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66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6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9" dur="500"/>
                                        <p:tgtEl>
                                          <p:spTgt spid="666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4" presetClass="entr" presetSubtype="32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3" dur="75"/>
                                        <p:tgtEl>
                                          <p:spTgt spid="665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6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666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666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6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666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665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665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00"/>
                            </p:stCondLst>
                            <p:childTnLst>
                              <p:par>
                                <p:cTn id="42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4" dur="3000"/>
                                        <p:tgtEl>
                                          <p:spTgt spid="665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3500"/>
                            </p:stCondLst>
                            <p:childTnLst>
                              <p:par>
                                <p:cTn id="46" presetID="2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6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48" dur="2000"/>
                                        <p:tgtEl>
                                          <p:spTgt spid="666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666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666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500"/>
                            </p:stCondLst>
                            <p:childTnLst>
                              <p:par>
                                <p:cTn id="56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58" dur="500"/>
                                        <p:tgtEl>
                                          <p:spTgt spid="666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6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63" dur="2000"/>
                                        <p:tgtEl>
                                          <p:spTgt spid="666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6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68" dur="2000"/>
                                        <p:tgtEl>
                                          <p:spTgt spid="666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6564" grpId="0"/>
      <p:bldP spid="66566" grpId="0"/>
      <p:bldP spid="66610" grpId="0"/>
      <p:bldP spid="66612" grpId="0"/>
      <p:bldP spid="66616" grpId="0"/>
      <p:bldP spid="66617" grpId="0" animBg="1"/>
      <p:bldP spid="66618" grpId="0" animBg="1"/>
      <p:bldP spid="66619" grpId="0" animBg="1"/>
      <p:bldP spid="66620" grpId="0" animBg="1"/>
      <p:bldP spid="66670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Text Box 2"/>
          <p:cNvSpPr txBox="1">
            <a:spLocks noChangeArrowheads="1"/>
          </p:cNvSpPr>
          <p:nvPr/>
        </p:nvSpPr>
        <p:spPr bwMode="auto">
          <a:xfrm>
            <a:off x="827088" y="2276475"/>
            <a:ext cx="732790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zh-CN" altLang="en-US">
                <a:latin typeface="Times New Roman" pitchFamily="18" charset="0"/>
              </a:rPr>
              <a:t>与输入激励的变化规律有关，为电路的稳态解</a:t>
            </a:r>
          </a:p>
        </p:txBody>
      </p:sp>
      <p:graphicFrame>
        <p:nvGraphicFramePr>
          <p:cNvPr id="116739" name="Object 3"/>
          <p:cNvGraphicFramePr>
            <a:graphicFrameLocks noChangeAspect="1"/>
          </p:cNvGraphicFramePr>
          <p:nvPr/>
        </p:nvGraphicFramePr>
        <p:xfrm>
          <a:off x="6030913" y="3716338"/>
          <a:ext cx="2479675" cy="1022350"/>
        </p:xfrm>
        <a:graphic>
          <a:graphicData uri="http://schemas.openxmlformats.org/presentationml/2006/ole">
            <p:oleObj spid="_x0000_s62466" r:id="rId4" imgW="706680" imgH="311400" progId="Equation.3">
              <p:embed/>
            </p:oleObj>
          </a:graphicData>
        </a:graphic>
      </p:graphicFrame>
      <p:sp>
        <p:nvSpPr>
          <p:cNvPr id="116740" name="Text Box 4"/>
          <p:cNvSpPr txBox="1">
            <a:spLocks noChangeArrowheads="1"/>
          </p:cNvSpPr>
          <p:nvPr/>
        </p:nvSpPr>
        <p:spPr bwMode="auto">
          <a:xfrm>
            <a:off x="971550" y="4941888"/>
            <a:ext cx="6696075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r>
              <a:rPr lang="zh-CN" altLang="en-US">
                <a:latin typeface="Times New Roman" pitchFamily="18" charset="0"/>
              </a:rPr>
              <a:t>变化规律由电路参数和结构决定</a:t>
            </a:r>
          </a:p>
        </p:txBody>
      </p:sp>
      <p:grpSp>
        <p:nvGrpSpPr>
          <p:cNvPr id="116772" name="Group 36"/>
          <p:cNvGrpSpPr>
            <a:grpSpLocks/>
          </p:cNvGrpSpPr>
          <p:nvPr/>
        </p:nvGrpSpPr>
        <p:grpSpPr bwMode="auto">
          <a:xfrm>
            <a:off x="984250" y="3775075"/>
            <a:ext cx="4738688" cy="1096963"/>
            <a:chOff x="620" y="2378"/>
            <a:chExt cx="2985" cy="691"/>
          </a:xfrm>
        </p:grpSpPr>
        <p:sp>
          <p:nvSpPr>
            <p:cNvPr id="62469" name="Text Box 10"/>
            <p:cNvSpPr txBox="1">
              <a:spLocks noChangeArrowheads="1"/>
            </p:cNvSpPr>
            <p:nvPr/>
          </p:nvSpPr>
          <p:spPr bwMode="auto">
            <a:xfrm>
              <a:off x="2426" y="2523"/>
              <a:ext cx="1179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r>
                <a:rPr lang="zh-CN" altLang="en-US">
                  <a:latin typeface="Times New Roman" pitchFamily="18" charset="0"/>
                  <a:ea typeface="仿宋_GB2312" pitchFamily="49" charset="-122"/>
                </a:rPr>
                <a:t>的通解</a:t>
              </a:r>
              <a:endParaRPr lang="zh-CN" altLang="en-US" i="1">
                <a:latin typeface="Times New Roman" pitchFamily="18" charset="0"/>
                <a:ea typeface="仿宋_GB2312" pitchFamily="49" charset="-122"/>
              </a:endParaRPr>
            </a:p>
          </p:txBody>
        </p:sp>
        <p:graphicFrame>
          <p:nvGraphicFramePr>
            <p:cNvPr id="62470" name="Object 11"/>
            <p:cNvGraphicFramePr>
              <a:graphicFrameLocks noChangeAspect="1"/>
            </p:cNvGraphicFramePr>
            <p:nvPr/>
          </p:nvGraphicFramePr>
          <p:xfrm>
            <a:off x="620" y="2378"/>
            <a:ext cx="1642" cy="691"/>
          </p:xfrm>
          <a:graphic>
            <a:graphicData uri="http://schemas.openxmlformats.org/presentationml/2006/ole">
              <p:oleObj spid="_x0000_s62470" r:id="rId5" imgW="1065960" imgH="403560" progId="Equation.3">
                <p:embed/>
              </p:oleObj>
            </a:graphicData>
          </a:graphic>
        </p:graphicFrame>
      </p:grpSp>
      <p:graphicFrame>
        <p:nvGraphicFramePr>
          <p:cNvPr id="116748" name="Object 12"/>
          <p:cNvGraphicFramePr>
            <a:graphicFrameLocks noChangeAspect="1"/>
          </p:cNvGraphicFramePr>
          <p:nvPr/>
        </p:nvGraphicFramePr>
        <p:xfrm>
          <a:off x="6389688" y="1412875"/>
          <a:ext cx="1622425" cy="706438"/>
        </p:xfrm>
        <a:graphic>
          <a:graphicData uri="http://schemas.openxmlformats.org/presentationml/2006/ole">
            <p:oleObj spid="_x0000_s62471" r:id="rId6" imgW="498240" imgH="207720" progId="Equation.3">
              <p:embed/>
            </p:oleObj>
          </a:graphicData>
        </a:graphic>
      </p:graphicFrame>
      <p:grpSp>
        <p:nvGrpSpPr>
          <p:cNvPr id="116771" name="Group 35"/>
          <p:cNvGrpSpPr>
            <a:grpSpLocks/>
          </p:cNvGrpSpPr>
          <p:nvPr/>
        </p:nvGrpSpPr>
        <p:grpSpPr bwMode="auto">
          <a:xfrm>
            <a:off x="782638" y="2924175"/>
            <a:ext cx="7173912" cy="685800"/>
            <a:chOff x="493" y="1842"/>
            <a:chExt cx="4519" cy="432"/>
          </a:xfrm>
        </p:grpSpPr>
        <p:sp>
          <p:nvSpPr>
            <p:cNvPr id="62473" name="Text Box 15"/>
            <p:cNvSpPr txBox="1">
              <a:spLocks noChangeArrowheads="1"/>
            </p:cNvSpPr>
            <p:nvPr/>
          </p:nvSpPr>
          <p:spPr bwMode="auto">
            <a:xfrm>
              <a:off x="1519" y="1933"/>
              <a:ext cx="3493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r>
                <a:rPr lang="zh-CN" altLang="en-US">
                  <a:latin typeface="Times New Roman" pitchFamily="18" charset="0"/>
                </a:rPr>
                <a:t>通解（自由分量，暂态分量）</a:t>
              </a:r>
            </a:p>
          </p:txBody>
        </p:sp>
        <p:graphicFrame>
          <p:nvGraphicFramePr>
            <p:cNvPr id="62474" name="Object 16"/>
            <p:cNvGraphicFramePr>
              <a:graphicFrameLocks noChangeAspect="1"/>
            </p:cNvGraphicFramePr>
            <p:nvPr/>
          </p:nvGraphicFramePr>
          <p:xfrm>
            <a:off x="493" y="1842"/>
            <a:ext cx="510" cy="432"/>
          </p:xfrm>
          <a:graphic>
            <a:graphicData uri="http://schemas.openxmlformats.org/presentationml/2006/ole">
              <p:oleObj spid="_x0000_s62474" r:id="rId7" imgW="162360" imgH="207720" progId="Equation.3">
                <p:embed/>
              </p:oleObj>
            </a:graphicData>
          </a:graphic>
        </p:graphicFrame>
        <p:sp>
          <p:nvSpPr>
            <p:cNvPr id="62475" name="AutoShape 17"/>
            <p:cNvSpPr>
              <a:spLocks noChangeArrowheads="1"/>
            </p:cNvSpPr>
            <p:nvPr/>
          </p:nvSpPr>
          <p:spPr bwMode="auto">
            <a:xfrm>
              <a:off x="1156" y="2069"/>
              <a:ext cx="318" cy="91"/>
            </a:xfrm>
            <a:prstGeom prst="rightArrow">
              <a:avLst>
                <a:gd name="adj1" fmla="val 50000"/>
                <a:gd name="adj2" fmla="val 87314"/>
              </a:avLst>
            </a:prstGeom>
            <a:solidFill>
              <a:srgbClr val="0099FF"/>
            </a:solidFill>
            <a:ln w="9525">
              <a:solidFill>
                <a:srgbClr val="0099FF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16754" name="Group 18"/>
          <p:cNvGrpSpPr>
            <a:grpSpLocks/>
          </p:cNvGrpSpPr>
          <p:nvPr/>
        </p:nvGrpSpPr>
        <p:grpSpPr bwMode="auto">
          <a:xfrm>
            <a:off x="850900" y="620713"/>
            <a:ext cx="4457700" cy="682625"/>
            <a:chOff x="355" y="153"/>
            <a:chExt cx="2808" cy="430"/>
          </a:xfrm>
        </p:grpSpPr>
        <p:sp>
          <p:nvSpPr>
            <p:cNvPr id="62477" name="Text Box 19"/>
            <p:cNvSpPr txBox="1">
              <a:spLocks noChangeArrowheads="1"/>
            </p:cNvSpPr>
            <p:nvPr/>
          </p:nvSpPr>
          <p:spPr bwMode="auto">
            <a:xfrm>
              <a:off x="1247" y="191"/>
              <a:ext cx="1916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>
                  <a:latin typeface="Times New Roman" pitchFamily="18" charset="0"/>
                </a:rPr>
                <a:t>特解（强制分量）</a:t>
              </a:r>
            </a:p>
          </p:txBody>
        </p:sp>
        <p:graphicFrame>
          <p:nvGraphicFramePr>
            <p:cNvPr id="62478" name="Object 20"/>
            <p:cNvGraphicFramePr>
              <a:graphicFrameLocks noChangeAspect="1"/>
            </p:cNvGraphicFramePr>
            <p:nvPr/>
          </p:nvGraphicFramePr>
          <p:xfrm>
            <a:off x="355" y="153"/>
            <a:ext cx="453" cy="430"/>
          </p:xfrm>
          <a:graphic>
            <a:graphicData uri="http://schemas.openxmlformats.org/presentationml/2006/ole">
              <p:oleObj spid="_x0000_s62478" r:id="rId8" imgW="162360" imgH="207720" progId="Equation.3">
                <p:embed/>
              </p:oleObj>
            </a:graphicData>
          </a:graphic>
        </p:graphicFrame>
        <p:sp>
          <p:nvSpPr>
            <p:cNvPr id="62479" name="AutoShape 21"/>
            <p:cNvSpPr>
              <a:spLocks noChangeArrowheads="1"/>
            </p:cNvSpPr>
            <p:nvPr/>
          </p:nvSpPr>
          <p:spPr bwMode="auto">
            <a:xfrm>
              <a:off x="884" y="346"/>
              <a:ext cx="318" cy="90"/>
            </a:xfrm>
            <a:prstGeom prst="rightArrow">
              <a:avLst>
                <a:gd name="adj1" fmla="val 50000"/>
                <a:gd name="adj2" fmla="val 88284"/>
              </a:avLst>
            </a:prstGeom>
            <a:solidFill>
              <a:srgbClr val="0099FF"/>
            </a:solidFill>
            <a:ln w="9525">
              <a:solidFill>
                <a:srgbClr val="0099FF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16758" name="Line 22"/>
          <p:cNvSpPr>
            <a:spLocks noChangeShapeType="1"/>
          </p:cNvSpPr>
          <p:nvPr/>
        </p:nvSpPr>
        <p:spPr bwMode="auto">
          <a:xfrm>
            <a:off x="5580063" y="1773238"/>
            <a:ext cx="647700" cy="0"/>
          </a:xfrm>
          <a:prstGeom prst="line">
            <a:avLst/>
          </a:prstGeom>
          <a:noFill/>
          <a:ln w="76200">
            <a:solidFill>
              <a:srgbClr val="0099FF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6759" name="Line 23"/>
          <p:cNvSpPr>
            <a:spLocks noChangeShapeType="1"/>
          </p:cNvSpPr>
          <p:nvPr/>
        </p:nvSpPr>
        <p:spPr bwMode="auto">
          <a:xfrm>
            <a:off x="5292725" y="4365625"/>
            <a:ext cx="647700" cy="0"/>
          </a:xfrm>
          <a:prstGeom prst="line">
            <a:avLst/>
          </a:prstGeom>
          <a:noFill/>
          <a:ln w="76200">
            <a:solidFill>
              <a:srgbClr val="0099FF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grpSp>
        <p:nvGrpSpPr>
          <p:cNvPr id="116770" name="Group 34"/>
          <p:cNvGrpSpPr>
            <a:grpSpLocks/>
          </p:cNvGrpSpPr>
          <p:nvPr/>
        </p:nvGrpSpPr>
        <p:grpSpPr bwMode="auto">
          <a:xfrm>
            <a:off x="1084263" y="1182688"/>
            <a:ext cx="4783137" cy="1063625"/>
            <a:chOff x="683" y="745"/>
            <a:chExt cx="3013" cy="670"/>
          </a:xfrm>
        </p:grpSpPr>
        <p:graphicFrame>
          <p:nvGraphicFramePr>
            <p:cNvPr id="62483" name="Object 26"/>
            <p:cNvGraphicFramePr>
              <a:graphicFrameLocks noChangeAspect="1"/>
            </p:cNvGraphicFramePr>
            <p:nvPr/>
          </p:nvGraphicFramePr>
          <p:xfrm>
            <a:off x="683" y="745"/>
            <a:ext cx="1695" cy="670"/>
          </p:xfrm>
          <a:graphic>
            <a:graphicData uri="http://schemas.openxmlformats.org/presentationml/2006/ole">
              <p:oleObj spid="_x0000_s62483" r:id="rId9" imgW="1135440" imgH="403560" progId="Equation.3">
                <p:embed/>
              </p:oleObj>
            </a:graphicData>
          </a:graphic>
        </p:graphicFrame>
        <p:sp>
          <p:nvSpPr>
            <p:cNvPr id="62484" name="Text Box 27"/>
            <p:cNvSpPr txBox="1">
              <a:spLocks noChangeArrowheads="1"/>
            </p:cNvSpPr>
            <p:nvPr/>
          </p:nvSpPr>
          <p:spPr bwMode="auto">
            <a:xfrm>
              <a:off x="2472" y="935"/>
              <a:ext cx="1224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/>
                <a:t>的特解</a:t>
              </a:r>
            </a:p>
          </p:txBody>
        </p:sp>
      </p:grpSp>
      <p:grpSp>
        <p:nvGrpSpPr>
          <p:cNvPr id="62485" name="Group 28"/>
          <p:cNvGrpSpPr>
            <a:grpSpLocks/>
          </p:cNvGrpSpPr>
          <p:nvPr/>
        </p:nvGrpSpPr>
        <p:grpSpPr bwMode="auto"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62486" name="Picture 29" descr="78900"/>
            <p:cNvPicPr>
              <a:picLocks noChangeAspect="1" noChangeArrowheads="1"/>
            </p:cNvPicPr>
            <p:nvPr/>
          </p:nvPicPr>
          <p:blipFill>
            <a:blip r:embed="rId10"/>
            <a:srcRect/>
            <a:stretch>
              <a:fillRect/>
            </a:stretch>
          </p:blipFill>
          <p:spPr bwMode="auto"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62487" name="Text Box 30">
              <a:hlinkClick r:id="" action="ppaction://hlinkshowjump?jump=nextslide"/>
            </p:cNvPr>
            <p:cNvSpPr txBox="1">
              <a:spLocks noChangeArrowheads="1"/>
            </p:cNvSpPr>
            <p:nvPr/>
          </p:nvSpPr>
          <p:spPr bwMode="auto"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0">
                  <a:solidFill>
                    <a:schemeClr val="bg1"/>
                  </a:solidFill>
                  <a:latin typeface="隶书" pitchFamily="49" charset="-122"/>
                  <a:ea typeface="隶书" pitchFamily="49" charset="-122"/>
                </a:rPr>
                <a:t>下 页</a:t>
              </a:r>
            </a:p>
          </p:txBody>
        </p:sp>
      </p:grpSp>
      <p:grpSp>
        <p:nvGrpSpPr>
          <p:cNvPr id="62488" name="Group 31"/>
          <p:cNvGrpSpPr>
            <a:grpSpLocks/>
          </p:cNvGrpSpPr>
          <p:nvPr/>
        </p:nvGrpSpPr>
        <p:grpSpPr bwMode="auto">
          <a:xfrm>
            <a:off x="7453313" y="6446838"/>
            <a:ext cx="792162" cy="366712"/>
            <a:chOff x="4649" y="4020"/>
            <a:chExt cx="499" cy="231"/>
          </a:xfrm>
        </p:grpSpPr>
        <p:pic>
          <p:nvPicPr>
            <p:cNvPr id="62489" name="Picture 32" descr="78900"/>
            <p:cNvPicPr>
              <a:picLocks noChangeAspect="1" noChangeArrowheads="1"/>
            </p:cNvPicPr>
            <p:nvPr/>
          </p:nvPicPr>
          <p:blipFill>
            <a:blip r:embed="rId10"/>
            <a:srcRect/>
            <a:stretch>
              <a:fillRect/>
            </a:stretch>
          </p:blipFill>
          <p:spPr bwMode="auto"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62490" name="Text Box 33">
              <a:hlinkClick r:id="" action="ppaction://hlinkshowjump?jump=previousslide"/>
            </p:cNvPr>
            <p:cNvSpPr txBox="1">
              <a:spLocks noChangeArrowheads="1"/>
            </p:cNvSpPr>
            <p:nvPr/>
          </p:nvSpPr>
          <p:spPr bwMode="auto"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0">
                  <a:solidFill>
                    <a:schemeClr val="bg1"/>
                  </a:solidFill>
                  <a:latin typeface="隶书" pitchFamily="49" charset="-122"/>
                  <a:ea typeface="隶书" pitchFamily="49" charset="-122"/>
                </a:rPr>
                <a:t>上 页</a:t>
              </a:r>
            </a:p>
          </p:txBody>
        </p:sp>
      </p:grpSp>
      <p:grpSp>
        <p:nvGrpSpPr>
          <p:cNvPr id="62491" name="Group 40"/>
          <p:cNvGrpSpPr>
            <a:grpSpLocks/>
          </p:cNvGrpSpPr>
          <p:nvPr/>
        </p:nvGrpSpPr>
        <p:grpSpPr bwMode="auto">
          <a:xfrm>
            <a:off x="6588125" y="6445250"/>
            <a:ext cx="792163" cy="366713"/>
            <a:chOff x="4649" y="4020"/>
            <a:chExt cx="499" cy="231"/>
          </a:xfrm>
        </p:grpSpPr>
        <p:pic>
          <p:nvPicPr>
            <p:cNvPr id="62492" name="Picture 41" descr="78900"/>
            <p:cNvPicPr>
              <a:picLocks noChangeAspect="1" noChangeArrowheads="1"/>
            </p:cNvPicPr>
            <p:nvPr/>
          </p:nvPicPr>
          <p:blipFill>
            <a:blip r:embed="rId10"/>
            <a:srcRect/>
            <a:stretch>
              <a:fillRect/>
            </a:stretch>
          </p:blipFill>
          <p:spPr bwMode="auto"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62493" name="Text Box 42">
              <a:hlinkClick r:id="rId11" action="ppaction://hlinksldjump"/>
            </p:cNvPr>
            <p:cNvSpPr txBox="1">
              <a:spLocks noChangeArrowheads="1"/>
            </p:cNvSpPr>
            <p:nvPr/>
          </p:nvSpPr>
          <p:spPr bwMode="auto"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0">
                  <a:solidFill>
                    <a:schemeClr val="bg1"/>
                  </a:solidFill>
                  <a:latin typeface="隶书" pitchFamily="49" charset="-122"/>
                  <a:ea typeface="隶书" pitchFamily="49" charset="-122"/>
                </a:rPr>
                <a:t>返 回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1167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167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7" dur="500"/>
                                        <p:tgtEl>
                                          <p:spTgt spid="1167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167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167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2000"/>
                                        <p:tgtEl>
                                          <p:spTgt spid="1167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167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167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42" dur="500"/>
                                        <p:tgtEl>
                                          <p:spTgt spid="1167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500"/>
                            </p:stCondLst>
                            <p:childTnLst>
                              <p:par>
                                <p:cTn id="4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3000"/>
                                        <p:tgtEl>
                                          <p:spTgt spid="1167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2000"/>
                                        <p:tgtEl>
                                          <p:spTgt spid="1167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6738" grpId="0"/>
      <p:bldP spid="116740" grpId="0" build="p"/>
      <p:bldP spid="116758" grpId="0" animBg="1"/>
      <p:bldP spid="116759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45" name="Text Box 9"/>
          <p:cNvSpPr txBox="1">
            <a:spLocks noChangeArrowheads="1"/>
          </p:cNvSpPr>
          <p:nvPr/>
        </p:nvSpPr>
        <p:spPr bwMode="auto">
          <a:xfrm>
            <a:off x="684213" y="765175"/>
            <a:ext cx="1150937" cy="547688"/>
          </a:xfrm>
          <a:prstGeom prst="rect">
            <a:avLst/>
          </a:prstGeom>
          <a:noFill/>
          <a:ln w="28575">
            <a:solidFill>
              <a:srgbClr val="00FFFF"/>
            </a:solidFill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r>
              <a:rPr lang="zh-CN" altLang="en-US">
                <a:solidFill>
                  <a:schemeClr val="bg1"/>
                </a:solidFill>
                <a:latin typeface="Times New Roman" pitchFamily="18" charset="0"/>
              </a:rPr>
              <a:t>全解</a:t>
            </a:r>
          </a:p>
        </p:txBody>
      </p:sp>
      <p:sp>
        <p:nvSpPr>
          <p:cNvPr id="65546" name="Text Box 10"/>
          <p:cNvSpPr txBox="1">
            <a:spLocks noChangeArrowheads="1"/>
          </p:cNvSpPr>
          <p:nvPr/>
        </p:nvSpPr>
        <p:spPr bwMode="auto">
          <a:xfrm>
            <a:off x="900113" y="2276475"/>
            <a:ext cx="4321175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3200" b="0" i="1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u</a:t>
            </a:r>
            <a:r>
              <a:rPr lang="en-US" altLang="zh-CN" sz="3200" b="0" baseline="-2500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C </a:t>
            </a:r>
            <a:r>
              <a:rPr lang="en-US" altLang="zh-CN" sz="3200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(0</a:t>
            </a:r>
            <a:r>
              <a:rPr lang="en-US" altLang="zh-CN" sz="3200" b="0" baseline="-2500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+</a:t>
            </a:r>
            <a:r>
              <a:rPr lang="en-US" altLang="zh-CN" sz="3200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)=A</a:t>
            </a:r>
            <a:r>
              <a:rPr lang="en-US" altLang="zh-CN" sz="3200" b="0" i="1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+U</a:t>
            </a:r>
            <a:r>
              <a:rPr lang="en-US" altLang="zh-CN" sz="3200" b="0" baseline="-2500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S</a:t>
            </a:r>
            <a:r>
              <a:rPr lang="en-US" altLang="zh-CN" sz="3200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= 0</a:t>
            </a:r>
          </a:p>
        </p:txBody>
      </p:sp>
      <p:sp>
        <p:nvSpPr>
          <p:cNvPr id="65547" name="Text Box 11"/>
          <p:cNvSpPr txBox="1">
            <a:spLocks noChangeArrowheads="1"/>
          </p:cNvSpPr>
          <p:nvPr/>
        </p:nvSpPr>
        <p:spPr bwMode="auto">
          <a:xfrm>
            <a:off x="4932363" y="2349500"/>
            <a:ext cx="2735262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3200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 A</a:t>
            </a:r>
            <a:r>
              <a:rPr lang="en-US" altLang="zh-CN" sz="3200" b="0" i="1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= </a:t>
            </a:r>
            <a:r>
              <a:rPr lang="zh-CN" altLang="en-US" sz="3200" b="0" i="1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－ </a:t>
            </a:r>
            <a:r>
              <a:rPr lang="en-US" altLang="zh-CN" sz="3200" b="0" i="1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U</a:t>
            </a:r>
            <a:r>
              <a:rPr lang="en-US" altLang="zh-CN" sz="3200" b="0" baseline="-2500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S</a:t>
            </a:r>
          </a:p>
        </p:txBody>
      </p:sp>
      <p:sp>
        <p:nvSpPr>
          <p:cNvPr id="65548" name="Text Box 12"/>
          <p:cNvSpPr txBox="1">
            <a:spLocks noChangeArrowheads="1"/>
          </p:cNvSpPr>
          <p:nvPr/>
        </p:nvSpPr>
        <p:spPr bwMode="auto">
          <a:xfrm>
            <a:off x="1403350" y="1557338"/>
            <a:ext cx="6985000" cy="579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r>
              <a:rPr lang="zh-CN" altLang="en-US">
                <a:latin typeface="楷体_GB2312" pitchFamily="49" charset="-122"/>
              </a:rPr>
              <a:t>由初始条件 </a:t>
            </a:r>
            <a:r>
              <a:rPr lang="en-US" altLang="zh-CN" sz="3200" b="0" i="1">
                <a:solidFill>
                  <a:schemeClr val="bg1"/>
                </a:solidFill>
                <a:latin typeface="Times New Roman" pitchFamily="18" charset="0"/>
              </a:rPr>
              <a:t>u</a:t>
            </a:r>
            <a:r>
              <a:rPr lang="en-US" altLang="zh-CN" sz="3200" b="0" baseline="-25000">
                <a:solidFill>
                  <a:schemeClr val="bg1"/>
                </a:solidFill>
                <a:latin typeface="Times New Roman" pitchFamily="18" charset="0"/>
              </a:rPr>
              <a:t>C </a:t>
            </a:r>
            <a:r>
              <a:rPr lang="en-US" altLang="zh-CN" sz="3200" b="0">
                <a:solidFill>
                  <a:schemeClr val="bg1"/>
                </a:solidFill>
                <a:latin typeface="Times New Roman" pitchFamily="18" charset="0"/>
              </a:rPr>
              <a:t>(0</a:t>
            </a:r>
            <a:r>
              <a:rPr lang="en-US" altLang="zh-CN" sz="3200" b="0" baseline="-25000">
                <a:solidFill>
                  <a:schemeClr val="bg1"/>
                </a:solidFill>
                <a:latin typeface="Times New Roman" pitchFamily="18" charset="0"/>
              </a:rPr>
              <a:t>+</a:t>
            </a:r>
            <a:r>
              <a:rPr lang="en-US" altLang="zh-CN" sz="3200" b="0">
                <a:solidFill>
                  <a:schemeClr val="bg1"/>
                </a:solidFill>
                <a:latin typeface="Times New Roman" pitchFamily="18" charset="0"/>
              </a:rPr>
              <a:t>)=0</a:t>
            </a:r>
            <a:r>
              <a:rPr lang="en-US" altLang="zh-CN">
                <a:latin typeface="楷体_GB2312" pitchFamily="49" charset="-122"/>
              </a:rPr>
              <a:t> </a:t>
            </a:r>
            <a:r>
              <a:rPr lang="zh-CN" altLang="en-US">
                <a:latin typeface="楷体_GB2312" pitchFamily="49" charset="-122"/>
              </a:rPr>
              <a:t>定积分常数</a:t>
            </a:r>
            <a:r>
              <a:rPr lang="zh-CN" altLang="en-US">
                <a:solidFill>
                  <a:schemeClr val="bg1"/>
                </a:solidFill>
                <a:latin typeface="楷体_GB2312" pitchFamily="49" charset="-122"/>
              </a:rPr>
              <a:t> </a:t>
            </a:r>
            <a:r>
              <a:rPr lang="en-US" altLang="zh-CN" b="0" i="1">
                <a:solidFill>
                  <a:schemeClr val="bg1"/>
                </a:solidFill>
                <a:latin typeface="Times New Roman" pitchFamily="18" charset="0"/>
              </a:rPr>
              <a:t>A</a:t>
            </a:r>
          </a:p>
        </p:txBody>
      </p:sp>
      <p:graphicFrame>
        <p:nvGraphicFramePr>
          <p:cNvPr id="65561" name="Object 25"/>
          <p:cNvGraphicFramePr>
            <a:graphicFrameLocks noChangeAspect="1"/>
          </p:cNvGraphicFramePr>
          <p:nvPr/>
        </p:nvGraphicFramePr>
        <p:xfrm>
          <a:off x="2233613" y="476250"/>
          <a:ext cx="5970587" cy="977900"/>
        </p:xfrm>
        <a:graphic>
          <a:graphicData uri="http://schemas.openxmlformats.org/presentationml/2006/ole">
            <p:oleObj spid="_x0000_s64517" r:id="rId3" imgW="1796040" imgH="311400" progId="Equation.3">
              <p:embed/>
            </p:oleObj>
          </a:graphicData>
        </a:graphic>
      </p:graphicFrame>
      <p:sp>
        <p:nvSpPr>
          <p:cNvPr id="65570" name="Line 34"/>
          <p:cNvSpPr>
            <a:spLocks noChangeShapeType="1"/>
          </p:cNvSpPr>
          <p:nvPr/>
        </p:nvSpPr>
        <p:spPr bwMode="auto">
          <a:xfrm>
            <a:off x="4140200" y="2636838"/>
            <a:ext cx="647700" cy="0"/>
          </a:xfrm>
          <a:prstGeom prst="line">
            <a:avLst/>
          </a:prstGeom>
          <a:noFill/>
          <a:ln w="76200">
            <a:solidFill>
              <a:srgbClr val="0099FF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grpSp>
        <p:nvGrpSpPr>
          <p:cNvPr id="64519" name="Group 40"/>
          <p:cNvGrpSpPr>
            <a:grpSpLocks/>
          </p:cNvGrpSpPr>
          <p:nvPr/>
        </p:nvGrpSpPr>
        <p:grpSpPr bwMode="auto"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64520" name="Picture 41" descr="78900"/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64521" name="Text Box 42">
              <a:hlinkClick r:id="" action="ppaction://hlinkshowjump?jump=nextslide"/>
            </p:cNvPr>
            <p:cNvSpPr txBox="1">
              <a:spLocks noChangeArrowheads="1"/>
            </p:cNvSpPr>
            <p:nvPr/>
          </p:nvSpPr>
          <p:spPr bwMode="auto"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0">
                  <a:solidFill>
                    <a:schemeClr val="bg1"/>
                  </a:solidFill>
                  <a:latin typeface="隶书" pitchFamily="49" charset="-122"/>
                  <a:ea typeface="隶书" pitchFamily="49" charset="-122"/>
                </a:rPr>
                <a:t>下 页</a:t>
              </a:r>
            </a:p>
          </p:txBody>
        </p:sp>
      </p:grpSp>
      <p:grpSp>
        <p:nvGrpSpPr>
          <p:cNvPr id="64522" name="Group 43"/>
          <p:cNvGrpSpPr>
            <a:grpSpLocks/>
          </p:cNvGrpSpPr>
          <p:nvPr/>
        </p:nvGrpSpPr>
        <p:grpSpPr bwMode="auto">
          <a:xfrm>
            <a:off x="7453313" y="6446838"/>
            <a:ext cx="792162" cy="366712"/>
            <a:chOff x="4649" y="4020"/>
            <a:chExt cx="499" cy="231"/>
          </a:xfrm>
        </p:grpSpPr>
        <p:pic>
          <p:nvPicPr>
            <p:cNvPr id="64523" name="Picture 44" descr="78900"/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64524" name="Text Box 45">
              <a:hlinkClick r:id="" action="ppaction://hlinkshowjump?jump=previousslide"/>
            </p:cNvPr>
            <p:cNvSpPr txBox="1">
              <a:spLocks noChangeArrowheads="1"/>
            </p:cNvSpPr>
            <p:nvPr/>
          </p:nvSpPr>
          <p:spPr bwMode="auto"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0">
                  <a:solidFill>
                    <a:schemeClr val="bg1"/>
                  </a:solidFill>
                  <a:latin typeface="隶书" pitchFamily="49" charset="-122"/>
                  <a:ea typeface="隶书" pitchFamily="49" charset="-122"/>
                </a:rPr>
                <a:t>上 页</a:t>
              </a:r>
            </a:p>
          </p:txBody>
        </p:sp>
      </p:grpSp>
      <p:graphicFrame>
        <p:nvGraphicFramePr>
          <p:cNvPr id="65585" name="Object 49"/>
          <p:cNvGraphicFramePr>
            <a:graphicFrameLocks noChangeAspect="1"/>
          </p:cNvGraphicFramePr>
          <p:nvPr/>
        </p:nvGraphicFramePr>
        <p:xfrm>
          <a:off x="768350" y="3141663"/>
          <a:ext cx="7634288" cy="1036637"/>
        </p:xfrm>
        <a:graphic>
          <a:graphicData uri="http://schemas.openxmlformats.org/presentationml/2006/ole">
            <p:oleObj spid="_x0000_s64525" r:id="rId5" imgW="2595600" imgH="311400" progId="Equation.3">
              <p:embed/>
            </p:oleObj>
          </a:graphicData>
        </a:graphic>
      </p:graphicFrame>
      <p:sp>
        <p:nvSpPr>
          <p:cNvPr id="65586" name="Text Box 50"/>
          <p:cNvSpPr txBox="1">
            <a:spLocks noChangeArrowheads="1"/>
          </p:cNvSpPr>
          <p:nvPr/>
        </p:nvSpPr>
        <p:spPr bwMode="auto">
          <a:xfrm>
            <a:off x="539750" y="4724400"/>
            <a:ext cx="381635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/>
              <a:t>从以上式子可以得出：</a:t>
            </a:r>
          </a:p>
        </p:txBody>
      </p:sp>
      <p:graphicFrame>
        <p:nvGraphicFramePr>
          <p:cNvPr id="65587" name="Object 51"/>
          <p:cNvGraphicFramePr>
            <a:graphicFrameLocks noChangeAspect="1"/>
          </p:cNvGraphicFramePr>
          <p:nvPr/>
        </p:nvGraphicFramePr>
        <p:xfrm>
          <a:off x="4398963" y="4421188"/>
          <a:ext cx="3111500" cy="1108075"/>
        </p:xfrm>
        <a:graphic>
          <a:graphicData uri="http://schemas.openxmlformats.org/presentationml/2006/ole">
            <p:oleObj spid="_x0000_s64527" r:id="rId6" imgW="1262880" imgH="403560" progId="Equation.3">
              <p:embed/>
            </p:oleObj>
          </a:graphicData>
        </a:graphic>
      </p:graphicFrame>
      <p:grpSp>
        <p:nvGrpSpPr>
          <p:cNvPr id="64528" name="Group 55"/>
          <p:cNvGrpSpPr>
            <a:grpSpLocks/>
          </p:cNvGrpSpPr>
          <p:nvPr/>
        </p:nvGrpSpPr>
        <p:grpSpPr bwMode="auto">
          <a:xfrm>
            <a:off x="6588125" y="6445250"/>
            <a:ext cx="792163" cy="366713"/>
            <a:chOff x="4649" y="4020"/>
            <a:chExt cx="499" cy="231"/>
          </a:xfrm>
        </p:grpSpPr>
        <p:pic>
          <p:nvPicPr>
            <p:cNvPr id="64529" name="Picture 56" descr="78900"/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64530" name="Text Box 57">
              <a:hlinkClick r:id="rId7" action="ppaction://hlinksldjump"/>
            </p:cNvPr>
            <p:cNvSpPr txBox="1">
              <a:spLocks noChangeArrowheads="1"/>
            </p:cNvSpPr>
            <p:nvPr/>
          </p:nvSpPr>
          <p:spPr bwMode="auto"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0">
                  <a:solidFill>
                    <a:schemeClr val="bg1"/>
                  </a:solidFill>
                  <a:latin typeface="隶书" pitchFamily="49" charset="-122"/>
                  <a:ea typeface="隶书" pitchFamily="49" charset="-122"/>
                </a:rPr>
                <a:t>返 回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55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55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3000"/>
                                        <p:tgtEl>
                                          <p:spTgt spid="655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2000"/>
                                        <p:tgtEl>
                                          <p:spTgt spid="655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3000"/>
                                        <p:tgtEl>
                                          <p:spTgt spid="655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8" dur="500"/>
                                        <p:tgtEl>
                                          <p:spTgt spid="655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3000"/>
                                        <p:tgtEl>
                                          <p:spTgt spid="655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3000"/>
                                        <p:tgtEl>
                                          <p:spTgt spid="655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655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655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3000"/>
                                        <p:tgtEl>
                                          <p:spTgt spid="655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545" grpId="0" animBg="1"/>
      <p:bldP spid="65546" grpId="0" build="p"/>
      <p:bldP spid="65547" grpId="0" build="p"/>
      <p:bldP spid="65548" grpId="0" build="p"/>
      <p:bldP spid="65570" grpId="0" animBg="1"/>
      <p:bldP spid="65586" grpId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4522" name="Group 10"/>
          <p:cNvGrpSpPr>
            <a:grpSpLocks/>
          </p:cNvGrpSpPr>
          <p:nvPr/>
        </p:nvGrpSpPr>
        <p:grpSpPr bwMode="auto">
          <a:xfrm>
            <a:off x="744538" y="4724400"/>
            <a:ext cx="2747962" cy="747713"/>
            <a:chOff x="476" y="2295"/>
            <a:chExt cx="1731" cy="426"/>
          </a:xfrm>
        </p:grpSpPr>
        <p:sp>
          <p:nvSpPr>
            <p:cNvPr id="65538" name="Freeform 11"/>
            <p:cNvSpPr>
              <a:spLocks noChangeArrowheads="1"/>
            </p:cNvSpPr>
            <p:nvPr/>
          </p:nvSpPr>
          <p:spPr bwMode="auto">
            <a:xfrm>
              <a:off x="863" y="2295"/>
              <a:ext cx="1344" cy="344"/>
            </a:xfrm>
            <a:custGeom>
              <a:avLst/>
              <a:gdLst/>
              <a:ahLst/>
              <a:cxnLst>
                <a:cxn ang="0">
                  <a:pos x="0" y="344"/>
                </a:cxn>
                <a:cxn ang="0">
                  <a:pos x="288" y="152"/>
                </a:cxn>
                <a:cxn ang="0">
                  <a:pos x="624" y="56"/>
                </a:cxn>
                <a:cxn ang="0">
                  <a:pos x="1104" y="8"/>
                </a:cxn>
                <a:cxn ang="0">
                  <a:pos x="1344" y="8"/>
                </a:cxn>
              </a:cxnLst>
              <a:rect l="0" t="0" r="r" b="b"/>
              <a:pathLst>
                <a:path w="1344" h="344">
                  <a:moveTo>
                    <a:pt x="0" y="344"/>
                  </a:moveTo>
                  <a:cubicBezTo>
                    <a:pt x="92" y="272"/>
                    <a:pt x="184" y="200"/>
                    <a:pt x="288" y="152"/>
                  </a:cubicBezTo>
                  <a:cubicBezTo>
                    <a:pt x="392" y="104"/>
                    <a:pt x="488" y="80"/>
                    <a:pt x="624" y="56"/>
                  </a:cubicBezTo>
                  <a:cubicBezTo>
                    <a:pt x="760" y="32"/>
                    <a:pt x="984" y="16"/>
                    <a:pt x="1104" y="8"/>
                  </a:cubicBezTo>
                  <a:cubicBezTo>
                    <a:pt x="1224" y="0"/>
                    <a:pt x="1304" y="8"/>
                    <a:pt x="1344" y="8"/>
                  </a:cubicBezTo>
                </a:path>
              </a:pathLst>
            </a:custGeom>
            <a:noFill/>
            <a:ln w="28575">
              <a:solidFill>
                <a:srgbClr val="00FFFF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5539" name="Text Box 12"/>
            <p:cNvSpPr txBox="1">
              <a:spLocks noChangeArrowheads="1"/>
            </p:cNvSpPr>
            <p:nvPr/>
          </p:nvSpPr>
          <p:spPr bwMode="auto">
            <a:xfrm>
              <a:off x="476" y="2461"/>
              <a:ext cx="390" cy="260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sz="2400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-U</a:t>
              </a:r>
              <a:r>
                <a:rPr lang="en-US" altLang="zh-CN" sz="2400" b="0" baseline="-2500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S</a:t>
              </a:r>
            </a:p>
          </p:txBody>
        </p:sp>
        <p:sp>
          <p:nvSpPr>
            <p:cNvPr id="65540" name="Rectangle 13"/>
            <p:cNvSpPr>
              <a:spLocks noChangeArrowheads="1"/>
            </p:cNvSpPr>
            <p:nvPr/>
          </p:nvSpPr>
          <p:spPr bwMode="auto">
            <a:xfrm>
              <a:off x="1397" y="2321"/>
              <a:ext cx="372" cy="330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sz="3200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u</a:t>
              </a:r>
              <a:r>
                <a:rPr lang="en-US" altLang="zh-CN" sz="2400" b="0" baseline="-2500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C</a:t>
              </a:r>
              <a:r>
                <a:rPr lang="en-US" altLang="zh-CN" sz="2400" b="0" i="1" baseline="3000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‘</a:t>
              </a:r>
              <a:endParaRPr lang="en-US" altLang="zh-CN" sz="2400" b="0" i="1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</p:grpSp>
      <p:grpSp>
        <p:nvGrpSpPr>
          <p:cNvPr id="64526" name="Group 14"/>
          <p:cNvGrpSpPr>
            <a:grpSpLocks/>
          </p:cNvGrpSpPr>
          <p:nvPr/>
        </p:nvGrpSpPr>
        <p:grpSpPr bwMode="auto">
          <a:xfrm>
            <a:off x="765175" y="3375025"/>
            <a:ext cx="2743200" cy="762000"/>
            <a:chOff x="527" y="1535"/>
            <a:chExt cx="1728" cy="480"/>
          </a:xfrm>
        </p:grpSpPr>
        <p:sp>
          <p:nvSpPr>
            <p:cNvPr id="65542" name="Line 15"/>
            <p:cNvSpPr>
              <a:spLocks noChangeShapeType="1"/>
            </p:cNvSpPr>
            <p:nvPr/>
          </p:nvSpPr>
          <p:spPr bwMode="auto">
            <a:xfrm>
              <a:off x="863" y="1871"/>
              <a:ext cx="1392" cy="0"/>
            </a:xfrm>
            <a:prstGeom prst="line">
              <a:avLst/>
            </a:prstGeom>
            <a:noFill/>
            <a:ln w="28575">
              <a:solidFill>
                <a:srgbClr val="FFFF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5543" name="Rectangle 16"/>
            <p:cNvSpPr>
              <a:spLocks noChangeArrowheads="1"/>
            </p:cNvSpPr>
            <p:nvPr/>
          </p:nvSpPr>
          <p:spPr bwMode="auto">
            <a:xfrm>
              <a:off x="1609" y="1535"/>
              <a:ext cx="400" cy="365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sz="3200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u</a:t>
              </a:r>
              <a:r>
                <a:rPr lang="en-US" altLang="zh-CN" sz="2400" b="0" baseline="-2500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C</a:t>
              </a:r>
              <a:r>
                <a:rPr lang="en-US" altLang="zh-CN" sz="2400" b="0" i="1" baseline="3000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“</a:t>
              </a:r>
            </a:p>
          </p:txBody>
        </p:sp>
        <p:sp>
          <p:nvSpPr>
            <p:cNvPr id="65544" name="Text Box 17"/>
            <p:cNvSpPr txBox="1">
              <a:spLocks noChangeArrowheads="1"/>
            </p:cNvSpPr>
            <p:nvPr/>
          </p:nvSpPr>
          <p:spPr bwMode="auto">
            <a:xfrm>
              <a:off x="527" y="1727"/>
              <a:ext cx="326" cy="28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sz="2400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U</a:t>
              </a:r>
              <a:r>
                <a:rPr lang="en-US" altLang="zh-CN" sz="2400" b="0" baseline="-2500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S</a:t>
              </a:r>
            </a:p>
          </p:txBody>
        </p:sp>
      </p:grpSp>
      <p:grpSp>
        <p:nvGrpSpPr>
          <p:cNvPr id="64571" name="Group 59"/>
          <p:cNvGrpSpPr>
            <a:grpSpLocks/>
          </p:cNvGrpSpPr>
          <p:nvPr/>
        </p:nvGrpSpPr>
        <p:grpSpPr bwMode="auto">
          <a:xfrm>
            <a:off x="5086350" y="3470275"/>
            <a:ext cx="3152775" cy="2047875"/>
            <a:chOff x="3204" y="2186"/>
            <a:chExt cx="1986" cy="1290"/>
          </a:xfrm>
        </p:grpSpPr>
        <p:sp>
          <p:nvSpPr>
            <p:cNvPr id="65546" name="Line 22"/>
            <p:cNvSpPr>
              <a:spLocks noChangeShapeType="1"/>
            </p:cNvSpPr>
            <p:nvPr/>
          </p:nvSpPr>
          <p:spPr bwMode="auto">
            <a:xfrm>
              <a:off x="3357" y="3163"/>
              <a:ext cx="1637" cy="0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5547" name="Line 23"/>
            <p:cNvSpPr>
              <a:spLocks noChangeShapeType="1"/>
            </p:cNvSpPr>
            <p:nvPr/>
          </p:nvSpPr>
          <p:spPr bwMode="auto">
            <a:xfrm flipV="1">
              <a:off x="3515" y="2286"/>
              <a:ext cx="0" cy="1190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5548" name="Freeform 24"/>
            <p:cNvSpPr>
              <a:spLocks noChangeArrowheads="1"/>
            </p:cNvSpPr>
            <p:nvPr/>
          </p:nvSpPr>
          <p:spPr bwMode="auto">
            <a:xfrm>
              <a:off x="3515" y="2536"/>
              <a:ext cx="1321" cy="58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44" y="192"/>
                </a:cxn>
                <a:cxn ang="0">
                  <a:pos x="384" y="336"/>
                </a:cxn>
                <a:cxn ang="0">
                  <a:pos x="912" y="432"/>
                </a:cxn>
                <a:cxn ang="0">
                  <a:pos x="1200" y="442"/>
                </a:cxn>
              </a:cxnLst>
              <a:rect l="0" t="0" r="r" b="b"/>
              <a:pathLst>
                <a:path w="1200" h="450">
                  <a:moveTo>
                    <a:pt x="0" y="0"/>
                  </a:moveTo>
                  <a:cubicBezTo>
                    <a:pt x="40" y="68"/>
                    <a:pt x="80" y="136"/>
                    <a:pt x="144" y="192"/>
                  </a:cubicBezTo>
                  <a:cubicBezTo>
                    <a:pt x="208" y="248"/>
                    <a:pt x="256" y="296"/>
                    <a:pt x="384" y="336"/>
                  </a:cubicBezTo>
                  <a:cubicBezTo>
                    <a:pt x="512" y="376"/>
                    <a:pt x="776" y="414"/>
                    <a:pt x="912" y="432"/>
                  </a:cubicBezTo>
                  <a:cubicBezTo>
                    <a:pt x="1048" y="450"/>
                    <a:pt x="1140" y="440"/>
                    <a:pt x="1200" y="442"/>
                  </a:cubicBezTo>
                </a:path>
              </a:pathLst>
            </a:custGeom>
            <a:noFill/>
            <a:ln w="28575">
              <a:solidFill>
                <a:srgbClr val="FF33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5549" name="Text Box 25"/>
            <p:cNvSpPr txBox="1">
              <a:spLocks noChangeArrowheads="1"/>
            </p:cNvSpPr>
            <p:nvPr/>
          </p:nvSpPr>
          <p:spPr bwMode="auto">
            <a:xfrm>
              <a:off x="5012" y="3062"/>
              <a:ext cx="178" cy="327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t</a:t>
              </a:r>
              <a:endParaRPr lang="en-US" altLang="zh-CN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65550" name="Text Box 26"/>
            <p:cNvSpPr txBox="1">
              <a:spLocks noChangeArrowheads="1"/>
            </p:cNvSpPr>
            <p:nvPr/>
          </p:nvSpPr>
          <p:spPr bwMode="auto">
            <a:xfrm>
              <a:off x="3528" y="2186"/>
              <a:ext cx="304" cy="327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pPr algn="ctr"/>
              <a:r>
                <a:rPr lang="en-US" altLang="zh-CN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i</a:t>
              </a:r>
              <a:endParaRPr lang="en-US" altLang="zh-CN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graphicFrame>
          <p:nvGraphicFramePr>
            <p:cNvPr id="65551" name="Object 27"/>
            <p:cNvGraphicFramePr>
              <a:graphicFrameLocks noChangeAspect="1"/>
            </p:cNvGraphicFramePr>
            <p:nvPr/>
          </p:nvGraphicFramePr>
          <p:xfrm>
            <a:off x="3204" y="2205"/>
            <a:ext cx="261" cy="544"/>
          </p:xfrm>
          <a:graphic>
            <a:graphicData uri="http://schemas.openxmlformats.org/presentationml/2006/ole">
              <p:oleObj spid="_x0000_s65551" r:id="rId3" imgW="220320" imgH="392040" progId="Equation.3">
                <p:embed/>
              </p:oleObj>
            </a:graphicData>
          </a:graphic>
        </p:graphicFrame>
        <p:sp>
          <p:nvSpPr>
            <p:cNvPr id="65552" name="Text Box 28"/>
            <p:cNvSpPr txBox="1">
              <a:spLocks noChangeArrowheads="1"/>
            </p:cNvSpPr>
            <p:nvPr/>
          </p:nvSpPr>
          <p:spPr bwMode="auto">
            <a:xfrm>
              <a:off x="3253" y="3126"/>
              <a:ext cx="228" cy="327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0</a:t>
              </a:r>
            </a:p>
          </p:txBody>
        </p:sp>
        <p:sp>
          <p:nvSpPr>
            <p:cNvPr id="65553" name="Line 29"/>
            <p:cNvSpPr>
              <a:spLocks noChangeShapeType="1"/>
            </p:cNvSpPr>
            <p:nvPr/>
          </p:nvSpPr>
          <p:spPr bwMode="auto">
            <a:xfrm flipH="1">
              <a:off x="3274" y="3147"/>
              <a:ext cx="231" cy="0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5554" name="Line 30"/>
            <p:cNvSpPr>
              <a:spLocks noChangeShapeType="1"/>
            </p:cNvSpPr>
            <p:nvPr/>
          </p:nvSpPr>
          <p:spPr bwMode="auto">
            <a:xfrm flipV="1">
              <a:off x="3505" y="2553"/>
              <a:ext cx="0" cy="594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64543" name="Group 31"/>
          <p:cNvGrpSpPr>
            <a:grpSpLocks/>
          </p:cNvGrpSpPr>
          <p:nvPr/>
        </p:nvGrpSpPr>
        <p:grpSpPr bwMode="auto">
          <a:xfrm>
            <a:off x="917575" y="3373438"/>
            <a:ext cx="3719513" cy="2143125"/>
            <a:chOff x="623" y="1534"/>
            <a:chExt cx="2134" cy="1201"/>
          </a:xfrm>
        </p:grpSpPr>
        <p:sp>
          <p:nvSpPr>
            <p:cNvPr id="65556" name="Line 32"/>
            <p:cNvSpPr>
              <a:spLocks noChangeShapeType="1"/>
            </p:cNvSpPr>
            <p:nvPr/>
          </p:nvSpPr>
          <p:spPr bwMode="auto">
            <a:xfrm>
              <a:off x="623" y="2255"/>
              <a:ext cx="1968" cy="0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5557" name="Line 33"/>
            <p:cNvSpPr>
              <a:spLocks noChangeShapeType="1"/>
            </p:cNvSpPr>
            <p:nvPr/>
          </p:nvSpPr>
          <p:spPr bwMode="auto">
            <a:xfrm flipV="1">
              <a:off x="863" y="1631"/>
              <a:ext cx="0" cy="1104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5558" name="Text Box 34"/>
            <p:cNvSpPr txBox="1">
              <a:spLocks noChangeArrowheads="1"/>
            </p:cNvSpPr>
            <p:nvPr/>
          </p:nvSpPr>
          <p:spPr bwMode="auto">
            <a:xfrm>
              <a:off x="2595" y="2110"/>
              <a:ext cx="162" cy="290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t</a:t>
              </a:r>
              <a:endParaRPr lang="en-US" altLang="zh-CN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65559" name="Text Box 35"/>
            <p:cNvSpPr txBox="1">
              <a:spLocks noChangeArrowheads="1"/>
            </p:cNvSpPr>
            <p:nvPr/>
          </p:nvSpPr>
          <p:spPr bwMode="auto">
            <a:xfrm>
              <a:off x="895" y="1534"/>
              <a:ext cx="300" cy="291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u</a:t>
              </a:r>
              <a:r>
                <a:rPr lang="en-US" altLang="zh-CN" b="0" baseline="-2500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C</a:t>
              </a:r>
              <a:endParaRPr lang="en-US" altLang="zh-CN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65560" name="Text Box 36"/>
            <p:cNvSpPr txBox="1">
              <a:spLocks noChangeArrowheads="1"/>
            </p:cNvSpPr>
            <p:nvPr/>
          </p:nvSpPr>
          <p:spPr bwMode="auto">
            <a:xfrm>
              <a:off x="688" y="2219"/>
              <a:ext cx="207" cy="291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0</a:t>
              </a:r>
            </a:p>
          </p:txBody>
        </p:sp>
      </p:grpSp>
      <p:sp>
        <p:nvSpPr>
          <p:cNvPr id="64549" name="Text Box 37"/>
          <p:cNvSpPr txBox="1">
            <a:spLocks noChangeArrowheads="1"/>
          </p:cNvSpPr>
          <p:nvPr/>
        </p:nvSpPr>
        <p:spPr bwMode="auto">
          <a:xfrm>
            <a:off x="755650" y="1125538"/>
            <a:ext cx="7920038" cy="1117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marL="342900" indent="-342900">
              <a:lnSpc>
                <a:spcPct val="120000"/>
              </a:lnSpc>
              <a:buFontTx/>
              <a:buAutoNum type="circleNumDbPlain"/>
            </a:pPr>
            <a:r>
              <a:rPr lang="zh-CN" altLang="en-US">
                <a:latin typeface="楷体_GB2312" pitchFamily="49" charset="-122"/>
              </a:rPr>
              <a:t>电压、电流是随时间按同一指数规律变化的函数；电容电压由两部分构成：</a:t>
            </a:r>
          </a:p>
        </p:txBody>
      </p:sp>
      <p:sp>
        <p:nvSpPr>
          <p:cNvPr id="64551" name="AutoShape 39" descr="羊皮纸"/>
          <p:cNvSpPr>
            <a:spLocks noChangeArrowheads="1"/>
          </p:cNvSpPr>
          <p:nvPr/>
        </p:nvSpPr>
        <p:spPr bwMode="auto">
          <a:xfrm>
            <a:off x="3419475" y="5013325"/>
            <a:ext cx="1079500" cy="1079500"/>
          </a:xfrm>
          <a:prstGeom prst="wedgeRoundRectCallout">
            <a:avLst>
              <a:gd name="adj1" fmla="val -172352"/>
              <a:gd name="adj2" fmla="val -125884"/>
              <a:gd name="adj3" fmla="val 16667"/>
            </a:avLst>
          </a:prstGeom>
          <a:blipFill dpi="0" rotWithShape="1">
            <a:blip r:embed="rId4"/>
            <a:srcRect/>
            <a:tile tx="0" ty="0" sx="100000" sy="100000" flip="none" algn="tl"/>
          </a:blipFill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/>
            <a:r>
              <a:rPr lang="zh-CN" altLang="en-US">
                <a:solidFill>
                  <a:schemeClr val="tx1"/>
                </a:solidFill>
              </a:rPr>
              <a:t>连续函数</a:t>
            </a:r>
          </a:p>
        </p:txBody>
      </p:sp>
      <p:sp>
        <p:nvSpPr>
          <p:cNvPr id="64552" name="AutoShape 40" descr="羊皮纸"/>
          <p:cNvSpPr>
            <a:spLocks noChangeArrowheads="1"/>
          </p:cNvSpPr>
          <p:nvPr/>
        </p:nvSpPr>
        <p:spPr bwMode="auto">
          <a:xfrm>
            <a:off x="7597775" y="3860800"/>
            <a:ext cx="1077913" cy="720725"/>
          </a:xfrm>
          <a:prstGeom prst="wedgeRoundRectCallout">
            <a:avLst>
              <a:gd name="adj1" fmla="val -218778"/>
              <a:gd name="adj2" fmla="val -14977"/>
              <a:gd name="adj3" fmla="val 16667"/>
            </a:avLst>
          </a:prstGeom>
          <a:blipFill dpi="0" rotWithShape="1">
            <a:blip r:embed="rId4"/>
            <a:srcRect/>
            <a:tile tx="0" ty="0" sx="100000" sy="100000" flip="none" algn="tl"/>
          </a:blipFill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/>
            <a:r>
              <a:rPr lang="zh-CN" altLang="en-US">
                <a:solidFill>
                  <a:schemeClr val="tx1"/>
                </a:solidFill>
              </a:rPr>
              <a:t>跃变</a:t>
            </a:r>
          </a:p>
        </p:txBody>
      </p:sp>
      <p:sp>
        <p:nvSpPr>
          <p:cNvPr id="64553" name="Text Box 41"/>
          <p:cNvSpPr txBox="1">
            <a:spLocks noChangeArrowheads="1"/>
          </p:cNvSpPr>
          <p:nvPr/>
        </p:nvSpPr>
        <p:spPr bwMode="auto">
          <a:xfrm>
            <a:off x="611188" y="2420938"/>
            <a:ext cx="3889375" cy="519112"/>
          </a:xfrm>
          <a:prstGeom prst="rect">
            <a:avLst/>
          </a:prstGeom>
          <a:solidFill>
            <a:schemeClr val="hlink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>
                <a:solidFill>
                  <a:schemeClr val="bg1"/>
                </a:solidFill>
              </a:rPr>
              <a:t>稳态分量（强制分量）</a:t>
            </a:r>
            <a:endParaRPr lang="zh-CN" altLang="en-US" sz="2400"/>
          </a:p>
        </p:txBody>
      </p:sp>
      <p:sp>
        <p:nvSpPr>
          <p:cNvPr id="64554" name="Text Box 42"/>
          <p:cNvSpPr txBox="1">
            <a:spLocks noChangeArrowheads="1"/>
          </p:cNvSpPr>
          <p:nvPr/>
        </p:nvSpPr>
        <p:spPr bwMode="auto">
          <a:xfrm>
            <a:off x="5076825" y="2420938"/>
            <a:ext cx="3889375" cy="519112"/>
          </a:xfrm>
          <a:prstGeom prst="rect">
            <a:avLst/>
          </a:prstGeom>
          <a:solidFill>
            <a:schemeClr val="hlink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>
                <a:solidFill>
                  <a:schemeClr val="bg1"/>
                </a:solidFill>
              </a:rPr>
              <a:t>暂态分量（自由分量）</a:t>
            </a:r>
            <a:endParaRPr lang="zh-CN" altLang="en-US" sz="2400"/>
          </a:p>
        </p:txBody>
      </p:sp>
      <p:grpSp>
        <p:nvGrpSpPr>
          <p:cNvPr id="65566" name="Group 47"/>
          <p:cNvGrpSpPr>
            <a:grpSpLocks/>
          </p:cNvGrpSpPr>
          <p:nvPr/>
        </p:nvGrpSpPr>
        <p:grpSpPr bwMode="auto"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65567" name="Picture 48" descr="78900"/>
            <p:cNvPicPr>
              <a:picLocks noChangeAspect="1" noChangeArrowheads="1"/>
            </p:cNvPicPr>
            <p:nvPr/>
          </p:nvPicPr>
          <p:blipFill>
            <a:blip r:embed="rId5"/>
            <a:srcRect/>
            <a:stretch>
              <a:fillRect/>
            </a:stretch>
          </p:blipFill>
          <p:spPr bwMode="auto"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65568" name="Text Box 49">
              <a:hlinkClick r:id="" action="ppaction://hlinkshowjump?jump=nextslide"/>
            </p:cNvPr>
            <p:cNvSpPr txBox="1">
              <a:spLocks noChangeArrowheads="1"/>
            </p:cNvSpPr>
            <p:nvPr/>
          </p:nvSpPr>
          <p:spPr bwMode="auto"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0">
                  <a:solidFill>
                    <a:schemeClr val="bg1"/>
                  </a:solidFill>
                  <a:latin typeface="隶书" pitchFamily="49" charset="-122"/>
                  <a:ea typeface="隶书" pitchFamily="49" charset="-122"/>
                </a:rPr>
                <a:t>下 页</a:t>
              </a:r>
            </a:p>
          </p:txBody>
        </p:sp>
      </p:grpSp>
      <p:grpSp>
        <p:nvGrpSpPr>
          <p:cNvPr id="65569" name="Group 50"/>
          <p:cNvGrpSpPr>
            <a:grpSpLocks/>
          </p:cNvGrpSpPr>
          <p:nvPr/>
        </p:nvGrpSpPr>
        <p:grpSpPr bwMode="auto">
          <a:xfrm>
            <a:off x="7453313" y="6446838"/>
            <a:ext cx="792162" cy="366712"/>
            <a:chOff x="4649" y="4020"/>
            <a:chExt cx="499" cy="231"/>
          </a:xfrm>
        </p:grpSpPr>
        <p:pic>
          <p:nvPicPr>
            <p:cNvPr id="65570" name="Picture 51" descr="78900"/>
            <p:cNvPicPr>
              <a:picLocks noChangeAspect="1" noChangeArrowheads="1"/>
            </p:cNvPicPr>
            <p:nvPr/>
          </p:nvPicPr>
          <p:blipFill>
            <a:blip r:embed="rId5"/>
            <a:srcRect/>
            <a:stretch>
              <a:fillRect/>
            </a:stretch>
          </p:blipFill>
          <p:spPr bwMode="auto"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65571" name="Text Box 52">
              <a:hlinkClick r:id="" action="ppaction://hlinkshowjump?jump=previousslide"/>
            </p:cNvPr>
            <p:cNvSpPr txBox="1">
              <a:spLocks noChangeArrowheads="1"/>
            </p:cNvSpPr>
            <p:nvPr/>
          </p:nvSpPr>
          <p:spPr bwMode="auto"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0">
                  <a:solidFill>
                    <a:schemeClr val="bg1"/>
                  </a:solidFill>
                  <a:latin typeface="隶书" pitchFamily="49" charset="-122"/>
                  <a:ea typeface="隶书" pitchFamily="49" charset="-122"/>
                </a:rPr>
                <a:t>上 页</a:t>
              </a:r>
            </a:p>
          </p:txBody>
        </p:sp>
      </p:grpSp>
      <p:grpSp>
        <p:nvGrpSpPr>
          <p:cNvPr id="64568" name="Group 56"/>
          <p:cNvGrpSpPr>
            <a:grpSpLocks/>
          </p:cNvGrpSpPr>
          <p:nvPr/>
        </p:nvGrpSpPr>
        <p:grpSpPr bwMode="auto">
          <a:xfrm>
            <a:off x="611188" y="404813"/>
            <a:ext cx="1644650" cy="850900"/>
            <a:chOff x="385" y="3022"/>
            <a:chExt cx="1036" cy="536"/>
          </a:xfrm>
        </p:grpSpPr>
        <p:pic>
          <p:nvPicPr>
            <p:cNvPr id="65573" name="Picture 57" descr="123"/>
            <p:cNvPicPr>
              <a:picLocks noChangeAspect="1" noChangeArrowheads="1"/>
            </p:cNvPicPr>
            <p:nvPr/>
          </p:nvPicPr>
          <p:blipFill>
            <a:blip r:embed="rId6"/>
            <a:srcRect/>
            <a:stretch>
              <a:fillRect/>
            </a:stretch>
          </p:blipFill>
          <p:spPr bwMode="auto">
            <a:xfrm>
              <a:off x="385" y="3022"/>
              <a:ext cx="590" cy="53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65574" name="Text Box 58"/>
            <p:cNvSpPr txBox="1">
              <a:spLocks noChangeArrowheads="1"/>
            </p:cNvSpPr>
            <p:nvPr/>
          </p:nvSpPr>
          <p:spPr bwMode="auto">
            <a:xfrm>
              <a:off x="793" y="3125"/>
              <a:ext cx="628" cy="3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zh-CN" altLang="en-US" sz="3200" b="0">
                  <a:solidFill>
                    <a:srgbClr val="FA7748"/>
                  </a:solidFill>
                  <a:latin typeface="Times New Roman" pitchFamily="18" charset="0"/>
                  <a:ea typeface="华文行楷" pitchFamily="2" charset="-122"/>
                </a:rPr>
                <a:t>表明</a:t>
              </a:r>
            </a:p>
          </p:txBody>
        </p:sp>
      </p:grpSp>
      <p:grpSp>
        <p:nvGrpSpPr>
          <p:cNvPr id="64530" name="Group 18"/>
          <p:cNvGrpSpPr>
            <a:grpSpLocks/>
          </p:cNvGrpSpPr>
          <p:nvPr/>
        </p:nvGrpSpPr>
        <p:grpSpPr bwMode="auto">
          <a:xfrm>
            <a:off x="900113" y="3933825"/>
            <a:ext cx="2565400" cy="762000"/>
            <a:chOff x="591" y="1919"/>
            <a:chExt cx="1616" cy="344"/>
          </a:xfrm>
        </p:grpSpPr>
        <p:sp>
          <p:nvSpPr>
            <p:cNvPr id="65576" name="Freeform 19"/>
            <p:cNvSpPr>
              <a:spLocks noChangeArrowheads="1"/>
            </p:cNvSpPr>
            <p:nvPr/>
          </p:nvSpPr>
          <p:spPr bwMode="auto">
            <a:xfrm>
              <a:off x="863" y="1919"/>
              <a:ext cx="1344" cy="344"/>
            </a:xfrm>
            <a:custGeom>
              <a:avLst/>
              <a:gdLst/>
              <a:ahLst/>
              <a:cxnLst>
                <a:cxn ang="0">
                  <a:pos x="0" y="344"/>
                </a:cxn>
                <a:cxn ang="0">
                  <a:pos x="288" y="152"/>
                </a:cxn>
                <a:cxn ang="0">
                  <a:pos x="624" y="56"/>
                </a:cxn>
                <a:cxn ang="0">
                  <a:pos x="1104" y="8"/>
                </a:cxn>
                <a:cxn ang="0">
                  <a:pos x="1344" y="8"/>
                </a:cxn>
              </a:cxnLst>
              <a:rect l="0" t="0" r="r" b="b"/>
              <a:pathLst>
                <a:path w="1344" h="344">
                  <a:moveTo>
                    <a:pt x="0" y="344"/>
                  </a:moveTo>
                  <a:cubicBezTo>
                    <a:pt x="92" y="272"/>
                    <a:pt x="184" y="200"/>
                    <a:pt x="288" y="152"/>
                  </a:cubicBezTo>
                  <a:cubicBezTo>
                    <a:pt x="392" y="104"/>
                    <a:pt x="488" y="80"/>
                    <a:pt x="624" y="56"/>
                  </a:cubicBezTo>
                  <a:cubicBezTo>
                    <a:pt x="760" y="32"/>
                    <a:pt x="984" y="16"/>
                    <a:pt x="1104" y="8"/>
                  </a:cubicBezTo>
                  <a:cubicBezTo>
                    <a:pt x="1224" y="0"/>
                    <a:pt x="1304" y="8"/>
                    <a:pt x="1344" y="8"/>
                  </a:cubicBezTo>
                </a:path>
              </a:pathLst>
            </a:custGeom>
            <a:noFill/>
            <a:ln w="28575">
              <a:solidFill>
                <a:srgbClr val="FF33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5577" name="Line 20"/>
            <p:cNvSpPr>
              <a:spLocks noChangeShapeType="1"/>
            </p:cNvSpPr>
            <p:nvPr/>
          </p:nvSpPr>
          <p:spPr bwMode="auto">
            <a:xfrm>
              <a:off x="591" y="2246"/>
              <a:ext cx="272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64572" name="Text Box 60"/>
          <p:cNvSpPr txBox="1">
            <a:spLocks noChangeArrowheads="1"/>
          </p:cNvSpPr>
          <p:nvPr/>
        </p:nvSpPr>
        <p:spPr bwMode="auto">
          <a:xfrm>
            <a:off x="4572000" y="2276475"/>
            <a:ext cx="647700" cy="701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4000">
                <a:solidFill>
                  <a:srgbClr val="FF3300"/>
                </a:solidFill>
                <a:latin typeface="Times New Roman" pitchFamily="18" charset="0"/>
                <a:ea typeface="仿宋_GB2312" pitchFamily="49" charset="-122"/>
              </a:rPr>
              <a:t>+</a:t>
            </a:r>
          </a:p>
        </p:txBody>
      </p:sp>
      <p:grpSp>
        <p:nvGrpSpPr>
          <p:cNvPr id="65579" name="Group 64"/>
          <p:cNvGrpSpPr>
            <a:grpSpLocks/>
          </p:cNvGrpSpPr>
          <p:nvPr/>
        </p:nvGrpSpPr>
        <p:grpSpPr bwMode="auto">
          <a:xfrm>
            <a:off x="6588125" y="6445250"/>
            <a:ext cx="792163" cy="366713"/>
            <a:chOff x="4649" y="4020"/>
            <a:chExt cx="499" cy="231"/>
          </a:xfrm>
        </p:grpSpPr>
        <p:pic>
          <p:nvPicPr>
            <p:cNvPr id="65580" name="Picture 65" descr="78900"/>
            <p:cNvPicPr>
              <a:picLocks noChangeAspect="1" noChangeArrowheads="1"/>
            </p:cNvPicPr>
            <p:nvPr/>
          </p:nvPicPr>
          <p:blipFill>
            <a:blip r:embed="rId5"/>
            <a:srcRect/>
            <a:stretch>
              <a:fillRect/>
            </a:stretch>
          </p:blipFill>
          <p:spPr bwMode="auto"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65581" name="Text Box 66">
              <a:hlinkClick r:id="rId7" action="ppaction://hlinksldjump"/>
            </p:cNvPr>
            <p:cNvSpPr txBox="1">
              <a:spLocks noChangeArrowheads="1"/>
            </p:cNvSpPr>
            <p:nvPr/>
          </p:nvSpPr>
          <p:spPr bwMode="auto"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0">
                  <a:solidFill>
                    <a:schemeClr val="bg1"/>
                  </a:solidFill>
                  <a:latin typeface="隶书" pitchFamily="49" charset="-122"/>
                  <a:ea typeface="隶书" pitchFamily="49" charset="-122"/>
                </a:rPr>
                <a:t>返 回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45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"/>
                                        <p:tgtEl>
                                          <p:spTgt spid="645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645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645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45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645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645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645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645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6457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6457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8" dur="500"/>
                                        <p:tgtEl>
                                          <p:spTgt spid="645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500"/>
                            </p:stCondLst>
                            <p:childTnLst>
                              <p:par>
                                <p:cTn id="50" presetID="2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52" dur="2000"/>
                                        <p:tgtEl>
                                          <p:spTgt spid="645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645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500"/>
                            </p:stCondLst>
                            <p:childTnLst>
                              <p:par>
                                <p:cTn id="59" presetID="2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61" dur="2000"/>
                                        <p:tgtEl>
                                          <p:spTgt spid="645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549" grpId="0"/>
      <p:bldP spid="64551" grpId="0" animBg="1"/>
      <p:bldP spid="64552" grpId="0" animBg="1"/>
      <p:bldP spid="64553" grpId="0" animBg="1"/>
      <p:bldP spid="64554" grpId="0" animBg="1"/>
      <p:bldP spid="64572" grpId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2" name="Text Box 4"/>
          <p:cNvSpPr txBox="1">
            <a:spLocks noChangeArrowheads="1"/>
          </p:cNvSpPr>
          <p:nvPr/>
        </p:nvSpPr>
        <p:spPr bwMode="auto">
          <a:xfrm>
            <a:off x="395288" y="476250"/>
            <a:ext cx="8318500" cy="1117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marL="342900" indent="-342900">
              <a:lnSpc>
                <a:spcPct val="120000"/>
              </a:lnSpc>
              <a:buFontTx/>
              <a:buAutoNum type="circleNumDbPlain" startAt="2"/>
            </a:pPr>
            <a:r>
              <a:rPr lang="zh-CN" altLang="en-US">
                <a:latin typeface="楷体_GB2312" pitchFamily="49" charset="-122"/>
              </a:rPr>
              <a:t>响应变化的快慢，由时间常数</a:t>
            </a:r>
            <a:r>
              <a:rPr lang="zh-CN" altLang="en-US">
                <a:solidFill>
                  <a:schemeClr val="bg1"/>
                </a:solidFill>
                <a:latin typeface="Times New Roman" pitchFamily="18" charset="0"/>
                <a:sym typeface="Symbol" pitchFamily="18" charset="2"/>
              </a:rPr>
              <a:t>＝</a:t>
            </a:r>
            <a:r>
              <a:rPr lang="en-US" altLang="zh-CN" b="0" i="1">
                <a:solidFill>
                  <a:schemeClr val="bg1"/>
                </a:solidFill>
                <a:latin typeface="Times New Roman" pitchFamily="18" charset="0"/>
              </a:rPr>
              <a:t>RC</a:t>
            </a:r>
            <a:r>
              <a:rPr lang="zh-CN" altLang="en-US">
                <a:latin typeface="楷体_GB2312" pitchFamily="49" charset="-122"/>
              </a:rPr>
              <a:t>决定；</a:t>
            </a:r>
            <a:r>
              <a:rPr lang="zh-CN" altLang="en-US" i="1">
                <a:solidFill>
                  <a:schemeClr val="bg1"/>
                </a:solidFill>
                <a:latin typeface="楷体_GB2312" pitchFamily="49" charset="-122"/>
                <a:sym typeface="Symbol" pitchFamily="18" charset="2"/>
              </a:rPr>
              <a:t> </a:t>
            </a:r>
            <a:r>
              <a:rPr lang="zh-CN" altLang="en-US">
                <a:latin typeface="楷体_GB2312" pitchFamily="49" charset="-122"/>
                <a:sym typeface="Symbol" pitchFamily="18" charset="2"/>
              </a:rPr>
              <a:t>大，充电慢，</a:t>
            </a:r>
            <a:r>
              <a:rPr lang="zh-CN" altLang="en-US" i="1">
                <a:solidFill>
                  <a:schemeClr val="bg1"/>
                </a:solidFill>
                <a:latin typeface="楷体_GB2312" pitchFamily="49" charset="-122"/>
                <a:sym typeface="Symbol" pitchFamily="18" charset="2"/>
              </a:rPr>
              <a:t> </a:t>
            </a:r>
            <a:r>
              <a:rPr lang="zh-CN" altLang="en-US">
                <a:latin typeface="楷体_GB2312" pitchFamily="49" charset="-122"/>
                <a:sym typeface="Symbol" pitchFamily="18" charset="2"/>
              </a:rPr>
              <a:t>小充电就快。</a:t>
            </a:r>
          </a:p>
        </p:txBody>
      </p:sp>
      <p:sp>
        <p:nvSpPr>
          <p:cNvPr id="63493" name="Text Box 5"/>
          <p:cNvSpPr txBox="1">
            <a:spLocks noChangeArrowheads="1"/>
          </p:cNvSpPr>
          <p:nvPr/>
        </p:nvSpPr>
        <p:spPr bwMode="auto">
          <a:xfrm>
            <a:off x="395288" y="1557338"/>
            <a:ext cx="5507037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marL="342900" indent="-342900">
              <a:buFontTx/>
              <a:buAutoNum type="circleNumDbPlain" startAt="3"/>
            </a:pPr>
            <a:r>
              <a:rPr lang="zh-CN" altLang="en-US">
                <a:latin typeface="楷体_GB2312" pitchFamily="49" charset="-122"/>
              </a:rPr>
              <a:t>响应与外加激励成线性关系；</a:t>
            </a:r>
          </a:p>
        </p:txBody>
      </p:sp>
      <p:sp>
        <p:nvSpPr>
          <p:cNvPr id="63495" name="Text Box 7"/>
          <p:cNvSpPr txBox="1">
            <a:spLocks noChangeArrowheads="1"/>
          </p:cNvSpPr>
          <p:nvPr/>
        </p:nvSpPr>
        <p:spPr bwMode="auto">
          <a:xfrm>
            <a:off x="395288" y="2205038"/>
            <a:ext cx="2449512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marL="342900" indent="-342900">
              <a:spcBef>
                <a:spcPct val="50000"/>
              </a:spcBef>
              <a:buFontTx/>
              <a:buAutoNum type="circleNumDbPlain" startAt="4"/>
            </a:pPr>
            <a:r>
              <a:rPr lang="zh-CN" altLang="en-US">
                <a:latin typeface="楷体_GB2312" pitchFamily="49" charset="-122"/>
              </a:rPr>
              <a:t>能量关系</a:t>
            </a:r>
          </a:p>
        </p:txBody>
      </p:sp>
      <p:grpSp>
        <p:nvGrpSpPr>
          <p:cNvPr id="63540" name="Group 52"/>
          <p:cNvGrpSpPr>
            <a:grpSpLocks/>
          </p:cNvGrpSpPr>
          <p:nvPr/>
        </p:nvGrpSpPr>
        <p:grpSpPr bwMode="auto">
          <a:xfrm>
            <a:off x="468313" y="4365625"/>
            <a:ext cx="3833812" cy="1011238"/>
            <a:chOff x="295" y="1842"/>
            <a:chExt cx="2415" cy="637"/>
          </a:xfrm>
        </p:grpSpPr>
        <p:graphicFrame>
          <p:nvGraphicFramePr>
            <p:cNvPr id="66565" name="Object 10"/>
            <p:cNvGraphicFramePr>
              <a:graphicFrameLocks noChangeAspect="1"/>
            </p:cNvGraphicFramePr>
            <p:nvPr/>
          </p:nvGraphicFramePr>
          <p:xfrm>
            <a:off x="1927" y="1842"/>
            <a:ext cx="783" cy="637"/>
          </p:xfrm>
          <a:graphic>
            <a:graphicData uri="http://schemas.openxmlformats.org/presentationml/2006/ole">
              <p:oleObj spid="_x0000_s66565" r:id="rId3" imgW="486720" imgH="392040" progId="Equation.3">
                <p:embed/>
              </p:oleObj>
            </a:graphicData>
          </a:graphic>
        </p:graphicFrame>
        <p:sp>
          <p:nvSpPr>
            <p:cNvPr id="66566" name="Text Box 11"/>
            <p:cNvSpPr txBox="1">
              <a:spLocks noChangeArrowheads="1"/>
            </p:cNvSpPr>
            <p:nvPr/>
          </p:nvSpPr>
          <p:spPr bwMode="auto">
            <a:xfrm>
              <a:off x="295" y="1979"/>
              <a:ext cx="1859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r>
                <a:rPr lang="zh-CN" altLang="en-US">
                  <a:latin typeface="Times New Roman" pitchFamily="18" charset="0"/>
                </a:rPr>
                <a:t>电容储存能量：</a:t>
              </a:r>
            </a:p>
          </p:txBody>
        </p:sp>
      </p:grpSp>
      <p:grpSp>
        <p:nvGrpSpPr>
          <p:cNvPr id="63541" name="Group 53"/>
          <p:cNvGrpSpPr>
            <a:grpSpLocks/>
          </p:cNvGrpSpPr>
          <p:nvPr/>
        </p:nvGrpSpPr>
        <p:grpSpPr bwMode="auto">
          <a:xfrm>
            <a:off x="468313" y="2781300"/>
            <a:ext cx="6169025" cy="781050"/>
            <a:chOff x="340" y="2478"/>
            <a:chExt cx="3886" cy="492"/>
          </a:xfrm>
        </p:grpSpPr>
        <p:sp>
          <p:nvSpPr>
            <p:cNvPr id="66568" name="Text Box 13"/>
            <p:cNvSpPr txBox="1">
              <a:spLocks noChangeArrowheads="1"/>
            </p:cNvSpPr>
            <p:nvPr/>
          </p:nvSpPr>
          <p:spPr bwMode="auto">
            <a:xfrm>
              <a:off x="340" y="2508"/>
              <a:ext cx="1691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r>
                <a:rPr lang="zh-CN" altLang="en-US">
                  <a:latin typeface="Times New Roman" pitchFamily="18" charset="0"/>
                </a:rPr>
                <a:t>电源提供能量：</a:t>
              </a:r>
            </a:p>
          </p:txBody>
        </p:sp>
        <p:graphicFrame>
          <p:nvGraphicFramePr>
            <p:cNvPr id="66569" name="Object 14"/>
            <p:cNvGraphicFramePr>
              <a:graphicFrameLocks noChangeAspect="1"/>
            </p:cNvGraphicFramePr>
            <p:nvPr/>
          </p:nvGraphicFramePr>
          <p:xfrm>
            <a:off x="1954" y="2478"/>
            <a:ext cx="2272" cy="492"/>
          </p:xfrm>
          <a:graphic>
            <a:graphicData uri="http://schemas.openxmlformats.org/presentationml/2006/ole">
              <p:oleObj spid="_x0000_s66569" r:id="rId4" imgW="1425240" imgH="299880" progId="Equation.3">
                <p:embed/>
              </p:oleObj>
            </a:graphicData>
          </a:graphic>
        </p:graphicFrame>
      </p:grpSp>
      <p:graphicFrame>
        <p:nvGraphicFramePr>
          <p:cNvPr id="63496" name="Object 8"/>
          <p:cNvGraphicFramePr>
            <a:graphicFrameLocks noChangeAspect="1"/>
          </p:cNvGraphicFramePr>
          <p:nvPr/>
        </p:nvGraphicFramePr>
        <p:xfrm>
          <a:off x="7092950" y="4251325"/>
          <a:ext cx="1609725" cy="977900"/>
        </p:xfrm>
        <a:graphic>
          <a:graphicData uri="http://schemas.openxmlformats.org/presentationml/2006/ole">
            <p:oleObj spid="_x0000_s66570" r:id="rId5" imgW="567720" imgH="392040" progId="Equation.3">
              <p:embed/>
            </p:oleObj>
          </a:graphicData>
        </a:graphic>
      </p:graphicFrame>
      <p:grpSp>
        <p:nvGrpSpPr>
          <p:cNvPr id="63542" name="Group 54"/>
          <p:cNvGrpSpPr>
            <a:grpSpLocks/>
          </p:cNvGrpSpPr>
          <p:nvPr/>
        </p:nvGrpSpPr>
        <p:grpSpPr bwMode="auto">
          <a:xfrm>
            <a:off x="468313" y="3500438"/>
            <a:ext cx="7253287" cy="1046162"/>
            <a:chOff x="249" y="3022"/>
            <a:chExt cx="4569" cy="659"/>
          </a:xfrm>
        </p:grpSpPr>
        <p:sp>
          <p:nvSpPr>
            <p:cNvPr id="66572" name="Text Box 15"/>
            <p:cNvSpPr txBox="1">
              <a:spLocks noChangeArrowheads="1"/>
            </p:cNvSpPr>
            <p:nvPr/>
          </p:nvSpPr>
          <p:spPr bwMode="auto">
            <a:xfrm>
              <a:off x="249" y="3158"/>
              <a:ext cx="1724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r>
                <a:rPr lang="zh-CN" altLang="en-US">
                  <a:latin typeface="Times New Roman" pitchFamily="18" charset="0"/>
                </a:rPr>
                <a:t>电阻消耗能量：</a:t>
              </a:r>
            </a:p>
          </p:txBody>
        </p:sp>
        <p:graphicFrame>
          <p:nvGraphicFramePr>
            <p:cNvPr id="66573" name="Object 16"/>
            <p:cNvGraphicFramePr>
              <a:graphicFrameLocks noChangeAspect="1"/>
            </p:cNvGraphicFramePr>
            <p:nvPr/>
          </p:nvGraphicFramePr>
          <p:xfrm>
            <a:off x="1883" y="3022"/>
            <a:ext cx="2935" cy="659"/>
          </p:xfrm>
          <a:graphic>
            <a:graphicData uri="http://schemas.openxmlformats.org/presentationml/2006/ole">
              <p:oleObj spid="_x0000_s66573" r:id="rId6" imgW="1842480" imgH="403560" progId="Equation.3">
                <p:embed/>
              </p:oleObj>
            </a:graphicData>
          </a:graphic>
        </p:graphicFrame>
      </p:grpSp>
      <p:sp>
        <p:nvSpPr>
          <p:cNvPr id="63526" name="Text Box 38" descr="新闻纸"/>
          <p:cNvSpPr txBox="1">
            <a:spLocks noChangeArrowheads="1"/>
          </p:cNvSpPr>
          <p:nvPr/>
        </p:nvSpPr>
        <p:spPr bwMode="auto">
          <a:xfrm>
            <a:off x="1331913" y="5300663"/>
            <a:ext cx="7489825" cy="1117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>
                <a:latin typeface="Times New Roman" pitchFamily="18" charset="0"/>
              </a:rPr>
              <a:t>       </a:t>
            </a:r>
            <a:r>
              <a:rPr lang="zh-CN" altLang="en-US">
                <a:latin typeface="Times New Roman" pitchFamily="18" charset="0"/>
              </a:rPr>
              <a:t>电源提供的能量一半消耗在电阻上，一半转换成电场能量储存在电容中。</a:t>
            </a:r>
          </a:p>
        </p:txBody>
      </p:sp>
      <p:grpSp>
        <p:nvGrpSpPr>
          <p:cNvPr id="66575" name="Group 43"/>
          <p:cNvGrpSpPr>
            <a:grpSpLocks/>
          </p:cNvGrpSpPr>
          <p:nvPr/>
        </p:nvGrpSpPr>
        <p:grpSpPr bwMode="auto"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66576" name="Picture 44" descr="78900"/>
            <p:cNvPicPr>
              <a:picLocks noChangeAspect="1" noChangeArrowheads="1"/>
            </p:cNvPicPr>
            <p:nvPr/>
          </p:nvPicPr>
          <p:blipFill>
            <a:blip r:embed="rId7"/>
            <a:srcRect/>
            <a:stretch>
              <a:fillRect/>
            </a:stretch>
          </p:blipFill>
          <p:spPr bwMode="auto"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66577" name="Text Box 45">
              <a:hlinkClick r:id="" action="ppaction://hlinkshowjump?jump=nextslide"/>
            </p:cNvPr>
            <p:cNvSpPr txBox="1">
              <a:spLocks noChangeArrowheads="1"/>
            </p:cNvSpPr>
            <p:nvPr/>
          </p:nvSpPr>
          <p:spPr bwMode="auto"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0">
                  <a:solidFill>
                    <a:schemeClr val="bg1"/>
                  </a:solidFill>
                  <a:latin typeface="隶书" pitchFamily="49" charset="-122"/>
                  <a:ea typeface="隶书" pitchFamily="49" charset="-122"/>
                </a:rPr>
                <a:t>下 页</a:t>
              </a:r>
            </a:p>
          </p:txBody>
        </p:sp>
      </p:grpSp>
      <p:grpSp>
        <p:nvGrpSpPr>
          <p:cNvPr id="66578" name="Group 46"/>
          <p:cNvGrpSpPr>
            <a:grpSpLocks/>
          </p:cNvGrpSpPr>
          <p:nvPr/>
        </p:nvGrpSpPr>
        <p:grpSpPr bwMode="auto">
          <a:xfrm>
            <a:off x="7453313" y="6446838"/>
            <a:ext cx="792162" cy="366712"/>
            <a:chOff x="4649" y="4020"/>
            <a:chExt cx="499" cy="231"/>
          </a:xfrm>
        </p:grpSpPr>
        <p:pic>
          <p:nvPicPr>
            <p:cNvPr id="66579" name="Picture 47" descr="78900"/>
            <p:cNvPicPr>
              <a:picLocks noChangeAspect="1" noChangeArrowheads="1"/>
            </p:cNvPicPr>
            <p:nvPr/>
          </p:nvPicPr>
          <p:blipFill>
            <a:blip r:embed="rId7"/>
            <a:srcRect/>
            <a:stretch>
              <a:fillRect/>
            </a:stretch>
          </p:blipFill>
          <p:spPr bwMode="auto"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66580" name="Text Box 48">
              <a:hlinkClick r:id="" action="ppaction://hlinkshowjump?jump=previousslide"/>
            </p:cNvPr>
            <p:cNvSpPr txBox="1">
              <a:spLocks noChangeArrowheads="1"/>
            </p:cNvSpPr>
            <p:nvPr/>
          </p:nvSpPr>
          <p:spPr bwMode="auto"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0">
                  <a:solidFill>
                    <a:schemeClr val="bg1"/>
                  </a:solidFill>
                  <a:latin typeface="隶书" pitchFamily="49" charset="-122"/>
                  <a:ea typeface="隶书" pitchFamily="49" charset="-122"/>
                </a:rPr>
                <a:t>上 页</a:t>
              </a:r>
            </a:p>
          </p:txBody>
        </p:sp>
      </p:grpSp>
      <p:grpSp>
        <p:nvGrpSpPr>
          <p:cNvPr id="63561" name="Group 73"/>
          <p:cNvGrpSpPr>
            <a:grpSpLocks/>
          </p:cNvGrpSpPr>
          <p:nvPr/>
        </p:nvGrpSpPr>
        <p:grpSpPr bwMode="auto">
          <a:xfrm>
            <a:off x="323850" y="5157788"/>
            <a:ext cx="1644650" cy="850900"/>
            <a:chOff x="385" y="3022"/>
            <a:chExt cx="1036" cy="536"/>
          </a:xfrm>
        </p:grpSpPr>
        <p:pic>
          <p:nvPicPr>
            <p:cNvPr id="66582" name="Picture 74" descr="123"/>
            <p:cNvPicPr>
              <a:picLocks noChangeAspect="1" noChangeArrowheads="1"/>
            </p:cNvPicPr>
            <p:nvPr/>
          </p:nvPicPr>
          <p:blipFill>
            <a:blip r:embed="rId8"/>
            <a:srcRect/>
            <a:stretch>
              <a:fillRect/>
            </a:stretch>
          </p:blipFill>
          <p:spPr bwMode="auto">
            <a:xfrm>
              <a:off x="385" y="3022"/>
              <a:ext cx="590" cy="53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66583" name="Text Box 75"/>
            <p:cNvSpPr txBox="1">
              <a:spLocks noChangeArrowheads="1"/>
            </p:cNvSpPr>
            <p:nvPr/>
          </p:nvSpPr>
          <p:spPr bwMode="auto">
            <a:xfrm>
              <a:off x="793" y="3125"/>
              <a:ext cx="628" cy="3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zh-CN" altLang="en-US" sz="3200" b="0">
                  <a:solidFill>
                    <a:srgbClr val="FA7748"/>
                  </a:solidFill>
                  <a:latin typeface="Times New Roman" pitchFamily="18" charset="0"/>
                  <a:ea typeface="华文行楷" pitchFamily="2" charset="-122"/>
                </a:rPr>
                <a:t>表明</a:t>
              </a:r>
            </a:p>
          </p:txBody>
        </p:sp>
      </p:grpSp>
      <p:grpSp>
        <p:nvGrpSpPr>
          <p:cNvPr id="63567" name="Group 79"/>
          <p:cNvGrpSpPr>
            <a:grpSpLocks/>
          </p:cNvGrpSpPr>
          <p:nvPr/>
        </p:nvGrpSpPr>
        <p:grpSpPr bwMode="auto">
          <a:xfrm>
            <a:off x="5357813" y="1196975"/>
            <a:ext cx="3235325" cy="1614488"/>
            <a:chOff x="3375" y="754"/>
            <a:chExt cx="2038" cy="1017"/>
          </a:xfrm>
        </p:grpSpPr>
        <p:sp>
          <p:nvSpPr>
            <p:cNvPr id="66585" name="Oval 56"/>
            <p:cNvSpPr>
              <a:spLocks noChangeArrowheads="1"/>
            </p:cNvSpPr>
            <p:nvPr/>
          </p:nvSpPr>
          <p:spPr bwMode="auto">
            <a:xfrm>
              <a:off x="3710" y="1045"/>
              <a:ext cx="363" cy="363"/>
            </a:xfrm>
            <a:prstGeom prst="ellipse">
              <a:avLst/>
            </a:prstGeom>
            <a:gradFill rotWithShape="1">
              <a:gsLst>
                <a:gs pos="0">
                  <a:srgbClr val="0099FF"/>
                </a:gs>
                <a:gs pos="100000">
                  <a:srgbClr val="004776"/>
                </a:gs>
              </a:gsLst>
              <a:path path="shape">
                <a:fillToRect l="50000" t="50000" r="50000" b="50000"/>
              </a:path>
            </a:gradFill>
            <a:ln w="38100">
              <a:solidFill>
                <a:srgbClr val="FF99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6586" name="Line 57"/>
            <p:cNvSpPr>
              <a:spLocks noChangeShapeType="1"/>
            </p:cNvSpPr>
            <p:nvPr/>
          </p:nvSpPr>
          <p:spPr bwMode="auto">
            <a:xfrm flipV="1">
              <a:off x="3878" y="890"/>
              <a:ext cx="1179" cy="0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6587" name="Line 58"/>
            <p:cNvSpPr>
              <a:spLocks noChangeShapeType="1"/>
            </p:cNvSpPr>
            <p:nvPr/>
          </p:nvSpPr>
          <p:spPr bwMode="auto">
            <a:xfrm>
              <a:off x="5057" y="890"/>
              <a:ext cx="0" cy="363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6588" name="Line 59"/>
            <p:cNvSpPr>
              <a:spLocks noChangeShapeType="1"/>
            </p:cNvSpPr>
            <p:nvPr/>
          </p:nvSpPr>
          <p:spPr bwMode="auto">
            <a:xfrm flipH="1">
              <a:off x="5057" y="1344"/>
              <a:ext cx="0" cy="408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6589" name="Rectangle 60"/>
            <p:cNvSpPr>
              <a:spLocks noChangeArrowheads="1"/>
            </p:cNvSpPr>
            <p:nvPr/>
          </p:nvSpPr>
          <p:spPr bwMode="auto">
            <a:xfrm>
              <a:off x="4436" y="818"/>
              <a:ext cx="297" cy="137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</a:gradFill>
            <a:ln w="2857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6590" name="Line 61"/>
            <p:cNvSpPr>
              <a:spLocks noChangeShapeType="1"/>
            </p:cNvSpPr>
            <p:nvPr/>
          </p:nvSpPr>
          <p:spPr bwMode="auto">
            <a:xfrm flipH="1" flipV="1">
              <a:off x="3878" y="890"/>
              <a:ext cx="13" cy="881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6591" name="Line 65"/>
            <p:cNvSpPr>
              <a:spLocks noChangeShapeType="1"/>
            </p:cNvSpPr>
            <p:nvPr/>
          </p:nvSpPr>
          <p:spPr bwMode="auto">
            <a:xfrm flipV="1">
              <a:off x="3878" y="1752"/>
              <a:ext cx="1179" cy="0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6592" name="Text Box 66"/>
            <p:cNvSpPr txBox="1">
              <a:spLocks noChangeArrowheads="1"/>
            </p:cNvSpPr>
            <p:nvPr/>
          </p:nvSpPr>
          <p:spPr bwMode="auto">
            <a:xfrm>
              <a:off x="4558" y="890"/>
              <a:ext cx="253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R</a:t>
              </a:r>
              <a:endParaRPr lang="en-US" altLang="zh-CN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66593" name="Text Box 67"/>
            <p:cNvSpPr txBox="1">
              <a:spLocks noChangeArrowheads="1"/>
            </p:cNvSpPr>
            <p:nvPr/>
          </p:nvSpPr>
          <p:spPr bwMode="auto">
            <a:xfrm>
              <a:off x="5148" y="1117"/>
              <a:ext cx="265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C</a:t>
              </a:r>
              <a:endParaRPr lang="en-US" altLang="zh-CN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66594" name="AutoShape 68"/>
            <p:cNvSpPr>
              <a:spLocks noChangeArrowheads="1"/>
            </p:cNvSpPr>
            <p:nvPr/>
          </p:nvSpPr>
          <p:spPr bwMode="auto">
            <a:xfrm>
              <a:off x="4195" y="1117"/>
              <a:ext cx="384" cy="177"/>
            </a:xfrm>
            <a:custGeom>
              <a:avLst/>
              <a:gdLst/>
              <a:ahLst/>
              <a:cxnLst>
                <a:cxn ang="0">
                  <a:pos x="16707" y="0"/>
                </a:cxn>
                <a:cxn ang="0">
                  <a:pos x="11813" y="7200"/>
                </a:cxn>
                <a:cxn ang="0">
                  <a:pos x="14899" y="7200"/>
                </a:cxn>
                <a:cxn ang="0">
                  <a:pos x="14899" y="17382"/>
                </a:cxn>
                <a:cxn ang="0">
                  <a:pos x="0" y="17382"/>
                </a:cxn>
                <a:cxn ang="0">
                  <a:pos x="0" y="21600"/>
                </a:cxn>
                <a:cxn ang="0">
                  <a:pos x="18514" y="21600"/>
                </a:cxn>
                <a:cxn ang="0">
                  <a:pos x="18514" y="7200"/>
                </a:cxn>
                <a:cxn ang="0">
                  <a:pos x="21600" y="7200"/>
                </a:cxn>
                <a:cxn ang="0">
                  <a:pos x="16707" y="0"/>
                </a:cxn>
              </a:cxnLst>
              <a:rect l="0" t="0" r="r" b="b"/>
              <a:pathLst>
                <a:path w="21600" h="21600">
                  <a:moveTo>
                    <a:pt x="16707" y="0"/>
                  </a:moveTo>
                  <a:lnTo>
                    <a:pt x="11813" y="7200"/>
                  </a:lnTo>
                  <a:lnTo>
                    <a:pt x="14899" y="7200"/>
                  </a:lnTo>
                  <a:lnTo>
                    <a:pt x="14899" y="17382"/>
                  </a:lnTo>
                  <a:lnTo>
                    <a:pt x="0" y="17382"/>
                  </a:lnTo>
                  <a:lnTo>
                    <a:pt x="0" y="21600"/>
                  </a:lnTo>
                  <a:lnTo>
                    <a:pt x="18514" y="21600"/>
                  </a:lnTo>
                  <a:lnTo>
                    <a:pt x="18514" y="7200"/>
                  </a:lnTo>
                  <a:lnTo>
                    <a:pt x="21600" y="7200"/>
                  </a:lnTo>
                  <a:lnTo>
                    <a:pt x="16707" y="0"/>
                  </a:lnTo>
                  <a:close/>
                </a:path>
              </a:pathLst>
            </a:custGeom>
            <a:solidFill>
              <a:srgbClr val="00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6595" name="AutoShape 69"/>
            <p:cNvSpPr>
              <a:spLocks noChangeArrowheads="1"/>
            </p:cNvSpPr>
            <p:nvPr/>
          </p:nvSpPr>
          <p:spPr bwMode="auto">
            <a:xfrm>
              <a:off x="4195" y="1344"/>
              <a:ext cx="576" cy="90"/>
            </a:xfrm>
            <a:prstGeom prst="rightArrow">
              <a:avLst>
                <a:gd name="adj1" fmla="val 50000"/>
                <a:gd name="adj2" fmla="val 160000"/>
              </a:avLst>
            </a:prstGeom>
            <a:solidFill>
              <a:srgbClr val="00FFFF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6596" name="Text Box 70"/>
            <p:cNvSpPr txBox="1">
              <a:spLocks noChangeArrowheads="1"/>
            </p:cNvSpPr>
            <p:nvPr/>
          </p:nvSpPr>
          <p:spPr bwMode="auto">
            <a:xfrm>
              <a:off x="3565" y="754"/>
              <a:ext cx="242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+</a:t>
              </a:r>
            </a:p>
          </p:txBody>
        </p:sp>
        <p:sp>
          <p:nvSpPr>
            <p:cNvPr id="66597" name="Text Box 71"/>
            <p:cNvSpPr txBox="1">
              <a:spLocks noChangeArrowheads="1"/>
            </p:cNvSpPr>
            <p:nvPr/>
          </p:nvSpPr>
          <p:spPr bwMode="auto">
            <a:xfrm>
              <a:off x="3566" y="1434"/>
              <a:ext cx="228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b="0">
                  <a:solidFill>
                    <a:schemeClr val="bg1"/>
                  </a:solidFill>
                  <a:latin typeface="宋体" pitchFamily="2" charset="-122"/>
                  <a:ea typeface="宋体" pitchFamily="2" charset="-122"/>
                </a:rPr>
                <a:t>-</a:t>
              </a:r>
            </a:p>
          </p:txBody>
        </p:sp>
        <p:sp>
          <p:nvSpPr>
            <p:cNvPr id="66598" name="Text Box 72"/>
            <p:cNvSpPr txBox="1">
              <a:spLocks noChangeArrowheads="1"/>
            </p:cNvSpPr>
            <p:nvPr/>
          </p:nvSpPr>
          <p:spPr bwMode="auto">
            <a:xfrm>
              <a:off x="3375" y="1072"/>
              <a:ext cx="363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U</a:t>
              </a:r>
              <a:r>
                <a:rPr lang="en-US" altLang="zh-CN" b="0" baseline="-2500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S</a:t>
              </a:r>
              <a:endParaRPr lang="en-US" altLang="zh-CN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grpSp>
          <p:nvGrpSpPr>
            <p:cNvPr id="66599" name="Group 76"/>
            <p:cNvGrpSpPr>
              <a:grpSpLocks/>
            </p:cNvGrpSpPr>
            <p:nvPr/>
          </p:nvGrpSpPr>
          <p:grpSpPr bwMode="auto">
            <a:xfrm>
              <a:off x="4921" y="1253"/>
              <a:ext cx="240" cy="93"/>
              <a:chOff x="3787" y="2478"/>
              <a:chExt cx="240" cy="93"/>
            </a:xfrm>
          </p:grpSpPr>
          <p:sp>
            <p:nvSpPr>
              <p:cNvPr id="66600" name="Line 77"/>
              <p:cNvSpPr>
                <a:spLocks noChangeShapeType="1"/>
              </p:cNvSpPr>
              <p:nvPr/>
            </p:nvSpPr>
            <p:spPr bwMode="auto">
              <a:xfrm flipV="1">
                <a:off x="3787" y="2568"/>
                <a:ext cx="240" cy="3"/>
              </a:xfrm>
              <a:prstGeom prst="line">
                <a:avLst/>
              </a:prstGeom>
              <a:noFill/>
              <a:ln w="57150">
                <a:solidFill>
                  <a:srgbClr val="FF99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6601" name="Line 78"/>
              <p:cNvSpPr>
                <a:spLocks noChangeShapeType="1"/>
              </p:cNvSpPr>
              <p:nvPr/>
            </p:nvSpPr>
            <p:spPr bwMode="auto">
              <a:xfrm>
                <a:off x="3787" y="2478"/>
                <a:ext cx="240" cy="1"/>
              </a:xfrm>
              <a:prstGeom prst="line">
                <a:avLst/>
              </a:prstGeom>
              <a:noFill/>
              <a:ln w="57150">
                <a:solidFill>
                  <a:srgbClr val="FF99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grpSp>
        <p:nvGrpSpPr>
          <p:cNvPr id="66602" name="Group 83"/>
          <p:cNvGrpSpPr>
            <a:grpSpLocks/>
          </p:cNvGrpSpPr>
          <p:nvPr/>
        </p:nvGrpSpPr>
        <p:grpSpPr bwMode="auto">
          <a:xfrm>
            <a:off x="6588125" y="6445250"/>
            <a:ext cx="792163" cy="366713"/>
            <a:chOff x="4649" y="4020"/>
            <a:chExt cx="499" cy="231"/>
          </a:xfrm>
        </p:grpSpPr>
        <p:pic>
          <p:nvPicPr>
            <p:cNvPr id="66603" name="Picture 84" descr="78900"/>
            <p:cNvPicPr>
              <a:picLocks noChangeAspect="1" noChangeArrowheads="1"/>
            </p:cNvPicPr>
            <p:nvPr/>
          </p:nvPicPr>
          <p:blipFill>
            <a:blip r:embed="rId7"/>
            <a:srcRect/>
            <a:stretch>
              <a:fillRect/>
            </a:stretch>
          </p:blipFill>
          <p:spPr bwMode="auto"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66604" name="Text Box 85">
              <a:hlinkClick r:id="rId9" action="ppaction://hlinksldjump"/>
            </p:cNvPr>
            <p:cNvSpPr txBox="1">
              <a:spLocks noChangeArrowheads="1"/>
            </p:cNvSpPr>
            <p:nvPr/>
          </p:nvSpPr>
          <p:spPr bwMode="auto"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0">
                  <a:solidFill>
                    <a:schemeClr val="bg1"/>
                  </a:solidFill>
                  <a:latin typeface="隶书" pitchFamily="49" charset="-122"/>
                  <a:ea typeface="隶书" pitchFamily="49" charset="-122"/>
                </a:rPr>
                <a:t>返 回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34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634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34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34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635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1000"/>
                                        <p:tgtEl>
                                          <p:spTgt spid="635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1000"/>
                                        <p:tgtEl>
                                          <p:spTgt spid="635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000"/>
                            </p:stCondLst>
                            <p:childTnLst>
                              <p:par>
                                <p:cTn id="3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000"/>
                                        <p:tgtEl>
                                          <p:spTgt spid="634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635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635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00"/>
                            </p:stCondLst>
                            <p:childTnLst>
                              <p:par>
                                <p:cTn id="49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1" dur="500"/>
                                        <p:tgtEl>
                                          <p:spTgt spid="635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492" grpId="0"/>
      <p:bldP spid="63493" grpId="0"/>
      <p:bldP spid="63495" grpId="0"/>
      <p:bldP spid="63526" grpId="0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97" name="Text Box 33"/>
          <p:cNvSpPr txBox="1">
            <a:spLocks noChangeArrowheads="1"/>
          </p:cNvSpPr>
          <p:nvPr/>
        </p:nvSpPr>
        <p:spPr bwMode="auto">
          <a:xfrm>
            <a:off x="395288" y="476250"/>
            <a:ext cx="649287" cy="579438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sz="320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例</a:t>
            </a:r>
          </a:p>
        </p:txBody>
      </p:sp>
      <p:sp>
        <p:nvSpPr>
          <p:cNvPr id="62498" name="Text Box 34"/>
          <p:cNvSpPr txBox="1">
            <a:spLocks noChangeArrowheads="1"/>
          </p:cNvSpPr>
          <p:nvPr/>
        </p:nvSpPr>
        <p:spPr bwMode="auto">
          <a:xfrm>
            <a:off x="1258888" y="404813"/>
            <a:ext cx="7489825" cy="1117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>
              <a:lnSpc>
                <a:spcPct val="120000"/>
              </a:lnSpc>
              <a:spcBef>
                <a:spcPct val="50000"/>
              </a:spcBef>
            </a:pPr>
            <a:r>
              <a:rPr lang="en-US" altLang="zh-CN" b="0" i="1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t</a:t>
            </a:r>
            <a:r>
              <a:rPr lang="en-US" altLang="zh-CN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=0</a:t>
            </a:r>
            <a:r>
              <a:rPr lang="zh-CN" altLang="zh-CN">
                <a:latin typeface="楷体_GB2312" pitchFamily="49" charset="-122"/>
              </a:rPr>
              <a:t>时</a:t>
            </a:r>
            <a:r>
              <a:rPr lang="en-US" altLang="zh-CN">
                <a:latin typeface="楷体_GB2312" pitchFamily="49" charset="-122"/>
              </a:rPr>
              <a:t>,</a:t>
            </a:r>
            <a:r>
              <a:rPr lang="zh-CN" altLang="en-US">
                <a:latin typeface="楷体_GB2312" pitchFamily="49" charset="-122"/>
              </a:rPr>
              <a:t>开关</a:t>
            </a:r>
            <a:r>
              <a:rPr lang="en-US" altLang="zh-CN" b="0">
                <a:latin typeface="Times New Roman" pitchFamily="18" charset="0"/>
              </a:rPr>
              <a:t>S</a:t>
            </a:r>
            <a:r>
              <a:rPr lang="zh-CN" altLang="en-US">
                <a:latin typeface="楷体_GB2312" pitchFamily="49" charset="-122"/>
              </a:rPr>
              <a:t>闭合，已知</a:t>
            </a:r>
            <a:r>
              <a:rPr lang="zh-CN" altLang="en-US">
                <a:latin typeface="Times New Roman" pitchFamily="18" charset="0"/>
                <a:ea typeface="宋体" pitchFamily="2" charset="-122"/>
              </a:rPr>
              <a:t> </a:t>
            </a:r>
            <a:r>
              <a:rPr lang="en-US" altLang="zh-CN" b="0" i="1">
                <a:solidFill>
                  <a:schemeClr val="bg1"/>
                </a:solidFill>
                <a:latin typeface="Times New Roman" pitchFamily="18" charset="0"/>
                <a:ea typeface="仿宋_GB2312" pitchFamily="49" charset="-122"/>
              </a:rPr>
              <a:t>u</a:t>
            </a:r>
            <a:r>
              <a:rPr lang="en-US" altLang="zh-CN" b="0" i="1" baseline="-25000">
                <a:solidFill>
                  <a:schemeClr val="bg1"/>
                </a:solidFill>
                <a:latin typeface="Times New Roman" pitchFamily="18" charset="0"/>
                <a:ea typeface="仿宋_GB2312" pitchFamily="49" charset="-122"/>
              </a:rPr>
              <a:t>C</a:t>
            </a:r>
            <a:r>
              <a:rPr lang="en-US" altLang="zh-CN" b="0">
                <a:solidFill>
                  <a:schemeClr val="bg1"/>
                </a:solidFill>
                <a:latin typeface="Times New Roman" pitchFamily="18" charset="0"/>
                <a:ea typeface="仿宋_GB2312" pitchFamily="49" charset="-122"/>
              </a:rPr>
              <a:t>(0</a:t>
            </a:r>
            <a:r>
              <a:rPr lang="zh-CN" altLang="en-US" b="0" baseline="-25000">
                <a:solidFill>
                  <a:schemeClr val="bg1"/>
                </a:solidFill>
                <a:latin typeface="Times New Roman" pitchFamily="18" charset="0"/>
                <a:ea typeface="仿宋_GB2312" pitchFamily="49" charset="-122"/>
              </a:rPr>
              <a:t>－</a:t>
            </a:r>
            <a:r>
              <a:rPr lang="en-US" altLang="zh-CN" b="0">
                <a:solidFill>
                  <a:schemeClr val="bg1"/>
                </a:solidFill>
                <a:latin typeface="Times New Roman" pitchFamily="18" charset="0"/>
                <a:ea typeface="仿宋_GB2312" pitchFamily="49" charset="-122"/>
              </a:rPr>
              <a:t>)=0</a:t>
            </a:r>
            <a:r>
              <a:rPr lang="zh-CN" altLang="en-US">
                <a:latin typeface="Times New Roman" pitchFamily="18" charset="0"/>
                <a:ea typeface="仿宋_GB2312" pitchFamily="49" charset="-122"/>
              </a:rPr>
              <a:t>，</a:t>
            </a:r>
            <a:r>
              <a:rPr lang="zh-CN" altLang="zh-CN">
                <a:latin typeface="楷体_GB2312" pitchFamily="49" charset="-122"/>
              </a:rPr>
              <a:t>求</a:t>
            </a:r>
            <a:r>
              <a:rPr lang="en-US" altLang="zh-CN" b="0">
                <a:latin typeface="楷体_GB2312" pitchFamily="49" charset="-122"/>
              </a:rPr>
              <a:t>(</a:t>
            </a:r>
            <a:r>
              <a:rPr lang="en-US" altLang="zh-CN" b="0">
                <a:latin typeface="仿宋_GB2312" pitchFamily="49" charset="-122"/>
                <a:ea typeface="仿宋_GB2312" pitchFamily="49" charset="-122"/>
              </a:rPr>
              <a:t>1)</a:t>
            </a:r>
            <a:r>
              <a:rPr lang="zh-CN" altLang="en-US">
                <a:latin typeface="楷体_GB2312" pitchFamily="49" charset="-122"/>
              </a:rPr>
              <a:t>电容电压和电流</a:t>
            </a:r>
            <a:r>
              <a:rPr lang="en-US" altLang="zh-CN">
                <a:latin typeface="仿宋_GB2312" pitchFamily="49" charset="-122"/>
                <a:ea typeface="仿宋_GB2312" pitchFamily="49" charset="-122"/>
              </a:rPr>
              <a:t>,</a:t>
            </a:r>
            <a:r>
              <a:rPr lang="en-US" altLang="zh-CN" b="0">
                <a:latin typeface="仿宋_GB2312" pitchFamily="49" charset="-122"/>
                <a:ea typeface="仿宋_GB2312" pitchFamily="49" charset="-122"/>
              </a:rPr>
              <a:t>(</a:t>
            </a:r>
            <a:r>
              <a:rPr lang="en-US" altLang="zh-CN" b="0">
                <a:latin typeface="Times New Roman" pitchFamily="18" charset="0"/>
                <a:ea typeface="仿宋_GB2312" pitchFamily="49" charset="-122"/>
              </a:rPr>
              <a:t>2) </a:t>
            </a:r>
            <a:r>
              <a:rPr lang="en-US" altLang="zh-CN" b="0" i="1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u</a:t>
            </a:r>
            <a:r>
              <a:rPr lang="en-US" altLang="zh-CN" b="0" baseline="-2500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C</a:t>
            </a:r>
            <a:r>
              <a:rPr lang="zh-CN" altLang="en-US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＝</a:t>
            </a:r>
            <a:r>
              <a:rPr lang="en-US" altLang="zh-CN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80V</a:t>
            </a:r>
            <a:r>
              <a:rPr lang="zh-CN" altLang="en-US">
                <a:latin typeface="Times New Roman" pitchFamily="18" charset="0"/>
              </a:rPr>
              <a:t>时的充电时间</a:t>
            </a:r>
            <a:r>
              <a:rPr lang="en-US" altLang="zh-CN" b="0" i="1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t</a:t>
            </a:r>
            <a:r>
              <a:rPr lang="en-US" altLang="zh-CN">
                <a:latin typeface="Times New Roman" pitchFamily="18" charset="0"/>
                <a:ea typeface="宋体" pitchFamily="2" charset="-122"/>
              </a:rPr>
              <a:t> </a:t>
            </a:r>
            <a:r>
              <a:rPr lang="zh-CN" altLang="en-US">
                <a:latin typeface="Times New Roman" pitchFamily="18" charset="0"/>
                <a:ea typeface="宋体" pitchFamily="2" charset="-122"/>
              </a:rPr>
              <a:t>。</a:t>
            </a:r>
          </a:p>
        </p:txBody>
      </p:sp>
      <p:sp>
        <p:nvSpPr>
          <p:cNvPr id="62499" name="Text Box 35"/>
          <p:cNvSpPr txBox="1">
            <a:spLocks noChangeArrowheads="1"/>
          </p:cNvSpPr>
          <p:nvPr/>
        </p:nvSpPr>
        <p:spPr bwMode="auto">
          <a:xfrm>
            <a:off x="395288" y="1484313"/>
            <a:ext cx="576262" cy="519112"/>
          </a:xfrm>
          <a:prstGeom prst="rect">
            <a:avLst/>
          </a:prstGeom>
          <a:solidFill>
            <a:srgbClr val="990033"/>
          </a:solidFill>
          <a:ln w="9525">
            <a:noFill/>
            <a:miter lim="800000"/>
            <a:headEnd/>
            <a:tailEnd/>
          </a:ln>
        </p:spPr>
        <p:txBody>
          <a:bodyPr lIns="90000" tIns="46800" rIns="90000" bIns="46800" anchor="ctr">
            <a:spAutoFit/>
          </a:bodyPr>
          <a:lstStyle/>
          <a:p>
            <a:pPr algn="ctr"/>
            <a:r>
              <a:rPr lang="zh-CN" altLang="en-US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解</a:t>
            </a:r>
            <a:endParaRPr lang="zh-CN" altLang="en-US" i="1">
              <a:solidFill>
                <a:schemeClr val="bg1"/>
              </a:solidFill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62529" name="Text Box 65"/>
          <p:cNvSpPr txBox="1">
            <a:spLocks noChangeArrowheads="1"/>
          </p:cNvSpPr>
          <p:nvPr/>
        </p:nvSpPr>
        <p:spPr bwMode="auto">
          <a:xfrm>
            <a:off x="1042988" y="1412875"/>
            <a:ext cx="3887787" cy="1117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20000"/>
              </a:lnSpc>
              <a:spcBef>
                <a:spcPct val="50000"/>
              </a:spcBef>
            </a:pPr>
            <a:r>
              <a:rPr lang="en-US" altLang="zh-CN">
                <a:latin typeface="楷体_GB2312" pitchFamily="49" charset="-122"/>
              </a:rPr>
              <a:t>(1)</a:t>
            </a:r>
            <a:r>
              <a:rPr lang="zh-CN" altLang="en-US">
                <a:latin typeface="楷体_GB2312" pitchFamily="49" charset="-122"/>
              </a:rPr>
              <a:t>这是一个</a:t>
            </a:r>
            <a:r>
              <a:rPr lang="en-US" altLang="zh-CN" b="0" i="1">
                <a:solidFill>
                  <a:schemeClr val="bg1"/>
                </a:solidFill>
                <a:latin typeface="Times New Roman" pitchFamily="18" charset="0"/>
              </a:rPr>
              <a:t>RC</a:t>
            </a:r>
            <a:r>
              <a:rPr lang="zh-CN" altLang="en-US">
                <a:latin typeface="楷体_GB2312" pitchFamily="49" charset="-122"/>
              </a:rPr>
              <a:t>电路零状态响应问题，有：</a:t>
            </a:r>
          </a:p>
        </p:txBody>
      </p:sp>
      <p:graphicFrame>
        <p:nvGraphicFramePr>
          <p:cNvPr id="62530" name="Object 66"/>
          <p:cNvGraphicFramePr>
            <a:graphicFrameLocks noChangeAspect="1"/>
          </p:cNvGraphicFramePr>
          <p:nvPr/>
        </p:nvGraphicFramePr>
        <p:xfrm>
          <a:off x="596900" y="3284538"/>
          <a:ext cx="6854825" cy="857250"/>
        </p:xfrm>
        <a:graphic>
          <a:graphicData uri="http://schemas.openxmlformats.org/presentationml/2006/ole">
            <p:oleObj spid="_x0000_s67589" r:id="rId3" imgW="2572560" imgH="311400" progId="Equation.3">
              <p:embed/>
            </p:oleObj>
          </a:graphicData>
        </a:graphic>
      </p:graphicFrame>
      <p:graphicFrame>
        <p:nvGraphicFramePr>
          <p:cNvPr id="62532" name="Object 68"/>
          <p:cNvGraphicFramePr>
            <a:graphicFrameLocks noChangeAspect="1"/>
          </p:cNvGraphicFramePr>
          <p:nvPr/>
        </p:nvGraphicFramePr>
        <p:xfrm>
          <a:off x="579438" y="2636838"/>
          <a:ext cx="4527550" cy="522287"/>
        </p:xfrm>
        <a:graphic>
          <a:graphicData uri="http://schemas.openxmlformats.org/presentationml/2006/ole">
            <p:oleObj spid="_x0000_s67590" r:id="rId4" imgW="1946880" imgH="184680" progId="Equation.3">
              <p:embed/>
            </p:oleObj>
          </a:graphicData>
        </a:graphic>
      </p:graphicFrame>
      <p:graphicFrame>
        <p:nvGraphicFramePr>
          <p:cNvPr id="62533" name="Object 69"/>
          <p:cNvGraphicFramePr>
            <a:graphicFrameLocks noChangeAspect="1"/>
          </p:cNvGraphicFramePr>
          <p:nvPr/>
        </p:nvGraphicFramePr>
        <p:xfrm>
          <a:off x="625475" y="4149725"/>
          <a:ext cx="4997450" cy="1025525"/>
        </p:xfrm>
        <a:graphic>
          <a:graphicData uri="http://schemas.openxmlformats.org/presentationml/2006/ole">
            <p:oleObj spid="_x0000_s67591" r:id="rId5" imgW="2039400" imgH="403560" progId="Equation.3">
              <p:embed/>
            </p:oleObj>
          </a:graphicData>
        </a:graphic>
      </p:graphicFrame>
      <p:sp>
        <p:nvSpPr>
          <p:cNvPr id="62534" name="Text Box 70"/>
          <p:cNvSpPr txBox="1">
            <a:spLocks noChangeArrowheads="1"/>
          </p:cNvSpPr>
          <p:nvPr/>
        </p:nvSpPr>
        <p:spPr bwMode="auto">
          <a:xfrm>
            <a:off x="539750" y="5157788"/>
            <a:ext cx="6989763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>
                <a:latin typeface="楷体_GB2312" pitchFamily="49" charset="-122"/>
              </a:rPr>
              <a:t>(2)</a:t>
            </a:r>
            <a:r>
              <a:rPr lang="zh-CN" altLang="en-US">
                <a:latin typeface="楷体_GB2312" pitchFamily="49" charset="-122"/>
              </a:rPr>
              <a:t>设经过</a:t>
            </a:r>
            <a:r>
              <a:rPr lang="en-US" altLang="zh-CN" b="0" i="1">
                <a:latin typeface="Times New Roman" pitchFamily="18" charset="0"/>
                <a:ea typeface="仿宋_GB2312" pitchFamily="49" charset="-122"/>
              </a:rPr>
              <a:t>t</a:t>
            </a:r>
            <a:r>
              <a:rPr lang="en-US" altLang="zh-CN" b="0" baseline="-25000">
                <a:latin typeface="Times New Roman" pitchFamily="18" charset="0"/>
                <a:ea typeface="仿宋_GB2312" pitchFamily="49" charset="-122"/>
              </a:rPr>
              <a:t>1</a:t>
            </a:r>
            <a:r>
              <a:rPr lang="zh-CN" altLang="en-US">
                <a:latin typeface="楷体_GB2312" pitchFamily="49" charset="-122"/>
              </a:rPr>
              <a:t>秒</a:t>
            </a:r>
            <a:r>
              <a:rPr lang="zh-CN" altLang="en-US">
                <a:latin typeface="仿宋_GB2312" pitchFamily="49" charset="-122"/>
                <a:ea typeface="仿宋_GB2312" pitchFamily="49" charset="-122"/>
              </a:rPr>
              <a:t>，</a:t>
            </a:r>
            <a:r>
              <a:rPr lang="en-US" altLang="zh-CN" b="0" i="1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u</a:t>
            </a:r>
            <a:r>
              <a:rPr lang="en-US" altLang="zh-CN" b="0" baseline="-2500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C</a:t>
            </a:r>
            <a:r>
              <a:rPr lang="zh-CN" altLang="en-US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＝</a:t>
            </a:r>
            <a:r>
              <a:rPr lang="en-US" altLang="zh-CN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80V</a:t>
            </a:r>
          </a:p>
        </p:txBody>
      </p:sp>
      <p:graphicFrame>
        <p:nvGraphicFramePr>
          <p:cNvPr id="62535" name="Object 71"/>
          <p:cNvGraphicFramePr>
            <a:graphicFrameLocks noChangeAspect="1"/>
          </p:cNvGraphicFramePr>
          <p:nvPr/>
        </p:nvGraphicFramePr>
        <p:xfrm>
          <a:off x="841375" y="5805488"/>
          <a:ext cx="5802313" cy="622300"/>
        </p:xfrm>
        <a:graphic>
          <a:graphicData uri="http://schemas.openxmlformats.org/presentationml/2006/ole">
            <p:oleObj spid="_x0000_s67593" r:id="rId6" imgW="2143800" imgH="219240" progId="Equation.3">
              <p:embed/>
            </p:oleObj>
          </a:graphicData>
        </a:graphic>
      </p:graphicFrame>
      <p:grpSp>
        <p:nvGrpSpPr>
          <p:cNvPr id="67594" name="Group 75"/>
          <p:cNvGrpSpPr>
            <a:grpSpLocks/>
          </p:cNvGrpSpPr>
          <p:nvPr/>
        </p:nvGrpSpPr>
        <p:grpSpPr bwMode="auto"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67595" name="Picture 76" descr="78900"/>
            <p:cNvPicPr>
              <a:picLocks noChangeAspect="1" noChangeArrowheads="1"/>
            </p:cNvPicPr>
            <p:nvPr/>
          </p:nvPicPr>
          <p:blipFill>
            <a:blip r:embed="rId7"/>
            <a:srcRect/>
            <a:stretch>
              <a:fillRect/>
            </a:stretch>
          </p:blipFill>
          <p:spPr bwMode="auto"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67596" name="Text Box 77">
              <a:hlinkClick r:id="" action="ppaction://hlinkshowjump?jump=nextslide"/>
            </p:cNvPr>
            <p:cNvSpPr txBox="1">
              <a:spLocks noChangeArrowheads="1"/>
            </p:cNvSpPr>
            <p:nvPr/>
          </p:nvSpPr>
          <p:spPr bwMode="auto"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0">
                  <a:solidFill>
                    <a:schemeClr val="bg1"/>
                  </a:solidFill>
                  <a:latin typeface="隶书" pitchFamily="49" charset="-122"/>
                  <a:ea typeface="隶书" pitchFamily="49" charset="-122"/>
                </a:rPr>
                <a:t>下 页</a:t>
              </a:r>
            </a:p>
          </p:txBody>
        </p:sp>
      </p:grpSp>
      <p:grpSp>
        <p:nvGrpSpPr>
          <p:cNvPr id="67597" name="Group 78"/>
          <p:cNvGrpSpPr>
            <a:grpSpLocks/>
          </p:cNvGrpSpPr>
          <p:nvPr/>
        </p:nvGrpSpPr>
        <p:grpSpPr bwMode="auto">
          <a:xfrm>
            <a:off x="7453313" y="6446838"/>
            <a:ext cx="792162" cy="366712"/>
            <a:chOff x="4649" y="4020"/>
            <a:chExt cx="499" cy="231"/>
          </a:xfrm>
        </p:grpSpPr>
        <p:pic>
          <p:nvPicPr>
            <p:cNvPr id="67598" name="Picture 79" descr="78900"/>
            <p:cNvPicPr>
              <a:picLocks noChangeAspect="1" noChangeArrowheads="1"/>
            </p:cNvPicPr>
            <p:nvPr/>
          </p:nvPicPr>
          <p:blipFill>
            <a:blip r:embed="rId7"/>
            <a:srcRect/>
            <a:stretch>
              <a:fillRect/>
            </a:stretch>
          </p:blipFill>
          <p:spPr bwMode="auto"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67599" name="Text Box 80">
              <a:hlinkClick r:id="" action="ppaction://hlinkshowjump?jump=previousslide"/>
            </p:cNvPr>
            <p:cNvSpPr txBox="1">
              <a:spLocks noChangeArrowheads="1"/>
            </p:cNvSpPr>
            <p:nvPr/>
          </p:nvSpPr>
          <p:spPr bwMode="auto"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0">
                  <a:solidFill>
                    <a:schemeClr val="bg1"/>
                  </a:solidFill>
                  <a:latin typeface="隶书" pitchFamily="49" charset="-122"/>
                  <a:ea typeface="隶书" pitchFamily="49" charset="-122"/>
                </a:rPr>
                <a:t>上 页</a:t>
              </a:r>
            </a:p>
          </p:txBody>
        </p:sp>
      </p:grpSp>
      <p:grpSp>
        <p:nvGrpSpPr>
          <p:cNvPr id="62573" name="Group 109"/>
          <p:cNvGrpSpPr>
            <a:grpSpLocks/>
          </p:cNvGrpSpPr>
          <p:nvPr/>
        </p:nvGrpSpPr>
        <p:grpSpPr bwMode="auto">
          <a:xfrm>
            <a:off x="5364163" y="1412875"/>
            <a:ext cx="3544887" cy="1958975"/>
            <a:chOff x="3368" y="845"/>
            <a:chExt cx="2233" cy="1234"/>
          </a:xfrm>
        </p:grpSpPr>
        <p:sp>
          <p:nvSpPr>
            <p:cNvPr id="67601" name="Oval 85"/>
            <p:cNvSpPr>
              <a:spLocks noChangeArrowheads="1"/>
            </p:cNvSpPr>
            <p:nvPr/>
          </p:nvSpPr>
          <p:spPr bwMode="auto">
            <a:xfrm>
              <a:off x="3368" y="1363"/>
              <a:ext cx="363" cy="363"/>
            </a:xfrm>
            <a:prstGeom prst="ellipse">
              <a:avLst/>
            </a:prstGeom>
            <a:gradFill rotWithShape="1">
              <a:gsLst>
                <a:gs pos="0">
                  <a:srgbClr val="0099FF"/>
                </a:gs>
                <a:gs pos="100000">
                  <a:srgbClr val="004776"/>
                </a:gs>
              </a:gsLst>
              <a:path path="shape">
                <a:fillToRect l="50000" t="50000" r="50000" b="50000"/>
              </a:path>
            </a:gradFill>
            <a:ln w="38100">
              <a:solidFill>
                <a:srgbClr val="FF99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7602" name="Line 86"/>
            <p:cNvSpPr>
              <a:spLocks noChangeShapeType="1"/>
            </p:cNvSpPr>
            <p:nvPr/>
          </p:nvSpPr>
          <p:spPr bwMode="auto">
            <a:xfrm>
              <a:off x="5057" y="1181"/>
              <a:ext cx="0" cy="397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7603" name="Line 87"/>
            <p:cNvSpPr>
              <a:spLocks noChangeShapeType="1"/>
            </p:cNvSpPr>
            <p:nvPr/>
          </p:nvSpPr>
          <p:spPr bwMode="auto">
            <a:xfrm>
              <a:off x="5057" y="1680"/>
              <a:ext cx="0" cy="363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7604" name="Line 88"/>
            <p:cNvSpPr>
              <a:spLocks noChangeShapeType="1"/>
            </p:cNvSpPr>
            <p:nvPr/>
          </p:nvSpPr>
          <p:spPr bwMode="auto">
            <a:xfrm flipV="1">
              <a:off x="3550" y="1181"/>
              <a:ext cx="0" cy="854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67605" name="Group 89"/>
            <p:cNvGrpSpPr>
              <a:grpSpLocks/>
            </p:cNvGrpSpPr>
            <p:nvPr/>
          </p:nvGrpSpPr>
          <p:grpSpPr bwMode="auto">
            <a:xfrm>
              <a:off x="4921" y="1589"/>
              <a:ext cx="272" cy="91"/>
              <a:chOff x="1296" y="2112"/>
              <a:chExt cx="192" cy="48"/>
            </a:xfrm>
          </p:grpSpPr>
          <p:sp>
            <p:nvSpPr>
              <p:cNvPr id="67606" name="Line 90"/>
              <p:cNvSpPr>
                <a:spLocks noChangeShapeType="1"/>
              </p:cNvSpPr>
              <p:nvPr/>
            </p:nvSpPr>
            <p:spPr bwMode="auto">
              <a:xfrm>
                <a:off x="1296" y="2112"/>
                <a:ext cx="192" cy="0"/>
              </a:xfrm>
              <a:prstGeom prst="line">
                <a:avLst/>
              </a:prstGeom>
              <a:noFill/>
              <a:ln w="57150">
                <a:solidFill>
                  <a:srgbClr val="FF99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7607" name="Line 91"/>
              <p:cNvSpPr>
                <a:spLocks noChangeShapeType="1"/>
              </p:cNvSpPr>
              <p:nvPr/>
            </p:nvSpPr>
            <p:spPr bwMode="auto">
              <a:xfrm>
                <a:off x="1296" y="2160"/>
                <a:ext cx="192" cy="0"/>
              </a:xfrm>
              <a:prstGeom prst="line">
                <a:avLst/>
              </a:prstGeom>
              <a:noFill/>
              <a:ln w="57150">
                <a:solidFill>
                  <a:srgbClr val="FF99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67608" name="Line 92"/>
            <p:cNvSpPr>
              <a:spLocks noChangeShapeType="1"/>
            </p:cNvSpPr>
            <p:nvPr/>
          </p:nvSpPr>
          <p:spPr bwMode="auto">
            <a:xfrm>
              <a:off x="3560" y="2043"/>
              <a:ext cx="1502" cy="0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7609" name="Text Box 93"/>
            <p:cNvSpPr txBox="1">
              <a:spLocks noChangeArrowheads="1"/>
            </p:cNvSpPr>
            <p:nvPr/>
          </p:nvSpPr>
          <p:spPr bwMode="auto">
            <a:xfrm>
              <a:off x="4296" y="845"/>
              <a:ext cx="624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500</a:t>
              </a:r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  <a:sym typeface="Symbol" pitchFamily="18" charset="2"/>
                </a:rPr>
                <a:t></a:t>
              </a:r>
            </a:p>
          </p:txBody>
        </p:sp>
        <p:sp>
          <p:nvSpPr>
            <p:cNvPr id="67610" name="Text Box 94"/>
            <p:cNvSpPr txBox="1">
              <a:spLocks noChangeArrowheads="1"/>
            </p:cNvSpPr>
            <p:nvPr/>
          </p:nvSpPr>
          <p:spPr bwMode="auto">
            <a:xfrm>
              <a:off x="4332" y="1453"/>
              <a:ext cx="594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10</a:t>
              </a:r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  <a:sym typeface="Symbol" pitchFamily="18" charset="2"/>
                </a:rPr>
                <a:t></a:t>
              </a:r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F</a:t>
              </a:r>
            </a:p>
          </p:txBody>
        </p:sp>
        <p:sp>
          <p:nvSpPr>
            <p:cNvPr id="67611" name="Text Box 95"/>
            <p:cNvSpPr txBox="1">
              <a:spLocks noChangeArrowheads="1"/>
            </p:cNvSpPr>
            <p:nvPr/>
          </p:nvSpPr>
          <p:spPr bwMode="auto">
            <a:xfrm>
              <a:off x="5103" y="1227"/>
              <a:ext cx="225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sz="240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+</a:t>
              </a:r>
              <a:endParaRPr lang="en-US" altLang="zh-CN" sz="2400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67612" name="Text Box 96"/>
            <p:cNvSpPr txBox="1">
              <a:spLocks noChangeArrowheads="1"/>
            </p:cNvSpPr>
            <p:nvPr/>
          </p:nvSpPr>
          <p:spPr bwMode="auto">
            <a:xfrm>
              <a:off x="5079" y="1752"/>
              <a:ext cx="228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b="0">
                  <a:solidFill>
                    <a:schemeClr val="bg1"/>
                  </a:solidFill>
                  <a:latin typeface="宋体" pitchFamily="2" charset="-122"/>
                  <a:ea typeface="宋体" pitchFamily="2" charset="-122"/>
                </a:rPr>
                <a:t>-</a:t>
              </a:r>
            </a:p>
          </p:txBody>
        </p:sp>
        <p:sp>
          <p:nvSpPr>
            <p:cNvPr id="67613" name="Text Box 97"/>
            <p:cNvSpPr txBox="1">
              <a:spLocks noChangeArrowheads="1"/>
            </p:cNvSpPr>
            <p:nvPr/>
          </p:nvSpPr>
          <p:spPr bwMode="auto">
            <a:xfrm>
              <a:off x="3696" y="1434"/>
              <a:ext cx="614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100V</a:t>
              </a:r>
            </a:p>
          </p:txBody>
        </p:sp>
        <p:sp>
          <p:nvSpPr>
            <p:cNvPr id="67614" name="Line 98"/>
            <p:cNvSpPr>
              <a:spLocks noChangeShapeType="1"/>
            </p:cNvSpPr>
            <p:nvPr/>
          </p:nvSpPr>
          <p:spPr bwMode="auto">
            <a:xfrm>
              <a:off x="3560" y="1181"/>
              <a:ext cx="317" cy="0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 type="oval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7615" name="Line 99"/>
            <p:cNvSpPr>
              <a:spLocks noChangeShapeType="1"/>
            </p:cNvSpPr>
            <p:nvPr/>
          </p:nvSpPr>
          <p:spPr bwMode="auto">
            <a:xfrm>
              <a:off x="4150" y="1181"/>
              <a:ext cx="908" cy="0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 type="oval" w="med" len="med"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7616" name="Line 100"/>
            <p:cNvSpPr>
              <a:spLocks noChangeShapeType="1"/>
            </p:cNvSpPr>
            <p:nvPr/>
          </p:nvSpPr>
          <p:spPr bwMode="auto">
            <a:xfrm flipV="1">
              <a:off x="3878" y="1045"/>
              <a:ext cx="317" cy="136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7617" name="Line 101"/>
            <p:cNvSpPr>
              <a:spLocks noChangeShapeType="1"/>
            </p:cNvSpPr>
            <p:nvPr/>
          </p:nvSpPr>
          <p:spPr bwMode="auto">
            <a:xfrm>
              <a:off x="3833" y="909"/>
              <a:ext cx="182" cy="227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7618" name="Text Box 102"/>
            <p:cNvSpPr txBox="1">
              <a:spLocks noChangeArrowheads="1"/>
            </p:cNvSpPr>
            <p:nvPr/>
          </p:nvSpPr>
          <p:spPr bwMode="auto">
            <a:xfrm>
              <a:off x="3619" y="864"/>
              <a:ext cx="241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S</a:t>
              </a:r>
            </a:p>
          </p:txBody>
        </p:sp>
        <p:sp>
          <p:nvSpPr>
            <p:cNvPr id="67619" name="Text Box 103"/>
            <p:cNvSpPr txBox="1">
              <a:spLocks noChangeArrowheads="1"/>
            </p:cNvSpPr>
            <p:nvPr/>
          </p:nvSpPr>
          <p:spPr bwMode="auto">
            <a:xfrm>
              <a:off x="3651" y="1162"/>
              <a:ext cx="225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sz="240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+</a:t>
              </a:r>
              <a:endParaRPr lang="en-US" altLang="zh-CN" sz="2400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67620" name="Text Box 104"/>
            <p:cNvSpPr txBox="1">
              <a:spLocks noChangeArrowheads="1"/>
            </p:cNvSpPr>
            <p:nvPr/>
          </p:nvSpPr>
          <p:spPr bwMode="auto">
            <a:xfrm>
              <a:off x="3560" y="1706"/>
              <a:ext cx="310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zh-CN" altLang="en-US" sz="240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－</a:t>
              </a:r>
              <a:endParaRPr lang="zh-CN" altLang="en-US" sz="2400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67621" name="Text Box 105"/>
            <p:cNvSpPr txBox="1">
              <a:spLocks noChangeArrowheads="1"/>
            </p:cNvSpPr>
            <p:nvPr/>
          </p:nvSpPr>
          <p:spPr bwMode="auto">
            <a:xfrm>
              <a:off x="5193" y="1453"/>
              <a:ext cx="408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ea typeface="仿宋_GB2312" pitchFamily="49" charset="-122"/>
                </a:rPr>
                <a:t>u</a:t>
              </a:r>
              <a:r>
                <a:rPr lang="en-US" altLang="zh-CN" b="0" baseline="-25000">
                  <a:solidFill>
                    <a:schemeClr val="bg1"/>
                  </a:solidFill>
                  <a:latin typeface="Times New Roman" pitchFamily="18" charset="0"/>
                  <a:ea typeface="仿宋_GB2312" pitchFamily="49" charset="-122"/>
                </a:rPr>
                <a:t>C</a:t>
              </a:r>
            </a:p>
          </p:txBody>
        </p:sp>
        <p:sp>
          <p:nvSpPr>
            <p:cNvPr id="67622" name="Line 106"/>
            <p:cNvSpPr>
              <a:spLocks noChangeShapeType="1"/>
            </p:cNvSpPr>
            <p:nvPr/>
          </p:nvSpPr>
          <p:spPr bwMode="auto">
            <a:xfrm>
              <a:off x="4195" y="1272"/>
              <a:ext cx="227" cy="0"/>
            </a:xfrm>
            <a:prstGeom prst="line">
              <a:avLst/>
            </a:prstGeom>
            <a:noFill/>
            <a:ln w="28575">
              <a:solidFill>
                <a:srgbClr val="00FFFF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7623" name="Text Box 107"/>
            <p:cNvSpPr txBox="1">
              <a:spLocks noChangeArrowheads="1"/>
            </p:cNvSpPr>
            <p:nvPr/>
          </p:nvSpPr>
          <p:spPr bwMode="auto">
            <a:xfrm>
              <a:off x="3969" y="1136"/>
              <a:ext cx="178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i</a:t>
              </a:r>
            </a:p>
          </p:txBody>
        </p:sp>
        <p:sp>
          <p:nvSpPr>
            <p:cNvPr id="67624" name="Rectangle 108"/>
            <p:cNvSpPr>
              <a:spLocks noChangeArrowheads="1"/>
            </p:cNvSpPr>
            <p:nvPr/>
          </p:nvSpPr>
          <p:spPr bwMode="auto">
            <a:xfrm>
              <a:off x="4468" y="1136"/>
              <a:ext cx="297" cy="137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</a:gradFill>
            <a:ln w="2857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67625" name="Group 113"/>
          <p:cNvGrpSpPr>
            <a:grpSpLocks/>
          </p:cNvGrpSpPr>
          <p:nvPr/>
        </p:nvGrpSpPr>
        <p:grpSpPr bwMode="auto">
          <a:xfrm>
            <a:off x="6588125" y="6445250"/>
            <a:ext cx="792163" cy="366713"/>
            <a:chOff x="4649" y="4020"/>
            <a:chExt cx="499" cy="231"/>
          </a:xfrm>
        </p:grpSpPr>
        <p:pic>
          <p:nvPicPr>
            <p:cNvPr id="67626" name="Picture 114" descr="78900"/>
            <p:cNvPicPr>
              <a:picLocks noChangeAspect="1" noChangeArrowheads="1"/>
            </p:cNvPicPr>
            <p:nvPr/>
          </p:nvPicPr>
          <p:blipFill>
            <a:blip r:embed="rId7"/>
            <a:srcRect/>
            <a:stretch>
              <a:fillRect/>
            </a:stretch>
          </p:blipFill>
          <p:spPr bwMode="auto"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67627" name="Text Box 115">
              <a:hlinkClick r:id="rId8" action="ppaction://hlinksldjump"/>
            </p:cNvPr>
            <p:cNvSpPr txBox="1">
              <a:spLocks noChangeArrowheads="1"/>
            </p:cNvSpPr>
            <p:nvPr/>
          </p:nvSpPr>
          <p:spPr bwMode="auto"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0">
                  <a:solidFill>
                    <a:schemeClr val="bg1"/>
                  </a:solidFill>
                  <a:latin typeface="隶书" pitchFamily="49" charset="-122"/>
                  <a:ea typeface="隶书" pitchFamily="49" charset="-122"/>
                </a:rPr>
                <a:t>返 回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6249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249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24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624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" dur="500"/>
                                        <p:tgtEl>
                                          <p:spTgt spid="625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500"/>
                            </p:stCondLst>
                            <p:childTnLst>
                              <p:par>
                                <p:cTn id="16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24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24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6249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6249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624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624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000"/>
                            </p:stCondLst>
                            <p:childTnLst>
                              <p:par>
                                <p:cTn id="29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5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625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625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625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3000"/>
                                        <p:tgtEl>
                                          <p:spTgt spid="625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3000"/>
                                        <p:tgtEl>
                                          <p:spTgt spid="625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3000"/>
                                        <p:tgtEl>
                                          <p:spTgt spid="625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625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625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3000"/>
                                        <p:tgtEl>
                                          <p:spTgt spid="625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497" grpId="0"/>
      <p:bldP spid="62498" grpId="0"/>
      <p:bldP spid="62499" grpId="0" animBg="1"/>
      <p:bldP spid="62529" grpId="0"/>
      <p:bldP spid="62534" grpId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890" name="Text Box 2"/>
          <p:cNvSpPr txBox="1">
            <a:spLocks noChangeArrowheads="1"/>
          </p:cNvSpPr>
          <p:nvPr/>
        </p:nvSpPr>
        <p:spPr bwMode="auto">
          <a:xfrm>
            <a:off x="468313" y="549275"/>
            <a:ext cx="4608512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3200">
                <a:solidFill>
                  <a:schemeClr val="bg1"/>
                </a:solidFill>
                <a:latin typeface="楷体_GB2312" pitchFamily="49" charset="-122"/>
              </a:rPr>
              <a:t>2. </a:t>
            </a:r>
            <a:r>
              <a:rPr lang="en-US" altLang="zh-CN" sz="3200" b="0" i="1">
                <a:solidFill>
                  <a:schemeClr val="bg1"/>
                </a:solidFill>
                <a:latin typeface="Times New Roman" pitchFamily="18" charset="0"/>
              </a:rPr>
              <a:t>RL</a:t>
            </a:r>
            <a:r>
              <a:rPr lang="zh-CN" altLang="zh-CN" sz="3200">
                <a:solidFill>
                  <a:schemeClr val="bg1"/>
                </a:solidFill>
                <a:latin typeface="楷体_GB2312" pitchFamily="49" charset="-122"/>
              </a:rPr>
              <a:t>电路的零状态响应</a:t>
            </a:r>
            <a:endParaRPr lang="zh-CN" altLang="en-US" sz="3200">
              <a:solidFill>
                <a:schemeClr val="bg1"/>
              </a:solidFill>
              <a:latin typeface="楷体_GB2312" pitchFamily="49" charset="-122"/>
            </a:endParaRPr>
          </a:p>
        </p:txBody>
      </p:sp>
      <p:graphicFrame>
        <p:nvGraphicFramePr>
          <p:cNvPr id="165891" name="Object 3"/>
          <p:cNvGraphicFramePr>
            <a:graphicFrameLocks noChangeAspect="1"/>
          </p:cNvGraphicFramePr>
          <p:nvPr/>
        </p:nvGraphicFramePr>
        <p:xfrm>
          <a:off x="784225" y="1757363"/>
          <a:ext cx="2524125" cy="1190625"/>
        </p:xfrm>
        <a:graphic>
          <a:graphicData uri="http://schemas.openxmlformats.org/presentationml/2006/ole">
            <p:oleObj spid="_x0000_s68610" r:id="rId3" imgW="1031400" imgH="438120" progId="Equation.3">
              <p:embed/>
            </p:oleObj>
          </a:graphicData>
        </a:graphic>
      </p:graphicFrame>
      <p:graphicFrame>
        <p:nvGraphicFramePr>
          <p:cNvPr id="165892" name="Object 4"/>
          <p:cNvGraphicFramePr>
            <a:graphicFrameLocks noChangeAspect="1"/>
          </p:cNvGraphicFramePr>
          <p:nvPr/>
        </p:nvGraphicFramePr>
        <p:xfrm>
          <a:off x="971550" y="4797425"/>
          <a:ext cx="3276600" cy="1266825"/>
        </p:xfrm>
        <a:graphic>
          <a:graphicData uri="http://schemas.openxmlformats.org/presentationml/2006/ole">
            <p:oleObj spid="_x0000_s68611" r:id="rId4" imgW="1031400" imgH="392040" progId="Equation.3">
              <p:embed/>
            </p:oleObj>
          </a:graphicData>
        </a:graphic>
      </p:graphicFrame>
      <p:sp>
        <p:nvSpPr>
          <p:cNvPr id="165894" name="Rectangle 6"/>
          <p:cNvSpPr>
            <a:spLocks noChangeArrowheads="1"/>
          </p:cNvSpPr>
          <p:nvPr/>
        </p:nvSpPr>
        <p:spPr bwMode="auto">
          <a:xfrm>
            <a:off x="677863" y="1196975"/>
            <a:ext cx="467995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lang="zh-CN" altLang="en-US">
                <a:latin typeface="楷体_GB2312" pitchFamily="49" charset="-122"/>
              </a:rPr>
              <a:t>已知</a:t>
            </a:r>
            <a:r>
              <a:rPr lang="en-US" altLang="zh-CN" b="0" i="1">
                <a:solidFill>
                  <a:schemeClr val="bg1"/>
                </a:solidFill>
                <a:latin typeface="Times New Roman" pitchFamily="18" charset="0"/>
              </a:rPr>
              <a:t>i</a:t>
            </a:r>
            <a:r>
              <a:rPr lang="en-US" altLang="zh-CN" b="0" baseline="-25000">
                <a:solidFill>
                  <a:schemeClr val="bg1"/>
                </a:solidFill>
                <a:latin typeface="Times New Roman" pitchFamily="18" charset="0"/>
              </a:rPr>
              <a:t>L</a:t>
            </a:r>
            <a:r>
              <a:rPr lang="en-US" altLang="zh-CN" b="0">
                <a:solidFill>
                  <a:schemeClr val="bg1"/>
                </a:solidFill>
                <a:latin typeface="Times New Roman" pitchFamily="18" charset="0"/>
              </a:rPr>
              <a:t>(0</a:t>
            </a:r>
            <a:r>
              <a:rPr lang="zh-CN" altLang="en-US" b="0" baseline="-25000">
                <a:solidFill>
                  <a:schemeClr val="bg1"/>
                </a:solidFill>
                <a:latin typeface="Times New Roman" pitchFamily="18" charset="0"/>
              </a:rPr>
              <a:t>－</a:t>
            </a:r>
            <a:r>
              <a:rPr lang="en-US" altLang="zh-CN" b="0">
                <a:solidFill>
                  <a:schemeClr val="bg1"/>
                </a:solidFill>
                <a:latin typeface="Times New Roman" pitchFamily="18" charset="0"/>
              </a:rPr>
              <a:t>)=0</a:t>
            </a:r>
            <a:r>
              <a:rPr lang="zh-CN" altLang="en-US">
                <a:latin typeface="楷体_GB2312" pitchFamily="49" charset="-122"/>
              </a:rPr>
              <a:t>，电路方程为：</a:t>
            </a:r>
          </a:p>
        </p:txBody>
      </p:sp>
      <p:graphicFrame>
        <p:nvGraphicFramePr>
          <p:cNvPr id="165895" name="Object 7"/>
          <p:cNvGraphicFramePr>
            <a:graphicFrameLocks noChangeAspect="1"/>
          </p:cNvGraphicFramePr>
          <p:nvPr/>
        </p:nvGraphicFramePr>
        <p:xfrm>
          <a:off x="755650" y="2852738"/>
          <a:ext cx="2179638" cy="681037"/>
        </p:xfrm>
        <a:graphic>
          <a:graphicData uri="http://schemas.openxmlformats.org/presentationml/2006/ole">
            <p:oleObj spid="_x0000_s68613" r:id="rId5" imgW="649080" imgH="207720" progId="Equation.3">
              <p:embed/>
            </p:oleObj>
          </a:graphicData>
        </a:graphic>
      </p:graphicFrame>
      <p:grpSp>
        <p:nvGrpSpPr>
          <p:cNvPr id="165958" name="Group 70"/>
          <p:cNvGrpSpPr>
            <a:grpSpLocks/>
          </p:cNvGrpSpPr>
          <p:nvPr/>
        </p:nvGrpSpPr>
        <p:grpSpPr bwMode="auto">
          <a:xfrm>
            <a:off x="5378450" y="3752850"/>
            <a:ext cx="3530600" cy="2093913"/>
            <a:chOff x="3388" y="2364"/>
            <a:chExt cx="2224" cy="1319"/>
          </a:xfrm>
        </p:grpSpPr>
        <p:sp>
          <p:nvSpPr>
            <p:cNvPr id="68615" name="Line 9"/>
            <p:cNvSpPr>
              <a:spLocks noChangeShapeType="1"/>
            </p:cNvSpPr>
            <p:nvPr/>
          </p:nvSpPr>
          <p:spPr bwMode="auto">
            <a:xfrm>
              <a:off x="3470" y="3203"/>
              <a:ext cx="1968" cy="0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8616" name="Line 10"/>
            <p:cNvSpPr>
              <a:spLocks noChangeShapeType="1"/>
            </p:cNvSpPr>
            <p:nvPr/>
          </p:nvSpPr>
          <p:spPr bwMode="auto">
            <a:xfrm flipV="1">
              <a:off x="3710" y="2579"/>
              <a:ext cx="0" cy="1104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8617" name="Freeform 11"/>
            <p:cNvSpPr>
              <a:spLocks noChangeArrowheads="1"/>
            </p:cNvSpPr>
            <p:nvPr/>
          </p:nvSpPr>
          <p:spPr bwMode="auto">
            <a:xfrm>
              <a:off x="3710" y="2867"/>
              <a:ext cx="1344" cy="344"/>
            </a:xfrm>
            <a:custGeom>
              <a:avLst/>
              <a:gdLst/>
              <a:ahLst/>
              <a:cxnLst>
                <a:cxn ang="0">
                  <a:pos x="0" y="344"/>
                </a:cxn>
                <a:cxn ang="0">
                  <a:pos x="288" y="152"/>
                </a:cxn>
                <a:cxn ang="0">
                  <a:pos x="624" y="56"/>
                </a:cxn>
                <a:cxn ang="0">
                  <a:pos x="1104" y="8"/>
                </a:cxn>
                <a:cxn ang="0">
                  <a:pos x="1344" y="8"/>
                </a:cxn>
              </a:cxnLst>
              <a:rect l="0" t="0" r="r" b="b"/>
              <a:pathLst>
                <a:path w="1344" h="344">
                  <a:moveTo>
                    <a:pt x="0" y="344"/>
                  </a:moveTo>
                  <a:cubicBezTo>
                    <a:pt x="92" y="272"/>
                    <a:pt x="184" y="200"/>
                    <a:pt x="288" y="152"/>
                  </a:cubicBezTo>
                  <a:cubicBezTo>
                    <a:pt x="392" y="104"/>
                    <a:pt x="488" y="80"/>
                    <a:pt x="624" y="56"/>
                  </a:cubicBezTo>
                  <a:cubicBezTo>
                    <a:pt x="760" y="32"/>
                    <a:pt x="984" y="16"/>
                    <a:pt x="1104" y="8"/>
                  </a:cubicBezTo>
                  <a:cubicBezTo>
                    <a:pt x="1224" y="0"/>
                    <a:pt x="1304" y="8"/>
                    <a:pt x="1344" y="8"/>
                  </a:cubicBezTo>
                </a:path>
              </a:pathLst>
            </a:custGeom>
            <a:noFill/>
            <a:ln w="28575">
              <a:solidFill>
                <a:srgbClr val="FF33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8618" name="Text Box 12"/>
            <p:cNvSpPr txBox="1">
              <a:spLocks noChangeArrowheads="1"/>
            </p:cNvSpPr>
            <p:nvPr/>
          </p:nvSpPr>
          <p:spPr bwMode="auto">
            <a:xfrm>
              <a:off x="5434" y="3040"/>
              <a:ext cx="178" cy="327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t</a:t>
              </a:r>
              <a:endParaRPr lang="en-US" altLang="zh-CN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68619" name="Line 15"/>
            <p:cNvSpPr>
              <a:spLocks noChangeShapeType="1"/>
            </p:cNvSpPr>
            <p:nvPr/>
          </p:nvSpPr>
          <p:spPr bwMode="auto">
            <a:xfrm>
              <a:off x="3438" y="3194"/>
              <a:ext cx="272" cy="0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8620" name="Text Box 20"/>
            <p:cNvSpPr txBox="1">
              <a:spLocks noChangeArrowheads="1"/>
            </p:cNvSpPr>
            <p:nvPr/>
          </p:nvSpPr>
          <p:spPr bwMode="auto">
            <a:xfrm>
              <a:off x="3622" y="2364"/>
              <a:ext cx="458" cy="327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pPr algn="ctr"/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i</a:t>
              </a:r>
              <a:r>
                <a:rPr lang="en-US" altLang="zh-CN" b="0" baseline="-2500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L</a:t>
              </a:r>
              <a:endParaRPr lang="en-US" altLang="zh-CN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graphicFrame>
          <p:nvGraphicFramePr>
            <p:cNvPr id="68621" name="Object 21"/>
            <p:cNvGraphicFramePr>
              <a:graphicFrameLocks noChangeAspect="1"/>
            </p:cNvGraphicFramePr>
            <p:nvPr/>
          </p:nvGraphicFramePr>
          <p:xfrm>
            <a:off x="3388" y="2523"/>
            <a:ext cx="257" cy="453"/>
          </p:xfrm>
          <a:graphic>
            <a:graphicData uri="http://schemas.openxmlformats.org/presentationml/2006/ole">
              <p:oleObj spid="_x0000_s68621" r:id="rId6" imgW="220320" imgH="392040" progId="Equation.3">
                <p:embed/>
              </p:oleObj>
            </a:graphicData>
          </a:graphic>
        </p:graphicFrame>
        <p:sp>
          <p:nvSpPr>
            <p:cNvPr id="68622" name="Text Box 25"/>
            <p:cNvSpPr txBox="1">
              <a:spLocks noChangeArrowheads="1"/>
            </p:cNvSpPr>
            <p:nvPr/>
          </p:nvSpPr>
          <p:spPr bwMode="auto">
            <a:xfrm>
              <a:off x="3459" y="3180"/>
              <a:ext cx="228" cy="327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0</a:t>
              </a:r>
            </a:p>
          </p:txBody>
        </p:sp>
        <p:sp>
          <p:nvSpPr>
            <p:cNvPr id="68623" name="Line 27"/>
            <p:cNvSpPr>
              <a:spLocks noChangeShapeType="1"/>
            </p:cNvSpPr>
            <p:nvPr/>
          </p:nvSpPr>
          <p:spPr bwMode="auto">
            <a:xfrm flipH="1">
              <a:off x="3710" y="2848"/>
              <a:ext cx="1318" cy="0"/>
            </a:xfrm>
            <a:prstGeom prst="line">
              <a:avLst/>
            </a:prstGeom>
            <a:noFill/>
            <a:ln w="28575">
              <a:solidFill>
                <a:srgbClr val="FFFF00"/>
              </a:solidFill>
              <a:prstDash val="dashDot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</p:grpSp>
      <p:graphicFrame>
        <p:nvGraphicFramePr>
          <p:cNvPr id="165916" name="Object 28"/>
          <p:cNvGraphicFramePr>
            <a:graphicFrameLocks noChangeAspect="1"/>
          </p:cNvGraphicFramePr>
          <p:nvPr/>
        </p:nvGraphicFramePr>
        <p:xfrm>
          <a:off x="784225" y="3716338"/>
          <a:ext cx="3646488" cy="1016000"/>
        </p:xfrm>
        <a:graphic>
          <a:graphicData uri="http://schemas.openxmlformats.org/presentationml/2006/ole">
            <p:oleObj spid="_x0000_s68624" r:id="rId7" imgW="1436760" imgH="392040" progId="Equation.3">
              <p:embed/>
            </p:oleObj>
          </a:graphicData>
        </a:graphic>
      </p:graphicFrame>
      <p:graphicFrame>
        <p:nvGraphicFramePr>
          <p:cNvPr id="165917" name="Object 29"/>
          <p:cNvGraphicFramePr>
            <a:graphicFrameLocks noChangeAspect="1"/>
          </p:cNvGraphicFramePr>
          <p:nvPr/>
        </p:nvGraphicFramePr>
        <p:xfrm>
          <a:off x="3087688" y="2708275"/>
          <a:ext cx="2101850" cy="947738"/>
        </p:xfrm>
        <a:graphic>
          <a:graphicData uri="http://schemas.openxmlformats.org/presentationml/2006/ole">
            <p:oleObj spid="_x0000_s68625" r:id="rId8" imgW="834480" imgH="392040" progId="Equation.3">
              <p:embed/>
            </p:oleObj>
          </a:graphicData>
        </a:graphic>
      </p:graphicFrame>
      <p:grpSp>
        <p:nvGrpSpPr>
          <p:cNvPr id="68626" name="Group 30"/>
          <p:cNvGrpSpPr>
            <a:grpSpLocks/>
          </p:cNvGrpSpPr>
          <p:nvPr/>
        </p:nvGrpSpPr>
        <p:grpSpPr bwMode="auto"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68627" name="Picture 31" descr="78900"/>
            <p:cNvPicPr>
              <a:picLocks noChangeAspect="1" noChangeArrowheads="1"/>
            </p:cNvPicPr>
            <p:nvPr/>
          </p:nvPicPr>
          <p:blipFill>
            <a:blip r:embed="rId9"/>
            <a:srcRect/>
            <a:stretch>
              <a:fillRect/>
            </a:stretch>
          </p:blipFill>
          <p:spPr bwMode="auto"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68628" name="Text Box 32">
              <a:hlinkClick r:id="" action="ppaction://hlinkshowjump?jump=nextslide"/>
            </p:cNvPr>
            <p:cNvSpPr txBox="1">
              <a:spLocks noChangeArrowheads="1"/>
            </p:cNvSpPr>
            <p:nvPr/>
          </p:nvSpPr>
          <p:spPr bwMode="auto"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0">
                  <a:solidFill>
                    <a:schemeClr val="bg1"/>
                  </a:solidFill>
                  <a:latin typeface="隶书" pitchFamily="49" charset="-122"/>
                  <a:ea typeface="隶书" pitchFamily="49" charset="-122"/>
                </a:rPr>
                <a:t>下 页</a:t>
              </a:r>
            </a:p>
          </p:txBody>
        </p:sp>
      </p:grpSp>
      <p:grpSp>
        <p:nvGrpSpPr>
          <p:cNvPr id="68629" name="Group 33"/>
          <p:cNvGrpSpPr>
            <a:grpSpLocks/>
          </p:cNvGrpSpPr>
          <p:nvPr/>
        </p:nvGrpSpPr>
        <p:grpSpPr bwMode="auto">
          <a:xfrm>
            <a:off x="7453313" y="6446838"/>
            <a:ext cx="792162" cy="366712"/>
            <a:chOff x="4649" y="4020"/>
            <a:chExt cx="499" cy="231"/>
          </a:xfrm>
        </p:grpSpPr>
        <p:pic>
          <p:nvPicPr>
            <p:cNvPr id="68630" name="Picture 34" descr="78900"/>
            <p:cNvPicPr>
              <a:picLocks noChangeAspect="1" noChangeArrowheads="1"/>
            </p:cNvPicPr>
            <p:nvPr/>
          </p:nvPicPr>
          <p:blipFill>
            <a:blip r:embed="rId9"/>
            <a:srcRect/>
            <a:stretch>
              <a:fillRect/>
            </a:stretch>
          </p:blipFill>
          <p:spPr bwMode="auto"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68631" name="Text Box 35">
              <a:hlinkClick r:id="" action="ppaction://hlinkshowjump?jump=previousslide"/>
            </p:cNvPr>
            <p:cNvSpPr txBox="1">
              <a:spLocks noChangeArrowheads="1"/>
            </p:cNvSpPr>
            <p:nvPr/>
          </p:nvSpPr>
          <p:spPr bwMode="auto"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0">
                  <a:solidFill>
                    <a:schemeClr val="bg1"/>
                  </a:solidFill>
                  <a:latin typeface="隶书" pitchFamily="49" charset="-122"/>
                  <a:ea typeface="隶书" pitchFamily="49" charset="-122"/>
                </a:rPr>
                <a:t>上 页</a:t>
              </a:r>
            </a:p>
          </p:txBody>
        </p:sp>
      </p:grpSp>
      <p:grpSp>
        <p:nvGrpSpPr>
          <p:cNvPr id="165924" name="Group 36"/>
          <p:cNvGrpSpPr>
            <a:grpSpLocks/>
          </p:cNvGrpSpPr>
          <p:nvPr/>
        </p:nvGrpSpPr>
        <p:grpSpPr bwMode="auto">
          <a:xfrm>
            <a:off x="5715000" y="908050"/>
            <a:ext cx="2940050" cy="2133600"/>
            <a:chOff x="3034" y="2096"/>
            <a:chExt cx="1852" cy="1344"/>
          </a:xfrm>
        </p:grpSpPr>
        <p:sp>
          <p:nvSpPr>
            <p:cNvPr id="68633" name="Oval 37"/>
            <p:cNvSpPr>
              <a:spLocks noChangeArrowheads="1"/>
            </p:cNvSpPr>
            <p:nvPr/>
          </p:nvSpPr>
          <p:spPr bwMode="auto">
            <a:xfrm>
              <a:off x="3061" y="2704"/>
              <a:ext cx="363" cy="363"/>
            </a:xfrm>
            <a:prstGeom prst="ellipse">
              <a:avLst/>
            </a:prstGeom>
            <a:gradFill rotWithShape="1">
              <a:gsLst>
                <a:gs pos="0">
                  <a:srgbClr val="0099FF"/>
                </a:gs>
                <a:gs pos="100000">
                  <a:srgbClr val="004776"/>
                </a:gs>
              </a:gsLst>
              <a:path path="shape">
                <a:fillToRect l="50000" t="50000" r="50000" b="50000"/>
              </a:path>
            </a:gradFill>
            <a:ln w="38100">
              <a:solidFill>
                <a:srgbClr val="FF99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68634" name="Group 38"/>
            <p:cNvGrpSpPr>
              <a:grpSpLocks/>
            </p:cNvGrpSpPr>
            <p:nvPr/>
          </p:nvGrpSpPr>
          <p:grpSpPr bwMode="auto">
            <a:xfrm>
              <a:off x="4238" y="2134"/>
              <a:ext cx="278" cy="350"/>
              <a:chOff x="1827" y="480"/>
              <a:chExt cx="285" cy="288"/>
            </a:xfrm>
          </p:grpSpPr>
          <p:sp>
            <p:nvSpPr>
              <p:cNvPr id="68635" name="Line 39"/>
              <p:cNvSpPr>
                <a:spLocks noChangeShapeType="1"/>
              </p:cNvSpPr>
              <p:nvPr/>
            </p:nvSpPr>
            <p:spPr bwMode="auto">
              <a:xfrm>
                <a:off x="1872" y="768"/>
                <a:ext cx="240" cy="0"/>
              </a:xfrm>
              <a:prstGeom prst="line">
                <a:avLst/>
              </a:prstGeom>
              <a:noFill/>
              <a:ln w="38100">
                <a:solidFill>
                  <a:srgbClr val="00FFFF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8636" name="Text Box 40"/>
              <p:cNvSpPr txBox="1">
                <a:spLocks noChangeArrowheads="1"/>
              </p:cNvSpPr>
              <p:nvPr/>
            </p:nvSpPr>
            <p:spPr bwMode="auto">
              <a:xfrm>
                <a:off x="1827" y="480"/>
                <a:ext cx="278" cy="269"/>
              </a:xfrm>
              <a:prstGeom prst="rect">
                <a:avLst/>
              </a:prstGeom>
              <a:noFill/>
              <a:ln w="28575">
                <a:noFill/>
                <a:miter lim="800000"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altLang="zh-CN" b="0" i="1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rPr>
                  <a:t>i</a:t>
                </a:r>
                <a:r>
                  <a:rPr lang="en-US" altLang="zh-CN" b="0" baseline="-250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rPr>
                  <a:t>L</a:t>
                </a:r>
                <a:endPara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endParaRPr>
              </a:p>
            </p:txBody>
          </p:sp>
        </p:grpSp>
        <p:sp>
          <p:nvSpPr>
            <p:cNvPr id="68637" name="Text Box 41"/>
            <p:cNvSpPr txBox="1">
              <a:spLocks noChangeArrowheads="1"/>
            </p:cNvSpPr>
            <p:nvPr/>
          </p:nvSpPr>
          <p:spPr bwMode="auto">
            <a:xfrm>
              <a:off x="3034" y="2096"/>
              <a:ext cx="716" cy="327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S(</a:t>
              </a:r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t=</a:t>
              </a:r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0)</a:t>
              </a:r>
            </a:p>
          </p:txBody>
        </p:sp>
        <p:sp>
          <p:nvSpPr>
            <p:cNvPr id="68638" name="Text Box 42"/>
            <p:cNvSpPr txBox="1">
              <a:spLocks noChangeArrowheads="1"/>
            </p:cNvSpPr>
            <p:nvPr/>
          </p:nvSpPr>
          <p:spPr bwMode="auto">
            <a:xfrm>
              <a:off x="3420" y="2750"/>
              <a:ext cx="363" cy="327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U</a:t>
              </a:r>
              <a:r>
                <a:rPr lang="en-US" altLang="zh-CN" b="0" baseline="-2500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S</a:t>
              </a:r>
              <a:endParaRPr lang="en-US" altLang="zh-CN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grpSp>
          <p:nvGrpSpPr>
            <p:cNvPr id="68639" name="Group 43"/>
            <p:cNvGrpSpPr>
              <a:grpSpLocks/>
            </p:cNvGrpSpPr>
            <p:nvPr/>
          </p:nvGrpSpPr>
          <p:grpSpPr bwMode="auto">
            <a:xfrm>
              <a:off x="3778" y="2459"/>
              <a:ext cx="603" cy="374"/>
              <a:chOff x="804" y="777"/>
              <a:chExt cx="619" cy="308"/>
            </a:xfrm>
          </p:grpSpPr>
          <p:grpSp>
            <p:nvGrpSpPr>
              <p:cNvPr id="68640" name="Group 44"/>
              <p:cNvGrpSpPr>
                <a:grpSpLocks/>
              </p:cNvGrpSpPr>
              <p:nvPr/>
            </p:nvGrpSpPr>
            <p:grpSpPr bwMode="auto">
              <a:xfrm>
                <a:off x="804" y="777"/>
                <a:ext cx="619" cy="269"/>
                <a:chOff x="804" y="777"/>
                <a:chExt cx="619" cy="269"/>
              </a:xfrm>
            </p:grpSpPr>
            <p:sp>
              <p:nvSpPr>
                <p:cNvPr id="68641" name="Text Box 45"/>
                <p:cNvSpPr txBox="1">
                  <a:spLocks noChangeArrowheads="1"/>
                </p:cNvSpPr>
                <p:nvPr/>
              </p:nvSpPr>
              <p:spPr bwMode="auto">
                <a:xfrm>
                  <a:off x="804" y="777"/>
                  <a:ext cx="250" cy="269"/>
                </a:xfrm>
                <a:prstGeom prst="rect">
                  <a:avLst/>
                </a:prstGeom>
                <a:noFill/>
                <a:ln w="28575">
                  <a:noFill/>
                  <a:miter lim="800000"/>
                  <a:headEnd/>
                  <a:tailEnd/>
                </a:ln>
              </p:spPr>
              <p:txBody>
                <a:bodyPr wrap="none" anchor="ctr">
                  <a:spAutoFit/>
                </a:bodyPr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altLang="zh-CN">
                      <a:solidFill>
                        <a:schemeClr val="bg1"/>
                      </a:solidFill>
                      <a:latin typeface="Times New Roman" pitchFamily="18" charset="0"/>
                      <a:ea typeface="宋体" pitchFamily="2" charset="-122"/>
                    </a:rPr>
                    <a:t>+</a:t>
                  </a:r>
                </a:p>
              </p:txBody>
            </p:sp>
            <p:sp>
              <p:nvSpPr>
                <p:cNvPr id="68642" name="Text Box 46"/>
                <p:cNvSpPr txBox="1">
                  <a:spLocks noChangeArrowheads="1"/>
                </p:cNvSpPr>
                <p:nvPr/>
              </p:nvSpPr>
              <p:spPr bwMode="auto">
                <a:xfrm>
                  <a:off x="1189" y="777"/>
                  <a:ext cx="234" cy="269"/>
                </a:xfrm>
                <a:prstGeom prst="rect">
                  <a:avLst/>
                </a:prstGeom>
                <a:noFill/>
                <a:ln w="28575">
                  <a:noFill/>
                  <a:miter lim="800000"/>
                  <a:headEnd/>
                  <a:tailEnd/>
                </a:ln>
              </p:spPr>
              <p:txBody>
                <a:bodyPr wrap="none" anchor="ctr">
                  <a:spAutoFit/>
                </a:bodyPr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altLang="zh-CN">
                      <a:solidFill>
                        <a:schemeClr val="bg1"/>
                      </a:solidFill>
                      <a:latin typeface="Times New Roman" pitchFamily="18" charset="0"/>
                      <a:ea typeface="宋体" pitchFamily="2" charset="-122"/>
                    </a:rPr>
                    <a:t>–</a:t>
                  </a:r>
                </a:p>
              </p:txBody>
            </p:sp>
          </p:grpSp>
          <p:sp>
            <p:nvSpPr>
              <p:cNvPr id="68643" name="Text Box 47"/>
              <p:cNvSpPr txBox="1">
                <a:spLocks noChangeArrowheads="1"/>
              </p:cNvSpPr>
              <p:nvPr/>
            </p:nvSpPr>
            <p:spPr bwMode="auto">
              <a:xfrm>
                <a:off x="955" y="816"/>
                <a:ext cx="338" cy="269"/>
              </a:xfrm>
              <a:prstGeom prst="rect">
                <a:avLst/>
              </a:prstGeom>
              <a:noFill/>
              <a:ln w="28575">
                <a:noFill/>
                <a:miter lim="800000"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altLang="zh-CN" b="0" i="1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rPr>
                  <a:t>u</a:t>
                </a:r>
                <a:r>
                  <a:rPr lang="en-US" altLang="zh-CN" b="0" baseline="-250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rPr>
                  <a:t>R</a:t>
                </a:r>
              </a:p>
            </p:txBody>
          </p:sp>
        </p:grpSp>
        <p:sp>
          <p:nvSpPr>
            <p:cNvPr id="68644" name="Text Box 48"/>
            <p:cNvSpPr txBox="1">
              <a:spLocks noChangeArrowheads="1"/>
            </p:cNvSpPr>
            <p:nvPr/>
          </p:nvSpPr>
          <p:spPr bwMode="auto">
            <a:xfrm>
              <a:off x="4645" y="2776"/>
              <a:ext cx="241" cy="327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L</a:t>
              </a:r>
              <a:endParaRPr lang="en-US" altLang="zh-CN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grpSp>
          <p:nvGrpSpPr>
            <p:cNvPr id="68645" name="Group 49"/>
            <p:cNvGrpSpPr>
              <a:grpSpLocks/>
            </p:cNvGrpSpPr>
            <p:nvPr/>
          </p:nvGrpSpPr>
          <p:grpSpPr bwMode="auto">
            <a:xfrm>
              <a:off x="4237" y="2523"/>
              <a:ext cx="326" cy="792"/>
              <a:chOff x="1967" y="730"/>
              <a:chExt cx="335" cy="653"/>
            </a:xfrm>
          </p:grpSpPr>
          <p:grpSp>
            <p:nvGrpSpPr>
              <p:cNvPr id="68646" name="Group 50"/>
              <p:cNvGrpSpPr>
                <a:grpSpLocks/>
              </p:cNvGrpSpPr>
              <p:nvPr/>
            </p:nvGrpSpPr>
            <p:grpSpPr bwMode="auto">
              <a:xfrm>
                <a:off x="2052" y="730"/>
                <a:ext cx="250" cy="653"/>
                <a:chOff x="1620" y="1258"/>
                <a:chExt cx="250" cy="653"/>
              </a:xfrm>
            </p:grpSpPr>
            <p:sp>
              <p:nvSpPr>
                <p:cNvPr id="68647" name="Text Box 51"/>
                <p:cNvSpPr txBox="1">
                  <a:spLocks noChangeArrowheads="1"/>
                </p:cNvSpPr>
                <p:nvPr/>
              </p:nvSpPr>
              <p:spPr bwMode="auto">
                <a:xfrm>
                  <a:off x="1620" y="1258"/>
                  <a:ext cx="250" cy="270"/>
                </a:xfrm>
                <a:prstGeom prst="rect">
                  <a:avLst/>
                </a:prstGeom>
                <a:noFill/>
                <a:ln w="28575">
                  <a:noFill/>
                  <a:miter lim="800000"/>
                  <a:headEnd/>
                  <a:tailEnd/>
                </a:ln>
              </p:spPr>
              <p:txBody>
                <a:bodyPr wrap="none" anchor="ctr">
                  <a:spAutoFit/>
                </a:bodyPr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altLang="zh-CN" b="0">
                      <a:solidFill>
                        <a:schemeClr val="bg1"/>
                      </a:solidFill>
                      <a:latin typeface="Times New Roman" pitchFamily="18" charset="0"/>
                      <a:ea typeface="宋体" pitchFamily="2" charset="-122"/>
                    </a:rPr>
                    <a:t>+</a:t>
                  </a:r>
                </a:p>
              </p:txBody>
            </p:sp>
            <p:sp>
              <p:nvSpPr>
                <p:cNvPr id="68648" name="Text Box 52"/>
                <p:cNvSpPr txBox="1">
                  <a:spLocks noChangeArrowheads="1"/>
                </p:cNvSpPr>
                <p:nvPr/>
              </p:nvSpPr>
              <p:spPr bwMode="auto">
                <a:xfrm>
                  <a:off x="1620" y="1642"/>
                  <a:ext cx="235" cy="269"/>
                </a:xfrm>
                <a:prstGeom prst="rect">
                  <a:avLst/>
                </a:prstGeom>
                <a:noFill/>
                <a:ln w="28575">
                  <a:noFill/>
                  <a:miter lim="800000"/>
                  <a:headEnd/>
                  <a:tailEnd/>
                </a:ln>
              </p:spPr>
              <p:txBody>
                <a:bodyPr wrap="none" anchor="ctr">
                  <a:spAutoFit/>
                </a:bodyPr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altLang="zh-CN" b="0">
                      <a:solidFill>
                        <a:schemeClr val="bg1"/>
                      </a:solidFill>
                      <a:latin typeface="Times New Roman" pitchFamily="18" charset="0"/>
                      <a:ea typeface="宋体" pitchFamily="2" charset="-122"/>
                    </a:rPr>
                    <a:t>–</a:t>
                  </a:r>
                </a:p>
              </p:txBody>
            </p:sp>
          </p:grpSp>
          <p:sp>
            <p:nvSpPr>
              <p:cNvPr id="68649" name="Text Box 53"/>
              <p:cNvSpPr txBox="1">
                <a:spLocks noChangeArrowheads="1"/>
              </p:cNvSpPr>
              <p:nvPr/>
            </p:nvSpPr>
            <p:spPr bwMode="auto">
              <a:xfrm>
                <a:off x="1967" y="911"/>
                <a:ext cx="330" cy="270"/>
              </a:xfrm>
              <a:prstGeom prst="rect">
                <a:avLst/>
              </a:prstGeom>
              <a:noFill/>
              <a:ln w="28575">
                <a:noFill/>
                <a:miter lim="800000"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altLang="zh-CN" b="0" i="1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rPr>
                  <a:t>u</a:t>
                </a:r>
                <a:r>
                  <a:rPr lang="en-US" altLang="zh-CN" b="0" baseline="-250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rPr>
                  <a:t>L</a:t>
                </a:r>
                <a:endPara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endParaRPr>
              </a:p>
            </p:txBody>
          </p:sp>
        </p:grpSp>
        <p:sp>
          <p:nvSpPr>
            <p:cNvPr id="68650" name="Line 54"/>
            <p:cNvSpPr>
              <a:spLocks noChangeShapeType="1"/>
            </p:cNvSpPr>
            <p:nvPr/>
          </p:nvSpPr>
          <p:spPr bwMode="auto">
            <a:xfrm>
              <a:off x="3833" y="2523"/>
              <a:ext cx="725" cy="0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 type="oval" w="med" len="med"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8651" name="Line 55"/>
            <p:cNvSpPr>
              <a:spLocks noChangeShapeType="1"/>
            </p:cNvSpPr>
            <p:nvPr/>
          </p:nvSpPr>
          <p:spPr bwMode="auto">
            <a:xfrm>
              <a:off x="3243" y="2523"/>
              <a:ext cx="342" cy="0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 type="oval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8652" name="Line 56"/>
            <p:cNvSpPr>
              <a:spLocks noChangeShapeType="1"/>
            </p:cNvSpPr>
            <p:nvPr/>
          </p:nvSpPr>
          <p:spPr bwMode="auto">
            <a:xfrm>
              <a:off x="4558" y="3113"/>
              <a:ext cx="0" cy="291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8653" name="Line 57"/>
            <p:cNvSpPr>
              <a:spLocks noChangeShapeType="1"/>
            </p:cNvSpPr>
            <p:nvPr/>
          </p:nvSpPr>
          <p:spPr bwMode="auto">
            <a:xfrm>
              <a:off x="3243" y="2523"/>
              <a:ext cx="0" cy="862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8654" name="Line 58"/>
            <p:cNvSpPr>
              <a:spLocks noChangeShapeType="1"/>
            </p:cNvSpPr>
            <p:nvPr/>
          </p:nvSpPr>
          <p:spPr bwMode="auto">
            <a:xfrm>
              <a:off x="3243" y="3385"/>
              <a:ext cx="1315" cy="0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8655" name="Line 59"/>
            <p:cNvSpPr>
              <a:spLocks noChangeShapeType="1"/>
            </p:cNvSpPr>
            <p:nvPr/>
          </p:nvSpPr>
          <p:spPr bwMode="auto">
            <a:xfrm>
              <a:off x="4558" y="2523"/>
              <a:ext cx="0" cy="175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8656" name="Text Box 60"/>
            <p:cNvSpPr txBox="1">
              <a:spLocks noChangeArrowheads="1"/>
            </p:cNvSpPr>
            <p:nvPr/>
          </p:nvSpPr>
          <p:spPr bwMode="auto">
            <a:xfrm>
              <a:off x="3964" y="2141"/>
              <a:ext cx="253" cy="327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R</a:t>
              </a:r>
              <a:endParaRPr lang="en-US" altLang="zh-CN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68657" name="Line 61"/>
            <p:cNvSpPr>
              <a:spLocks noChangeShapeType="1"/>
            </p:cNvSpPr>
            <p:nvPr/>
          </p:nvSpPr>
          <p:spPr bwMode="auto">
            <a:xfrm flipH="1" flipV="1">
              <a:off x="3560" y="2432"/>
              <a:ext cx="278" cy="84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8658" name="Line 62"/>
            <p:cNvSpPr>
              <a:spLocks noChangeShapeType="1"/>
            </p:cNvSpPr>
            <p:nvPr/>
          </p:nvSpPr>
          <p:spPr bwMode="auto">
            <a:xfrm flipH="1">
              <a:off x="3742" y="2251"/>
              <a:ext cx="140" cy="233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8659" name="Rectangle 63"/>
            <p:cNvSpPr>
              <a:spLocks noChangeArrowheads="1"/>
            </p:cNvSpPr>
            <p:nvPr/>
          </p:nvSpPr>
          <p:spPr bwMode="auto">
            <a:xfrm>
              <a:off x="3923" y="2432"/>
              <a:ext cx="297" cy="137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</a:gradFill>
            <a:ln w="2857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68660" name="Group 64"/>
            <p:cNvGrpSpPr>
              <a:grpSpLocks/>
            </p:cNvGrpSpPr>
            <p:nvPr/>
          </p:nvGrpSpPr>
          <p:grpSpPr bwMode="auto">
            <a:xfrm rot="5400000">
              <a:off x="4101" y="2611"/>
              <a:ext cx="499" cy="590"/>
              <a:chOff x="476" y="663"/>
              <a:chExt cx="771" cy="862"/>
            </a:xfrm>
          </p:grpSpPr>
          <p:sp>
            <p:nvSpPr>
              <p:cNvPr id="68661" name="AutoShape 65"/>
              <p:cNvSpPr>
                <a:spLocks noChangeArrowheads="1"/>
              </p:cNvSpPr>
              <p:nvPr/>
            </p:nvSpPr>
            <p:spPr bwMode="auto">
              <a:xfrm>
                <a:off x="476" y="663"/>
                <a:ext cx="317" cy="862"/>
              </a:xfrm>
              <a:custGeom>
                <a:avLst/>
                <a:gdLst/>
                <a:ahLst/>
                <a:cxnLst>
                  <a:cxn ang="0">
                    <a:pos x="2646" y="3717"/>
                  </a:cxn>
                  <a:cxn ang="0">
                    <a:pos x="10800" y="0"/>
                  </a:cxn>
                  <a:cxn ang="0">
                    <a:pos x="18953" y="3717"/>
                  </a:cxn>
                  <a:cxn ang="0">
                    <a:pos x="10799" y="0"/>
                  </a:cxn>
                  <a:cxn ang="0">
                    <a:pos x="2646" y="3717"/>
                  </a:cxn>
                </a:cxnLst>
                <a:rect l="0" t="0" r="r" b="b"/>
                <a:pathLst>
                  <a:path w="21600" h="21600">
                    <a:moveTo>
                      <a:pt x="2646" y="3717"/>
                    </a:moveTo>
                    <a:cubicBezTo>
                      <a:pt x="4698" y="1356"/>
                      <a:pt x="7672" y="-1"/>
                      <a:pt x="10800" y="0"/>
                    </a:cubicBezTo>
                    <a:cubicBezTo>
                      <a:pt x="13927" y="0"/>
                      <a:pt x="16901" y="1356"/>
                      <a:pt x="18953" y="3717"/>
                    </a:cubicBezTo>
                    <a:cubicBezTo>
                      <a:pt x="16901" y="1356"/>
                      <a:pt x="13927" y="-1"/>
                      <a:pt x="10799" y="0"/>
                    </a:cubicBezTo>
                    <a:cubicBezTo>
                      <a:pt x="7672" y="0"/>
                      <a:pt x="4698" y="1356"/>
                      <a:pt x="2646" y="3717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764700"/>
                  </a:gs>
                  <a:gs pos="50000">
                    <a:srgbClr val="FF9900"/>
                  </a:gs>
                  <a:gs pos="100000">
                    <a:srgbClr val="764700"/>
                  </a:gs>
                </a:gsLst>
                <a:lin ang="5400000" scaled="1"/>
              </a:gradFill>
              <a:ln w="38100">
                <a:solidFill>
                  <a:srgbClr val="FF99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8662" name="AutoShape 66"/>
              <p:cNvSpPr>
                <a:spLocks noChangeArrowheads="1"/>
              </p:cNvSpPr>
              <p:nvPr/>
            </p:nvSpPr>
            <p:spPr bwMode="auto">
              <a:xfrm>
                <a:off x="703" y="663"/>
                <a:ext cx="317" cy="862"/>
              </a:xfrm>
              <a:custGeom>
                <a:avLst/>
                <a:gdLst/>
                <a:ahLst/>
                <a:cxnLst>
                  <a:cxn ang="0">
                    <a:pos x="2646" y="3717"/>
                  </a:cxn>
                  <a:cxn ang="0">
                    <a:pos x="10800" y="0"/>
                  </a:cxn>
                  <a:cxn ang="0">
                    <a:pos x="18953" y="3717"/>
                  </a:cxn>
                  <a:cxn ang="0">
                    <a:pos x="10799" y="0"/>
                  </a:cxn>
                  <a:cxn ang="0">
                    <a:pos x="2646" y="3717"/>
                  </a:cxn>
                </a:cxnLst>
                <a:rect l="0" t="0" r="r" b="b"/>
                <a:pathLst>
                  <a:path w="21600" h="21600">
                    <a:moveTo>
                      <a:pt x="2646" y="3717"/>
                    </a:moveTo>
                    <a:cubicBezTo>
                      <a:pt x="4698" y="1356"/>
                      <a:pt x="7672" y="-1"/>
                      <a:pt x="10800" y="0"/>
                    </a:cubicBezTo>
                    <a:cubicBezTo>
                      <a:pt x="13927" y="0"/>
                      <a:pt x="16901" y="1356"/>
                      <a:pt x="18953" y="3717"/>
                    </a:cubicBezTo>
                    <a:cubicBezTo>
                      <a:pt x="16901" y="1356"/>
                      <a:pt x="13927" y="-1"/>
                      <a:pt x="10799" y="0"/>
                    </a:cubicBezTo>
                    <a:cubicBezTo>
                      <a:pt x="7672" y="0"/>
                      <a:pt x="4698" y="1356"/>
                      <a:pt x="2646" y="3717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764700"/>
                  </a:gs>
                  <a:gs pos="50000">
                    <a:srgbClr val="FF9900"/>
                  </a:gs>
                  <a:gs pos="100000">
                    <a:srgbClr val="764700"/>
                  </a:gs>
                </a:gsLst>
                <a:lin ang="5400000" scaled="1"/>
              </a:gradFill>
              <a:ln w="38100">
                <a:solidFill>
                  <a:srgbClr val="FF99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8663" name="AutoShape 67"/>
              <p:cNvSpPr>
                <a:spLocks noChangeArrowheads="1"/>
              </p:cNvSpPr>
              <p:nvPr/>
            </p:nvSpPr>
            <p:spPr bwMode="auto">
              <a:xfrm>
                <a:off x="930" y="663"/>
                <a:ext cx="317" cy="862"/>
              </a:xfrm>
              <a:custGeom>
                <a:avLst/>
                <a:gdLst/>
                <a:ahLst/>
                <a:cxnLst>
                  <a:cxn ang="0">
                    <a:pos x="2646" y="3717"/>
                  </a:cxn>
                  <a:cxn ang="0">
                    <a:pos x="10800" y="0"/>
                  </a:cxn>
                  <a:cxn ang="0">
                    <a:pos x="18953" y="3717"/>
                  </a:cxn>
                  <a:cxn ang="0">
                    <a:pos x="10799" y="0"/>
                  </a:cxn>
                  <a:cxn ang="0">
                    <a:pos x="2646" y="3717"/>
                  </a:cxn>
                </a:cxnLst>
                <a:rect l="0" t="0" r="r" b="b"/>
                <a:pathLst>
                  <a:path w="21600" h="21600">
                    <a:moveTo>
                      <a:pt x="2646" y="3717"/>
                    </a:moveTo>
                    <a:cubicBezTo>
                      <a:pt x="4698" y="1356"/>
                      <a:pt x="7672" y="-1"/>
                      <a:pt x="10800" y="0"/>
                    </a:cubicBezTo>
                    <a:cubicBezTo>
                      <a:pt x="13927" y="0"/>
                      <a:pt x="16901" y="1356"/>
                      <a:pt x="18953" y="3717"/>
                    </a:cubicBezTo>
                    <a:cubicBezTo>
                      <a:pt x="16901" y="1356"/>
                      <a:pt x="13927" y="-1"/>
                      <a:pt x="10799" y="0"/>
                    </a:cubicBezTo>
                    <a:cubicBezTo>
                      <a:pt x="7672" y="0"/>
                      <a:pt x="4698" y="1356"/>
                      <a:pt x="2646" y="3717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764700"/>
                  </a:gs>
                  <a:gs pos="50000">
                    <a:srgbClr val="FF9900"/>
                  </a:gs>
                  <a:gs pos="100000">
                    <a:srgbClr val="764700"/>
                  </a:gs>
                </a:gsLst>
                <a:lin ang="5400000" scaled="1"/>
              </a:gradFill>
              <a:ln w="38100">
                <a:solidFill>
                  <a:srgbClr val="FF99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68664" name="Text Box 68"/>
            <p:cNvSpPr txBox="1">
              <a:spLocks noChangeArrowheads="1"/>
            </p:cNvSpPr>
            <p:nvPr/>
          </p:nvSpPr>
          <p:spPr bwMode="auto">
            <a:xfrm>
              <a:off x="3288" y="2478"/>
              <a:ext cx="317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+</a:t>
              </a:r>
            </a:p>
          </p:txBody>
        </p:sp>
        <p:sp>
          <p:nvSpPr>
            <p:cNvPr id="68665" name="Text Box 69"/>
            <p:cNvSpPr txBox="1">
              <a:spLocks noChangeArrowheads="1"/>
            </p:cNvSpPr>
            <p:nvPr/>
          </p:nvSpPr>
          <p:spPr bwMode="auto">
            <a:xfrm>
              <a:off x="3334" y="3113"/>
              <a:ext cx="317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—</a:t>
              </a:r>
            </a:p>
          </p:txBody>
        </p:sp>
      </p:grpSp>
      <p:grpSp>
        <p:nvGrpSpPr>
          <p:cNvPr id="68666" name="Group 74"/>
          <p:cNvGrpSpPr>
            <a:grpSpLocks/>
          </p:cNvGrpSpPr>
          <p:nvPr/>
        </p:nvGrpSpPr>
        <p:grpSpPr bwMode="auto">
          <a:xfrm>
            <a:off x="6588125" y="6445250"/>
            <a:ext cx="792163" cy="366713"/>
            <a:chOff x="4649" y="4020"/>
            <a:chExt cx="499" cy="231"/>
          </a:xfrm>
        </p:grpSpPr>
        <p:pic>
          <p:nvPicPr>
            <p:cNvPr id="68667" name="Picture 75" descr="78900"/>
            <p:cNvPicPr>
              <a:picLocks noChangeAspect="1" noChangeArrowheads="1"/>
            </p:cNvPicPr>
            <p:nvPr/>
          </p:nvPicPr>
          <p:blipFill>
            <a:blip r:embed="rId9"/>
            <a:srcRect/>
            <a:stretch>
              <a:fillRect/>
            </a:stretch>
          </p:blipFill>
          <p:spPr bwMode="auto"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68668" name="Text Box 76">
              <a:hlinkClick r:id="rId10" action="ppaction://hlinksldjump"/>
            </p:cNvPr>
            <p:cNvSpPr txBox="1">
              <a:spLocks noChangeArrowheads="1"/>
            </p:cNvSpPr>
            <p:nvPr/>
          </p:nvSpPr>
          <p:spPr bwMode="auto"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0">
                  <a:solidFill>
                    <a:schemeClr val="bg1"/>
                  </a:solidFill>
                  <a:latin typeface="隶书" pitchFamily="49" charset="-122"/>
                  <a:ea typeface="隶书" pitchFamily="49" charset="-122"/>
                </a:rPr>
                <a:t>返 回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58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58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1659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8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2000"/>
                                        <p:tgtEl>
                                          <p:spTgt spid="1658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3" dur="3000"/>
                                        <p:tgtEl>
                                          <p:spTgt spid="1658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8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3000"/>
                                        <p:tgtEl>
                                          <p:spTgt spid="1658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3000"/>
                            </p:stCondLst>
                            <p:childTnLst>
                              <p:par>
                                <p:cTn id="3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9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3000"/>
                                        <p:tgtEl>
                                          <p:spTgt spid="1659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3000"/>
                                        <p:tgtEl>
                                          <p:spTgt spid="1659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3000"/>
                                        <p:tgtEl>
                                          <p:spTgt spid="1658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9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1659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5890" grpId="0"/>
      <p:bldP spid="165894" grpId="0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1446" name="Object 6"/>
          <p:cNvGraphicFramePr>
            <a:graphicFrameLocks noChangeAspect="1"/>
          </p:cNvGraphicFramePr>
          <p:nvPr/>
        </p:nvGraphicFramePr>
        <p:xfrm>
          <a:off x="1187450" y="981075"/>
          <a:ext cx="3276600" cy="1266825"/>
        </p:xfrm>
        <a:graphic>
          <a:graphicData uri="http://schemas.openxmlformats.org/presentationml/2006/ole">
            <p:oleObj spid="_x0000_s69633" r:id="rId3" imgW="1031400" imgH="392040" progId="Equation.3">
              <p:embed/>
            </p:oleObj>
          </a:graphicData>
        </a:graphic>
      </p:graphicFrame>
      <p:graphicFrame>
        <p:nvGraphicFramePr>
          <p:cNvPr id="61447" name="Object 7"/>
          <p:cNvGraphicFramePr>
            <a:graphicFrameLocks noChangeAspect="1"/>
          </p:cNvGraphicFramePr>
          <p:nvPr/>
        </p:nvGraphicFramePr>
        <p:xfrm>
          <a:off x="1203325" y="3052763"/>
          <a:ext cx="3448050" cy="1179512"/>
        </p:xfrm>
        <a:graphic>
          <a:graphicData uri="http://schemas.openxmlformats.org/presentationml/2006/ole">
            <p:oleObj spid="_x0000_s69634" r:id="rId4" imgW="1205280" imgH="403560" progId="Equation.3">
              <p:embed/>
            </p:oleObj>
          </a:graphicData>
        </a:graphic>
      </p:graphicFrame>
      <p:grpSp>
        <p:nvGrpSpPr>
          <p:cNvPr id="61562" name="Group 122"/>
          <p:cNvGrpSpPr>
            <a:grpSpLocks/>
          </p:cNvGrpSpPr>
          <p:nvPr/>
        </p:nvGrpSpPr>
        <p:grpSpPr bwMode="auto">
          <a:xfrm>
            <a:off x="5435600" y="2870200"/>
            <a:ext cx="3162300" cy="1998663"/>
            <a:chOff x="3424" y="1808"/>
            <a:chExt cx="1992" cy="1259"/>
          </a:xfrm>
        </p:grpSpPr>
        <p:sp>
          <p:nvSpPr>
            <p:cNvPr id="69636" name="Text Box 59"/>
            <p:cNvSpPr txBox="1">
              <a:spLocks noChangeArrowheads="1"/>
            </p:cNvSpPr>
            <p:nvPr/>
          </p:nvSpPr>
          <p:spPr bwMode="auto">
            <a:xfrm>
              <a:off x="3927" y="1808"/>
              <a:ext cx="321" cy="327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u</a:t>
              </a:r>
              <a:r>
                <a:rPr lang="en-US" altLang="zh-CN" b="0" baseline="-2500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L</a:t>
              </a:r>
              <a:endParaRPr lang="en-US" altLang="zh-CN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69637" name="Text Box 60"/>
            <p:cNvSpPr txBox="1">
              <a:spLocks noChangeArrowheads="1"/>
            </p:cNvSpPr>
            <p:nvPr/>
          </p:nvSpPr>
          <p:spPr bwMode="auto">
            <a:xfrm>
              <a:off x="3550" y="2019"/>
              <a:ext cx="363" cy="327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U</a:t>
              </a:r>
              <a:r>
                <a:rPr lang="en-US" altLang="zh-CN" b="0" baseline="-2500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S</a:t>
              </a:r>
            </a:p>
          </p:txBody>
        </p:sp>
        <p:sp>
          <p:nvSpPr>
            <p:cNvPr id="69638" name="Line 62"/>
            <p:cNvSpPr>
              <a:spLocks noChangeShapeType="1"/>
            </p:cNvSpPr>
            <p:nvPr/>
          </p:nvSpPr>
          <p:spPr bwMode="auto">
            <a:xfrm>
              <a:off x="3424" y="2659"/>
              <a:ext cx="1806" cy="0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9639" name="Line 63"/>
            <p:cNvSpPr>
              <a:spLocks noChangeShapeType="1"/>
            </p:cNvSpPr>
            <p:nvPr/>
          </p:nvSpPr>
          <p:spPr bwMode="auto">
            <a:xfrm flipV="1">
              <a:off x="3878" y="1987"/>
              <a:ext cx="8" cy="1080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9640" name="Freeform 64"/>
            <p:cNvSpPr>
              <a:spLocks noChangeArrowheads="1"/>
            </p:cNvSpPr>
            <p:nvPr/>
          </p:nvSpPr>
          <p:spPr bwMode="auto">
            <a:xfrm>
              <a:off x="3886" y="2179"/>
              <a:ext cx="1200" cy="45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44" y="192"/>
                </a:cxn>
                <a:cxn ang="0">
                  <a:pos x="384" y="336"/>
                </a:cxn>
                <a:cxn ang="0">
                  <a:pos x="912" y="432"/>
                </a:cxn>
                <a:cxn ang="0">
                  <a:pos x="1200" y="442"/>
                </a:cxn>
              </a:cxnLst>
              <a:rect l="0" t="0" r="r" b="b"/>
              <a:pathLst>
                <a:path w="1200" h="450">
                  <a:moveTo>
                    <a:pt x="0" y="0"/>
                  </a:moveTo>
                  <a:cubicBezTo>
                    <a:pt x="40" y="68"/>
                    <a:pt x="80" y="136"/>
                    <a:pt x="144" y="192"/>
                  </a:cubicBezTo>
                  <a:cubicBezTo>
                    <a:pt x="208" y="248"/>
                    <a:pt x="256" y="296"/>
                    <a:pt x="384" y="336"/>
                  </a:cubicBezTo>
                  <a:cubicBezTo>
                    <a:pt x="512" y="376"/>
                    <a:pt x="776" y="414"/>
                    <a:pt x="912" y="432"/>
                  </a:cubicBezTo>
                  <a:cubicBezTo>
                    <a:pt x="1048" y="450"/>
                    <a:pt x="1140" y="440"/>
                    <a:pt x="1200" y="442"/>
                  </a:cubicBezTo>
                </a:path>
              </a:pathLst>
            </a:custGeom>
            <a:noFill/>
            <a:ln w="28575">
              <a:solidFill>
                <a:srgbClr val="FF33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9641" name="Text Box 65"/>
            <p:cNvSpPr txBox="1">
              <a:spLocks noChangeArrowheads="1"/>
            </p:cNvSpPr>
            <p:nvPr/>
          </p:nvSpPr>
          <p:spPr bwMode="auto">
            <a:xfrm>
              <a:off x="5238" y="2544"/>
              <a:ext cx="178" cy="327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t</a:t>
              </a:r>
              <a:endParaRPr lang="en-US" altLang="zh-CN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69642" name="Text Box 68"/>
            <p:cNvSpPr txBox="1">
              <a:spLocks noChangeArrowheads="1"/>
            </p:cNvSpPr>
            <p:nvPr/>
          </p:nvSpPr>
          <p:spPr bwMode="auto">
            <a:xfrm>
              <a:off x="3638" y="2592"/>
              <a:ext cx="228" cy="327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0</a:t>
              </a:r>
            </a:p>
          </p:txBody>
        </p:sp>
        <p:sp>
          <p:nvSpPr>
            <p:cNvPr id="69643" name="Line 69"/>
            <p:cNvSpPr>
              <a:spLocks noChangeShapeType="1"/>
            </p:cNvSpPr>
            <p:nvPr/>
          </p:nvSpPr>
          <p:spPr bwMode="auto">
            <a:xfrm flipH="1">
              <a:off x="3667" y="2647"/>
              <a:ext cx="210" cy="0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9644" name="Line 70"/>
            <p:cNvSpPr>
              <a:spLocks noChangeShapeType="1"/>
            </p:cNvSpPr>
            <p:nvPr/>
          </p:nvSpPr>
          <p:spPr bwMode="auto">
            <a:xfrm flipV="1">
              <a:off x="3877" y="2192"/>
              <a:ext cx="0" cy="455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9645" name="Line 72"/>
            <p:cNvSpPr>
              <a:spLocks noChangeShapeType="1"/>
            </p:cNvSpPr>
            <p:nvPr/>
          </p:nvSpPr>
          <p:spPr bwMode="auto">
            <a:xfrm rot="-2533965">
              <a:off x="3875" y="2167"/>
              <a:ext cx="37" cy="2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69646" name="Group 79"/>
          <p:cNvGrpSpPr>
            <a:grpSpLocks/>
          </p:cNvGrpSpPr>
          <p:nvPr/>
        </p:nvGrpSpPr>
        <p:grpSpPr bwMode="auto"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69647" name="Picture 80" descr="78900"/>
            <p:cNvPicPr>
              <a:picLocks noChangeAspect="1" noChangeArrowheads="1"/>
            </p:cNvPicPr>
            <p:nvPr/>
          </p:nvPicPr>
          <p:blipFill>
            <a:blip r:embed="rId5"/>
            <a:srcRect/>
            <a:stretch>
              <a:fillRect/>
            </a:stretch>
          </p:blipFill>
          <p:spPr bwMode="auto"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69648" name="Text Box 81">
              <a:hlinkClick r:id="" action="ppaction://hlinkshowjump?jump=nextslide"/>
            </p:cNvPr>
            <p:cNvSpPr txBox="1">
              <a:spLocks noChangeArrowheads="1"/>
            </p:cNvSpPr>
            <p:nvPr/>
          </p:nvSpPr>
          <p:spPr bwMode="auto"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0">
                  <a:solidFill>
                    <a:schemeClr val="bg1"/>
                  </a:solidFill>
                  <a:latin typeface="隶书" pitchFamily="49" charset="-122"/>
                  <a:ea typeface="隶书" pitchFamily="49" charset="-122"/>
                </a:rPr>
                <a:t>下 页</a:t>
              </a:r>
            </a:p>
          </p:txBody>
        </p:sp>
      </p:grpSp>
      <p:grpSp>
        <p:nvGrpSpPr>
          <p:cNvPr id="69649" name="Group 82"/>
          <p:cNvGrpSpPr>
            <a:grpSpLocks/>
          </p:cNvGrpSpPr>
          <p:nvPr/>
        </p:nvGrpSpPr>
        <p:grpSpPr bwMode="auto">
          <a:xfrm>
            <a:off x="7453313" y="6446838"/>
            <a:ext cx="792162" cy="366712"/>
            <a:chOff x="4649" y="4020"/>
            <a:chExt cx="499" cy="231"/>
          </a:xfrm>
        </p:grpSpPr>
        <p:pic>
          <p:nvPicPr>
            <p:cNvPr id="69650" name="Picture 83" descr="78900"/>
            <p:cNvPicPr>
              <a:picLocks noChangeAspect="1" noChangeArrowheads="1"/>
            </p:cNvPicPr>
            <p:nvPr/>
          </p:nvPicPr>
          <p:blipFill>
            <a:blip r:embed="rId5"/>
            <a:srcRect/>
            <a:stretch>
              <a:fillRect/>
            </a:stretch>
          </p:blipFill>
          <p:spPr bwMode="auto"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69651" name="Text Box 84">
              <a:hlinkClick r:id="" action="ppaction://hlinkshowjump?jump=previousslide"/>
            </p:cNvPr>
            <p:cNvSpPr txBox="1">
              <a:spLocks noChangeArrowheads="1"/>
            </p:cNvSpPr>
            <p:nvPr/>
          </p:nvSpPr>
          <p:spPr bwMode="auto"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0">
                  <a:solidFill>
                    <a:schemeClr val="bg1"/>
                  </a:solidFill>
                  <a:latin typeface="隶书" pitchFamily="49" charset="-122"/>
                  <a:ea typeface="隶书" pitchFamily="49" charset="-122"/>
                </a:rPr>
                <a:t>上 页</a:t>
              </a:r>
            </a:p>
          </p:txBody>
        </p:sp>
      </p:grpSp>
      <p:grpSp>
        <p:nvGrpSpPr>
          <p:cNvPr id="61528" name="Group 88"/>
          <p:cNvGrpSpPr>
            <a:grpSpLocks/>
          </p:cNvGrpSpPr>
          <p:nvPr/>
        </p:nvGrpSpPr>
        <p:grpSpPr bwMode="auto">
          <a:xfrm>
            <a:off x="5715000" y="620713"/>
            <a:ext cx="2940050" cy="2133600"/>
            <a:chOff x="3034" y="2096"/>
            <a:chExt cx="1852" cy="1344"/>
          </a:xfrm>
        </p:grpSpPr>
        <p:sp>
          <p:nvSpPr>
            <p:cNvPr id="69653" name="Oval 89"/>
            <p:cNvSpPr>
              <a:spLocks noChangeArrowheads="1"/>
            </p:cNvSpPr>
            <p:nvPr/>
          </p:nvSpPr>
          <p:spPr bwMode="auto">
            <a:xfrm>
              <a:off x="3061" y="2704"/>
              <a:ext cx="363" cy="363"/>
            </a:xfrm>
            <a:prstGeom prst="ellipse">
              <a:avLst/>
            </a:prstGeom>
            <a:gradFill rotWithShape="1">
              <a:gsLst>
                <a:gs pos="0">
                  <a:srgbClr val="0099FF"/>
                </a:gs>
                <a:gs pos="100000">
                  <a:srgbClr val="004776"/>
                </a:gs>
              </a:gsLst>
              <a:path path="shape">
                <a:fillToRect l="50000" t="50000" r="50000" b="50000"/>
              </a:path>
            </a:gradFill>
            <a:ln w="38100">
              <a:solidFill>
                <a:srgbClr val="FF99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69654" name="Group 90"/>
            <p:cNvGrpSpPr>
              <a:grpSpLocks/>
            </p:cNvGrpSpPr>
            <p:nvPr/>
          </p:nvGrpSpPr>
          <p:grpSpPr bwMode="auto">
            <a:xfrm>
              <a:off x="4242" y="2134"/>
              <a:ext cx="274" cy="350"/>
              <a:chOff x="1831" y="480"/>
              <a:chExt cx="281" cy="288"/>
            </a:xfrm>
          </p:grpSpPr>
          <p:sp>
            <p:nvSpPr>
              <p:cNvPr id="69655" name="Line 91"/>
              <p:cNvSpPr>
                <a:spLocks noChangeShapeType="1"/>
              </p:cNvSpPr>
              <p:nvPr/>
            </p:nvSpPr>
            <p:spPr bwMode="auto">
              <a:xfrm>
                <a:off x="1872" y="768"/>
                <a:ext cx="240" cy="0"/>
              </a:xfrm>
              <a:prstGeom prst="line">
                <a:avLst/>
              </a:prstGeom>
              <a:noFill/>
              <a:ln w="38100">
                <a:solidFill>
                  <a:srgbClr val="00FFFF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9656" name="Text Box 92"/>
              <p:cNvSpPr txBox="1">
                <a:spLocks noChangeArrowheads="1"/>
              </p:cNvSpPr>
              <p:nvPr/>
            </p:nvSpPr>
            <p:spPr bwMode="auto">
              <a:xfrm>
                <a:off x="1831" y="480"/>
                <a:ext cx="270" cy="269"/>
              </a:xfrm>
              <a:prstGeom prst="rect">
                <a:avLst/>
              </a:prstGeom>
              <a:noFill/>
              <a:ln w="28575">
                <a:noFill/>
                <a:miter lim="800000"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altLang="zh-CN" b="0" i="1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rPr>
                  <a:t>i</a:t>
                </a:r>
                <a:r>
                  <a:rPr lang="en-US" altLang="zh-CN" b="0" i="1" baseline="-250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rPr>
                  <a:t>L</a:t>
                </a:r>
                <a:endParaRPr lang="en-US" altLang="zh-CN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endParaRPr>
              </a:p>
            </p:txBody>
          </p:sp>
        </p:grpSp>
        <p:sp>
          <p:nvSpPr>
            <p:cNvPr id="69657" name="Text Box 93"/>
            <p:cNvSpPr txBox="1">
              <a:spLocks noChangeArrowheads="1"/>
            </p:cNvSpPr>
            <p:nvPr/>
          </p:nvSpPr>
          <p:spPr bwMode="auto">
            <a:xfrm>
              <a:off x="3034" y="2096"/>
              <a:ext cx="716" cy="327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S(</a:t>
              </a:r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t=</a:t>
              </a:r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0)</a:t>
              </a:r>
            </a:p>
          </p:txBody>
        </p:sp>
        <p:sp>
          <p:nvSpPr>
            <p:cNvPr id="69658" name="Text Box 94"/>
            <p:cNvSpPr txBox="1">
              <a:spLocks noChangeArrowheads="1"/>
            </p:cNvSpPr>
            <p:nvPr/>
          </p:nvSpPr>
          <p:spPr bwMode="auto">
            <a:xfrm>
              <a:off x="3420" y="2750"/>
              <a:ext cx="363" cy="327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U</a:t>
              </a:r>
              <a:r>
                <a:rPr lang="en-US" altLang="zh-CN" b="0" baseline="-2500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S</a:t>
              </a:r>
              <a:endParaRPr lang="en-US" altLang="zh-CN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grpSp>
          <p:nvGrpSpPr>
            <p:cNvPr id="69659" name="Group 95"/>
            <p:cNvGrpSpPr>
              <a:grpSpLocks/>
            </p:cNvGrpSpPr>
            <p:nvPr/>
          </p:nvGrpSpPr>
          <p:grpSpPr bwMode="auto">
            <a:xfrm>
              <a:off x="3778" y="2459"/>
              <a:ext cx="603" cy="374"/>
              <a:chOff x="804" y="777"/>
              <a:chExt cx="619" cy="308"/>
            </a:xfrm>
          </p:grpSpPr>
          <p:grpSp>
            <p:nvGrpSpPr>
              <p:cNvPr id="69660" name="Group 96"/>
              <p:cNvGrpSpPr>
                <a:grpSpLocks/>
              </p:cNvGrpSpPr>
              <p:nvPr/>
            </p:nvGrpSpPr>
            <p:grpSpPr bwMode="auto">
              <a:xfrm>
                <a:off x="804" y="777"/>
                <a:ext cx="619" cy="269"/>
                <a:chOff x="804" y="777"/>
                <a:chExt cx="619" cy="269"/>
              </a:xfrm>
            </p:grpSpPr>
            <p:sp>
              <p:nvSpPr>
                <p:cNvPr id="69661" name="Text Box 97"/>
                <p:cNvSpPr txBox="1">
                  <a:spLocks noChangeArrowheads="1"/>
                </p:cNvSpPr>
                <p:nvPr/>
              </p:nvSpPr>
              <p:spPr bwMode="auto">
                <a:xfrm>
                  <a:off x="804" y="777"/>
                  <a:ext cx="250" cy="269"/>
                </a:xfrm>
                <a:prstGeom prst="rect">
                  <a:avLst/>
                </a:prstGeom>
                <a:noFill/>
                <a:ln w="28575">
                  <a:noFill/>
                  <a:miter lim="800000"/>
                  <a:headEnd/>
                  <a:tailEnd/>
                </a:ln>
              </p:spPr>
              <p:txBody>
                <a:bodyPr wrap="none" anchor="ctr">
                  <a:spAutoFit/>
                </a:bodyPr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altLang="zh-CN">
                      <a:solidFill>
                        <a:schemeClr val="bg1"/>
                      </a:solidFill>
                      <a:latin typeface="Times New Roman" pitchFamily="18" charset="0"/>
                      <a:ea typeface="宋体" pitchFamily="2" charset="-122"/>
                    </a:rPr>
                    <a:t>+</a:t>
                  </a:r>
                </a:p>
              </p:txBody>
            </p:sp>
            <p:sp>
              <p:nvSpPr>
                <p:cNvPr id="69662" name="Text Box 98"/>
                <p:cNvSpPr txBox="1">
                  <a:spLocks noChangeArrowheads="1"/>
                </p:cNvSpPr>
                <p:nvPr/>
              </p:nvSpPr>
              <p:spPr bwMode="auto">
                <a:xfrm>
                  <a:off x="1189" y="777"/>
                  <a:ext cx="234" cy="269"/>
                </a:xfrm>
                <a:prstGeom prst="rect">
                  <a:avLst/>
                </a:prstGeom>
                <a:noFill/>
                <a:ln w="28575">
                  <a:noFill/>
                  <a:miter lim="800000"/>
                  <a:headEnd/>
                  <a:tailEnd/>
                </a:ln>
              </p:spPr>
              <p:txBody>
                <a:bodyPr wrap="none" anchor="ctr">
                  <a:spAutoFit/>
                </a:bodyPr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altLang="zh-CN">
                      <a:solidFill>
                        <a:schemeClr val="bg1"/>
                      </a:solidFill>
                      <a:latin typeface="Times New Roman" pitchFamily="18" charset="0"/>
                      <a:ea typeface="宋体" pitchFamily="2" charset="-122"/>
                    </a:rPr>
                    <a:t>–</a:t>
                  </a:r>
                </a:p>
              </p:txBody>
            </p:sp>
          </p:grpSp>
          <p:sp>
            <p:nvSpPr>
              <p:cNvPr id="69663" name="Text Box 99"/>
              <p:cNvSpPr txBox="1">
                <a:spLocks noChangeArrowheads="1"/>
              </p:cNvSpPr>
              <p:nvPr/>
            </p:nvSpPr>
            <p:spPr bwMode="auto">
              <a:xfrm>
                <a:off x="955" y="816"/>
                <a:ext cx="338" cy="269"/>
              </a:xfrm>
              <a:prstGeom prst="rect">
                <a:avLst/>
              </a:prstGeom>
              <a:noFill/>
              <a:ln w="28575">
                <a:noFill/>
                <a:miter lim="800000"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altLang="zh-CN" b="0" i="1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rPr>
                  <a:t>u</a:t>
                </a:r>
                <a:r>
                  <a:rPr lang="en-US" altLang="zh-CN" b="0" baseline="-250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rPr>
                  <a:t>R</a:t>
                </a:r>
              </a:p>
            </p:txBody>
          </p:sp>
        </p:grpSp>
        <p:sp>
          <p:nvSpPr>
            <p:cNvPr id="69664" name="Text Box 100"/>
            <p:cNvSpPr txBox="1">
              <a:spLocks noChangeArrowheads="1"/>
            </p:cNvSpPr>
            <p:nvPr/>
          </p:nvSpPr>
          <p:spPr bwMode="auto">
            <a:xfrm>
              <a:off x="4645" y="2776"/>
              <a:ext cx="241" cy="327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L</a:t>
              </a:r>
              <a:endParaRPr lang="en-US" altLang="zh-CN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grpSp>
          <p:nvGrpSpPr>
            <p:cNvPr id="69665" name="Group 101"/>
            <p:cNvGrpSpPr>
              <a:grpSpLocks/>
            </p:cNvGrpSpPr>
            <p:nvPr/>
          </p:nvGrpSpPr>
          <p:grpSpPr bwMode="auto">
            <a:xfrm>
              <a:off x="4241" y="2523"/>
              <a:ext cx="322" cy="792"/>
              <a:chOff x="1971" y="730"/>
              <a:chExt cx="331" cy="653"/>
            </a:xfrm>
          </p:grpSpPr>
          <p:grpSp>
            <p:nvGrpSpPr>
              <p:cNvPr id="69666" name="Group 102"/>
              <p:cNvGrpSpPr>
                <a:grpSpLocks/>
              </p:cNvGrpSpPr>
              <p:nvPr/>
            </p:nvGrpSpPr>
            <p:grpSpPr bwMode="auto">
              <a:xfrm>
                <a:off x="2052" y="730"/>
                <a:ext cx="250" cy="653"/>
                <a:chOff x="1620" y="1258"/>
                <a:chExt cx="250" cy="653"/>
              </a:xfrm>
            </p:grpSpPr>
            <p:sp>
              <p:nvSpPr>
                <p:cNvPr id="69667" name="Text Box 103"/>
                <p:cNvSpPr txBox="1">
                  <a:spLocks noChangeArrowheads="1"/>
                </p:cNvSpPr>
                <p:nvPr/>
              </p:nvSpPr>
              <p:spPr bwMode="auto">
                <a:xfrm>
                  <a:off x="1620" y="1258"/>
                  <a:ext cx="250" cy="270"/>
                </a:xfrm>
                <a:prstGeom prst="rect">
                  <a:avLst/>
                </a:prstGeom>
                <a:noFill/>
                <a:ln w="28575">
                  <a:noFill/>
                  <a:miter lim="800000"/>
                  <a:headEnd/>
                  <a:tailEnd/>
                </a:ln>
              </p:spPr>
              <p:txBody>
                <a:bodyPr wrap="none" anchor="ctr">
                  <a:spAutoFit/>
                </a:bodyPr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altLang="zh-CN" b="0">
                      <a:solidFill>
                        <a:schemeClr val="bg1"/>
                      </a:solidFill>
                      <a:latin typeface="Times New Roman" pitchFamily="18" charset="0"/>
                      <a:ea typeface="宋体" pitchFamily="2" charset="-122"/>
                    </a:rPr>
                    <a:t>+</a:t>
                  </a:r>
                </a:p>
              </p:txBody>
            </p:sp>
            <p:sp>
              <p:nvSpPr>
                <p:cNvPr id="69668" name="Text Box 104"/>
                <p:cNvSpPr txBox="1">
                  <a:spLocks noChangeArrowheads="1"/>
                </p:cNvSpPr>
                <p:nvPr/>
              </p:nvSpPr>
              <p:spPr bwMode="auto">
                <a:xfrm>
                  <a:off x="1620" y="1642"/>
                  <a:ext cx="235" cy="269"/>
                </a:xfrm>
                <a:prstGeom prst="rect">
                  <a:avLst/>
                </a:prstGeom>
                <a:noFill/>
                <a:ln w="28575">
                  <a:noFill/>
                  <a:miter lim="800000"/>
                  <a:headEnd/>
                  <a:tailEnd/>
                </a:ln>
              </p:spPr>
              <p:txBody>
                <a:bodyPr wrap="none" anchor="ctr">
                  <a:spAutoFit/>
                </a:bodyPr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altLang="zh-CN" b="0">
                      <a:solidFill>
                        <a:schemeClr val="bg1"/>
                      </a:solidFill>
                      <a:latin typeface="Times New Roman" pitchFamily="18" charset="0"/>
                      <a:ea typeface="宋体" pitchFamily="2" charset="-122"/>
                    </a:rPr>
                    <a:t>–</a:t>
                  </a:r>
                </a:p>
              </p:txBody>
            </p:sp>
          </p:grpSp>
          <p:sp>
            <p:nvSpPr>
              <p:cNvPr id="69669" name="Text Box 105"/>
              <p:cNvSpPr txBox="1">
                <a:spLocks noChangeArrowheads="1"/>
              </p:cNvSpPr>
              <p:nvPr/>
            </p:nvSpPr>
            <p:spPr bwMode="auto">
              <a:xfrm>
                <a:off x="1971" y="911"/>
                <a:ext cx="322" cy="270"/>
              </a:xfrm>
              <a:prstGeom prst="rect">
                <a:avLst/>
              </a:prstGeom>
              <a:noFill/>
              <a:ln w="28575">
                <a:noFill/>
                <a:miter lim="800000"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altLang="zh-CN" b="0" i="1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rPr>
                  <a:t>u</a:t>
                </a:r>
                <a:r>
                  <a:rPr lang="en-US" altLang="zh-CN" b="0" i="1" baseline="-250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rPr>
                  <a:t>L</a:t>
                </a:r>
                <a:endParaRPr lang="en-US" altLang="zh-CN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endParaRPr>
              </a:p>
            </p:txBody>
          </p:sp>
        </p:grpSp>
        <p:sp>
          <p:nvSpPr>
            <p:cNvPr id="69670" name="Line 106"/>
            <p:cNvSpPr>
              <a:spLocks noChangeShapeType="1"/>
            </p:cNvSpPr>
            <p:nvPr/>
          </p:nvSpPr>
          <p:spPr bwMode="auto">
            <a:xfrm>
              <a:off x="3833" y="2523"/>
              <a:ext cx="725" cy="0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 type="oval" w="med" len="med"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9671" name="Line 107"/>
            <p:cNvSpPr>
              <a:spLocks noChangeShapeType="1"/>
            </p:cNvSpPr>
            <p:nvPr/>
          </p:nvSpPr>
          <p:spPr bwMode="auto">
            <a:xfrm>
              <a:off x="3243" y="2523"/>
              <a:ext cx="342" cy="0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 type="oval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9672" name="Line 108"/>
            <p:cNvSpPr>
              <a:spLocks noChangeShapeType="1"/>
            </p:cNvSpPr>
            <p:nvPr/>
          </p:nvSpPr>
          <p:spPr bwMode="auto">
            <a:xfrm>
              <a:off x="4558" y="3113"/>
              <a:ext cx="0" cy="291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9673" name="Line 109"/>
            <p:cNvSpPr>
              <a:spLocks noChangeShapeType="1"/>
            </p:cNvSpPr>
            <p:nvPr/>
          </p:nvSpPr>
          <p:spPr bwMode="auto">
            <a:xfrm>
              <a:off x="3243" y="2523"/>
              <a:ext cx="0" cy="862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9674" name="Line 110"/>
            <p:cNvSpPr>
              <a:spLocks noChangeShapeType="1"/>
            </p:cNvSpPr>
            <p:nvPr/>
          </p:nvSpPr>
          <p:spPr bwMode="auto">
            <a:xfrm>
              <a:off x="3243" y="3385"/>
              <a:ext cx="1315" cy="0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9675" name="Line 111"/>
            <p:cNvSpPr>
              <a:spLocks noChangeShapeType="1"/>
            </p:cNvSpPr>
            <p:nvPr/>
          </p:nvSpPr>
          <p:spPr bwMode="auto">
            <a:xfrm>
              <a:off x="4558" y="2523"/>
              <a:ext cx="0" cy="175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9676" name="Text Box 112"/>
            <p:cNvSpPr txBox="1">
              <a:spLocks noChangeArrowheads="1"/>
            </p:cNvSpPr>
            <p:nvPr/>
          </p:nvSpPr>
          <p:spPr bwMode="auto">
            <a:xfrm>
              <a:off x="3964" y="2141"/>
              <a:ext cx="253" cy="327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R</a:t>
              </a:r>
              <a:endParaRPr lang="en-US" altLang="zh-CN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69677" name="Line 113"/>
            <p:cNvSpPr>
              <a:spLocks noChangeShapeType="1"/>
            </p:cNvSpPr>
            <p:nvPr/>
          </p:nvSpPr>
          <p:spPr bwMode="auto">
            <a:xfrm flipH="1" flipV="1">
              <a:off x="3560" y="2432"/>
              <a:ext cx="278" cy="84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9678" name="Line 114"/>
            <p:cNvSpPr>
              <a:spLocks noChangeShapeType="1"/>
            </p:cNvSpPr>
            <p:nvPr/>
          </p:nvSpPr>
          <p:spPr bwMode="auto">
            <a:xfrm flipH="1">
              <a:off x="3742" y="2251"/>
              <a:ext cx="140" cy="233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9679" name="Rectangle 115"/>
            <p:cNvSpPr>
              <a:spLocks noChangeArrowheads="1"/>
            </p:cNvSpPr>
            <p:nvPr/>
          </p:nvSpPr>
          <p:spPr bwMode="auto">
            <a:xfrm>
              <a:off x="3923" y="2432"/>
              <a:ext cx="297" cy="137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</a:gradFill>
            <a:ln w="2857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69680" name="Group 116"/>
            <p:cNvGrpSpPr>
              <a:grpSpLocks/>
            </p:cNvGrpSpPr>
            <p:nvPr/>
          </p:nvGrpSpPr>
          <p:grpSpPr bwMode="auto">
            <a:xfrm rot="5400000">
              <a:off x="4101" y="2611"/>
              <a:ext cx="499" cy="590"/>
              <a:chOff x="476" y="663"/>
              <a:chExt cx="771" cy="862"/>
            </a:xfrm>
          </p:grpSpPr>
          <p:sp>
            <p:nvSpPr>
              <p:cNvPr id="69681" name="AutoShape 117"/>
              <p:cNvSpPr>
                <a:spLocks noChangeArrowheads="1"/>
              </p:cNvSpPr>
              <p:nvPr/>
            </p:nvSpPr>
            <p:spPr bwMode="auto">
              <a:xfrm>
                <a:off x="476" y="663"/>
                <a:ext cx="317" cy="862"/>
              </a:xfrm>
              <a:custGeom>
                <a:avLst/>
                <a:gdLst/>
                <a:ahLst/>
                <a:cxnLst>
                  <a:cxn ang="0">
                    <a:pos x="2646" y="3717"/>
                  </a:cxn>
                  <a:cxn ang="0">
                    <a:pos x="10800" y="0"/>
                  </a:cxn>
                  <a:cxn ang="0">
                    <a:pos x="18953" y="3717"/>
                  </a:cxn>
                  <a:cxn ang="0">
                    <a:pos x="10799" y="0"/>
                  </a:cxn>
                  <a:cxn ang="0">
                    <a:pos x="2646" y="3717"/>
                  </a:cxn>
                </a:cxnLst>
                <a:rect l="0" t="0" r="r" b="b"/>
                <a:pathLst>
                  <a:path w="21600" h="21600">
                    <a:moveTo>
                      <a:pt x="2646" y="3717"/>
                    </a:moveTo>
                    <a:cubicBezTo>
                      <a:pt x="4698" y="1356"/>
                      <a:pt x="7672" y="-1"/>
                      <a:pt x="10800" y="0"/>
                    </a:cubicBezTo>
                    <a:cubicBezTo>
                      <a:pt x="13927" y="0"/>
                      <a:pt x="16901" y="1356"/>
                      <a:pt x="18953" y="3717"/>
                    </a:cubicBezTo>
                    <a:cubicBezTo>
                      <a:pt x="16901" y="1356"/>
                      <a:pt x="13927" y="-1"/>
                      <a:pt x="10799" y="0"/>
                    </a:cubicBezTo>
                    <a:cubicBezTo>
                      <a:pt x="7672" y="0"/>
                      <a:pt x="4698" y="1356"/>
                      <a:pt x="2646" y="3717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764700"/>
                  </a:gs>
                  <a:gs pos="50000">
                    <a:srgbClr val="FF9900"/>
                  </a:gs>
                  <a:gs pos="100000">
                    <a:srgbClr val="764700"/>
                  </a:gs>
                </a:gsLst>
                <a:lin ang="5400000" scaled="1"/>
              </a:gradFill>
              <a:ln w="38100">
                <a:solidFill>
                  <a:srgbClr val="FF99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9682" name="AutoShape 118"/>
              <p:cNvSpPr>
                <a:spLocks noChangeArrowheads="1"/>
              </p:cNvSpPr>
              <p:nvPr/>
            </p:nvSpPr>
            <p:spPr bwMode="auto">
              <a:xfrm>
                <a:off x="703" y="663"/>
                <a:ext cx="317" cy="862"/>
              </a:xfrm>
              <a:custGeom>
                <a:avLst/>
                <a:gdLst/>
                <a:ahLst/>
                <a:cxnLst>
                  <a:cxn ang="0">
                    <a:pos x="2646" y="3717"/>
                  </a:cxn>
                  <a:cxn ang="0">
                    <a:pos x="10800" y="0"/>
                  </a:cxn>
                  <a:cxn ang="0">
                    <a:pos x="18953" y="3717"/>
                  </a:cxn>
                  <a:cxn ang="0">
                    <a:pos x="10799" y="0"/>
                  </a:cxn>
                  <a:cxn ang="0">
                    <a:pos x="2646" y="3717"/>
                  </a:cxn>
                </a:cxnLst>
                <a:rect l="0" t="0" r="r" b="b"/>
                <a:pathLst>
                  <a:path w="21600" h="21600">
                    <a:moveTo>
                      <a:pt x="2646" y="3717"/>
                    </a:moveTo>
                    <a:cubicBezTo>
                      <a:pt x="4698" y="1356"/>
                      <a:pt x="7672" y="-1"/>
                      <a:pt x="10800" y="0"/>
                    </a:cubicBezTo>
                    <a:cubicBezTo>
                      <a:pt x="13927" y="0"/>
                      <a:pt x="16901" y="1356"/>
                      <a:pt x="18953" y="3717"/>
                    </a:cubicBezTo>
                    <a:cubicBezTo>
                      <a:pt x="16901" y="1356"/>
                      <a:pt x="13927" y="-1"/>
                      <a:pt x="10799" y="0"/>
                    </a:cubicBezTo>
                    <a:cubicBezTo>
                      <a:pt x="7672" y="0"/>
                      <a:pt x="4698" y="1356"/>
                      <a:pt x="2646" y="3717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764700"/>
                  </a:gs>
                  <a:gs pos="50000">
                    <a:srgbClr val="FF9900"/>
                  </a:gs>
                  <a:gs pos="100000">
                    <a:srgbClr val="764700"/>
                  </a:gs>
                </a:gsLst>
                <a:lin ang="5400000" scaled="1"/>
              </a:gradFill>
              <a:ln w="38100">
                <a:solidFill>
                  <a:srgbClr val="FF99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9683" name="AutoShape 119"/>
              <p:cNvSpPr>
                <a:spLocks noChangeArrowheads="1"/>
              </p:cNvSpPr>
              <p:nvPr/>
            </p:nvSpPr>
            <p:spPr bwMode="auto">
              <a:xfrm>
                <a:off x="930" y="663"/>
                <a:ext cx="317" cy="862"/>
              </a:xfrm>
              <a:custGeom>
                <a:avLst/>
                <a:gdLst/>
                <a:ahLst/>
                <a:cxnLst>
                  <a:cxn ang="0">
                    <a:pos x="2646" y="3717"/>
                  </a:cxn>
                  <a:cxn ang="0">
                    <a:pos x="10800" y="0"/>
                  </a:cxn>
                  <a:cxn ang="0">
                    <a:pos x="18953" y="3717"/>
                  </a:cxn>
                  <a:cxn ang="0">
                    <a:pos x="10799" y="0"/>
                  </a:cxn>
                  <a:cxn ang="0">
                    <a:pos x="2646" y="3717"/>
                  </a:cxn>
                </a:cxnLst>
                <a:rect l="0" t="0" r="r" b="b"/>
                <a:pathLst>
                  <a:path w="21600" h="21600">
                    <a:moveTo>
                      <a:pt x="2646" y="3717"/>
                    </a:moveTo>
                    <a:cubicBezTo>
                      <a:pt x="4698" y="1356"/>
                      <a:pt x="7672" y="-1"/>
                      <a:pt x="10800" y="0"/>
                    </a:cubicBezTo>
                    <a:cubicBezTo>
                      <a:pt x="13927" y="0"/>
                      <a:pt x="16901" y="1356"/>
                      <a:pt x="18953" y="3717"/>
                    </a:cubicBezTo>
                    <a:cubicBezTo>
                      <a:pt x="16901" y="1356"/>
                      <a:pt x="13927" y="-1"/>
                      <a:pt x="10799" y="0"/>
                    </a:cubicBezTo>
                    <a:cubicBezTo>
                      <a:pt x="7672" y="0"/>
                      <a:pt x="4698" y="1356"/>
                      <a:pt x="2646" y="3717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764700"/>
                  </a:gs>
                  <a:gs pos="50000">
                    <a:srgbClr val="FF9900"/>
                  </a:gs>
                  <a:gs pos="100000">
                    <a:srgbClr val="764700"/>
                  </a:gs>
                </a:gsLst>
                <a:lin ang="5400000" scaled="1"/>
              </a:gradFill>
              <a:ln w="38100">
                <a:solidFill>
                  <a:srgbClr val="FF99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69684" name="Text Box 120"/>
            <p:cNvSpPr txBox="1">
              <a:spLocks noChangeArrowheads="1"/>
            </p:cNvSpPr>
            <p:nvPr/>
          </p:nvSpPr>
          <p:spPr bwMode="auto">
            <a:xfrm>
              <a:off x="3288" y="2478"/>
              <a:ext cx="317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+</a:t>
              </a:r>
            </a:p>
          </p:txBody>
        </p:sp>
        <p:sp>
          <p:nvSpPr>
            <p:cNvPr id="69685" name="Text Box 121"/>
            <p:cNvSpPr txBox="1">
              <a:spLocks noChangeArrowheads="1"/>
            </p:cNvSpPr>
            <p:nvPr/>
          </p:nvSpPr>
          <p:spPr bwMode="auto">
            <a:xfrm>
              <a:off x="3334" y="3113"/>
              <a:ext cx="317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—</a:t>
              </a:r>
            </a:p>
          </p:txBody>
        </p:sp>
      </p:grpSp>
      <p:grpSp>
        <p:nvGrpSpPr>
          <p:cNvPr id="69686" name="Group 126"/>
          <p:cNvGrpSpPr>
            <a:grpSpLocks/>
          </p:cNvGrpSpPr>
          <p:nvPr/>
        </p:nvGrpSpPr>
        <p:grpSpPr bwMode="auto">
          <a:xfrm>
            <a:off x="6588125" y="6445250"/>
            <a:ext cx="792163" cy="366713"/>
            <a:chOff x="4649" y="4020"/>
            <a:chExt cx="499" cy="231"/>
          </a:xfrm>
        </p:grpSpPr>
        <p:pic>
          <p:nvPicPr>
            <p:cNvPr id="69687" name="Picture 127" descr="78900"/>
            <p:cNvPicPr>
              <a:picLocks noChangeAspect="1" noChangeArrowheads="1"/>
            </p:cNvPicPr>
            <p:nvPr/>
          </p:nvPicPr>
          <p:blipFill>
            <a:blip r:embed="rId5"/>
            <a:srcRect/>
            <a:stretch>
              <a:fillRect/>
            </a:stretch>
          </p:blipFill>
          <p:spPr bwMode="auto"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69688" name="Text Box 128">
              <a:hlinkClick r:id="rId6" action="ppaction://hlinksldjump"/>
            </p:cNvPr>
            <p:cNvSpPr txBox="1">
              <a:spLocks noChangeArrowheads="1"/>
            </p:cNvSpPr>
            <p:nvPr/>
          </p:nvSpPr>
          <p:spPr bwMode="auto"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0">
                  <a:solidFill>
                    <a:schemeClr val="bg1"/>
                  </a:solidFill>
                  <a:latin typeface="隶书" pitchFamily="49" charset="-122"/>
                  <a:ea typeface="隶书" pitchFamily="49" charset="-122"/>
                </a:rPr>
                <a:t>返 回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15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3000"/>
                                        <p:tgtEl>
                                          <p:spTgt spid="614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3000"/>
                                        <p:tgtEl>
                                          <p:spTgt spid="614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615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20" name="Text Box 4"/>
          <p:cNvSpPr txBox="1">
            <a:spLocks noChangeArrowheads="1"/>
          </p:cNvSpPr>
          <p:nvPr/>
        </p:nvSpPr>
        <p:spPr bwMode="auto">
          <a:xfrm>
            <a:off x="323850" y="476250"/>
            <a:ext cx="1079500" cy="579438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sz="320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例</a:t>
            </a:r>
            <a:r>
              <a:rPr lang="en-US" altLang="zh-CN" sz="3200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1</a:t>
            </a:r>
          </a:p>
        </p:txBody>
      </p:sp>
      <p:sp>
        <p:nvSpPr>
          <p:cNvPr id="60421" name="Text Box 5"/>
          <p:cNvSpPr txBox="1">
            <a:spLocks noChangeArrowheads="1"/>
          </p:cNvSpPr>
          <p:nvPr/>
        </p:nvSpPr>
        <p:spPr bwMode="auto">
          <a:xfrm>
            <a:off x="1187450" y="476250"/>
            <a:ext cx="774065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0" i="1">
                <a:solidFill>
                  <a:schemeClr val="bg1"/>
                </a:solidFill>
                <a:latin typeface="Times New Roman" pitchFamily="18" charset="0"/>
              </a:rPr>
              <a:t>t</a:t>
            </a:r>
            <a:r>
              <a:rPr lang="en-US" altLang="zh-CN" b="0">
                <a:solidFill>
                  <a:schemeClr val="bg1"/>
                </a:solidFill>
                <a:latin typeface="Times New Roman" pitchFamily="18" charset="0"/>
              </a:rPr>
              <a:t>=0</a:t>
            </a:r>
            <a:r>
              <a:rPr lang="zh-CN" altLang="zh-CN">
                <a:latin typeface="楷体_GB2312" pitchFamily="49" charset="-122"/>
              </a:rPr>
              <a:t>时</a:t>
            </a:r>
            <a:r>
              <a:rPr lang="en-US" altLang="zh-CN">
                <a:latin typeface="楷体_GB2312" pitchFamily="49" charset="-122"/>
              </a:rPr>
              <a:t>,</a:t>
            </a:r>
            <a:r>
              <a:rPr lang="zh-CN" altLang="en-US">
                <a:latin typeface="楷体_GB2312" pitchFamily="49" charset="-122"/>
              </a:rPr>
              <a:t>开关</a:t>
            </a:r>
            <a:r>
              <a:rPr lang="en-US" altLang="zh-CN" b="0">
                <a:latin typeface="Times New Roman" pitchFamily="18" charset="0"/>
              </a:rPr>
              <a:t>S</a:t>
            </a:r>
            <a:r>
              <a:rPr lang="zh-CN" altLang="en-US">
                <a:latin typeface="楷体_GB2312" pitchFamily="49" charset="-122"/>
              </a:rPr>
              <a:t>打开，求</a:t>
            </a:r>
            <a:r>
              <a:rPr lang="en-US" altLang="zh-CN" b="0" i="1">
                <a:solidFill>
                  <a:schemeClr val="bg1"/>
                </a:solidFill>
                <a:latin typeface="Times New Roman" pitchFamily="18" charset="0"/>
              </a:rPr>
              <a:t>t </a:t>
            </a:r>
            <a:r>
              <a:rPr lang="en-US" altLang="zh-CN" b="0">
                <a:solidFill>
                  <a:schemeClr val="bg1"/>
                </a:solidFill>
                <a:latin typeface="Times New Roman" pitchFamily="18" charset="0"/>
              </a:rPr>
              <a:t>&gt;0</a:t>
            </a:r>
            <a:r>
              <a:rPr lang="zh-CN" altLang="en-US">
                <a:latin typeface="楷体_GB2312" pitchFamily="49" charset="-122"/>
              </a:rPr>
              <a:t>后</a:t>
            </a:r>
            <a:r>
              <a:rPr lang="en-US" altLang="zh-CN" b="0" i="1">
                <a:solidFill>
                  <a:schemeClr val="bg1"/>
                </a:solidFill>
                <a:latin typeface="Times New Roman" pitchFamily="18" charset="0"/>
              </a:rPr>
              <a:t>i</a:t>
            </a:r>
            <a:r>
              <a:rPr lang="en-US" altLang="zh-CN" b="0" baseline="-25000">
                <a:solidFill>
                  <a:schemeClr val="bg1"/>
                </a:solidFill>
                <a:latin typeface="Times New Roman" pitchFamily="18" charset="0"/>
              </a:rPr>
              <a:t>L</a:t>
            </a:r>
            <a:r>
              <a:rPr lang="zh-CN" altLang="en-US" b="0" baseline="-25000">
                <a:solidFill>
                  <a:schemeClr val="bg1"/>
                </a:solidFill>
                <a:latin typeface="Times New Roman" pitchFamily="18" charset="0"/>
              </a:rPr>
              <a:t>、</a:t>
            </a:r>
            <a:r>
              <a:rPr lang="en-US" altLang="zh-CN" b="0" i="1">
                <a:solidFill>
                  <a:schemeClr val="bg1"/>
                </a:solidFill>
                <a:latin typeface="Times New Roman" pitchFamily="18" charset="0"/>
              </a:rPr>
              <a:t>u</a:t>
            </a:r>
            <a:r>
              <a:rPr lang="en-US" altLang="zh-CN" b="0" baseline="-25000">
                <a:solidFill>
                  <a:schemeClr val="bg1"/>
                </a:solidFill>
                <a:latin typeface="Times New Roman" pitchFamily="18" charset="0"/>
              </a:rPr>
              <a:t>L</a:t>
            </a:r>
            <a:r>
              <a:rPr lang="zh-CN" altLang="en-US">
                <a:latin typeface="楷体_GB2312" pitchFamily="49" charset="-122"/>
              </a:rPr>
              <a:t>的变化规律。</a:t>
            </a:r>
          </a:p>
        </p:txBody>
      </p:sp>
      <p:sp>
        <p:nvSpPr>
          <p:cNvPr id="60422" name="Text Box 6"/>
          <p:cNvSpPr txBox="1">
            <a:spLocks noChangeArrowheads="1"/>
          </p:cNvSpPr>
          <p:nvPr/>
        </p:nvSpPr>
        <p:spPr bwMode="auto">
          <a:xfrm>
            <a:off x="395288" y="3213100"/>
            <a:ext cx="576262" cy="519113"/>
          </a:xfrm>
          <a:prstGeom prst="rect">
            <a:avLst/>
          </a:prstGeom>
          <a:solidFill>
            <a:srgbClr val="990033"/>
          </a:solidFill>
          <a:ln w="9525">
            <a:noFill/>
            <a:miter lim="800000"/>
            <a:headEnd/>
            <a:tailEnd/>
          </a:ln>
        </p:spPr>
        <p:txBody>
          <a:bodyPr lIns="90000" tIns="46800" rIns="90000" bIns="46800" anchor="ctr">
            <a:spAutoFit/>
          </a:bodyPr>
          <a:lstStyle/>
          <a:p>
            <a:pPr algn="ctr"/>
            <a:r>
              <a:rPr lang="zh-CN" altLang="en-US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解</a:t>
            </a:r>
            <a:endParaRPr lang="zh-CN" altLang="en-US" i="1">
              <a:solidFill>
                <a:schemeClr val="bg1"/>
              </a:solidFill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60423" name="Text Box 7"/>
          <p:cNvSpPr txBox="1">
            <a:spLocks noChangeArrowheads="1"/>
          </p:cNvSpPr>
          <p:nvPr/>
        </p:nvSpPr>
        <p:spPr bwMode="auto">
          <a:xfrm>
            <a:off x="1150938" y="3284538"/>
            <a:ext cx="7993062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>
                <a:latin typeface="楷体_GB2312" pitchFamily="49" charset="-122"/>
              </a:rPr>
              <a:t>这是</a:t>
            </a:r>
            <a:r>
              <a:rPr lang="en-US" altLang="zh-CN" b="0" i="1">
                <a:latin typeface="Times New Roman" pitchFamily="18" charset="0"/>
              </a:rPr>
              <a:t>RL</a:t>
            </a:r>
            <a:r>
              <a:rPr lang="zh-CN" altLang="en-US">
                <a:latin typeface="楷体_GB2312" pitchFamily="49" charset="-122"/>
              </a:rPr>
              <a:t>电路零状态响应问题，先化简电路，有：</a:t>
            </a:r>
          </a:p>
        </p:txBody>
      </p:sp>
      <p:graphicFrame>
        <p:nvGraphicFramePr>
          <p:cNvPr id="60516" name="Object 100"/>
          <p:cNvGraphicFramePr>
            <a:graphicFrameLocks noChangeAspect="1"/>
          </p:cNvGraphicFramePr>
          <p:nvPr/>
        </p:nvGraphicFramePr>
        <p:xfrm>
          <a:off x="1273175" y="3933825"/>
          <a:ext cx="4652963" cy="574675"/>
        </p:xfrm>
        <a:graphic>
          <a:graphicData uri="http://schemas.openxmlformats.org/presentationml/2006/ole">
            <p:oleObj spid="_x0000_s70661" r:id="rId3" imgW="1830960" imgH="230760" progId="Equation.3">
              <p:embed/>
            </p:oleObj>
          </a:graphicData>
        </a:graphic>
      </p:graphicFrame>
      <p:graphicFrame>
        <p:nvGraphicFramePr>
          <p:cNvPr id="60518" name="Object 102"/>
          <p:cNvGraphicFramePr>
            <a:graphicFrameLocks noChangeAspect="1"/>
          </p:cNvGraphicFramePr>
          <p:nvPr/>
        </p:nvGraphicFramePr>
        <p:xfrm>
          <a:off x="1362075" y="4508500"/>
          <a:ext cx="4610100" cy="611188"/>
        </p:xfrm>
        <a:graphic>
          <a:graphicData uri="http://schemas.openxmlformats.org/presentationml/2006/ole">
            <p:oleObj spid="_x0000_s70662" r:id="rId4" imgW="1703520" imgH="230760" progId="Equation.3">
              <p:embed/>
            </p:oleObj>
          </a:graphicData>
        </a:graphic>
      </p:graphicFrame>
      <p:grpSp>
        <p:nvGrpSpPr>
          <p:cNvPr id="60570" name="Group 154"/>
          <p:cNvGrpSpPr>
            <a:grpSpLocks/>
          </p:cNvGrpSpPr>
          <p:nvPr/>
        </p:nvGrpSpPr>
        <p:grpSpPr bwMode="auto">
          <a:xfrm>
            <a:off x="5148263" y="1773238"/>
            <a:ext cx="1223962" cy="719137"/>
            <a:chOff x="3651" y="1071"/>
            <a:chExt cx="771" cy="453"/>
          </a:xfrm>
        </p:grpSpPr>
        <p:sp>
          <p:nvSpPr>
            <p:cNvPr id="70664" name="AutoShape 61"/>
            <p:cNvSpPr>
              <a:spLocks noChangeArrowheads="1"/>
            </p:cNvSpPr>
            <p:nvPr/>
          </p:nvSpPr>
          <p:spPr bwMode="auto">
            <a:xfrm rot="-5400000">
              <a:off x="3875" y="1204"/>
              <a:ext cx="135" cy="500"/>
            </a:xfrm>
            <a:prstGeom prst="downArrow">
              <a:avLst>
                <a:gd name="adj1" fmla="val 50000"/>
                <a:gd name="adj2" fmla="val 92541"/>
              </a:avLst>
            </a:prstGeom>
            <a:solidFill>
              <a:srgbClr val="0099FF"/>
            </a:solidFill>
            <a:ln w="9525">
              <a:noFill/>
              <a:miter lim="800000"/>
              <a:headEnd/>
              <a:tailEnd/>
            </a:ln>
          </p:spPr>
          <p:txBody>
            <a:bodyPr vert="eaVert" wrap="none" anchor="ctr"/>
            <a:lstStyle/>
            <a:p>
              <a:endParaRPr lang="zh-CN" altLang="en-US"/>
            </a:p>
          </p:txBody>
        </p:sp>
        <p:sp>
          <p:nvSpPr>
            <p:cNvPr id="70665" name="Text Box 105"/>
            <p:cNvSpPr txBox="1">
              <a:spLocks noChangeArrowheads="1"/>
            </p:cNvSpPr>
            <p:nvPr/>
          </p:nvSpPr>
          <p:spPr bwMode="auto">
            <a:xfrm>
              <a:off x="3651" y="1071"/>
              <a:ext cx="771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ea typeface="仿宋_GB2312" pitchFamily="49" charset="-122"/>
                </a:rPr>
                <a:t>t </a:t>
              </a:r>
              <a:r>
                <a:rPr lang="en-US" altLang="zh-CN" b="0" u="sng">
                  <a:solidFill>
                    <a:schemeClr val="bg1"/>
                  </a:solidFill>
                  <a:latin typeface="Times New Roman" pitchFamily="18" charset="0"/>
                  <a:ea typeface="仿宋_GB2312" pitchFamily="49" charset="-122"/>
                </a:rPr>
                <a:t>&gt; </a:t>
              </a:r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仿宋_GB2312" pitchFamily="49" charset="-122"/>
                </a:rPr>
                <a:t>0</a:t>
              </a:r>
            </a:p>
          </p:txBody>
        </p:sp>
      </p:grpSp>
      <p:grpSp>
        <p:nvGrpSpPr>
          <p:cNvPr id="70666" name="Group 110"/>
          <p:cNvGrpSpPr>
            <a:grpSpLocks/>
          </p:cNvGrpSpPr>
          <p:nvPr/>
        </p:nvGrpSpPr>
        <p:grpSpPr bwMode="auto"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70667" name="Picture 111" descr="78900"/>
            <p:cNvPicPr>
              <a:picLocks noChangeAspect="1" noChangeArrowheads="1"/>
            </p:cNvPicPr>
            <p:nvPr/>
          </p:nvPicPr>
          <p:blipFill>
            <a:blip r:embed="rId5"/>
            <a:srcRect/>
            <a:stretch>
              <a:fillRect/>
            </a:stretch>
          </p:blipFill>
          <p:spPr bwMode="auto"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70668" name="Text Box 112">
              <a:hlinkClick r:id="" action="ppaction://hlinkshowjump?jump=nextslide"/>
            </p:cNvPr>
            <p:cNvSpPr txBox="1">
              <a:spLocks noChangeArrowheads="1"/>
            </p:cNvSpPr>
            <p:nvPr/>
          </p:nvSpPr>
          <p:spPr bwMode="auto"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0">
                  <a:solidFill>
                    <a:schemeClr val="bg1"/>
                  </a:solidFill>
                  <a:latin typeface="隶书" pitchFamily="49" charset="-122"/>
                  <a:ea typeface="隶书" pitchFamily="49" charset="-122"/>
                </a:rPr>
                <a:t>下 页</a:t>
              </a:r>
            </a:p>
          </p:txBody>
        </p:sp>
      </p:grpSp>
      <p:grpSp>
        <p:nvGrpSpPr>
          <p:cNvPr id="70669" name="Group 113"/>
          <p:cNvGrpSpPr>
            <a:grpSpLocks/>
          </p:cNvGrpSpPr>
          <p:nvPr/>
        </p:nvGrpSpPr>
        <p:grpSpPr bwMode="auto">
          <a:xfrm>
            <a:off x="7453313" y="6446838"/>
            <a:ext cx="792162" cy="366712"/>
            <a:chOff x="4649" y="4020"/>
            <a:chExt cx="499" cy="231"/>
          </a:xfrm>
        </p:grpSpPr>
        <p:pic>
          <p:nvPicPr>
            <p:cNvPr id="70670" name="Picture 114" descr="78900"/>
            <p:cNvPicPr>
              <a:picLocks noChangeAspect="1" noChangeArrowheads="1"/>
            </p:cNvPicPr>
            <p:nvPr/>
          </p:nvPicPr>
          <p:blipFill>
            <a:blip r:embed="rId5"/>
            <a:srcRect/>
            <a:stretch>
              <a:fillRect/>
            </a:stretch>
          </p:blipFill>
          <p:spPr bwMode="auto"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70671" name="Text Box 115">
              <a:hlinkClick r:id="" action="ppaction://hlinkshowjump?jump=previousslide"/>
            </p:cNvPr>
            <p:cNvSpPr txBox="1">
              <a:spLocks noChangeArrowheads="1"/>
            </p:cNvSpPr>
            <p:nvPr/>
          </p:nvSpPr>
          <p:spPr bwMode="auto"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0">
                  <a:solidFill>
                    <a:schemeClr val="bg1"/>
                  </a:solidFill>
                  <a:latin typeface="隶书" pitchFamily="49" charset="-122"/>
                  <a:ea typeface="隶书" pitchFamily="49" charset="-122"/>
                </a:rPr>
                <a:t>上 页</a:t>
              </a:r>
            </a:p>
          </p:txBody>
        </p:sp>
      </p:grpSp>
      <p:graphicFrame>
        <p:nvGraphicFramePr>
          <p:cNvPr id="60594" name="Object 178"/>
          <p:cNvGraphicFramePr>
            <a:graphicFrameLocks noChangeAspect="1"/>
          </p:cNvGraphicFramePr>
          <p:nvPr/>
        </p:nvGraphicFramePr>
        <p:xfrm>
          <a:off x="1187450" y="5173663"/>
          <a:ext cx="2143125" cy="552450"/>
        </p:xfrm>
        <a:graphic>
          <a:graphicData uri="http://schemas.openxmlformats.org/presentationml/2006/ole">
            <p:oleObj spid="_x0000_s70672" r:id="rId6" imgW="788040" imgH="207720" progId="Equation.3">
              <p:embed/>
            </p:oleObj>
          </a:graphicData>
        </a:graphic>
      </p:graphicFrame>
      <p:graphicFrame>
        <p:nvGraphicFramePr>
          <p:cNvPr id="60595" name="Object 179"/>
          <p:cNvGraphicFramePr>
            <a:graphicFrameLocks noChangeAspect="1"/>
          </p:cNvGraphicFramePr>
          <p:nvPr/>
        </p:nvGraphicFramePr>
        <p:xfrm>
          <a:off x="3924300" y="5084763"/>
          <a:ext cx="3600450" cy="579437"/>
        </p:xfrm>
        <a:graphic>
          <a:graphicData uri="http://schemas.openxmlformats.org/presentationml/2006/ole">
            <p:oleObj spid="_x0000_s70673" r:id="rId7" imgW="1332720" imgH="219240" progId="Equation.3">
              <p:embed/>
            </p:oleObj>
          </a:graphicData>
        </a:graphic>
      </p:graphicFrame>
      <p:graphicFrame>
        <p:nvGraphicFramePr>
          <p:cNvPr id="60596" name="Object 180"/>
          <p:cNvGraphicFramePr>
            <a:graphicFrameLocks noChangeAspect="1"/>
          </p:cNvGraphicFramePr>
          <p:nvPr/>
        </p:nvGraphicFramePr>
        <p:xfrm>
          <a:off x="1187450" y="5734050"/>
          <a:ext cx="6065838" cy="669925"/>
        </p:xfrm>
        <a:graphic>
          <a:graphicData uri="http://schemas.openxmlformats.org/presentationml/2006/ole">
            <p:oleObj spid="_x0000_s70674" r:id="rId8" imgW="2143800" imgH="242280" progId="Equation.3">
              <p:embed/>
            </p:oleObj>
          </a:graphicData>
        </a:graphic>
      </p:graphicFrame>
      <p:grpSp>
        <p:nvGrpSpPr>
          <p:cNvPr id="70675" name="Group 192"/>
          <p:cNvGrpSpPr>
            <a:grpSpLocks/>
          </p:cNvGrpSpPr>
          <p:nvPr/>
        </p:nvGrpSpPr>
        <p:grpSpPr bwMode="auto">
          <a:xfrm>
            <a:off x="6588125" y="6445250"/>
            <a:ext cx="792163" cy="366713"/>
            <a:chOff x="4649" y="4020"/>
            <a:chExt cx="499" cy="231"/>
          </a:xfrm>
        </p:grpSpPr>
        <p:pic>
          <p:nvPicPr>
            <p:cNvPr id="70676" name="Picture 193" descr="78900"/>
            <p:cNvPicPr>
              <a:picLocks noChangeAspect="1" noChangeArrowheads="1"/>
            </p:cNvPicPr>
            <p:nvPr/>
          </p:nvPicPr>
          <p:blipFill>
            <a:blip r:embed="rId5"/>
            <a:srcRect/>
            <a:stretch>
              <a:fillRect/>
            </a:stretch>
          </p:blipFill>
          <p:spPr bwMode="auto"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70677" name="Text Box 194">
              <a:hlinkClick r:id="rId9" action="ppaction://hlinksldjump"/>
            </p:cNvPr>
            <p:cNvSpPr txBox="1">
              <a:spLocks noChangeArrowheads="1"/>
            </p:cNvSpPr>
            <p:nvPr/>
          </p:nvSpPr>
          <p:spPr bwMode="auto"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0">
                  <a:solidFill>
                    <a:schemeClr val="bg1"/>
                  </a:solidFill>
                  <a:latin typeface="隶书" pitchFamily="49" charset="-122"/>
                  <a:ea typeface="隶书" pitchFamily="49" charset="-122"/>
                </a:rPr>
                <a:t>返 回</a:t>
              </a:r>
            </a:p>
          </p:txBody>
        </p:sp>
      </p:grpSp>
      <p:grpSp>
        <p:nvGrpSpPr>
          <p:cNvPr id="60612" name="Group 196"/>
          <p:cNvGrpSpPr>
            <a:grpSpLocks/>
          </p:cNvGrpSpPr>
          <p:nvPr/>
        </p:nvGrpSpPr>
        <p:grpSpPr bwMode="auto">
          <a:xfrm>
            <a:off x="179388" y="908050"/>
            <a:ext cx="4752975" cy="2117725"/>
            <a:chOff x="113" y="572"/>
            <a:chExt cx="2994" cy="1334"/>
          </a:xfrm>
        </p:grpSpPr>
        <p:sp>
          <p:nvSpPr>
            <p:cNvPr id="70679" name="Line 120"/>
            <p:cNvSpPr>
              <a:spLocks noChangeShapeType="1"/>
            </p:cNvSpPr>
            <p:nvPr/>
          </p:nvSpPr>
          <p:spPr bwMode="auto">
            <a:xfrm>
              <a:off x="612" y="909"/>
              <a:ext cx="0" cy="997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0680" name="Line 122"/>
            <p:cNvSpPr>
              <a:spLocks noChangeShapeType="1"/>
            </p:cNvSpPr>
            <p:nvPr/>
          </p:nvSpPr>
          <p:spPr bwMode="auto">
            <a:xfrm>
              <a:off x="1610" y="1544"/>
              <a:ext cx="0" cy="317"/>
            </a:xfrm>
            <a:prstGeom prst="line">
              <a:avLst/>
            </a:prstGeom>
            <a:noFill/>
            <a:ln w="38100">
              <a:solidFill>
                <a:srgbClr val="00FFFF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0681" name="Text Box 123"/>
            <p:cNvSpPr txBox="1">
              <a:spLocks noChangeArrowheads="1"/>
            </p:cNvSpPr>
            <p:nvPr/>
          </p:nvSpPr>
          <p:spPr bwMode="auto">
            <a:xfrm>
              <a:off x="1351" y="1518"/>
              <a:ext cx="263" cy="327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i</a:t>
              </a:r>
              <a:r>
                <a:rPr lang="en-US" altLang="zh-CN" b="0" i="1" baseline="-2500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L</a:t>
              </a:r>
              <a:endParaRPr lang="en-US" altLang="zh-CN" b="0" i="1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70682" name="Text Box 124"/>
            <p:cNvSpPr txBox="1">
              <a:spLocks noChangeArrowheads="1"/>
            </p:cNvSpPr>
            <p:nvPr/>
          </p:nvSpPr>
          <p:spPr bwMode="auto">
            <a:xfrm>
              <a:off x="1041" y="1207"/>
              <a:ext cx="241" cy="327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S</a:t>
              </a:r>
            </a:p>
          </p:txBody>
        </p:sp>
        <p:sp>
          <p:nvSpPr>
            <p:cNvPr id="70683" name="Text Box 125"/>
            <p:cNvSpPr txBox="1">
              <a:spLocks noChangeArrowheads="1"/>
            </p:cNvSpPr>
            <p:nvPr/>
          </p:nvSpPr>
          <p:spPr bwMode="auto">
            <a:xfrm>
              <a:off x="1733" y="935"/>
              <a:ext cx="257" cy="327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+</a:t>
              </a:r>
            </a:p>
          </p:txBody>
        </p:sp>
        <p:sp>
          <p:nvSpPr>
            <p:cNvPr id="70684" name="Text Box 126"/>
            <p:cNvSpPr txBox="1">
              <a:spLocks noChangeArrowheads="1"/>
            </p:cNvSpPr>
            <p:nvPr/>
          </p:nvSpPr>
          <p:spPr bwMode="auto">
            <a:xfrm>
              <a:off x="1733" y="1525"/>
              <a:ext cx="243" cy="327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–</a:t>
              </a:r>
            </a:p>
          </p:txBody>
        </p:sp>
        <p:sp>
          <p:nvSpPr>
            <p:cNvPr id="70685" name="Text Box 127"/>
            <p:cNvSpPr txBox="1">
              <a:spLocks noChangeArrowheads="1"/>
            </p:cNvSpPr>
            <p:nvPr/>
          </p:nvSpPr>
          <p:spPr bwMode="auto">
            <a:xfrm>
              <a:off x="1778" y="1200"/>
              <a:ext cx="377" cy="327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u</a:t>
              </a:r>
              <a:r>
                <a:rPr lang="en-US" altLang="zh-CN" b="0" i="1" baseline="-2500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L</a:t>
              </a:r>
            </a:p>
          </p:txBody>
        </p:sp>
        <p:sp>
          <p:nvSpPr>
            <p:cNvPr id="70686" name="Text Box 128"/>
            <p:cNvSpPr txBox="1">
              <a:spLocks noChangeArrowheads="1"/>
            </p:cNvSpPr>
            <p:nvPr/>
          </p:nvSpPr>
          <p:spPr bwMode="auto">
            <a:xfrm>
              <a:off x="1324" y="1162"/>
              <a:ext cx="390" cy="327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2H</a:t>
              </a:r>
            </a:p>
          </p:txBody>
        </p:sp>
        <p:sp>
          <p:nvSpPr>
            <p:cNvPr id="70687" name="Text Box 129"/>
            <p:cNvSpPr txBox="1">
              <a:spLocks noChangeArrowheads="1"/>
            </p:cNvSpPr>
            <p:nvPr/>
          </p:nvSpPr>
          <p:spPr bwMode="auto">
            <a:xfrm>
              <a:off x="1153" y="572"/>
              <a:ext cx="253" cy="327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R</a:t>
              </a:r>
              <a:endParaRPr lang="en-US" altLang="zh-CN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70688" name="Line 130"/>
            <p:cNvSpPr>
              <a:spLocks noChangeShapeType="1"/>
            </p:cNvSpPr>
            <p:nvPr/>
          </p:nvSpPr>
          <p:spPr bwMode="auto">
            <a:xfrm flipH="1" flipV="1">
              <a:off x="612" y="909"/>
              <a:ext cx="2450" cy="0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0689" name="Line 131"/>
            <p:cNvSpPr>
              <a:spLocks noChangeShapeType="1"/>
            </p:cNvSpPr>
            <p:nvPr/>
          </p:nvSpPr>
          <p:spPr bwMode="auto">
            <a:xfrm>
              <a:off x="612" y="1906"/>
              <a:ext cx="2450" cy="0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0690" name="Line 133"/>
            <p:cNvSpPr>
              <a:spLocks noChangeShapeType="1"/>
            </p:cNvSpPr>
            <p:nvPr/>
          </p:nvSpPr>
          <p:spPr bwMode="auto">
            <a:xfrm>
              <a:off x="1687" y="909"/>
              <a:ext cx="0" cy="226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 type="oval" w="med" len="med"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0691" name="Line 134"/>
            <p:cNvSpPr>
              <a:spLocks noChangeShapeType="1"/>
            </p:cNvSpPr>
            <p:nvPr/>
          </p:nvSpPr>
          <p:spPr bwMode="auto">
            <a:xfrm>
              <a:off x="1028" y="909"/>
              <a:ext cx="0" cy="272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0692" name="Line 135"/>
            <p:cNvSpPr>
              <a:spLocks noChangeShapeType="1"/>
            </p:cNvSpPr>
            <p:nvPr/>
          </p:nvSpPr>
          <p:spPr bwMode="auto">
            <a:xfrm flipV="1">
              <a:off x="1028" y="1453"/>
              <a:ext cx="0" cy="453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0693" name="Text Box 136"/>
            <p:cNvSpPr txBox="1">
              <a:spLocks noChangeArrowheads="1"/>
            </p:cNvSpPr>
            <p:nvPr/>
          </p:nvSpPr>
          <p:spPr bwMode="auto">
            <a:xfrm>
              <a:off x="1855" y="572"/>
              <a:ext cx="512" cy="327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80</a:t>
              </a:r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  <a:sym typeface="Symbol" pitchFamily="18" charset="2"/>
                </a:rPr>
                <a:t></a:t>
              </a:r>
              <a:endParaRPr lang="en-US" altLang="zh-CN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70694" name="Text Box 137"/>
            <p:cNvSpPr txBox="1">
              <a:spLocks noChangeArrowheads="1"/>
            </p:cNvSpPr>
            <p:nvPr/>
          </p:nvSpPr>
          <p:spPr bwMode="auto">
            <a:xfrm>
              <a:off x="113" y="1026"/>
              <a:ext cx="502" cy="327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10A</a:t>
              </a:r>
            </a:p>
          </p:txBody>
        </p:sp>
        <p:sp>
          <p:nvSpPr>
            <p:cNvPr id="70695" name="Line 138"/>
            <p:cNvSpPr>
              <a:spLocks noChangeShapeType="1"/>
            </p:cNvSpPr>
            <p:nvPr/>
          </p:nvSpPr>
          <p:spPr bwMode="auto">
            <a:xfrm>
              <a:off x="1028" y="1135"/>
              <a:ext cx="0" cy="318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 type="oval" w="med" len="med"/>
              <a:tailEnd type="oval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0696" name="Line 139"/>
            <p:cNvSpPr>
              <a:spLocks noChangeShapeType="1"/>
            </p:cNvSpPr>
            <p:nvPr/>
          </p:nvSpPr>
          <p:spPr bwMode="auto">
            <a:xfrm flipV="1">
              <a:off x="938" y="1181"/>
              <a:ext cx="227" cy="181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 type="triangle" w="med" len="med"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0697" name="Line 140"/>
            <p:cNvSpPr>
              <a:spLocks noChangeShapeType="1"/>
            </p:cNvSpPr>
            <p:nvPr/>
          </p:nvSpPr>
          <p:spPr bwMode="auto">
            <a:xfrm flipH="1">
              <a:off x="3062" y="909"/>
              <a:ext cx="0" cy="997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0698" name="Line 141"/>
            <p:cNvSpPr>
              <a:spLocks noChangeShapeType="1"/>
            </p:cNvSpPr>
            <p:nvPr/>
          </p:nvSpPr>
          <p:spPr bwMode="auto">
            <a:xfrm>
              <a:off x="2472" y="909"/>
              <a:ext cx="0" cy="997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 type="oval" w="med" len="med"/>
              <a:tailEnd type="oval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0699" name="Line 143"/>
            <p:cNvSpPr>
              <a:spLocks noChangeShapeType="1"/>
            </p:cNvSpPr>
            <p:nvPr/>
          </p:nvSpPr>
          <p:spPr bwMode="auto">
            <a:xfrm flipV="1">
              <a:off x="612" y="1026"/>
              <a:ext cx="0" cy="363"/>
            </a:xfrm>
            <a:prstGeom prst="line">
              <a:avLst/>
            </a:prstGeom>
            <a:noFill/>
            <a:ln w="28575">
              <a:solidFill>
                <a:srgbClr val="00FFFF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0700" name="Text Box 144"/>
            <p:cNvSpPr txBox="1">
              <a:spLocks noChangeArrowheads="1"/>
            </p:cNvSpPr>
            <p:nvPr/>
          </p:nvSpPr>
          <p:spPr bwMode="auto">
            <a:xfrm rot="-5400000">
              <a:off x="1954" y="1171"/>
              <a:ext cx="624" cy="327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200</a:t>
              </a:r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  <a:sym typeface="Symbol" pitchFamily="18" charset="2"/>
                </a:rPr>
                <a:t></a:t>
              </a:r>
              <a:endParaRPr lang="en-US" altLang="zh-CN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70701" name="Text Box 145"/>
            <p:cNvSpPr txBox="1">
              <a:spLocks noChangeArrowheads="1"/>
            </p:cNvSpPr>
            <p:nvPr/>
          </p:nvSpPr>
          <p:spPr bwMode="auto">
            <a:xfrm rot="-5400000">
              <a:off x="2498" y="1171"/>
              <a:ext cx="624" cy="327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300</a:t>
              </a:r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  <a:sym typeface="Symbol" pitchFamily="18" charset="2"/>
                </a:rPr>
                <a:t></a:t>
              </a:r>
              <a:endParaRPr lang="en-US" altLang="zh-CN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70702" name="Rectangle 146"/>
            <p:cNvSpPr>
              <a:spLocks noChangeArrowheads="1"/>
            </p:cNvSpPr>
            <p:nvPr/>
          </p:nvSpPr>
          <p:spPr bwMode="auto">
            <a:xfrm rot="5400000">
              <a:off x="2299" y="1258"/>
              <a:ext cx="297" cy="137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</a:gradFill>
            <a:ln w="2857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0703" name="Rectangle 147"/>
            <p:cNvSpPr>
              <a:spLocks noChangeArrowheads="1"/>
            </p:cNvSpPr>
            <p:nvPr/>
          </p:nvSpPr>
          <p:spPr bwMode="auto">
            <a:xfrm rot="5400000">
              <a:off x="2887" y="1259"/>
              <a:ext cx="297" cy="136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</a:gradFill>
            <a:ln w="2857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0704" name="Rectangle 148"/>
            <p:cNvSpPr>
              <a:spLocks noChangeArrowheads="1"/>
            </p:cNvSpPr>
            <p:nvPr/>
          </p:nvSpPr>
          <p:spPr bwMode="auto">
            <a:xfrm>
              <a:off x="1948" y="862"/>
              <a:ext cx="297" cy="137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</a:gradFill>
            <a:ln w="2857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0705" name="Rectangle 149"/>
            <p:cNvSpPr>
              <a:spLocks noChangeArrowheads="1"/>
            </p:cNvSpPr>
            <p:nvPr/>
          </p:nvSpPr>
          <p:spPr bwMode="auto">
            <a:xfrm>
              <a:off x="1223" y="862"/>
              <a:ext cx="297" cy="137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</a:gradFill>
            <a:ln w="2857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70706" name="Group 150"/>
            <p:cNvGrpSpPr>
              <a:grpSpLocks/>
            </p:cNvGrpSpPr>
            <p:nvPr/>
          </p:nvGrpSpPr>
          <p:grpSpPr bwMode="auto">
            <a:xfrm rot="5400000">
              <a:off x="1230" y="1042"/>
              <a:ext cx="499" cy="590"/>
              <a:chOff x="476" y="663"/>
              <a:chExt cx="771" cy="862"/>
            </a:xfrm>
          </p:grpSpPr>
          <p:sp>
            <p:nvSpPr>
              <p:cNvPr id="70707" name="AutoShape 151"/>
              <p:cNvSpPr>
                <a:spLocks noChangeArrowheads="1"/>
              </p:cNvSpPr>
              <p:nvPr/>
            </p:nvSpPr>
            <p:spPr bwMode="auto">
              <a:xfrm>
                <a:off x="476" y="663"/>
                <a:ext cx="317" cy="862"/>
              </a:xfrm>
              <a:custGeom>
                <a:avLst/>
                <a:gdLst/>
                <a:ahLst/>
                <a:cxnLst>
                  <a:cxn ang="0">
                    <a:pos x="2646" y="3717"/>
                  </a:cxn>
                  <a:cxn ang="0">
                    <a:pos x="10800" y="0"/>
                  </a:cxn>
                  <a:cxn ang="0">
                    <a:pos x="18953" y="3717"/>
                  </a:cxn>
                  <a:cxn ang="0">
                    <a:pos x="10799" y="0"/>
                  </a:cxn>
                  <a:cxn ang="0">
                    <a:pos x="2646" y="3717"/>
                  </a:cxn>
                </a:cxnLst>
                <a:rect l="0" t="0" r="r" b="b"/>
                <a:pathLst>
                  <a:path w="21600" h="21600">
                    <a:moveTo>
                      <a:pt x="2646" y="3717"/>
                    </a:moveTo>
                    <a:cubicBezTo>
                      <a:pt x="4698" y="1356"/>
                      <a:pt x="7672" y="-1"/>
                      <a:pt x="10800" y="0"/>
                    </a:cubicBezTo>
                    <a:cubicBezTo>
                      <a:pt x="13927" y="0"/>
                      <a:pt x="16901" y="1356"/>
                      <a:pt x="18953" y="3717"/>
                    </a:cubicBezTo>
                    <a:cubicBezTo>
                      <a:pt x="16901" y="1356"/>
                      <a:pt x="13927" y="-1"/>
                      <a:pt x="10799" y="0"/>
                    </a:cubicBezTo>
                    <a:cubicBezTo>
                      <a:pt x="7672" y="0"/>
                      <a:pt x="4698" y="1356"/>
                      <a:pt x="2646" y="3717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764700"/>
                  </a:gs>
                  <a:gs pos="50000">
                    <a:srgbClr val="FF9900"/>
                  </a:gs>
                  <a:gs pos="100000">
                    <a:srgbClr val="764700"/>
                  </a:gs>
                </a:gsLst>
                <a:lin ang="5400000" scaled="1"/>
              </a:gradFill>
              <a:ln w="38100">
                <a:solidFill>
                  <a:srgbClr val="FF99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0708" name="AutoShape 152"/>
              <p:cNvSpPr>
                <a:spLocks noChangeArrowheads="1"/>
              </p:cNvSpPr>
              <p:nvPr/>
            </p:nvSpPr>
            <p:spPr bwMode="auto">
              <a:xfrm>
                <a:off x="703" y="663"/>
                <a:ext cx="317" cy="862"/>
              </a:xfrm>
              <a:custGeom>
                <a:avLst/>
                <a:gdLst/>
                <a:ahLst/>
                <a:cxnLst>
                  <a:cxn ang="0">
                    <a:pos x="2646" y="3717"/>
                  </a:cxn>
                  <a:cxn ang="0">
                    <a:pos x="10800" y="0"/>
                  </a:cxn>
                  <a:cxn ang="0">
                    <a:pos x="18953" y="3717"/>
                  </a:cxn>
                  <a:cxn ang="0">
                    <a:pos x="10799" y="0"/>
                  </a:cxn>
                  <a:cxn ang="0">
                    <a:pos x="2646" y="3717"/>
                  </a:cxn>
                </a:cxnLst>
                <a:rect l="0" t="0" r="r" b="b"/>
                <a:pathLst>
                  <a:path w="21600" h="21600">
                    <a:moveTo>
                      <a:pt x="2646" y="3717"/>
                    </a:moveTo>
                    <a:cubicBezTo>
                      <a:pt x="4698" y="1356"/>
                      <a:pt x="7672" y="-1"/>
                      <a:pt x="10800" y="0"/>
                    </a:cubicBezTo>
                    <a:cubicBezTo>
                      <a:pt x="13927" y="0"/>
                      <a:pt x="16901" y="1356"/>
                      <a:pt x="18953" y="3717"/>
                    </a:cubicBezTo>
                    <a:cubicBezTo>
                      <a:pt x="16901" y="1356"/>
                      <a:pt x="13927" y="-1"/>
                      <a:pt x="10799" y="0"/>
                    </a:cubicBezTo>
                    <a:cubicBezTo>
                      <a:pt x="7672" y="0"/>
                      <a:pt x="4698" y="1356"/>
                      <a:pt x="2646" y="3717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764700"/>
                  </a:gs>
                  <a:gs pos="50000">
                    <a:srgbClr val="FF9900"/>
                  </a:gs>
                  <a:gs pos="100000">
                    <a:srgbClr val="764700"/>
                  </a:gs>
                </a:gsLst>
                <a:lin ang="5400000" scaled="1"/>
              </a:gradFill>
              <a:ln w="38100">
                <a:solidFill>
                  <a:srgbClr val="FF99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0709" name="AutoShape 153"/>
              <p:cNvSpPr>
                <a:spLocks noChangeArrowheads="1"/>
              </p:cNvSpPr>
              <p:nvPr/>
            </p:nvSpPr>
            <p:spPr bwMode="auto">
              <a:xfrm>
                <a:off x="930" y="663"/>
                <a:ext cx="317" cy="862"/>
              </a:xfrm>
              <a:custGeom>
                <a:avLst/>
                <a:gdLst/>
                <a:ahLst/>
                <a:cxnLst>
                  <a:cxn ang="0">
                    <a:pos x="2646" y="3717"/>
                  </a:cxn>
                  <a:cxn ang="0">
                    <a:pos x="10800" y="0"/>
                  </a:cxn>
                  <a:cxn ang="0">
                    <a:pos x="18953" y="3717"/>
                  </a:cxn>
                  <a:cxn ang="0">
                    <a:pos x="10799" y="0"/>
                  </a:cxn>
                  <a:cxn ang="0">
                    <a:pos x="2646" y="3717"/>
                  </a:cxn>
                </a:cxnLst>
                <a:rect l="0" t="0" r="r" b="b"/>
                <a:pathLst>
                  <a:path w="21600" h="21600">
                    <a:moveTo>
                      <a:pt x="2646" y="3717"/>
                    </a:moveTo>
                    <a:cubicBezTo>
                      <a:pt x="4698" y="1356"/>
                      <a:pt x="7672" y="-1"/>
                      <a:pt x="10800" y="0"/>
                    </a:cubicBezTo>
                    <a:cubicBezTo>
                      <a:pt x="13927" y="0"/>
                      <a:pt x="16901" y="1356"/>
                      <a:pt x="18953" y="3717"/>
                    </a:cubicBezTo>
                    <a:cubicBezTo>
                      <a:pt x="16901" y="1356"/>
                      <a:pt x="13927" y="-1"/>
                      <a:pt x="10799" y="0"/>
                    </a:cubicBezTo>
                    <a:cubicBezTo>
                      <a:pt x="7672" y="0"/>
                      <a:pt x="4698" y="1356"/>
                      <a:pt x="2646" y="3717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764700"/>
                  </a:gs>
                  <a:gs pos="50000">
                    <a:srgbClr val="FF9900"/>
                  </a:gs>
                  <a:gs pos="100000">
                    <a:srgbClr val="764700"/>
                  </a:gs>
                </a:gsLst>
                <a:lin ang="5400000" scaled="1"/>
              </a:gradFill>
              <a:ln w="38100">
                <a:solidFill>
                  <a:srgbClr val="FF99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70710" name="Line 181"/>
            <p:cNvSpPr>
              <a:spLocks noChangeShapeType="1"/>
            </p:cNvSpPr>
            <p:nvPr/>
          </p:nvSpPr>
          <p:spPr bwMode="auto">
            <a:xfrm>
              <a:off x="1697" y="1570"/>
              <a:ext cx="0" cy="317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 type="oval" w="med" len="med"/>
            </a:ln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70711" name="Group 195"/>
            <p:cNvGrpSpPr>
              <a:grpSpLocks/>
            </p:cNvGrpSpPr>
            <p:nvPr/>
          </p:nvGrpSpPr>
          <p:grpSpPr bwMode="auto">
            <a:xfrm>
              <a:off x="431" y="1344"/>
              <a:ext cx="363" cy="363"/>
              <a:chOff x="431" y="1389"/>
              <a:chExt cx="363" cy="363"/>
            </a:xfrm>
          </p:grpSpPr>
          <p:sp>
            <p:nvSpPr>
              <p:cNvPr id="70712" name="Oval 121"/>
              <p:cNvSpPr>
                <a:spLocks noChangeArrowheads="1"/>
              </p:cNvSpPr>
              <p:nvPr/>
            </p:nvSpPr>
            <p:spPr bwMode="auto">
              <a:xfrm>
                <a:off x="431" y="1389"/>
                <a:ext cx="363" cy="363"/>
              </a:xfrm>
              <a:prstGeom prst="ellipse">
                <a:avLst/>
              </a:prstGeom>
              <a:gradFill rotWithShape="1">
                <a:gsLst>
                  <a:gs pos="0">
                    <a:srgbClr val="0099FF"/>
                  </a:gs>
                  <a:gs pos="100000">
                    <a:srgbClr val="004776"/>
                  </a:gs>
                </a:gsLst>
                <a:path path="shape">
                  <a:fillToRect l="50000" t="50000" r="50000" b="50000"/>
                </a:path>
              </a:gradFill>
              <a:ln w="38100">
                <a:solidFill>
                  <a:srgbClr val="FF99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70713" name="Line 142"/>
              <p:cNvSpPr>
                <a:spLocks noChangeShapeType="1"/>
              </p:cNvSpPr>
              <p:nvPr/>
            </p:nvSpPr>
            <p:spPr bwMode="auto">
              <a:xfrm>
                <a:off x="431" y="1570"/>
                <a:ext cx="363" cy="0"/>
              </a:xfrm>
              <a:prstGeom prst="line">
                <a:avLst/>
              </a:prstGeom>
              <a:noFill/>
              <a:ln w="38100">
                <a:solidFill>
                  <a:srgbClr val="FF99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grpSp>
        <p:nvGrpSpPr>
          <p:cNvPr id="60614" name="Group 198"/>
          <p:cNvGrpSpPr>
            <a:grpSpLocks/>
          </p:cNvGrpSpPr>
          <p:nvPr/>
        </p:nvGrpSpPr>
        <p:grpSpPr bwMode="auto">
          <a:xfrm>
            <a:off x="5651500" y="1341438"/>
            <a:ext cx="3492500" cy="1543050"/>
            <a:chOff x="3560" y="845"/>
            <a:chExt cx="2200" cy="972"/>
          </a:xfrm>
        </p:grpSpPr>
        <p:sp>
          <p:nvSpPr>
            <p:cNvPr id="70715" name="Line 156"/>
            <p:cNvSpPr>
              <a:spLocks noChangeShapeType="1"/>
            </p:cNvSpPr>
            <p:nvPr/>
          </p:nvSpPr>
          <p:spPr bwMode="auto">
            <a:xfrm>
              <a:off x="4061" y="864"/>
              <a:ext cx="0" cy="952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0716" name="Line 158"/>
            <p:cNvSpPr>
              <a:spLocks noChangeShapeType="1"/>
            </p:cNvSpPr>
            <p:nvPr/>
          </p:nvSpPr>
          <p:spPr bwMode="auto">
            <a:xfrm>
              <a:off x="4605" y="1454"/>
              <a:ext cx="0" cy="317"/>
            </a:xfrm>
            <a:prstGeom prst="line">
              <a:avLst/>
            </a:prstGeom>
            <a:noFill/>
            <a:ln w="28575">
              <a:solidFill>
                <a:srgbClr val="00FFFF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0717" name="Text Box 159"/>
            <p:cNvSpPr txBox="1">
              <a:spLocks noChangeArrowheads="1"/>
            </p:cNvSpPr>
            <p:nvPr/>
          </p:nvSpPr>
          <p:spPr bwMode="auto">
            <a:xfrm>
              <a:off x="4346" y="1382"/>
              <a:ext cx="263" cy="327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i</a:t>
              </a:r>
              <a:r>
                <a:rPr lang="en-US" altLang="zh-CN" b="0" i="1" baseline="-2500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L</a:t>
              </a:r>
              <a:endParaRPr lang="en-US" altLang="zh-CN" b="0" i="1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70718" name="Text Box 160"/>
            <p:cNvSpPr txBox="1">
              <a:spLocks noChangeArrowheads="1"/>
            </p:cNvSpPr>
            <p:nvPr/>
          </p:nvSpPr>
          <p:spPr bwMode="auto">
            <a:xfrm>
              <a:off x="4741" y="845"/>
              <a:ext cx="257" cy="327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+</a:t>
              </a:r>
            </a:p>
          </p:txBody>
        </p:sp>
        <p:sp>
          <p:nvSpPr>
            <p:cNvPr id="70719" name="Text Box 161"/>
            <p:cNvSpPr txBox="1">
              <a:spLocks noChangeArrowheads="1"/>
            </p:cNvSpPr>
            <p:nvPr/>
          </p:nvSpPr>
          <p:spPr bwMode="auto">
            <a:xfrm>
              <a:off x="4741" y="1435"/>
              <a:ext cx="243" cy="327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–</a:t>
              </a:r>
            </a:p>
          </p:txBody>
        </p:sp>
        <p:sp>
          <p:nvSpPr>
            <p:cNvPr id="70720" name="Text Box 162"/>
            <p:cNvSpPr txBox="1">
              <a:spLocks noChangeArrowheads="1"/>
            </p:cNvSpPr>
            <p:nvPr/>
          </p:nvSpPr>
          <p:spPr bwMode="auto">
            <a:xfrm>
              <a:off x="4787" y="1110"/>
              <a:ext cx="377" cy="327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u</a:t>
              </a:r>
              <a:r>
                <a:rPr lang="en-US" altLang="zh-CN" b="0" i="1" baseline="-2500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L</a:t>
              </a:r>
            </a:p>
          </p:txBody>
        </p:sp>
        <p:sp>
          <p:nvSpPr>
            <p:cNvPr id="70721" name="Text Box 163"/>
            <p:cNvSpPr txBox="1">
              <a:spLocks noChangeArrowheads="1"/>
            </p:cNvSpPr>
            <p:nvPr/>
          </p:nvSpPr>
          <p:spPr bwMode="auto">
            <a:xfrm>
              <a:off x="4288" y="1091"/>
              <a:ext cx="390" cy="327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2H</a:t>
              </a:r>
            </a:p>
          </p:txBody>
        </p:sp>
        <p:sp>
          <p:nvSpPr>
            <p:cNvPr id="70722" name="Line 164"/>
            <p:cNvSpPr>
              <a:spLocks noChangeShapeType="1"/>
            </p:cNvSpPr>
            <p:nvPr/>
          </p:nvSpPr>
          <p:spPr bwMode="auto">
            <a:xfrm flipH="1" flipV="1">
              <a:off x="4061" y="864"/>
              <a:ext cx="1225" cy="0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0723" name="Line 165"/>
            <p:cNvSpPr>
              <a:spLocks noChangeShapeType="1"/>
            </p:cNvSpPr>
            <p:nvPr/>
          </p:nvSpPr>
          <p:spPr bwMode="auto">
            <a:xfrm>
              <a:off x="4061" y="1817"/>
              <a:ext cx="1225" cy="0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0724" name="Line 166"/>
            <p:cNvSpPr>
              <a:spLocks noChangeShapeType="1"/>
            </p:cNvSpPr>
            <p:nvPr/>
          </p:nvSpPr>
          <p:spPr bwMode="auto">
            <a:xfrm flipV="1">
              <a:off x="4696" y="1499"/>
              <a:ext cx="0" cy="318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 type="oval" w="med" len="med"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0725" name="Line 167"/>
            <p:cNvSpPr>
              <a:spLocks noChangeShapeType="1"/>
            </p:cNvSpPr>
            <p:nvPr/>
          </p:nvSpPr>
          <p:spPr bwMode="auto">
            <a:xfrm>
              <a:off x="4696" y="864"/>
              <a:ext cx="0" cy="226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 type="oval" w="med" len="med"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0726" name="Text Box 168"/>
            <p:cNvSpPr txBox="1">
              <a:spLocks noChangeArrowheads="1"/>
            </p:cNvSpPr>
            <p:nvPr/>
          </p:nvSpPr>
          <p:spPr bwMode="auto">
            <a:xfrm>
              <a:off x="3560" y="926"/>
              <a:ext cx="502" cy="327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10A</a:t>
              </a:r>
            </a:p>
          </p:txBody>
        </p:sp>
        <p:sp>
          <p:nvSpPr>
            <p:cNvPr id="70727" name="Line 169"/>
            <p:cNvSpPr>
              <a:spLocks noChangeShapeType="1"/>
            </p:cNvSpPr>
            <p:nvPr/>
          </p:nvSpPr>
          <p:spPr bwMode="auto">
            <a:xfrm flipH="1">
              <a:off x="5286" y="864"/>
              <a:ext cx="0" cy="952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0728" name="Line 171"/>
            <p:cNvSpPr>
              <a:spLocks noChangeShapeType="1"/>
            </p:cNvSpPr>
            <p:nvPr/>
          </p:nvSpPr>
          <p:spPr bwMode="auto">
            <a:xfrm flipV="1">
              <a:off x="4059" y="936"/>
              <a:ext cx="0" cy="317"/>
            </a:xfrm>
            <a:prstGeom prst="line">
              <a:avLst/>
            </a:prstGeom>
            <a:noFill/>
            <a:ln w="28575">
              <a:solidFill>
                <a:srgbClr val="00FFFF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0729" name="Text Box 172"/>
            <p:cNvSpPr txBox="1">
              <a:spLocks noChangeArrowheads="1"/>
            </p:cNvSpPr>
            <p:nvPr/>
          </p:nvSpPr>
          <p:spPr bwMode="auto">
            <a:xfrm>
              <a:off x="5364" y="1118"/>
              <a:ext cx="396" cy="327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R</a:t>
              </a:r>
              <a:r>
                <a:rPr lang="en-US" altLang="zh-CN" b="0" baseline="-2500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eq</a:t>
              </a:r>
            </a:p>
          </p:txBody>
        </p:sp>
        <p:sp>
          <p:nvSpPr>
            <p:cNvPr id="70730" name="Rectangle 173"/>
            <p:cNvSpPr>
              <a:spLocks noChangeArrowheads="1"/>
            </p:cNvSpPr>
            <p:nvPr/>
          </p:nvSpPr>
          <p:spPr bwMode="auto">
            <a:xfrm rot="5400000">
              <a:off x="5157" y="1214"/>
              <a:ext cx="297" cy="137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</a:gradFill>
            <a:ln w="2857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70731" name="Group 174"/>
            <p:cNvGrpSpPr>
              <a:grpSpLocks/>
            </p:cNvGrpSpPr>
            <p:nvPr/>
          </p:nvGrpSpPr>
          <p:grpSpPr bwMode="auto">
            <a:xfrm rot="5400000">
              <a:off x="4239" y="998"/>
              <a:ext cx="499" cy="590"/>
              <a:chOff x="476" y="663"/>
              <a:chExt cx="771" cy="862"/>
            </a:xfrm>
          </p:grpSpPr>
          <p:sp>
            <p:nvSpPr>
              <p:cNvPr id="70732" name="AutoShape 175"/>
              <p:cNvSpPr>
                <a:spLocks noChangeArrowheads="1"/>
              </p:cNvSpPr>
              <p:nvPr/>
            </p:nvSpPr>
            <p:spPr bwMode="auto">
              <a:xfrm>
                <a:off x="476" y="663"/>
                <a:ext cx="317" cy="862"/>
              </a:xfrm>
              <a:custGeom>
                <a:avLst/>
                <a:gdLst/>
                <a:ahLst/>
                <a:cxnLst>
                  <a:cxn ang="0">
                    <a:pos x="2646" y="3717"/>
                  </a:cxn>
                  <a:cxn ang="0">
                    <a:pos x="10800" y="0"/>
                  </a:cxn>
                  <a:cxn ang="0">
                    <a:pos x="18953" y="3717"/>
                  </a:cxn>
                  <a:cxn ang="0">
                    <a:pos x="10799" y="0"/>
                  </a:cxn>
                  <a:cxn ang="0">
                    <a:pos x="2646" y="3717"/>
                  </a:cxn>
                </a:cxnLst>
                <a:rect l="0" t="0" r="r" b="b"/>
                <a:pathLst>
                  <a:path w="21600" h="21600">
                    <a:moveTo>
                      <a:pt x="2646" y="3717"/>
                    </a:moveTo>
                    <a:cubicBezTo>
                      <a:pt x="4698" y="1356"/>
                      <a:pt x="7672" y="-1"/>
                      <a:pt x="10800" y="0"/>
                    </a:cubicBezTo>
                    <a:cubicBezTo>
                      <a:pt x="13927" y="0"/>
                      <a:pt x="16901" y="1356"/>
                      <a:pt x="18953" y="3717"/>
                    </a:cubicBezTo>
                    <a:cubicBezTo>
                      <a:pt x="16901" y="1356"/>
                      <a:pt x="13927" y="-1"/>
                      <a:pt x="10799" y="0"/>
                    </a:cubicBezTo>
                    <a:cubicBezTo>
                      <a:pt x="7672" y="0"/>
                      <a:pt x="4698" y="1356"/>
                      <a:pt x="2646" y="3717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764700"/>
                  </a:gs>
                  <a:gs pos="50000">
                    <a:srgbClr val="FF9900"/>
                  </a:gs>
                  <a:gs pos="100000">
                    <a:srgbClr val="764700"/>
                  </a:gs>
                </a:gsLst>
                <a:lin ang="5400000" scaled="1"/>
              </a:gradFill>
              <a:ln w="38100">
                <a:solidFill>
                  <a:srgbClr val="FF99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0733" name="AutoShape 176"/>
              <p:cNvSpPr>
                <a:spLocks noChangeArrowheads="1"/>
              </p:cNvSpPr>
              <p:nvPr/>
            </p:nvSpPr>
            <p:spPr bwMode="auto">
              <a:xfrm>
                <a:off x="703" y="663"/>
                <a:ext cx="317" cy="862"/>
              </a:xfrm>
              <a:custGeom>
                <a:avLst/>
                <a:gdLst/>
                <a:ahLst/>
                <a:cxnLst>
                  <a:cxn ang="0">
                    <a:pos x="2646" y="3717"/>
                  </a:cxn>
                  <a:cxn ang="0">
                    <a:pos x="10800" y="0"/>
                  </a:cxn>
                  <a:cxn ang="0">
                    <a:pos x="18953" y="3717"/>
                  </a:cxn>
                  <a:cxn ang="0">
                    <a:pos x="10799" y="0"/>
                  </a:cxn>
                  <a:cxn ang="0">
                    <a:pos x="2646" y="3717"/>
                  </a:cxn>
                </a:cxnLst>
                <a:rect l="0" t="0" r="r" b="b"/>
                <a:pathLst>
                  <a:path w="21600" h="21600">
                    <a:moveTo>
                      <a:pt x="2646" y="3717"/>
                    </a:moveTo>
                    <a:cubicBezTo>
                      <a:pt x="4698" y="1356"/>
                      <a:pt x="7672" y="-1"/>
                      <a:pt x="10800" y="0"/>
                    </a:cubicBezTo>
                    <a:cubicBezTo>
                      <a:pt x="13927" y="0"/>
                      <a:pt x="16901" y="1356"/>
                      <a:pt x="18953" y="3717"/>
                    </a:cubicBezTo>
                    <a:cubicBezTo>
                      <a:pt x="16901" y="1356"/>
                      <a:pt x="13927" y="-1"/>
                      <a:pt x="10799" y="0"/>
                    </a:cubicBezTo>
                    <a:cubicBezTo>
                      <a:pt x="7672" y="0"/>
                      <a:pt x="4698" y="1356"/>
                      <a:pt x="2646" y="3717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764700"/>
                  </a:gs>
                  <a:gs pos="50000">
                    <a:srgbClr val="FF9900"/>
                  </a:gs>
                  <a:gs pos="100000">
                    <a:srgbClr val="764700"/>
                  </a:gs>
                </a:gsLst>
                <a:lin ang="5400000" scaled="1"/>
              </a:gradFill>
              <a:ln w="38100">
                <a:solidFill>
                  <a:srgbClr val="FF99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0734" name="AutoShape 177"/>
              <p:cNvSpPr>
                <a:spLocks noChangeArrowheads="1"/>
              </p:cNvSpPr>
              <p:nvPr/>
            </p:nvSpPr>
            <p:spPr bwMode="auto">
              <a:xfrm>
                <a:off x="930" y="663"/>
                <a:ext cx="317" cy="862"/>
              </a:xfrm>
              <a:custGeom>
                <a:avLst/>
                <a:gdLst/>
                <a:ahLst/>
                <a:cxnLst>
                  <a:cxn ang="0">
                    <a:pos x="2646" y="3717"/>
                  </a:cxn>
                  <a:cxn ang="0">
                    <a:pos x="10800" y="0"/>
                  </a:cxn>
                  <a:cxn ang="0">
                    <a:pos x="18953" y="3717"/>
                  </a:cxn>
                  <a:cxn ang="0">
                    <a:pos x="10799" y="0"/>
                  </a:cxn>
                  <a:cxn ang="0">
                    <a:pos x="2646" y="3717"/>
                  </a:cxn>
                </a:cxnLst>
                <a:rect l="0" t="0" r="r" b="b"/>
                <a:pathLst>
                  <a:path w="21600" h="21600">
                    <a:moveTo>
                      <a:pt x="2646" y="3717"/>
                    </a:moveTo>
                    <a:cubicBezTo>
                      <a:pt x="4698" y="1356"/>
                      <a:pt x="7672" y="-1"/>
                      <a:pt x="10800" y="0"/>
                    </a:cubicBezTo>
                    <a:cubicBezTo>
                      <a:pt x="13927" y="0"/>
                      <a:pt x="16901" y="1356"/>
                      <a:pt x="18953" y="3717"/>
                    </a:cubicBezTo>
                    <a:cubicBezTo>
                      <a:pt x="16901" y="1356"/>
                      <a:pt x="13927" y="-1"/>
                      <a:pt x="10799" y="0"/>
                    </a:cubicBezTo>
                    <a:cubicBezTo>
                      <a:pt x="7672" y="0"/>
                      <a:pt x="4698" y="1356"/>
                      <a:pt x="2646" y="3717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764700"/>
                  </a:gs>
                  <a:gs pos="50000">
                    <a:srgbClr val="FF9900"/>
                  </a:gs>
                  <a:gs pos="100000">
                    <a:srgbClr val="764700"/>
                  </a:gs>
                </a:gsLst>
                <a:lin ang="5400000" scaled="1"/>
              </a:gradFill>
              <a:ln w="38100">
                <a:solidFill>
                  <a:srgbClr val="FF99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70735" name="Group 197"/>
            <p:cNvGrpSpPr>
              <a:grpSpLocks/>
            </p:cNvGrpSpPr>
            <p:nvPr/>
          </p:nvGrpSpPr>
          <p:grpSpPr bwMode="auto">
            <a:xfrm>
              <a:off x="3879" y="1253"/>
              <a:ext cx="363" cy="363"/>
              <a:chOff x="3879" y="1117"/>
              <a:chExt cx="363" cy="363"/>
            </a:xfrm>
          </p:grpSpPr>
          <p:sp>
            <p:nvSpPr>
              <p:cNvPr id="70736" name="Oval 157"/>
              <p:cNvSpPr>
                <a:spLocks noChangeArrowheads="1"/>
              </p:cNvSpPr>
              <p:nvPr/>
            </p:nvSpPr>
            <p:spPr bwMode="auto">
              <a:xfrm>
                <a:off x="3879" y="1117"/>
                <a:ext cx="363" cy="363"/>
              </a:xfrm>
              <a:prstGeom prst="ellipse">
                <a:avLst/>
              </a:prstGeom>
              <a:gradFill rotWithShape="1">
                <a:gsLst>
                  <a:gs pos="0">
                    <a:srgbClr val="0099FF"/>
                  </a:gs>
                  <a:gs pos="100000">
                    <a:srgbClr val="004776"/>
                  </a:gs>
                </a:gsLst>
                <a:path path="shape">
                  <a:fillToRect l="50000" t="50000" r="50000" b="50000"/>
                </a:path>
              </a:gradFill>
              <a:ln w="38100">
                <a:solidFill>
                  <a:srgbClr val="FF99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70737" name="Line 170"/>
              <p:cNvSpPr>
                <a:spLocks noChangeShapeType="1"/>
              </p:cNvSpPr>
              <p:nvPr/>
            </p:nvSpPr>
            <p:spPr bwMode="auto">
              <a:xfrm>
                <a:off x="3879" y="1318"/>
                <a:ext cx="363" cy="0"/>
              </a:xfrm>
              <a:prstGeom prst="line">
                <a:avLst/>
              </a:prstGeom>
              <a:noFill/>
              <a:ln w="38100">
                <a:solidFill>
                  <a:srgbClr val="FF99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604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04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04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604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" dur="500"/>
                                        <p:tgtEl>
                                          <p:spTgt spid="606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500"/>
                            </p:stCondLst>
                            <p:childTnLst>
                              <p:par>
                                <p:cTn id="16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04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04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604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604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604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604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000"/>
                            </p:stCondLst>
                            <p:childTnLst>
                              <p:par>
                                <p:cTn id="29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604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604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604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3000"/>
                                        <p:tgtEl>
                                          <p:spTgt spid="605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5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43" dur="500"/>
                                        <p:tgtEl>
                                          <p:spTgt spid="605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"/>
                            </p:stCondLst>
                            <p:childTnLst>
                              <p:par>
                                <p:cTn id="4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6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606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3000"/>
                                        <p:tgtEl>
                                          <p:spTgt spid="605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5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3000"/>
                                        <p:tgtEl>
                                          <p:spTgt spid="605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5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3000"/>
                                        <p:tgtEl>
                                          <p:spTgt spid="605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3000"/>
                                        <p:tgtEl>
                                          <p:spTgt spid="605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420" grpId="0"/>
      <p:bldP spid="60421" grpId="0"/>
      <p:bldP spid="60422" grpId="0" animBg="1"/>
      <p:bldP spid="60423" grpId="0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6" name="Text Box 4"/>
          <p:cNvSpPr txBox="1">
            <a:spLocks noChangeArrowheads="1"/>
          </p:cNvSpPr>
          <p:nvPr/>
        </p:nvSpPr>
        <p:spPr bwMode="auto">
          <a:xfrm>
            <a:off x="179388" y="549275"/>
            <a:ext cx="1008062" cy="579438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sz="320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例</a:t>
            </a:r>
            <a:r>
              <a:rPr lang="en-US" altLang="zh-CN" sz="3200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2</a:t>
            </a:r>
          </a:p>
        </p:txBody>
      </p:sp>
      <p:sp>
        <p:nvSpPr>
          <p:cNvPr id="59397" name="Text Box 5"/>
          <p:cNvSpPr txBox="1">
            <a:spLocks noChangeArrowheads="1"/>
          </p:cNvSpPr>
          <p:nvPr/>
        </p:nvSpPr>
        <p:spPr bwMode="auto">
          <a:xfrm>
            <a:off x="1042988" y="476250"/>
            <a:ext cx="7885112" cy="604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>
              <a:lnSpc>
                <a:spcPct val="120000"/>
              </a:lnSpc>
              <a:spcBef>
                <a:spcPct val="50000"/>
              </a:spcBef>
            </a:pPr>
            <a:r>
              <a:rPr lang="en-US" altLang="zh-CN" b="0" i="1">
                <a:solidFill>
                  <a:schemeClr val="bg1"/>
                </a:solidFill>
                <a:latin typeface="Times New Roman" pitchFamily="18" charset="0"/>
              </a:rPr>
              <a:t>t</a:t>
            </a:r>
            <a:r>
              <a:rPr lang="en-US" altLang="zh-CN" b="0">
                <a:solidFill>
                  <a:schemeClr val="bg1"/>
                </a:solidFill>
                <a:latin typeface="Times New Roman" pitchFamily="18" charset="0"/>
              </a:rPr>
              <a:t>=0</a:t>
            </a:r>
            <a:r>
              <a:rPr lang="zh-CN" altLang="en-US">
                <a:latin typeface="楷体_GB2312" pitchFamily="49" charset="-122"/>
              </a:rPr>
              <a:t>开关</a:t>
            </a:r>
            <a:r>
              <a:rPr lang="en-US" altLang="zh-CN" b="0">
                <a:latin typeface="Times New Roman" pitchFamily="18" charset="0"/>
              </a:rPr>
              <a:t>k</a:t>
            </a:r>
            <a:r>
              <a:rPr lang="zh-CN" altLang="en-US">
                <a:latin typeface="楷体_GB2312" pitchFamily="49" charset="-122"/>
              </a:rPr>
              <a:t>打开，求</a:t>
            </a:r>
            <a:r>
              <a:rPr lang="en-US" altLang="zh-CN" b="0" i="1">
                <a:solidFill>
                  <a:schemeClr val="bg1"/>
                </a:solidFill>
                <a:latin typeface="Times New Roman" pitchFamily="18" charset="0"/>
              </a:rPr>
              <a:t>t </a:t>
            </a:r>
            <a:r>
              <a:rPr lang="en-US" altLang="zh-CN" b="0">
                <a:solidFill>
                  <a:schemeClr val="bg1"/>
                </a:solidFill>
                <a:latin typeface="Times New Roman" pitchFamily="18" charset="0"/>
              </a:rPr>
              <a:t>&gt;0</a:t>
            </a:r>
            <a:r>
              <a:rPr lang="zh-CN" altLang="en-US">
                <a:latin typeface="楷体_GB2312" pitchFamily="49" charset="-122"/>
              </a:rPr>
              <a:t>后</a:t>
            </a:r>
            <a:r>
              <a:rPr lang="en-US" altLang="zh-CN" b="0" i="1">
                <a:solidFill>
                  <a:schemeClr val="bg1"/>
                </a:solidFill>
                <a:latin typeface="Times New Roman" pitchFamily="18" charset="0"/>
              </a:rPr>
              <a:t>i</a:t>
            </a:r>
            <a:r>
              <a:rPr lang="en-US" altLang="zh-CN" b="0" baseline="-25000">
                <a:solidFill>
                  <a:schemeClr val="bg1"/>
                </a:solidFill>
                <a:latin typeface="Times New Roman" pitchFamily="18" charset="0"/>
              </a:rPr>
              <a:t>L</a:t>
            </a:r>
            <a:r>
              <a:rPr lang="zh-CN" altLang="en-US" b="0" baseline="-25000">
                <a:solidFill>
                  <a:schemeClr val="bg1"/>
                </a:solidFill>
                <a:latin typeface="Times New Roman" pitchFamily="18" charset="0"/>
              </a:rPr>
              <a:t>、</a:t>
            </a:r>
            <a:r>
              <a:rPr lang="en-US" altLang="zh-CN" b="0" i="1">
                <a:solidFill>
                  <a:schemeClr val="bg1"/>
                </a:solidFill>
                <a:latin typeface="Times New Roman" pitchFamily="18" charset="0"/>
              </a:rPr>
              <a:t>u</a:t>
            </a:r>
            <a:r>
              <a:rPr lang="en-US" altLang="zh-CN" b="0" baseline="-25000">
                <a:solidFill>
                  <a:schemeClr val="bg1"/>
                </a:solidFill>
                <a:latin typeface="Times New Roman" pitchFamily="18" charset="0"/>
              </a:rPr>
              <a:t>L</a:t>
            </a:r>
            <a:r>
              <a:rPr lang="zh-CN" altLang="en-US">
                <a:latin typeface="楷体_GB2312" pitchFamily="49" charset="-122"/>
              </a:rPr>
              <a:t>及电流源的电压。</a:t>
            </a:r>
          </a:p>
        </p:txBody>
      </p:sp>
      <p:sp>
        <p:nvSpPr>
          <p:cNvPr id="59398" name="Text Box 6"/>
          <p:cNvSpPr txBox="1">
            <a:spLocks noChangeArrowheads="1"/>
          </p:cNvSpPr>
          <p:nvPr/>
        </p:nvSpPr>
        <p:spPr bwMode="auto">
          <a:xfrm>
            <a:off x="395288" y="3357563"/>
            <a:ext cx="576262" cy="519112"/>
          </a:xfrm>
          <a:prstGeom prst="rect">
            <a:avLst/>
          </a:prstGeom>
          <a:solidFill>
            <a:srgbClr val="990033"/>
          </a:solidFill>
          <a:ln w="9525">
            <a:noFill/>
            <a:miter lim="800000"/>
            <a:headEnd/>
            <a:tailEnd/>
          </a:ln>
        </p:spPr>
        <p:txBody>
          <a:bodyPr lIns="90000" tIns="46800" rIns="90000" bIns="46800" anchor="ctr">
            <a:spAutoFit/>
          </a:bodyPr>
          <a:lstStyle/>
          <a:p>
            <a:pPr algn="ctr"/>
            <a:r>
              <a:rPr lang="zh-CN" altLang="en-US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解</a:t>
            </a:r>
            <a:endParaRPr lang="zh-CN" altLang="en-US" i="1">
              <a:solidFill>
                <a:schemeClr val="bg1"/>
              </a:solidFill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59399" name="Text Box 7"/>
          <p:cNvSpPr txBox="1">
            <a:spLocks noChangeArrowheads="1"/>
          </p:cNvSpPr>
          <p:nvPr/>
        </p:nvSpPr>
        <p:spPr bwMode="auto">
          <a:xfrm>
            <a:off x="1042988" y="3357563"/>
            <a:ext cx="7850187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>
                <a:latin typeface="楷体_GB2312" pitchFamily="49" charset="-122"/>
              </a:rPr>
              <a:t>这是</a:t>
            </a:r>
            <a:r>
              <a:rPr lang="en-US" altLang="zh-CN" b="0" i="1">
                <a:latin typeface="Times New Roman" pitchFamily="18" charset="0"/>
              </a:rPr>
              <a:t>RL</a:t>
            </a:r>
            <a:r>
              <a:rPr lang="zh-CN" altLang="en-US">
                <a:latin typeface="楷体_GB2312" pitchFamily="49" charset="-122"/>
              </a:rPr>
              <a:t>电路零状态响应问题，先化简电路，有：</a:t>
            </a:r>
          </a:p>
        </p:txBody>
      </p:sp>
      <p:graphicFrame>
        <p:nvGraphicFramePr>
          <p:cNvPr id="59480" name="Object 88"/>
          <p:cNvGraphicFramePr>
            <a:graphicFrameLocks noChangeAspect="1"/>
          </p:cNvGraphicFramePr>
          <p:nvPr/>
        </p:nvGraphicFramePr>
        <p:xfrm>
          <a:off x="933450" y="3933825"/>
          <a:ext cx="3278188" cy="574675"/>
        </p:xfrm>
        <a:graphic>
          <a:graphicData uri="http://schemas.openxmlformats.org/presentationml/2006/ole">
            <p:oleObj spid="_x0000_s71685" r:id="rId3" imgW="1286280" imgH="230760" progId="Equation.3">
              <p:embed/>
            </p:oleObj>
          </a:graphicData>
        </a:graphic>
      </p:graphicFrame>
      <p:graphicFrame>
        <p:nvGraphicFramePr>
          <p:cNvPr id="59481" name="Object 89"/>
          <p:cNvGraphicFramePr>
            <a:graphicFrameLocks noChangeAspect="1"/>
          </p:cNvGraphicFramePr>
          <p:nvPr/>
        </p:nvGraphicFramePr>
        <p:xfrm>
          <a:off x="4948238" y="3933825"/>
          <a:ext cx="3136900" cy="552450"/>
        </p:xfrm>
        <a:graphic>
          <a:graphicData uri="http://schemas.openxmlformats.org/presentationml/2006/ole">
            <p:oleObj spid="_x0000_s71686" r:id="rId4" imgW="1158840" imgH="207720" progId="Equation.3">
              <p:embed/>
            </p:oleObj>
          </a:graphicData>
        </a:graphic>
      </p:graphicFrame>
      <p:graphicFrame>
        <p:nvGraphicFramePr>
          <p:cNvPr id="59482" name="Object 90"/>
          <p:cNvGraphicFramePr>
            <a:graphicFrameLocks noChangeAspect="1"/>
          </p:cNvGraphicFramePr>
          <p:nvPr/>
        </p:nvGraphicFramePr>
        <p:xfrm>
          <a:off x="855663" y="4508500"/>
          <a:ext cx="3981450" cy="582613"/>
        </p:xfrm>
        <a:graphic>
          <a:graphicData uri="http://schemas.openxmlformats.org/presentationml/2006/ole">
            <p:oleObj spid="_x0000_s71687" r:id="rId5" imgW="1541160" imgH="230760" progId="Equation.3">
              <p:embed/>
            </p:oleObj>
          </a:graphicData>
        </a:graphic>
      </p:graphicFrame>
      <p:grpSp>
        <p:nvGrpSpPr>
          <p:cNvPr id="71688" name="Group 99"/>
          <p:cNvGrpSpPr>
            <a:grpSpLocks/>
          </p:cNvGrpSpPr>
          <p:nvPr/>
        </p:nvGrpSpPr>
        <p:grpSpPr bwMode="auto"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71689" name="Picture 100" descr="78900"/>
            <p:cNvPicPr>
              <a:picLocks noChangeAspect="1" noChangeArrowheads="1"/>
            </p:cNvPicPr>
            <p:nvPr/>
          </p:nvPicPr>
          <p:blipFill>
            <a:blip r:embed="rId6"/>
            <a:srcRect/>
            <a:stretch>
              <a:fillRect/>
            </a:stretch>
          </p:blipFill>
          <p:spPr bwMode="auto"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71690" name="Text Box 101">
              <a:hlinkClick r:id="" action="ppaction://hlinkshowjump?jump=nextslide"/>
            </p:cNvPr>
            <p:cNvSpPr txBox="1">
              <a:spLocks noChangeArrowheads="1"/>
            </p:cNvSpPr>
            <p:nvPr/>
          </p:nvSpPr>
          <p:spPr bwMode="auto"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0">
                  <a:solidFill>
                    <a:schemeClr val="bg1"/>
                  </a:solidFill>
                  <a:latin typeface="隶书" pitchFamily="49" charset="-122"/>
                  <a:ea typeface="隶书" pitchFamily="49" charset="-122"/>
                </a:rPr>
                <a:t>下 页</a:t>
              </a:r>
            </a:p>
          </p:txBody>
        </p:sp>
      </p:grpSp>
      <p:grpSp>
        <p:nvGrpSpPr>
          <p:cNvPr id="71691" name="Group 102"/>
          <p:cNvGrpSpPr>
            <a:grpSpLocks/>
          </p:cNvGrpSpPr>
          <p:nvPr/>
        </p:nvGrpSpPr>
        <p:grpSpPr bwMode="auto">
          <a:xfrm>
            <a:off x="7453313" y="6446838"/>
            <a:ext cx="792162" cy="366712"/>
            <a:chOff x="4649" y="4020"/>
            <a:chExt cx="499" cy="231"/>
          </a:xfrm>
        </p:grpSpPr>
        <p:pic>
          <p:nvPicPr>
            <p:cNvPr id="71692" name="Picture 103" descr="78900"/>
            <p:cNvPicPr>
              <a:picLocks noChangeAspect="1" noChangeArrowheads="1"/>
            </p:cNvPicPr>
            <p:nvPr/>
          </p:nvPicPr>
          <p:blipFill>
            <a:blip r:embed="rId6"/>
            <a:srcRect/>
            <a:stretch>
              <a:fillRect/>
            </a:stretch>
          </p:blipFill>
          <p:spPr bwMode="auto"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71693" name="Text Box 104">
              <a:hlinkClick r:id="" action="ppaction://hlinkshowjump?jump=previousslide"/>
            </p:cNvPr>
            <p:cNvSpPr txBox="1">
              <a:spLocks noChangeArrowheads="1"/>
            </p:cNvSpPr>
            <p:nvPr/>
          </p:nvSpPr>
          <p:spPr bwMode="auto"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0">
                  <a:solidFill>
                    <a:schemeClr val="bg1"/>
                  </a:solidFill>
                  <a:latin typeface="隶书" pitchFamily="49" charset="-122"/>
                  <a:ea typeface="隶书" pitchFamily="49" charset="-122"/>
                </a:rPr>
                <a:t>上 页</a:t>
              </a:r>
            </a:p>
          </p:txBody>
        </p:sp>
      </p:grpSp>
      <p:grpSp>
        <p:nvGrpSpPr>
          <p:cNvPr id="59535" name="Group 143"/>
          <p:cNvGrpSpPr>
            <a:grpSpLocks/>
          </p:cNvGrpSpPr>
          <p:nvPr/>
        </p:nvGrpSpPr>
        <p:grpSpPr bwMode="auto">
          <a:xfrm>
            <a:off x="5795963" y="1484313"/>
            <a:ext cx="2951162" cy="1512887"/>
            <a:chOff x="2971" y="2341"/>
            <a:chExt cx="1859" cy="953"/>
          </a:xfrm>
        </p:grpSpPr>
        <p:sp>
          <p:nvSpPr>
            <p:cNvPr id="71695" name="Oval 144"/>
            <p:cNvSpPr>
              <a:spLocks noChangeArrowheads="1"/>
            </p:cNvSpPr>
            <p:nvPr/>
          </p:nvSpPr>
          <p:spPr bwMode="auto">
            <a:xfrm>
              <a:off x="2971" y="2704"/>
              <a:ext cx="363" cy="363"/>
            </a:xfrm>
            <a:prstGeom prst="ellipse">
              <a:avLst/>
            </a:prstGeom>
            <a:gradFill rotWithShape="1">
              <a:gsLst>
                <a:gs pos="0">
                  <a:srgbClr val="0099FF"/>
                </a:gs>
                <a:gs pos="100000">
                  <a:srgbClr val="004776"/>
                </a:gs>
              </a:gsLst>
              <a:path path="shape">
                <a:fillToRect l="50000" t="50000" r="50000" b="50000"/>
              </a:path>
            </a:gradFill>
            <a:ln w="38100">
              <a:solidFill>
                <a:srgbClr val="FF99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1696" name="Line 145"/>
            <p:cNvSpPr>
              <a:spLocks noChangeShapeType="1"/>
            </p:cNvSpPr>
            <p:nvPr/>
          </p:nvSpPr>
          <p:spPr bwMode="auto">
            <a:xfrm>
              <a:off x="4286" y="2976"/>
              <a:ext cx="0" cy="317"/>
            </a:xfrm>
            <a:prstGeom prst="line">
              <a:avLst/>
            </a:prstGeom>
            <a:noFill/>
            <a:ln w="28575">
              <a:solidFill>
                <a:srgbClr val="00FFFF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697" name="Text Box 146"/>
            <p:cNvSpPr txBox="1">
              <a:spLocks noChangeArrowheads="1"/>
            </p:cNvSpPr>
            <p:nvPr/>
          </p:nvSpPr>
          <p:spPr bwMode="auto">
            <a:xfrm>
              <a:off x="3982" y="2905"/>
              <a:ext cx="263" cy="327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i</a:t>
              </a:r>
              <a:r>
                <a:rPr lang="en-US" altLang="zh-CN" b="0" i="1" baseline="-2500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L</a:t>
              </a:r>
              <a:endParaRPr lang="en-US" altLang="zh-CN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71698" name="Text Box 147"/>
            <p:cNvSpPr txBox="1">
              <a:spLocks noChangeArrowheads="1"/>
            </p:cNvSpPr>
            <p:nvPr/>
          </p:nvSpPr>
          <p:spPr bwMode="auto">
            <a:xfrm>
              <a:off x="4474" y="2368"/>
              <a:ext cx="257" cy="327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+</a:t>
              </a:r>
            </a:p>
          </p:txBody>
        </p:sp>
        <p:sp>
          <p:nvSpPr>
            <p:cNvPr id="71699" name="Text Box 148"/>
            <p:cNvSpPr txBox="1">
              <a:spLocks noChangeArrowheads="1"/>
            </p:cNvSpPr>
            <p:nvPr/>
          </p:nvSpPr>
          <p:spPr bwMode="auto">
            <a:xfrm>
              <a:off x="4476" y="2867"/>
              <a:ext cx="243" cy="327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–</a:t>
              </a:r>
            </a:p>
          </p:txBody>
        </p:sp>
        <p:sp>
          <p:nvSpPr>
            <p:cNvPr id="71700" name="Text Box 149"/>
            <p:cNvSpPr txBox="1">
              <a:spLocks noChangeArrowheads="1"/>
            </p:cNvSpPr>
            <p:nvPr/>
          </p:nvSpPr>
          <p:spPr bwMode="auto">
            <a:xfrm>
              <a:off x="4453" y="2587"/>
              <a:ext cx="377" cy="327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u</a:t>
              </a:r>
              <a:r>
                <a:rPr lang="en-US" altLang="zh-CN" b="0" i="1" baseline="-2500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L</a:t>
              </a:r>
            </a:p>
          </p:txBody>
        </p:sp>
        <p:sp>
          <p:nvSpPr>
            <p:cNvPr id="71701" name="Text Box 150"/>
            <p:cNvSpPr txBox="1">
              <a:spLocks noChangeArrowheads="1"/>
            </p:cNvSpPr>
            <p:nvPr/>
          </p:nvSpPr>
          <p:spPr bwMode="auto">
            <a:xfrm>
              <a:off x="3969" y="2640"/>
              <a:ext cx="453" cy="327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2H</a:t>
              </a:r>
            </a:p>
          </p:txBody>
        </p:sp>
        <p:sp>
          <p:nvSpPr>
            <p:cNvPr id="71702" name="Line 151"/>
            <p:cNvSpPr>
              <a:spLocks noChangeShapeType="1"/>
            </p:cNvSpPr>
            <p:nvPr/>
          </p:nvSpPr>
          <p:spPr bwMode="auto">
            <a:xfrm flipH="1" flipV="1">
              <a:off x="3152" y="2387"/>
              <a:ext cx="1225" cy="0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703" name="Line 152"/>
            <p:cNvSpPr>
              <a:spLocks noChangeShapeType="1"/>
            </p:cNvSpPr>
            <p:nvPr/>
          </p:nvSpPr>
          <p:spPr bwMode="auto">
            <a:xfrm>
              <a:off x="3152" y="3294"/>
              <a:ext cx="1225" cy="0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704" name="Line 153"/>
            <p:cNvSpPr>
              <a:spLocks noChangeShapeType="1"/>
            </p:cNvSpPr>
            <p:nvPr/>
          </p:nvSpPr>
          <p:spPr bwMode="auto">
            <a:xfrm flipV="1">
              <a:off x="4377" y="3022"/>
              <a:ext cx="0" cy="272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705" name="Line 154"/>
            <p:cNvSpPr>
              <a:spLocks noChangeShapeType="1"/>
            </p:cNvSpPr>
            <p:nvPr/>
          </p:nvSpPr>
          <p:spPr bwMode="auto">
            <a:xfrm>
              <a:off x="4377" y="2387"/>
              <a:ext cx="0" cy="226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706" name="Line 155"/>
            <p:cNvSpPr>
              <a:spLocks noChangeShapeType="1"/>
            </p:cNvSpPr>
            <p:nvPr/>
          </p:nvSpPr>
          <p:spPr bwMode="auto">
            <a:xfrm>
              <a:off x="3152" y="2387"/>
              <a:ext cx="0" cy="907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707" name="Text Box 156"/>
            <p:cNvSpPr txBox="1">
              <a:spLocks noChangeArrowheads="1"/>
            </p:cNvSpPr>
            <p:nvPr/>
          </p:nvSpPr>
          <p:spPr bwMode="auto">
            <a:xfrm>
              <a:off x="3274" y="2685"/>
              <a:ext cx="354" cy="327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U</a:t>
              </a:r>
              <a:r>
                <a:rPr lang="en-US" altLang="zh-CN" b="0" baseline="-2500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o</a:t>
              </a:r>
            </a:p>
          </p:txBody>
        </p:sp>
        <p:sp>
          <p:nvSpPr>
            <p:cNvPr id="71708" name="Text Box 157"/>
            <p:cNvSpPr txBox="1">
              <a:spLocks noChangeArrowheads="1"/>
            </p:cNvSpPr>
            <p:nvPr/>
          </p:nvSpPr>
          <p:spPr bwMode="auto">
            <a:xfrm>
              <a:off x="3585" y="2413"/>
              <a:ext cx="396" cy="327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R</a:t>
              </a:r>
              <a:r>
                <a:rPr lang="en-US" altLang="zh-CN" b="0" baseline="-2500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eq</a:t>
              </a:r>
            </a:p>
          </p:txBody>
        </p:sp>
        <p:sp>
          <p:nvSpPr>
            <p:cNvPr id="71709" name="Text Box 158"/>
            <p:cNvSpPr txBox="1">
              <a:spLocks noChangeArrowheads="1"/>
            </p:cNvSpPr>
            <p:nvPr/>
          </p:nvSpPr>
          <p:spPr bwMode="auto">
            <a:xfrm>
              <a:off x="3288" y="2413"/>
              <a:ext cx="257" cy="327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+</a:t>
              </a:r>
            </a:p>
          </p:txBody>
        </p:sp>
        <p:sp>
          <p:nvSpPr>
            <p:cNvPr id="71710" name="Text Box 159"/>
            <p:cNvSpPr txBox="1">
              <a:spLocks noChangeArrowheads="1"/>
            </p:cNvSpPr>
            <p:nvPr/>
          </p:nvSpPr>
          <p:spPr bwMode="auto">
            <a:xfrm>
              <a:off x="3243" y="2957"/>
              <a:ext cx="257" cy="327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zh-CN" altLang="en-US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－</a:t>
              </a:r>
            </a:p>
          </p:txBody>
        </p:sp>
        <p:grpSp>
          <p:nvGrpSpPr>
            <p:cNvPr id="71711" name="Group 160"/>
            <p:cNvGrpSpPr>
              <a:grpSpLocks/>
            </p:cNvGrpSpPr>
            <p:nvPr/>
          </p:nvGrpSpPr>
          <p:grpSpPr bwMode="auto">
            <a:xfrm rot="5400000">
              <a:off x="3920" y="2520"/>
              <a:ext cx="499" cy="590"/>
              <a:chOff x="476" y="663"/>
              <a:chExt cx="771" cy="862"/>
            </a:xfrm>
          </p:grpSpPr>
          <p:sp>
            <p:nvSpPr>
              <p:cNvPr id="71712" name="AutoShape 161"/>
              <p:cNvSpPr>
                <a:spLocks noChangeArrowheads="1"/>
              </p:cNvSpPr>
              <p:nvPr/>
            </p:nvSpPr>
            <p:spPr bwMode="auto">
              <a:xfrm>
                <a:off x="476" y="663"/>
                <a:ext cx="317" cy="862"/>
              </a:xfrm>
              <a:custGeom>
                <a:avLst/>
                <a:gdLst/>
                <a:ahLst/>
                <a:cxnLst>
                  <a:cxn ang="0">
                    <a:pos x="2646" y="3717"/>
                  </a:cxn>
                  <a:cxn ang="0">
                    <a:pos x="10800" y="0"/>
                  </a:cxn>
                  <a:cxn ang="0">
                    <a:pos x="18953" y="3717"/>
                  </a:cxn>
                  <a:cxn ang="0">
                    <a:pos x="10799" y="0"/>
                  </a:cxn>
                  <a:cxn ang="0">
                    <a:pos x="2646" y="3717"/>
                  </a:cxn>
                </a:cxnLst>
                <a:rect l="0" t="0" r="r" b="b"/>
                <a:pathLst>
                  <a:path w="21600" h="21600">
                    <a:moveTo>
                      <a:pt x="2646" y="3717"/>
                    </a:moveTo>
                    <a:cubicBezTo>
                      <a:pt x="4698" y="1356"/>
                      <a:pt x="7672" y="-1"/>
                      <a:pt x="10800" y="0"/>
                    </a:cubicBezTo>
                    <a:cubicBezTo>
                      <a:pt x="13927" y="0"/>
                      <a:pt x="16901" y="1356"/>
                      <a:pt x="18953" y="3717"/>
                    </a:cubicBezTo>
                    <a:cubicBezTo>
                      <a:pt x="16901" y="1356"/>
                      <a:pt x="13927" y="-1"/>
                      <a:pt x="10799" y="0"/>
                    </a:cubicBezTo>
                    <a:cubicBezTo>
                      <a:pt x="7672" y="0"/>
                      <a:pt x="4698" y="1356"/>
                      <a:pt x="2646" y="3717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764700"/>
                  </a:gs>
                  <a:gs pos="50000">
                    <a:srgbClr val="FF9900"/>
                  </a:gs>
                  <a:gs pos="100000">
                    <a:srgbClr val="764700"/>
                  </a:gs>
                </a:gsLst>
                <a:lin ang="5400000" scaled="1"/>
              </a:gradFill>
              <a:ln w="38100">
                <a:solidFill>
                  <a:srgbClr val="FF99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1713" name="AutoShape 162"/>
              <p:cNvSpPr>
                <a:spLocks noChangeArrowheads="1"/>
              </p:cNvSpPr>
              <p:nvPr/>
            </p:nvSpPr>
            <p:spPr bwMode="auto">
              <a:xfrm>
                <a:off x="703" y="663"/>
                <a:ext cx="317" cy="862"/>
              </a:xfrm>
              <a:custGeom>
                <a:avLst/>
                <a:gdLst/>
                <a:ahLst/>
                <a:cxnLst>
                  <a:cxn ang="0">
                    <a:pos x="2646" y="3717"/>
                  </a:cxn>
                  <a:cxn ang="0">
                    <a:pos x="10800" y="0"/>
                  </a:cxn>
                  <a:cxn ang="0">
                    <a:pos x="18953" y="3717"/>
                  </a:cxn>
                  <a:cxn ang="0">
                    <a:pos x="10799" y="0"/>
                  </a:cxn>
                  <a:cxn ang="0">
                    <a:pos x="2646" y="3717"/>
                  </a:cxn>
                </a:cxnLst>
                <a:rect l="0" t="0" r="r" b="b"/>
                <a:pathLst>
                  <a:path w="21600" h="21600">
                    <a:moveTo>
                      <a:pt x="2646" y="3717"/>
                    </a:moveTo>
                    <a:cubicBezTo>
                      <a:pt x="4698" y="1356"/>
                      <a:pt x="7672" y="-1"/>
                      <a:pt x="10800" y="0"/>
                    </a:cubicBezTo>
                    <a:cubicBezTo>
                      <a:pt x="13927" y="0"/>
                      <a:pt x="16901" y="1356"/>
                      <a:pt x="18953" y="3717"/>
                    </a:cubicBezTo>
                    <a:cubicBezTo>
                      <a:pt x="16901" y="1356"/>
                      <a:pt x="13927" y="-1"/>
                      <a:pt x="10799" y="0"/>
                    </a:cubicBezTo>
                    <a:cubicBezTo>
                      <a:pt x="7672" y="0"/>
                      <a:pt x="4698" y="1356"/>
                      <a:pt x="2646" y="3717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764700"/>
                  </a:gs>
                  <a:gs pos="50000">
                    <a:srgbClr val="FF9900"/>
                  </a:gs>
                  <a:gs pos="100000">
                    <a:srgbClr val="764700"/>
                  </a:gs>
                </a:gsLst>
                <a:lin ang="5400000" scaled="1"/>
              </a:gradFill>
              <a:ln w="38100">
                <a:solidFill>
                  <a:srgbClr val="FF99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1714" name="AutoShape 163"/>
              <p:cNvSpPr>
                <a:spLocks noChangeArrowheads="1"/>
              </p:cNvSpPr>
              <p:nvPr/>
            </p:nvSpPr>
            <p:spPr bwMode="auto">
              <a:xfrm>
                <a:off x="930" y="663"/>
                <a:ext cx="317" cy="862"/>
              </a:xfrm>
              <a:custGeom>
                <a:avLst/>
                <a:gdLst/>
                <a:ahLst/>
                <a:cxnLst>
                  <a:cxn ang="0">
                    <a:pos x="2646" y="3717"/>
                  </a:cxn>
                  <a:cxn ang="0">
                    <a:pos x="10800" y="0"/>
                  </a:cxn>
                  <a:cxn ang="0">
                    <a:pos x="18953" y="3717"/>
                  </a:cxn>
                  <a:cxn ang="0">
                    <a:pos x="10799" y="0"/>
                  </a:cxn>
                  <a:cxn ang="0">
                    <a:pos x="2646" y="3717"/>
                  </a:cxn>
                </a:cxnLst>
                <a:rect l="0" t="0" r="r" b="b"/>
                <a:pathLst>
                  <a:path w="21600" h="21600">
                    <a:moveTo>
                      <a:pt x="2646" y="3717"/>
                    </a:moveTo>
                    <a:cubicBezTo>
                      <a:pt x="4698" y="1356"/>
                      <a:pt x="7672" y="-1"/>
                      <a:pt x="10800" y="0"/>
                    </a:cubicBezTo>
                    <a:cubicBezTo>
                      <a:pt x="13927" y="0"/>
                      <a:pt x="16901" y="1356"/>
                      <a:pt x="18953" y="3717"/>
                    </a:cubicBezTo>
                    <a:cubicBezTo>
                      <a:pt x="16901" y="1356"/>
                      <a:pt x="13927" y="-1"/>
                      <a:pt x="10799" y="0"/>
                    </a:cubicBezTo>
                    <a:cubicBezTo>
                      <a:pt x="7672" y="0"/>
                      <a:pt x="4698" y="1356"/>
                      <a:pt x="2646" y="3717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764700"/>
                  </a:gs>
                  <a:gs pos="50000">
                    <a:srgbClr val="FF9900"/>
                  </a:gs>
                  <a:gs pos="100000">
                    <a:srgbClr val="764700"/>
                  </a:gs>
                </a:gsLst>
                <a:lin ang="5400000" scaled="1"/>
              </a:gradFill>
              <a:ln w="38100">
                <a:solidFill>
                  <a:srgbClr val="FF99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71715" name="Rectangle 164"/>
            <p:cNvSpPr>
              <a:spLocks noChangeArrowheads="1"/>
            </p:cNvSpPr>
            <p:nvPr/>
          </p:nvSpPr>
          <p:spPr bwMode="auto">
            <a:xfrm>
              <a:off x="3581" y="2341"/>
              <a:ext cx="297" cy="137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</a:gradFill>
            <a:ln w="2857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59557" name="Group 165"/>
          <p:cNvGrpSpPr>
            <a:grpSpLocks/>
          </p:cNvGrpSpPr>
          <p:nvPr/>
        </p:nvGrpSpPr>
        <p:grpSpPr bwMode="auto">
          <a:xfrm>
            <a:off x="4787900" y="1773238"/>
            <a:ext cx="1223963" cy="719137"/>
            <a:chOff x="3651" y="1071"/>
            <a:chExt cx="771" cy="453"/>
          </a:xfrm>
        </p:grpSpPr>
        <p:sp>
          <p:nvSpPr>
            <p:cNvPr id="71717" name="AutoShape 166"/>
            <p:cNvSpPr>
              <a:spLocks noChangeArrowheads="1"/>
            </p:cNvSpPr>
            <p:nvPr/>
          </p:nvSpPr>
          <p:spPr bwMode="auto">
            <a:xfrm rot="-5400000">
              <a:off x="3875" y="1204"/>
              <a:ext cx="135" cy="500"/>
            </a:xfrm>
            <a:prstGeom prst="downArrow">
              <a:avLst>
                <a:gd name="adj1" fmla="val 50000"/>
                <a:gd name="adj2" fmla="val 92541"/>
              </a:avLst>
            </a:prstGeom>
            <a:solidFill>
              <a:srgbClr val="0099FF"/>
            </a:solidFill>
            <a:ln w="9525">
              <a:noFill/>
              <a:miter lim="800000"/>
              <a:headEnd/>
              <a:tailEnd/>
            </a:ln>
          </p:spPr>
          <p:txBody>
            <a:bodyPr vert="eaVert" wrap="none" anchor="ctr"/>
            <a:lstStyle/>
            <a:p>
              <a:endParaRPr lang="zh-CN" altLang="en-US"/>
            </a:p>
          </p:txBody>
        </p:sp>
        <p:sp>
          <p:nvSpPr>
            <p:cNvPr id="71718" name="Text Box 167"/>
            <p:cNvSpPr txBox="1">
              <a:spLocks noChangeArrowheads="1"/>
            </p:cNvSpPr>
            <p:nvPr/>
          </p:nvSpPr>
          <p:spPr bwMode="auto">
            <a:xfrm>
              <a:off x="3651" y="1071"/>
              <a:ext cx="771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ea typeface="仿宋_GB2312" pitchFamily="49" charset="-122"/>
                </a:rPr>
                <a:t>t </a:t>
              </a:r>
              <a:r>
                <a:rPr lang="en-US" altLang="zh-CN" b="0" u="sng">
                  <a:solidFill>
                    <a:schemeClr val="bg1"/>
                  </a:solidFill>
                  <a:latin typeface="Times New Roman" pitchFamily="18" charset="0"/>
                  <a:ea typeface="仿宋_GB2312" pitchFamily="49" charset="-122"/>
                </a:rPr>
                <a:t>&gt; </a:t>
              </a:r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仿宋_GB2312" pitchFamily="49" charset="-122"/>
                </a:rPr>
                <a:t>0</a:t>
              </a:r>
            </a:p>
          </p:txBody>
        </p:sp>
      </p:grpSp>
      <p:graphicFrame>
        <p:nvGraphicFramePr>
          <p:cNvPr id="59560" name="Object 168"/>
          <p:cNvGraphicFramePr>
            <a:graphicFrameLocks noChangeAspect="1"/>
          </p:cNvGraphicFramePr>
          <p:nvPr/>
        </p:nvGraphicFramePr>
        <p:xfrm>
          <a:off x="5089525" y="4437063"/>
          <a:ext cx="3544888" cy="611187"/>
        </p:xfrm>
        <a:graphic>
          <a:graphicData uri="http://schemas.openxmlformats.org/presentationml/2006/ole">
            <p:oleObj spid="_x0000_s71719" r:id="rId7" imgW="1309320" imgH="230760" progId="Equation.3">
              <p:embed/>
            </p:oleObj>
          </a:graphicData>
        </a:graphic>
      </p:graphicFrame>
      <p:graphicFrame>
        <p:nvGraphicFramePr>
          <p:cNvPr id="59561" name="Object 169"/>
          <p:cNvGraphicFramePr>
            <a:graphicFrameLocks noChangeAspect="1"/>
          </p:cNvGraphicFramePr>
          <p:nvPr/>
        </p:nvGraphicFramePr>
        <p:xfrm>
          <a:off x="900113" y="5084763"/>
          <a:ext cx="3024187" cy="565150"/>
        </p:xfrm>
        <a:graphic>
          <a:graphicData uri="http://schemas.openxmlformats.org/presentationml/2006/ole">
            <p:oleObj spid="_x0000_s71720" r:id="rId8" imgW="1147320" imgH="219240" progId="Equation.3">
              <p:embed/>
            </p:oleObj>
          </a:graphicData>
        </a:graphic>
      </p:graphicFrame>
      <p:graphicFrame>
        <p:nvGraphicFramePr>
          <p:cNvPr id="59562" name="Object 170"/>
          <p:cNvGraphicFramePr>
            <a:graphicFrameLocks noChangeAspect="1"/>
          </p:cNvGraphicFramePr>
          <p:nvPr/>
        </p:nvGraphicFramePr>
        <p:xfrm>
          <a:off x="4427538" y="5013325"/>
          <a:ext cx="4413250" cy="598488"/>
        </p:xfrm>
        <a:graphic>
          <a:graphicData uri="http://schemas.openxmlformats.org/presentationml/2006/ole">
            <p:oleObj spid="_x0000_s71721" r:id="rId9" imgW="1587600" imgH="219240" progId="Equation.3">
              <p:embed/>
            </p:oleObj>
          </a:graphicData>
        </a:graphic>
      </p:graphicFrame>
      <p:graphicFrame>
        <p:nvGraphicFramePr>
          <p:cNvPr id="59563" name="Object 171"/>
          <p:cNvGraphicFramePr>
            <a:graphicFrameLocks noChangeAspect="1"/>
          </p:cNvGraphicFramePr>
          <p:nvPr/>
        </p:nvGraphicFramePr>
        <p:xfrm>
          <a:off x="827088" y="5805488"/>
          <a:ext cx="6169025" cy="584200"/>
        </p:xfrm>
        <a:graphic>
          <a:graphicData uri="http://schemas.openxmlformats.org/presentationml/2006/ole">
            <p:oleObj spid="_x0000_s71722" r:id="rId10" imgW="2271240" imgH="219240" progId="Equation.3">
              <p:embed/>
            </p:oleObj>
          </a:graphicData>
        </a:graphic>
      </p:graphicFrame>
      <p:grpSp>
        <p:nvGrpSpPr>
          <p:cNvPr id="71723" name="Group 178"/>
          <p:cNvGrpSpPr>
            <a:grpSpLocks/>
          </p:cNvGrpSpPr>
          <p:nvPr/>
        </p:nvGrpSpPr>
        <p:grpSpPr bwMode="auto">
          <a:xfrm>
            <a:off x="6588125" y="6445250"/>
            <a:ext cx="792163" cy="366713"/>
            <a:chOff x="4649" y="4020"/>
            <a:chExt cx="499" cy="231"/>
          </a:xfrm>
        </p:grpSpPr>
        <p:pic>
          <p:nvPicPr>
            <p:cNvPr id="71724" name="Picture 179" descr="78900"/>
            <p:cNvPicPr>
              <a:picLocks noChangeAspect="1" noChangeArrowheads="1"/>
            </p:cNvPicPr>
            <p:nvPr/>
          </p:nvPicPr>
          <p:blipFill>
            <a:blip r:embed="rId6"/>
            <a:srcRect/>
            <a:stretch>
              <a:fillRect/>
            </a:stretch>
          </p:blipFill>
          <p:spPr bwMode="auto"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71725" name="Text Box 180">
              <a:hlinkClick r:id="rId11" action="ppaction://hlinksldjump"/>
            </p:cNvPr>
            <p:cNvSpPr txBox="1">
              <a:spLocks noChangeArrowheads="1"/>
            </p:cNvSpPr>
            <p:nvPr/>
          </p:nvSpPr>
          <p:spPr bwMode="auto"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0">
                  <a:solidFill>
                    <a:schemeClr val="bg1"/>
                  </a:solidFill>
                  <a:latin typeface="隶书" pitchFamily="49" charset="-122"/>
                  <a:ea typeface="隶书" pitchFamily="49" charset="-122"/>
                </a:rPr>
                <a:t>返 回</a:t>
              </a:r>
            </a:p>
          </p:txBody>
        </p:sp>
      </p:grpSp>
      <p:grpSp>
        <p:nvGrpSpPr>
          <p:cNvPr id="59574" name="Group 182"/>
          <p:cNvGrpSpPr>
            <a:grpSpLocks/>
          </p:cNvGrpSpPr>
          <p:nvPr/>
        </p:nvGrpSpPr>
        <p:grpSpPr bwMode="auto">
          <a:xfrm>
            <a:off x="352425" y="1052513"/>
            <a:ext cx="4416425" cy="2174875"/>
            <a:chOff x="222" y="663"/>
            <a:chExt cx="2782" cy="1370"/>
          </a:xfrm>
        </p:grpSpPr>
        <p:sp>
          <p:nvSpPr>
            <p:cNvPr id="71727" name="Line 109"/>
            <p:cNvSpPr>
              <a:spLocks noChangeShapeType="1"/>
            </p:cNvSpPr>
            <p:nvPr/>
          </p:nvSpPr>
          <p:spPr bwMode="auto">
            <a:xfrm>
              <a:off x="612" y="1000"/>
              <a:ext cx="0" cy="952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728" name="Line 111"/>
            <p:cNvSpPr>
              <a:spLocks noChangeShapeType="1"/>
            </p:cNvSpPr>
            <p:nvPr/>
          </p:nvSpPr>
          <p:spPr bwMode="auto">
            <a:xfrm flipV="1">
              <a:off x="2582" y="1000"/>
              <a:ext cx="0" cy="272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729" name="Line 112"/>
            <p:cNvSpPr>
              <a:spLocks noChangeShapeType="1"/>
            </p:cNvSpPr>
            <p:nvPr/>
          </p:nvSpPr>
          <p:spPr bwMode="auto">
            <a:xfrm>
              <a:off x="2491" y="1589"/>
              <a:ext cx="0" cy="317"/>
            </a:xfrm>
            <a:prstGeom prst="line">
              <a:avLst/>
            </a:prstGeom>
            <a:noFill/>
            <a:ln w="28575">
              <a:solidFill>
                <a:srgbClr val="00FFFF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730" name="Text Box 113"/>
            <p:cNvSpPr txBox="1">
              <a:spLocks noChangeArrowheads="1"/>
            </p:cNvSpPr>
            <p:nvPr/>
          </p:nvSpPr>
          <p:spPr bwMode="auto">
            <a:xfrm>
              <a:off x="2219" y="1499"/>
              <a:ext cx="263" cy="327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i</a:t>
              </a:r>
              <a:r>
                <a:rPr lang="en-US" altLang="zh-CN" b="0" i="1" baseline="-2500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L</a:t>
              </a:r>
              <a:endParaRPr lang="en-US" altLang="zh-CN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71731" name="Text Box 114"/>
            <p:cNvSpPr txBox="1">
              <a:spLocks noChangeArrowheads="1"/>
            </p:cNvSpPr>
            <p:nvPr/>
          </p:nvSpPr>
          <p:spPr bwMode="auto">
            <a:xfrm>
              <a:off x="1119" y="1254"/>
              <a:ext cx="278" cy="327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K</a:t>
              </a:r>
            </a:p>
          </p:txBody>
        </p:sp>
        <p:sp>
          <p:nvSpPr>
            <p:cNvPr id="71732" name="Text Box 115"/>
            <p:cNvSpPr txBox="1">
              <a:spLocks noChangeArrowheads="1"/>
            </p:cNvSpPr>
            <p:nvPr/>
          </p:nvSpPr>
          <p:spPr bwMode="auto">
            <a:xfrm>
              <a:off x="2582" y="1026"/>
              <a:ext cx="257" cy="327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+</a:t>
              </a:r>
            </a:p>
          </p:txBody>
        </p:sp>
        <p:sp>
          <p:nvSpPr>
            <p:cNvPr id="71733" name="Text Box 116"/>
            <p:cNvSpPr txBox="1">
              <a:spLocks noChangeArrowheads="1"/>
            </p:cNvSpPr>
            <p:nvPr/>
          </p:nvSpPr>
          <p:spPr bwMode="auto">
            <a:xfrm>
              <a:off x="2582" y="1661"/>
              <a:ext cx="243" cy="327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–</a:t>
              </a:r>
            </a:p>
          </p:txBody>
        </p:sp>
        <p:sp>
          <p:nvSpPr>
            <p:cNvPr id="71734" name="Text Box 117"/>
            <p:cNvSpPr txBox="1">
              <a:spLocks noChangeArrowheads="1"/>
            </p:cNvSpPr>
            <p:nvPr/>
          </p:nvSpPr>
          <p:spPr bwMode="auto">
            <a:xfrm>
              <a:off x="2627" y="1336"/>
              <a:ext cx="377" cy="327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u</a:t>
              </a:r>
              <a:r>
                <a:rPr lang="en-US" altLang="zh-CN" b="0" i="1" baseline="-2500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L</a:t>
              </a:r>
            </a:p>
          </p:txBody>
        </p:sp>
        <p:sp>
          <p:nvSpPr>
            <p:cNvPr id="71735" name="Text Box 118"/>
            <p:cNvSpPr txBox="1">
              <a:spLocks noChangeArrowheads="1"/>
            </p:cNvSpPr>
            <p:nvPr/>
          </p:nvSpPr>
          <p:spPr bwMode="auto">
            <a:xfrm>
              <a:off x="2083" y="1227"/>
              <a:ext cx="590" cy="327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2H</a:t>
              </a:r>
            </a:p>
          </p:txBody>
        </p:sp>
        <p:sp>
          <p:nvSpPr>
            <p:cNvPr id="71736" name="Line 119"/>
            <p:cNvSpPr>
              <a:spLocks noChangeShapeType="1"/>
            </p:cNvSpPr>
            <p:nvPr/>
          </p:nvSpPr>
          <p:spPr bwMode="auto">
            <a:xfrm flipH="1" flipV="1">
              <a:off x="612" y="1000"/>
              <a:ext cx="1996" cy="0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737" name="Line 120"/>
            <p:cNvSpPr>
              <a:spLocks noChangeShapeType="1"/>
            </p:cNvSpPr>
            <p:nvPr/>
          </p:nvSpPr>
          <p:spPr bwMode="auto">
            <a:xfrm>
              <a:off x="586" y="1952"/>
              <a:ext cx="2012" cy="0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738" name="Line 121"/>
            <p:cNvSpPr>
              <a:spLocks noChangeShapeType="1"/>
            </p:cNvSpPr>
            <p:nvPr/>
          </p:nvSpPr>
          <p:spPr bwMode="auto">
            <a:xfrm flipV="1">
              <a:off x="2582" y="1680"/>
              <a:ext cx="0" cy="272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739" name="Line 122"/>
            <p:cNvSpPr>
              <a:spLocks noChangeShapeType="1"/>
            </p:cNvSpPr>
            <p:nvPr/>
          </p:nvSpPr>
          <p:spPr bwMode="auto">
            <a:xfrm>
              <a:off x="1130" y="1001"/>
              <a:ext cx="0" cy="272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740" name="Line 123"/>
            <p:cNvSpPr>
              <a:spLocks noChangeShapeType="1"/>
            </p:cNvSpPr>
            <p:nvPr/>
          </p:nvSpPr>
          <p:spPr bwMode="auto">
            <a:xfrm flipV="1">
              <a:off x="1130" y="1544"/>
              <a:ext cx="0" cy="408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741" name="Text Box 124"/>
            <p:cNvSpPr txBox="1">
              <a:spLocks noChangeArrowheads="1"/>
            </p:cNvSpPr>
            <p:nvPr/>
          </p:nvSpPr>
          <p:spPr bwMode="auto">
            <a:xfrm>
              <a:off x="1964" y="663"/>
              <a:ext cx="512" cy="327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10</a:t>
              </a:r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  <a:sym typeface="Symbol" pitchFamily="18" charset="2"/>
                </a:rPr>
                <a:t></a:t>
              </a:r>
              <a:endParaRPr lang="en-US" altLang="zh-CN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71742" name="Text Box 125"/>
            <p:cNvSpPr txBox="1">
              <a:spLocks noChangeArrowheads="1"/>
            </p:cNvSpPr>
            <p:nvPr/>
          </p:nvSpPr>
          <p:spPr bwMode="auto">
            <a:xfrm>
              <a:off x="222" y="1107"/>
              <a:ext cx="390" cy="327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2A</a:t>
              </a:r>
            </a:p>
          </p:txBody>
        </p:sp>
        <p:sp>
          <p:nvSpPr>
            <p:cNvPr id="71743" name="Line 126"/>
            <p:cNvSpPr>
              <a:spLocks noChangeShapeType="1"/>
            </p:cNvSpPr>
            <p:nvPr/>
          </p:nvSpPr>
          <p:spPr bwMode="auto">
            <a:xfrm>
              <a:off x="1130" y="1227"/>
              <a:ext cx="0" cy="318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 type="oval" w="med" len="med"/>
              <a:tailEnd type="oval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744" name="Line 127"/>
            <p:cNvSpPr>
              <a:spLocks noChangeShapeType="1"/>
            </p:cNvSpPr>
            <p:nvPr/>
          </p:nvSpPr>
          <p:spPr bwMode="auto">
            <a:xfrm flipV="1">
              <a:off x="994" y="1273"/>
              <a:ext cx="227" cy="181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 type="triangle" w="med" len="med"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745" name="Line 128"/>
            <p:cNvSpPr>
              <a:spLocks noChangeShapeType="1"/>
            </p:cNvSpPr>
            <p:nvPr/>
          </p:nvSpPr>
          <p:spPr bwMode="auto">
            <a:xfrm>
              <a:off x="1856" y="1000"/>
              <a:ext cx="0" cy="952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 type="oval" w="med" len="med"/>
              <a:tailEnd type="oval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746" name="Line 130"/>
            <p:cNvSpPr>
              <a:spLocks noChangeShapeType="1"/>
            </p:cNvSpPr>
            <p:nvPr/>
          </p:nvSpPr>
          <p:spPr bwMode="auto">
            <a:xfrm flipV="1">
              <a:off x="612" y="1090"/>
              <a:ext cx="0" cy="344"/>
            </a:xfrm>
            <a:prstGeom prst="line">
              <a:avLst/>
            </a:prstGeom>
            <a:noFill/>
            <a:ln w="38100">
              <a:solidFill>
                <a:srgbClr val="00FFFF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747" name="Text Box 131"/>
            <p:cNvSpPr txBox="1">
              <a:spLocks noChangeArrowheads="1"/>
            </p:cNvSpPr>
            <p:nvPr/>
          </p:nvSpPr>
          <p:spPr bwMode="auto">
            <a:xfrm>
              <a:off x="1284" y="1344"/>
              <a:ext cx="512" cy="327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10</a:t>
              </a:r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  <a:sym typeface="Symbol" pitchFamily="18" charset="2"/>
                </a:rPr>
                <a:t></a:t>
              </a:r>
              <a:endParaRPr lang="en-US" altLang="zh-CN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71748" name="Text Box 132"/>
            <p:cNvSpPr txBox="1">
              <a:spLocks noChangeArrowheads="1"/>
            </p:cNvSpPr>
            <p:nvPr/>
          </p:nvSpPr>
          <p:spPr bwMode="auto">
            <a:xfrm>
              <a:off x="1246" y="663"/>
              <a:ext cx="400" cy="327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5</a:t>
              </a:r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  <a:sym typeface="Symbol" pitchFamily="18" charset="2"/>
                </a:rPr>
                <a:t></a:t>
              </a:r>
              <a:endParaRPr lang="en-US" altLang="zh-CN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71749" name="Text Box 133"/>
            <p:cNvSpPr txBox="1">
              <a:spLocks noChangeArrowheads="1"/>
            </p:cNvSpPr>
            <p:nvPr/>
          </p:nvSpPr>
          <p:spPr bwMode="auto">
            <a:xfrm>
              <a:off x="1429" y="935"/>
              <a:ext cx="257" cy="327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+</a:t>
              </a:r>
            </a:p>
          </p:txBody>
        </p:sp>
        <p:sp>
          <p:nvSpPr>
            <p:cNvPr id="71750" name="Text Box 134"/>
            <p:cNvSpPr txBox="1">
              <a:spLocks noChangeArrowheads="1"/>
            </p:cNvSpPr>
            <p:nvPr/>
          </p:nvSpPr>
          <p:spPr bwMode="auto">
            <a:xfrm>
              <a:off x="677" y="1706"/>
              <a:ext cx="243" cy="327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–</a:t>
              </a:r>
            </a:p>
          </p:txBody>
        </p:sp>
        <p:sp>
          <p:nvSpPr>
            <p:cNvPr id="71751" name="Text Box 135"/>
            <p:cNvSpPr txBox="1">
              <a:spLocks noChangeArrowheads="1"/>
            </p:cNvSpPr>
            <p:nvPr/>
          </p:nvSpPr>
          <p:spPr bwMode="auto">
            <a:xfrm>
              <a:off x="708" y="1336"/>
              <a:ext cx="377" cy="327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u</a:t>
              </a:r>
              <a:endParaRPr lang="en-US" altLang="zh-CN" b="0" baseline="-2500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71752" name="Rectangle 136"/>
            <p:cNvSpPr>
              <a:spLocks noChangeArrowheads="1"/>
            </p:cNvSpPr>
            <p:nvPr/>
          </p:nvSpPr>
          <p:spPr bwMode="auto">
            <a:xfrm>
              <a:off x="2083" y="954"/>
              <a:ext cx="297" cy="137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</a:gradFill>
            <a:ln w="2857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1753" name="Rectangle 137"/>
            <p:cNvSpPr>
              <a:spLocks noChangeArrowheads="1"/>
            </p:cNvSpPr>
            <p:nvPr/>
          </p:nvSpPr>
          <p:spPr bwMode="auto">
            <a:xfrm>
              <a:off x="1312" y="954"/>
              <a:ext cx="297" cy="137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</a:gradFill>
            <a:ln w="2857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71754" name="Group 138"/>
            <p:cNvGrpSpPr>
              <a:grpSpLocks/>
            </p:cNvGrpSpPr>
            <p:nvPr/>
          </p:nvGrpSpPr>
          <p:grpSpPr bwMode="auto">
            <a:xfrm rot="5400000">
              <a:off x="2125" y="1179"/>
              <a:ext cx="499" cy="590"/>
              <a:chOff x="476" y="663"/>
              <a:chExt cx="771" cy="862"/>
            </a:xfrm>
          </p:grpSpPr>
          <p:sp>
            <p:nvSpPr>
              <p:cNvPr id="71755" name="AutoShape 139"/>
              <p:cNvSpPr>
                <a:spLocks noChangeArrowheads="1"/>
              </p:cNvSpPr>
              <p:nvPr/>
            </p:nvSpPr>
            <p:spPr bwMode="auto">
              <a:xfrm>
                <a:off x="476" y="663"/>
                <a:ext cx="317" cy="862"/>
              </a:xfrm>
              <a:custGeom>
                <a:avLst/>
                <a:gdLst/>
                <a:ahLst/>
                <a:cxnLst>
                  <a:cxn ang="0">
                    <a:pos x="2646" y="3717"/>
                  </a:cxn>
                  <a:cxn ang="0">
                    <a:pos x="10800" y="0"/>
                  </a:cxn>
                  <a:cxn ang="0">
                    <a:pos x="18953" y="3717"/>
                  </a:cxn>
                  <a:cxn ang="0">
                    <a:pos x="10799" y="0"/>
                  </a:cxn>
                  <a:cxn ang="0">
                    <a:pos x="2646" y="3717"/>
                  </a:cxn>
                </a:cxnLst>
                <a:rect l="0" t="0" r="r" b="b"/>
                <a:pathLst>
                  <a:path w="21600" h="21600">
                    <a:moveTo>
                      <a:pt x="2646" y="3717"/>
                    </a:moveTo>
                    <a:cubicBezTo>
                      <a:pt x="4698" y="1356"/>
                      <a:pt x="7672" y="-1"/>
                      <a:pt x="10800" y="0"/>
                    </a:cubicBezTo>
                    <a:cubicBezTo>
                      <a:pt x="13927" y="0"/>
                      <a:pt x="16901" y="1356"/>
                      <a:pt x="18953" y="3717"/>
                    </a:cubicBezTo>
                    <a:cubicBezTo>
                      <a:pt x="16901" y="1356"/>
                      <a:pt x="13927" y="-1"/>
                      <a:pt x="10799" y="0"/>
                    </a:cubicBezTo>
                    <a:cubicBezTo>
                      <a:pt x="7672" y="0"/>
                      <a:pt x="4698" y="1356"/>
                      <a:pt x="2646" y="3717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764700"/>
                  </a:gs>
                  <a:gs pos="50000">
                    <a:srgbClr val="FF9900"/>
                  </a:gs>
                  <a:gs pos="100000">
                    <a:srgbClr val="764700"/>
                  </a:gs>
                </a:gsLst>
                <a:lin ang="5400000" scaled="1"/>
              </a:gradFill>
              <a:ln w="38100">
                <a:solidFill>
                  <a:srgbClr val="FF99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1756" name="AutoShape 140"/>
              <p:cNvSpPr>
                <a:spLocks noChangeArrowheads="1"/>
              </p:cNvSpPr>
              <p:nvPr/>
            </p:nvSpPr>
            <p:spPr bwMode="auto">
              <a:xfrm>
                <a:off x="703" y="663"/>
                <a:ext cx="317" cy="862"/>
              </a:xfrm>
              <a:custGeom>
                <a:avLst/>
                <a:gdLst/>
                <a:ahLst/>
                <a:cxnLst>
                  <a:cxn ang="0">
                    <a:pos x="2646" y="3717"/>
                  </a:cxn>
                  <a:cxn ang="0">
                    <a:pos x="10800" y="0"/>
                  </a:cxn>
                  <a:cxn ang="0">
                    <a:pos x="18953" y="3717"/>
                  </a:cxn>
                  <a:cxn ang="0">
                    <a:pos x="10799" y="0"/>
                  </a:cxn>
                  <a:cxn ang="0">
                    <a:pos x="2646" y="3717"/>
                  </a:cxn>
                </a:cxnLst>
                <a:rect l="0" t="0" r="r" b="b"/>
                <a:pathLst>
                  <a:path w="21600" h="21600">
                    <a:moveTo>
                      <a:pt x="2646" y="3717"/>
                    </a:moveTo>
                    <a:cubicBezTo>
                      <a:pt x="4698" y="1356"/>
                      <a:pt x="7672" y="-1"/>
                      <a:pt x="10800" y="0"/>
                    </a:cubicBezTo>
                    <a:cubicBezTo>
                      <a:pt x="13927" y="0"/>
                      <a:pt x="16901" y="1356"/>
                      <a:pt x="18953" y="3717"/>
                    </a:cubicBezTo>
                    <a:cubicBezTo>
                      <a:pt x="16901" y="1356"/>
                      <a:pt x="13927" y="-1"/>
                      <a:pt x="10799" y="0"/>
                    </a:cubicBezTo>
                    <a:cubicBezTo>
                      <a:pt x="7672" y="0"/>
                      <a:pt x="4698" y="1356"/>
                      <a:pt x="2646" y="3717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764700"/>
                  </a:gs>
                  <a:gs pos="50000">
                    <a:srgbClr val="FF9900"/>
                  </a:gs>
                  <a:gs pos="100000">
                    <a:srgbClr val="764700"/>
                  </a:gs>
                </a:gsLst>
                <a:lin ang="5400000" scaled="1"/>
              </a:gradFill>
              <a:ln w="38100">
                <a:solidFill>
                  <a:srgbClr val="FF99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1757" name="AutoShape 141"/>
              <p:cNvSpPr>
                <a:spLocks noChangeArrowheads="1"/>
              </p:cNvSpPr>
              <p:nvPr/>
            </p:nvSpPr>
            <p:spPr bwMode="auto">
              <a:xfrm>
                <a:off x="930" y="663"/>
                <a:ext cx="317" cy="862"/>
              </a:xfrm>
              <a:custGeom>
                <a:avLst/>
                <a:gdLst/>
                <a:ahLst/>
                <a:cxnLst>
                  <a:cxn ang="0">
                    <a:pos x="2646" y="3717"/>
                  </a:cxn>
                  <a:cxn ang="0">
                    <a:pos x="10800" y="0"/>
                  </a:cxn>
                  <a:cxn ang="0">
                    <a:pos x="18953" y="3717"/>
                  </a:cxn>
                  <a:cxn ang="0">
                    <a:pos x="10799" y="0"/>
                  </a:cxn>
                  <a:cxn ang="0">
                    <a:pos x="2646" y="3717"/>
                  </a:cxn>
                </a:cxnLst>
                <a:rect l="0" t="0" r="r" b="b"/>
                <a:pathLst>
                  <a:path w="21600" h="21600">
                    <a:moveTo>
                      <a:pt x="2646" y="3717"/>
                    </a:moveTo>
                    <a:cubicBezTo>
                      <a:pt x="4698" y="1356"/>
                      <a:pt x="7672" y="-1"/>
                      <a:pt x="10800" y="0"/>
                    </a:cubicBezTo>
                    <a:cubicBezTo>
                      <a:pt x="13927" y="0"/>
                      <a:pt x="16901" y="1356"/>
                      <a:pt x="18953" y="3717"/>
                    </a:cubicBezTo>
                    <a:cubicBezTo>
                      <a:pt x="16901" y="1356"/>
                      <a:pt x="13927" y="-1"/>
                      <a:pt x="10799" y="0"/>
                    </a:cubicBezTo>
                    <a:cubicBezTo>
                      <a:pt x="7672" y="0"/>
                      <a:pt x="4698" y="1356"/>
                      <a:pt x="2646" y="3717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764700"/>
                  </a:gs>
                  <a:gs pos="50000">
                    <a:srgbClr val="FF9900"/>
                  </a:gs>
                  <a:gs pos="100000">
                    <a:srgbClr val="764700"/>
                  </a:gs>
                </a:gsLst>
                <a:lin ang="5400000" scaled="1"/>
              </a:gradFill>
              <a:ln w="38100">
                <a:solidFill>
                  <a:srgbClr val="FF99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71758" name="Rectangle 142"/>
            <p:cNvSpPr>
              <a:spLocks noChangeArrowheads="1"/>
            </p:cNvSpPr>
            <p:nvPr/>
          </p:nvSpPr>
          <p:spPr bwMode="auto">
            <a:xfrm rot="5400000">
              <a:off x="1682" y="1440"/>
              <a:ext cx="297" cy="137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</a:gradFill>
            <a:ln w="2857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71759" name="Group 181"/>
            <p:cNvGrpSpPr>
              <a:grpSpLocks/>
            </p:cNvGrpSpPr>
            <p:nvPr/>
          </p:nvGrpSpPr>
          <p:grpSpPr bwMode="auto">
            <a:xfrm>
              <a:off x="430" y="1434"/>
              <a:ext cx="363" cy="363"/>
              <a:chOff x="405" y="1298"/>
              <a:chExt cx="363" cy="363"/>
            </a:xfrm>
          </p:grpSpPr>
          <p:sp>
            <p:nvSpPr>
              <p:cNvPr id="71760" name="Oval 110"/>
              <p:cNvSpPr>
                <a:spLocks noChangeArrowheads="1"/>
              </p:cNvSpPr>
              <p:nvPr/>
            </p:nvSpPr>
            <p:spPr bwMode="auto">
              <a:xfrm>
                <a:off x="405" y="1298"/>
                <a:ext cx="363" cy="363"/>
              </a:xfrm>
              <a:prstGeom prst="ellipse">
                <a:avLst/>
              </a:prstGeom>
              <a:gradFill rotWithShape="1">
                <a:gsLst>
                  <a:gs pos="0">
                    <a:srgbClr val="0099FF"/>
                  </a:gs>
                  <a:gs pos="100000">
                    <a:srgbClr val="004776"/>
                  </a:gs>
                </a:gsLst>
                <a:path path="shape">
                  <a:fillToRect l="50000" t="50000" r="50000" b="50000"/>
                </a:path>
              </a:gradFill>
              <a:ln w="38100">
                <a:solidFill>
                  <a:srgbClr val="FF99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71761" name="Line 129"/>
              <p:cNvSpPr>
                <a:spLocks noChangeShapeType="1"/>
              </p:cNvSpPr>
              <p:nvPr/>
            </p:nvSpPr>
            <p:spPr bwMode="auto">
              <a:xfrm>
                <a:off x="405" y="1499"/>
                <a:ext cx="363" cy="0"/>
              </a:xfrm>
              <a:prstGeom prst="line">
                <a:avLst/>
              </a:prstGeom>
              <a:noFill/>
              <a:ln w="38100">
                <a:solidFill>
                  <a:srgbClr val="FF99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5939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939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93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593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5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" dur="500"/>
                                        <p:tgtEl>
                                          <p:spTgt spid="595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500"/>
                            </p:stCondLst>
                            <p:childTnLst>
                              <p:par>
                                <p:cTn id="16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93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93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5939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5939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593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593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000"/>
                            </p:stCondLst>
                            <p:childTnLst>
                              <p:par>
                                <p:cTn id="29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5939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5939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593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3000"/>
                                        <p:tgtEl>
                                          <p:spTgt spid="594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3000"/>
                                        <p:tgtEl>
                                          <p:spTgt spid="594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48" dur="500"/>
                                        <p:tgtEl>
                                          <p:spTgt spid="595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500"/>
                            </p:stCondLst>
                            <p:childTnLst>
                              <p:par>
                                <p:cTn id="50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595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3000"/>
                                        <p:tgtEl>
                                          <p:spTgt spid="594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595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3000"/>
                                        <p:tgtEl>
                                          <p:spTgt spid="595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3000"/>
                                        <p:tgtEl>
                                          <p:spTgt spid="595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3000"/>
                                        <p:tgtEl>
                                          <p:spTgt spid="595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396" grpId="0"/>
      <p:bldP spid="59397" grpId="0"/>
      <p:bldP spid="59398" grpId="0" animBg="1"/>
      <p:bldP spid="59399" grpId="0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2" name="Rectangle 4"/>
          <p:cNvSpPr>
            <a:spLocks noChangeArrowheads="1"/>
          </p:cNvSpPr>
          <p:nvPr/>
        </p:nvSpPr>
        <p:spPr bwMode="auto">
          <a:xfrm>
            <a:off x="1331913" y="476250"/>
            <a:ext cx="5976937" cy="676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/>
            <a:r>
              <a:rPr lang="en-US" altLang="zh-CN" sz="4000">
                <a:solidFill>
                  <a:schemeClr val="bg1"/>
                </a:solidFill>
                <a:latin typeface="楷体_GB2312" pitchFamily="49" charset="-122"/>
              </a:rPr>
              <a:t>7.4 </a:t>
            </a:r>
            <a:r>
              <a:rPr lang="zh-CN" altLang="en-US" sz="4000">
                <a:solidFill>
                  <a:schemeClr val="bg1"/>
                </a:solidFill>
                <a:latin typeface="楷体_GB2312" pitchFamily="49" charset="-122"/>
              </a:rPr>
              <a:t>一阶电路的全响应</a:t>
            </a:r>
          </a:p>
        </p:txBody>
      </p:sp>
      <p:sp>
        <p:nvSpPr>
          <p:cNvPr id="58373" name="Text Box 5"/>
          <p:cNvSpPr txBox="1">
            <a:spLocks noChangeArrowheads="1"/>
          </p:cNvSpPr>
          <p:nvPr/>
        </p:nvSpPr>
        <p:spPr bwMode="auto">
          <a:xfrm>
            <a:off x="2771775" y="1125538"/>
            <a:ext cx="6049963" cy="1117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>
                <a:latin typeface="Times New Roman" pitchFamily="18" charset="0"/>
              </a:rPr>
              <a:t>电路的初始状态不为零，同时又有外加激励源作用时电路中产生的响应。</a:t>
            </a:r>
          </a:p>
        </p:txBody>
      </p:sp>
      <p:graphicFrame>
        <p:nvGraphicFramePr>
          <p:cNvPr id="58416" name="Object 48"/>
          <p:cNvGraphicFramePr>
            <a:graphicFrameLocks noChangeAspect="1"/>
          </p:cNvGraphicFramePr>
          <p:nvPr/>
        </p:nvGraphicFramePr>
        <p:xfrm>
          <a:off x="4603750" y="2838450"/>
          <a:ext cx="3176588" cy="1090613"/>
        </p:xfrm>
        <a:graphic>
          <a:graphicData uri="http://schemas.openxmlformats.org/presentationml/2006/ole">
            <p:oleObj spid="_x0000_s72707" r:id="rId3" imgW="1147320" imgH="403560" progId="Equation.3">
              <p:embed/>
            </p:oleObj>
          </a:graphicData>
        </a:graphic>
      </p:graphicFrame>
      <p:sp>
        <p:nvSpPr>
          <p:cNvPr id="58420" name="Text Box 52"/>
          <p:cNvSpPr txBox="1">
            <a:spLocks noChangeArrowheads="1"/>
          </p:cNvSpPr>
          <p:nvPr/>
        </p:nvSpPr>
        <p:spPr bwMode="auto">
          <a:xfrm>
            <a:off x="2843213" y="2276475"/>
            <a:ext cx="6048375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98000" rIns="198000">
            <a:spAutoFit/>
          </a:bodyPr>
          <a:lstStyle/>
          <a:p>
            <a:r>
              <a:rPr lang="zh-CN" altLang="en-US">
                <a:latin typeface="楷体_GB2312" pitchFamily="49" charset="-122"/>
              </a:rPr>
              <a:t>以</a:t>
            </a:r>
            <a:r>
              <a:rPr lang="en-US" altLang="zh-CN" b="0" i="1">
                <a:latin typeface="Times New Roman" pitchFamily="18" charset="0"/>
              </a:rPr>
              <a:t>RC</a:t>
            </a:r>
            <a:r>
              <a:rPr lang="zh-CN" altLang="en-US">
                <a:latin typeface="楷体_GB2312" pitchFamily="49" charset="-122"/>
              </a:rPr>
              <a:t>电路为例，电路微分方程：</a:t>
            </a:r>
          </a:p>
        </p:txBody>
      </p:sp>
      <p:sp>
        <p:nvSpPr>
          <p:cNvPr id="58428" name="Text Box 60"/>
          <p:cNvSpPr txBox="1">
            <a:spLocks noChangeArrowheads="1"/>
          </p:cNvSpPr>
          <p:nvPr/>
        </p:nvSpPr>
        <p:spPr bwMode="auto">
          <a:xfrm>
            <a:off x="539750" y="2205038"/>
            <a:ext cx="2160588" cy="579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r>
              <a:rPr lang="en-US" altLang="zh-CN" sz="3200">
                <a:solidFill>
                  <a:schemeClr val="bg1"/>
                </a:solidFill>
                <a:latin typeface="楷体_GB2312" pitchFamily="49" charset="-122"/>
              </a:rPr>
              <a:t>1. </a:t>
            </a:r>
            <a:r>
              <a:rPr lang="zh-CN" altLang="en-US" sz="3200">
                <a:solidFill>
                  <a:schemeClr val="bg1"/>
                </a:solidFill>
                <a:latin typeface="楷体_GB2312" pitchFamily="49" charset="-122"/>
              </a:rPr>
              <a:t>全响应</a:t>
            </a:r>
          </a:p>
        </p:txBody>
      </p:sp>
      <p:sp>
        <p:nvSpPr>
          <p:cNvPr id="58434" name="Text Box 66"/>
          <p:cNvSpPr txBox="1">
            <a:spLocks noChangeArrowheads="1"/>
          </p:cNvSpPr>
          <p:nvPr/>
        </p:nvSpPr>
        <p:spPr bwMode="auto">
          <a:xfrm>
            <a:off x="539750" y="1412875"/>
            <a:ext cx="1439863" cy="547688"/>
          </a:xfrm>
          <a:prstGeom prst="rect">
            <a:avLst/>
          </a:prstGeom>
          <a:noFill/>
          <a:ln w="28575">
            <a:solidFill>
              <a:srgbClr val="00FFFF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>
                <a:solidFill>
                  <a:schemeClr val="bg1"/>
                </a:solidFill>
              </a:rPr>
              <a:t>全响应</a:t>
            </a:r>
          </a:p>
        </p:txBody>
      </p:sp>
      <p:sp>
        <p:nvSpPr>
          <p:cNvPr id="58435" name="AutoShape 67"/>
          <p:cNvSpPr>
            <a:spLocks noChangeArrowheads="1"/>
          </p:cNvSpPr>
          <p:nvPr/>
        </p:nvSpPr>
        <p:spPr bwMode="auto">
          <a:xfrm>
            <a:off x="2124075" y="1628775"/>
            <a:ext cx="576263" cy="215900"/>
          </a:xfrm>
          <a:prstGeom prst="rightArrow">
            <a:avLst>
              <a:gd name="adj1" fmla="val 50000"/>
              <a:gd name="adj2" fmla="val 66691"/>
            </a:avLst>
          </a:prstGeom>
          <a:solidFill>
            <a:srgbClr val="0099FF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72712" name="Group 76"/>
          <p:cNvGrpSpPr>
            <a:grpSpLocks/>
          </p:cNvGrpSpPr>
          <p:nvPr/>
        </p:nvGrpSpPr>
        <p:grpSpPr bwMode="auto"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72713" name="Picture 77" descr="78900"/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72714" name="Text Box 78">
              <a:hlinkClick r:id="" action="ppaction://hlinkshowjump?jump=nextslide"/>
            </p:cNvPr>
            <p:cNvSpPr txBox="1">
              <a:spLocks noChangeArrowheads="1"/>
            </p:cNvSpPr>
            <p:nvPr/>
          </p:nvSpPr>
          <p:spPr bwMode="auto"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0">
                  <a:solidFill>
                    <a:schemeClr val="bg1"/>
                  </a:solidFill>
                  <a:latin typeface="隶书" pitchFamily="49" charset="-122"/>
                  <a:ea typeface="隶书" pitchFamily="49" charset="-122"/>
                </a:rPr>
                <a:t>下 页</a:t>
              </a:r>
            </a:p>
          </p:txBody>
        </p:sp>
      </p:grpSp>
      <p:grpSp>
        <p:nvGrpSpPr>
          <p:cNvPr id="72715" name="Group 79"/>
          <p:cNvGrpSpPr>
            <a:grpSpLocks/>
          </p:cNvGrpSpPr>
          <p:nvPr/>
        </p:nvGrpSpPr>
        <p:grpSpPr bwMode="auto">
          <a:xfrm>
            <a:off x="7453313" y="6446838"/>
            <a:ext cx="792162" cy="366712"/>
            <a:chOff x="4649" y="4020"/>
            <a:chExt cx="499" cy="231"/>
          </a:xfrm>
        </p:grpSpPr>
        <p:pic>
          <p:nvPicPr>
            <p:cNvPr id="72716" name="Picture 80" descr="78900"/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72717" name="Text Box 81">
              <a:hlinkClick r:id="" action="ppaction://hlinkshowjump?jump=previousslide"/>
            </p:cNvPr>
            <p:cNvSpPr txBox="1">
              <a:spLocks noChangeArrowheads="1"/>
            </p:cNvSpPr>
            <p:nvPr/>
          </p:nvSpPr>
          <p:spPr bwMode="auto"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0">
                  <a:solidFill>
                    <a:schemeClr val="bg1"/>
                  </a:solidFill>
                  <a:latin typeface="隶书" pitchFamily="49" charset="-122"/>
                  <a:ea typeface="隶书" pitchFamily="49" charset="-122"/>
                </a:rPr>
                <a:t>上 页</a:t>
              </a:r>
            </a:p>
          </p:txBody>
        </p:sp>
      </p:grpSp>
      <p:grpSp>
        <p:nvGrpSpPr>
          <p:cNvPr id="58453" name="Group 85"/>
          <p:cNvGrpSpPr>
            <a:grpSpLocks/>
          </p:cNvGrpSpPr>
          <p:nvPr/>
        </p:nvGrpSpPr>
        <p:grpSpPr bwMode="auto">
          <a:xfrm>
            <a:off x="468313" y="2924175"/>
            <a:ext cx="3560762" cy="2117725"/>
            <a:chOff x="2789" y="2096"/>
            <a:chExt cx="2243" cy="1334"/>
          </a:xfrm>
        </p:grpSpPr>
        <p:sp>
          <p:nvSpPr>
            <p:cNvPr id="72719" name="Line 86"/>
            <p:cNvSpPr>
              <a:spLocks noChangeShapeType="1"/>
            </p:cNvSpPr>
            <p:nvPr/>
          </p:nvSpPr>
          <p:spPr bwMode="auto">
            <a:xfrm flipV="1">
              <a:off x="4513" y="3067"/>
              <a:ext cx="0" cy="363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2720" name="Oval 87"/>
            <p:cNvSpPr>
              <a:spLocks noChangeArrowheads="1"/>
            </p:cNvSpPr>
            <p:nvPr/>
          </p:nvSpPr>
          <p:spPr bwMode="auto">
            <a:xfrm>
              <a:off x="2789" y="2795"/>
              <a:ext cx="363" cy="363"/>
            </a:xfrm>
            <a:prstGeom prst="ellipse">
              <a:avLst/>
            </a:prstGeom>
            <a:gradFill rotWithShape="1">
              <a:gsLst>
                <a:gs pos="0">
                  <a:srgbClr val="0099FF"/>
                </a:gs>
                <a:gs pos="100000">
                  <a:srgbClr val="004776"/>
                </a:gs>
              </a:gsLst>
              <a:path path="shape">
                <a:fillToRect l="50000" t="50000" r="50000" b="50000"/>
              </a:path>
            </a:gradFill>
            <a:ln w="38100">
              <a:solidFill>
                <a:srgbClr val="FF99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72721" name="Group 88"/>
            <p:cNvGrpSpPr>
              <a:grpSpLocks/>
            </p:cNvGrpSpPr>
            <p:nvPr/>
          </p:nvGrpSpPr>
          <p:grpSpPr bwMode="auto">
            <a:xfrm>
              <a:off x="3561" y="3041"/>
              <a:ext cx="237" cy="327"/>
              <a:chOff x="1872" y="456"/>
              <a:chExt cx="240" cy="317"/>
            </a:xfrm>
          </p:grpSpPr>
          <p:sp>
            <p:nvSpPr>
              <p:cNvPr id="72722" name="Line 89"/>
              <p:cNvSpPr>
                <a:spLocks noChangeShapeType="1"/>
              </p:cNvSpPr>
              <p:nvPr/>
            </p:nvSpPr>
            <p:spPr bwMode="auto">
              <a:xfrm>
                <a:off x="1872" y="768"/>
                <a:ext cx="240" cy="0"/>
              </a:xfrm>
              <a:prstGeom prst="line">
                <a:avLst/>
              </a:prstGeom>
              <a:noFill/>
              <a:ln w="28575">
                <a:solidFill>
                  <a:srgbClr val="00FFFF"/>
                </a:solidFill>
                <a:round/>
                <a:headEnd type="triangle" w="med" len="med"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2723" name="Text Box 90"/>
              <p:cNvSpPr txBox="1">
                <a:spLocks noChangeArrowheads="1"/>
              </p:cNvSpPr>
              <p:nvPr/>
            </p:nvSpPr>
            <p:spPr bwMode="auto">
              <a:xfrm>
                <a:off x="1875" y="456"/>
                <a:ext cx="180" cy="317"/>
              </a:xfrm>
              <a:prstGeom prst="rect">
                <a:avLst/>
              </a:prstGeom>
              <a:noFill/>
              <a:ln w="28575">
                <a:noFill/>
                <a:miter lim="800000"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altLang="zh-CN" b="0" i="1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rPr>
                  <a:t>i</a:t>
                </a:r>
                <a:endPara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endParaRPr>
              </a:p>
            </p:txBody>
          </p:sp>
        </p:grpSp>
        <p:grpSp>
          <p:nvGrpSpPr>
            <p:cNvPr id="72724" name="Group 91"/>
            <p:cNvGrpSpPr>
              <a:grpSpLocks/>
            </p:cNvGrpSpPr>
            <p:nvPr/>
          </p:nvGrpSpPr>
          <p:grpSpPr bwMode="auto">
            <a:xfrm>
              <a:off x="3269" y="2096"/>
              <a:ext cx="691" cy="362"/>
              <a:chOff x="1122" y="899"/>
              <a:chExt cx="701" cy="349"/>
            </a:xfrm>
          </p:grpSpPr>
          <p:sp>
            <p:nvSpPr>
              <p:cNvPr id="72725" name="Line 92"/>
              <p:cNvSpPr>
                <a:spLocks noChangeShapeType="1"/>
              </p:cNvSpPr>
              <p:nvPr/>
            </p:nvSpPr>
            <p:spPr bwMode="auto">
              <a:xfrm flipH="1">
                <a:off x="1200" y="1104"/>
                <a:ext cx="144" cy="144"/>
              </a:xfrm>
              <a:prstGeom prst="line">
                <a:avLst/>
              </a:prstGeom>
              <a:noFill/>
              <a:ln w="38100">
                <a:solidFill>
                  <a:srgbClr val="FF3300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2726" name="Text Box 93"/>
              <p:cNvSpPr txBox="1">
                <a:spLocks noChangeArrowheads="1"/>
              </p:cNvSpPr>
              <p:nvPr/>
            </p:nvSpPr>
            <p:spPr bwMode="auto">
              <a:xfrm>
                <a:off x="1122" y="899"/>
                <a:ext cx="701" cy="315"/>
              </a:xfrm>
              <a:prstGeom prst="rect">
                <a:avLst/>
              </a:prstGeom>
              <a:noFill/>
              <a:ln w="28575">
                <a:noFill/>
                <a:miter lim="800000"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altLang="zh-CN" b="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rPr>
                  <a:t>S(</a:t>
                </a:r>
                <a:r>
                  <a:rPr lang="en-US" altLang="zh-CN" b="0" i="1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rPr>
                  <a:t>t</a:t>
                </a:r>
                <a:r>
                  <a:rPr lang="en-US" altLang="zh-CN" b="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rPr>
                  <a:t>=0)</a:t>
                </a:r>
              </a:p>
            </p:txBody>
          </p:sp>
        </p:grpSp>
        <p:sp>
          <p:nvSpPr>
            <p:cNvPr id="72727" name="Text Box 94"/>
            <p:cNvSpPr txBox="1">
              <a:spLocks noChangeArrowheads="1"/>
            </p:cNvSpPr>
            <p:nvPr/>
          </p:nvSpPr>
          <p:spPr bwMode="auto">
            <a:xfrm>
              <a:off x="3134" y="2821"/>
              <a:ext cx="363" cy="327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U</a:t>
              </a:r>
              <a:r>
                <a:rPr lang="en-US" altLang="zh-CN" b="0" baseline="-2500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S</a:t>
              </a:r>
              <a:endParaRPr lang="en-US" altLang="zh-CN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grpSp>
          <p:nvGrpSpPr>
            <p:cNvPr id="72728" name="Group 95"/>
            <p:cNvGrpSpPr>
              <a:grpSpLocks/>
            </p:cNvGrpSpPr>
            <p:nvPr/>
          </p:nvGrpSpPr>
          <p:grpSpPr bwMode="auto">
            <a:xfrm>
              <a:off x="3733" y="2549"/>
              <a:ext cx="608" cy="366"/>
              <a:chOff x="806" y="755"/>
              <a:chExt cx="615" cy="353"/>
            </a:xfrm>
          </p:grpSpPr>
          <p:grpSp>
            <p:nvGrpSpPr>
              <p:cNvPr id="72729" name="Group 96"/>
              <p:cNvGrpSpPr>
                <a:grpSpLocks/>
              </p:cNvGrpSpPr>
              <p:nvPr/>
            </p:nvGrpSpPr>
            <p:grpSpPr bwMode="auto">
              <a:xfrm>
                <a:off x="806" y="755"/>
                <a:ext cx="615" cy="315"/>
                <a:chOff x="806" y="755"/>
                <a:chExt cx="615" cy="315"/>
              </a:xfrm>
            </p:grpSpPr>
            <p:sp>
              <p:nvSpPr>
                <p:cNvPr id="72730" name="Text Box 97"/>
                <p:cNvSpPr txBox="1">
                  <a:spLocks noChangeArrowheads="1"/>
                </p:cNvSpPr>
                <p:nvPr/>
              </p:nvSpPr>
              <p:spPr bwMode="auto">
                <a:xfrm>
                  <a:off x="806" y="755"/>
                  <a:ext cx="247" cy="315"/>
                </a:xfrm>
                <a:prstGeom prst="rect">
                  <a:avLst/>
                </a:prstGeom>
                <a:noFill/>
                <a:ln w="28575">
                  <a:noFill/>
                  <a:miter lim="800000"/>
                  <a:headEnd/>
                  <a:tailEnd/>
                </a:ln>
              </p:spPr>
              <p:txBody>
                <a:bodyPr wrap="none" anchor="ctr">
                  <a:spAutoFit/>
                </a:bodyPr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altLang="zh-CN" b="0">
                      <a:solidFill>
                        <a:schemeClr val="bg1"/>
                      </a:solidFill>
                      <a:latin typeface="Times New Roman" pitchFamily="18" charset="0"/>
                      <a:ea typeface="宋体" pitchFamily="2" charset="-122"/>
                    </a:rPr>
                    <a:t>+</a:t>
                  </a:r>
                </a:p>
              </p:txBody>
            </p:sp>
            <p:sp>
              <p:nvSpPr>
                <p:cNvPr id="72731" name="Text Box 98"/>
                <p:cNvSpPr txBox="1">
                  <a:spLocks noChangeArrowheads="1"/>
                </p:cNvSpPr>
                <p:nvPr/>
              </p:nvSpPr>
              <p:spPr bwMode="auto">
                <a:xfrm>
                  <a:off x="1190" y="755"/>
                  <a:ext cx="231" cy="315"/>
                </a:xfrm>
                <a:prstGeom prst="rect">
                  <a:avLst/>
                </a:prstGeom>
                <a:noFill/>
                <a:ln w="28575">
                  <a:noFill/>
                  <a:miter lim="800000"/>
                  <a:headEnd/>
                  <a:tailEnd/>
                </a:ln>
              </p:spPr>
              <p:txBody>
                <a:bodyPr wrap="none" anchor="ctr">
                  <a:spAutoFit/>
                </a:bodyPr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altLang="zh-CN" b="0">
                      <a:solidFill>
                        <a:schemeClr val="bg1"/>
                      </a:solidFill>
                      <a:latin typeface="Times New Roman" pitchFamily="18" charset="0"/>
                      <a:ea typeface="宋体" pitchFamily="2" charset="-122"/>
                    </a:rPr>
                    <a:t>–</a:t>
                  </a:r>
                </a:p>
              </p:txBody>
            </p:sp>
          </p:grpSp>
          <p:sp>
            <p:nvSpPr>
              <p:cNvPr id="72732" name="Text Box 99"/>
              <p:cNvSpPr txBox="1">
                <a:spLocks noChangeArrowheads="1"/>
              </p:cNvSpPr>
              <p:nvPr/>
            </p:nvSpPr>
            <p:spPr bwMode="auto">
              <a:xfrm>
                <a:off x="961" y="793"/>
                <a:ext cx="324" cy="315"/>
              </a:xfrm>
              <a:prstGeom prst="rect">
                <a:avLst/>
              </a:prstGeom>
              <a:noFill/>
              <a:ln w="28575">
                <a:noFill/>
                <a:miter lim="800000"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altLang="zh-CN" b="0" i="1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rPr>
                  <a:t>u</a:t>
                </a:r>
                <a:r>
                  <a:rPr lang="en-US" altLang="zh-CN" b="0" i="1" baseline="-250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rPr>
                  <a:t>R</a:t>
                </a:r>
                <a:endParaRPr lang="en-US" altLang="zh-CN" b="0" baseline="-2500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endParaRPr>
              </a:p>
            </p:txBody>
          </p:sp>
        </p:grpSp>
        <p:sp>
          <p:nvSpPr>
            <p:cNvPr id="72733" name="Line 100"/>
            <p:cNvSpPr>
              <a:spLocks noChangeShapeType="1"/>
            </p:cNvSpPr>
            <p:nvPr/>
          </p:nvSpPr>
          <p:spPr bwMode="auto">
            <a:xfrm>
              <a:off x="3515" y="2568"/>
              <a:ext cx="998" cy="0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 type="oval" w="med" len="med"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2734" name="Line 101"/>
            <p:cNvSpPr>
              <a:spLocks noChangeShapeType="1"/>
            </p:cNvSpPr>
            <p:nvPr/>
          </p:nvSpPr>
          <p:spPr bwMode="auto">
            <a:xfrm>
              <a:off x="2971" y="2568"/>
              <a:ext cx="332" cy="0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 type="oval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2735" name="Line 102"/>
            <p:cNvSpPr>
              <a:spLocks noChangeShapeType="1"/>
            </p:cNvSpPr>
            <p:nvPr/>
          </p:nvSpPr>
          <p:spPr bwMode="auto">
            <a:xfrm>
              <a:off x="2971" y="2568"/>
              <a:ext cx="0" cy="862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2736" name="Text Box 103"/>
            <p:cNvSpPr txBox="1">
              <a:spLocks noChangeArrowheads="1"/>
            </p:cNvSpPr>
            <p:nvPr/>
          </p:nvSpPr>
          <p:spPr bwMode="auto">
            <a:xfrm>
              <a:off x="4105" y="2886"/>
              <a:ext cx="265" cy="327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C</a:t>
              </a:r>
            </a:p>
          </p:txBody>
        </p:sp>
        <p:grpSp>
          <p:nvGrpSpPr>
            <p:cNvPr id="72737" name="Group 104"/>
            <p:cNvGrpSpPr>
              <a:grpSpLocks/>
            </p:cNvGrpSpPr>
            <p:nvPr/>
          </p:nvGrpSpPr>
          <p:grpSpPr bwMode="auto">
            <a:xfrm>
              <a:off x="4700" y="2640"/>
              <a:ext cx="332" cy="724"/>
              <a:chOff x="1965" y="707"/>
              <a:chExt cx="336" cy="699"/>
            </a:xfrm>
          </p:grpSpPr>
          <p:grpSp>
            <p:nvGrpSpPr>
              <p:cNvPr id="72738" name="Group 105"/>
              <p:cNvGrpSpPr>
                <a:grpSpLocks/>
              </p:cNvGrpSpPr>
              <p:nvPr/>
            </p:nvGrpSpPr>
            <p:grpSpPr bwMode="auto">
              <a:xfrm>
                <a:off x="2054" y="707"/>
                <a:ext cx="247" cy="699"/>
                <a:chOff x="1622" y="1235"/>
                <a:chExt cx="247" cy="699"/>
              </a:xfrm>
            </p:grpSpPr>
            <p:sp>
              <p:nvSpPr>
                <p:cNvPr id="72739" name="Text Box 106"/>
                <p:cNvSpPr txBox="1">
                  <a:spLocks noChangeArrowheads="1"/>
                </p:cNvSpPr>
                <p:nvPr/>
              </p:nvSpPr>
              <p:spPr bwMode="auto">
                <a:xfrm>
                  <a:off x="1622" y="1235"/>
                  <a:ext cx="247" cy="316"/>
                </a:xfrm>
                <a:prstGeom prst="rect">
                  <a:avLst/>
                </a:prstGeom>
                <a:noFill/>
                <a:ln w="28575">
                  <a:noFill/>
                  <a:miter lim="800000"/>
                  <a:headEnd/>
                  <a:tailEnd/>
                </a:ln>
              </p:spPr>
              <p:txBody>
                <a:bodyPr wrap="none" anchor="ctr">
                  <a:spAutoFit/>
                </a:bodyPr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altLang="zh-CN" b="0">
                      <a:solidFill>
                        <a:schemeClr val="bg1"/>
                      </a:solidFill>
                      <a:latin typeface="Times New Roman" pitchFamily="18" charset="0"/>
                      <a:ea typeface="宋体" pitchFamily="2" charset="-122"/>
                    </a:rPr>
                    <a:t>+</a:t>
                  </a:r>
                </a:p>
              </p:txBody>
            </p:sp>
            <p:sp>
              <p:nvSpPr>
                <p:cNvPr id="72740" name="Text Box 107"/>
                <p:cNvSpPr txBox="1">
                  <a:spLocks noChangeArrowheads="1"/>
                </p:cNvSpPr>
                <p:nvPr/>
              </p:nvSpPr>
              <p:spPr bwMode="auto">
                <a:xfrm>
                  <a:off x="1623" y="1618"/>
                  <a:ext cx="231" cy="316"/>
                </a:xfrm>
                <a:prstGeom prst="rect">
                  <a:avLst/>
                </a:prstGeom>
                <a:noFill/>
                <a:ln w="28575">
                  <a:noFill/>
                  <a:miter lim="800000"/>
                  <a:headEnd/>
                  <a:tailEnd/>
                </a:ln>
              </p:spPr>
              <p:txBody>
                <a:bodyPr wrap="none" anchor="ctr">
                  <a:spAutoFit/>
                </a:bodyPr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altLang="zh-CN" b="0">
                      <a:solidFill>
                        <a:schemeClr val="bg1"/>
                      </a:solidFill>
                      <a:latin typeface="Times New Roman" pitchFamily="18" charset="0"/>
                      <a:ea typeface="宋体" pitchFamily="2" charset="-122"/>
                    </a:rPr>
                    <a:t>–</a:t>
                  </a:r>
                </a:p>
              </p:txBody>
            </p:sp>
          </p:grpSp>
          <p:sp>
            <p:nvSpPr>
              <p:cNvPr id="72741" name="Text Box 108"/>
              <p:cNvSpPr txBox="1">
                <a:spLocks noChangeArrowheads="1"/>
              </p:cNvSpPr>
              <p:nvPr/>
            </p:nvSpPr>
            <p:spPr bwMode="auto">
              <a:xfrm>
                <a:off x="1965" y="888"/>
                <a:ext cx="333" cy="316"/>
              </a:xfrm>
              <a:prstGeom prst="rect">
                <a:avLst/>
              </a:prstGeom>
              <a:noFill/>
              <a:ln w="28575">
                <a:noFill/>
                <a:miter lim="800000"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altLang="zh-CN" b="0" i="1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rPr>
                  <a:t>u</a:t>
                </a:r>
                <a:r>
                  <a:rPr lang="en-US" altLang="zh-CN" b="0" i="1" baseline="-250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rPr>
                  <a:t>C</a:t>
                </a:r>
                <a:endPara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endParaRPr>
              </a:p>
            </p:txBody>
          </p:sp>
        </p:grpSp>
        <p:grpSp>
          <p:nvGrpSpPr>
            <p:cNvPr id="72742" name="Group 109"/>
            <p:cNvGrpSpPr>
              <a:grpSpLocks/>
            </p:cNvGrpSpPr>
            <p:nvPr/>
          </p:nvGrpSpPr>
          <p:grpSpPr bwMode="auto">
            <a:xfrm>
              <a:off x="4377" y="2976"/>
              <a:ext cx="318" cy="91"/>
              <a:chOff x="1824" y="1680"/>
              <a:chExt cx="192" cy="96"/>
            </a:xfrm>
          </p:grpSpPr>
          <p:sp>
            <p:nvSpPr>
              <p:cNvPr id="72743" name="Line 110"/>
              <p:cNvSpPr>
                <a:spLocks noChangeShapeType="1"/>
              </p:cNvSpPr>
              <p:nvPr/>
            </p:nvSpPr>
            <p:spPr bwMode="auto">
              <a:xfrm>
                <a:off x="1824" y="1680"/>
                <a:ext cx="192" cy="0"/>
              </a:xfrm>
              <a:prstGeom prst="line">
                <a:avLst/>
              </a:prstGeom>
              <a:noFill/>
              <a:ln w="38100">
                <a:solidFill>
                  <a:srgbClr val="FF99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2744" name="Line 111"/>
              <p:cNvSpPr>
                <a:spLocks noChangeShapeType="1"/>
              </p:cNvSpPr>
              <p:nvPr/>
            </p:nvSpPr>
            <p:spPr bwMode="auto">
              <a:xfrm>
                <a:off x="1824" y="1776"/>
                <a:ext cx="192" cy="0"/>
              </a:xfrm>
              <a:prstGeom prst="line">
                <a:avLst/>
              </a:prstGeom>
              <a:noFill/>
              <a:ln w="38100">
                <a:solidFill>
                  <a:srgbClr val="FF99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72745" name="Line 112"/>
            <p:cNvSpPr>
              <a:spLocks noChangeShapeType="1"/>
            </p:cNvSpPr>
            <p:nvPr/>
          </p:nvSpPr>
          <p:spPr bwMode="auto">
            <a:xfrm flipV="1">
              <a:off x="4513" y="2568"/>
              <a:ext cx="0" cy="408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2746" name="Line 113"/>
            <p:cNvSpPr>
              <a:spLocks noChangeShapeType="1"/>
            </p:cNvSpPr>
            <p:nvPr/>
          </p:nvSpPr>
          <p:spPr bwMode="auto">
            <a:xfrm flipH="1" flipV="1">
              <a:off x="3288" y="2432"/>
              <a:ext cx="227" cy="136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2747" name="Line 114"/>
            <p:cNvSpPr>
              <a:spLocks noChangeShapeType="1"/>
            </p:cNvSpPr>
            <p:nvPr/>
          </p:nvSpPr>
          <p:spPr bwMode="auto">
            <a:xfrm>
              <a:off x="2971" y="3430"/>
              <a:ext cx="1567" cy="0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2748" name="Text Box 115"/>
            <p:cNvSpPr txBox="1">
              <a:spLocks noChangeArrowheads="1"/>
            </p:cNvSpPr>
            <p:nvPr/>
          </p:nvSpPr>
          <p:spPr bwMode="auto">
            <a:xfrm>
              <a:off x="3919" y="2232"/>
              <a:ext cx="253" cy="327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R</a:t>
              </a:r>
              <a:endParaRPr lang="en-US" altLang="zh-CN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72749" name="Rectangle 116"/>
            <p:cNvSpPr>
              <a:spLocks noChangeArrowheads="1"/>
            </p:cNvSpPr>
            <p:nvPr/>
          </p:nvSpPr>
          <p:spPr bwMode="auto">
            <a:xfrm>
              <a:off x="3878" y="2522"/>
              <a:ext cx="297" cy="137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</a:gradFill>
            <a:ln w="2857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58485" name="Text Box 117"/>
          <p:cNvSpPr txBox="1">
            <a:spLocks noChangeArrowheads="1"/>
          </p:cNvSpPr>
          <p:nvPr/>
        </p:nvSpPr>
        <p:spPr bwMode="auto">
          <a:xfrm>
            <a:off x="4356100" y="3860800"/>
            <a:ext cx="4500563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20000"/>
              </a:spcBef>
            </a:pPr>
            <a:r>
              <a:rPr lang="zh-CN" altLang="en-US">
                <a:latin typeface="Times New Roman" pitchFamily="18" charset="0"/>
              </a:rPr>
              <a:t>解答为：</a:t>
            </a:r>
            <a:r>
              <a:rPr lang="zh-CN" altLang="en-US" sz="2400">
                <a:latin typeface="Times New Roman" pitchFamily="18" charset="0"/>
                <a:ea typeface="宋体" pitchFamily="2" charset="-122"/>
              </a:rPr>
              <a:t> </a:t>
            </a:r>
            <a:r>
              <a:rPr lang="en-US" altLang="zh-CN" sz="3200" b="0" i="1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u</a:t>
            </a:r>
            <a:r>
              <a:rPr lang="en-US" altLang="zh-CN" sz="3200" b="0" i="1" baseline="-2500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C</a:t>
            </a:r>
            <a:r>
              <a:rPr lang="en-US" altLang="zh-CN" sz="3200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(</a:t>
            </a:r>
            <a:r>
              <a:rPr lang="en-US" altLang="zh-CN" sz="3200" b="0" i="1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t</a:t>
            </a:r>
            <a:r>
              <a:rPr lang="en-US" altLang="zh-CN" sz="3200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) =  </a:t>
            </a:r>
            <a:r>
              <a:rPr lang="en-US" altLang="zh-CN" sz="3200" b="0" i="1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u</a:t>
            </a:r>
            <a:r>
              <a:rPr lang="en-US" altLang="zh-CN" sz="3200" b="0" i="1" baseline="-2500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C</a:t>
            </a:r>
            <a:r>
              <a:rPr lang="en-US" altLang="zh-CN" sz="3200" b="0" i="1" baseline="3000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' </a:t>
            </a:r>
            <a:r>
              <a:rPr lang="en-US" altLang="zh-CN" sz="3200" b="0" i="1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+  u</a:t>
            </a:r>
            <a:r>
              <a:rPr lang="en-US" altLang="zh-CN" sz="3200" b="0" i="1" baseline="-2500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C</a:t>
            </a:r>
            <a:r>
              <a:rPr lang="en-US" altLang="zh-CN" sz="3200" b="0" i="1" baseline="3000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"</a:t>
            </a:r>
          </a:p>
        </p:txBody>
      </p:sp>
      <p:grpSp>
        <p:nvGrpSpPr>
          <p:cNvPr id="58486" name="Group 118"/>
          <p:cNvGrpSpPr>
            <a:grpSpLocks/>
          </p:cNvGrpSpPr>
          <p:nvPr/>
        </p:nvGrpSpPr>
        <p:grpSpPr bwMode="auto">
          <a:xfrm>
            <a:off x="4356100" y="4652963"/>
            <a:ext cx="3240088" cy="1368425"/>
            <a:chOff x="476" y="2568"/>
            <a:chExt cx="2041" cy="862"/>
          </a:xfrm>
        </p:grpSpPr>
        <p:sp>
          <p:nvSpPr>
            <p:cNvPr id="72752" name="Text Box 119"/>
            <p:cNvSpPr txBox="1">
              <a:spLocks noChangeArrowheads="1"/>
            </p:cNvSpPr>
            <p:nvPr/>
          </p:nvSpPr>
          <p:spPr bwMode="auto">
            <a:xfrm>
              <a:off x="521" y="2614"/>
              <a:ext cx="1859" cy="3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zh-CN">
                  <a:latin typeface="Times New Roman" pitchFamily="18" charset="0"/>
                </a:rPr>
                <a:t>特解</a:t>
              </a:r>
              <a:r>
                <a:rPr lang="zh-CN" altLang="zh-CN">
                  <a:latin typeface="Times New Roman" pitchFamily="18" charset="0"/>
                  <a:ea typeface="宋体" pitchFamily="2" charset="-122"/>
                </a:rPr>
                <a:t>  </a:t>
              </a:r>
              <a:r>
                <a:rPr lang="en-US" altLang="zh-CN" sz="3200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u</a:t>
              </a:r>
              <a:r>
                <a:rPr lang="en-US" altLang="zh-CN" sz="3200" b="0" i="1" baseline="-2500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C</a:t>
              </a:r>
              <a:r>
                <a:rPr lang="en-US" altLang="zh-CN" sz="3200" b="0" i="1" baseline="3000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'  </a:t>
              </a:r>
              <a:r>
                <a:rPr lang="en-US" altLang="zh-CN" sz="3200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= U</a:t>
              </a:r>
              <a:r>
                <a:rPr lang="en-US" altLang="zh-CN" sz="3200" b="0" baseline="-2500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S</a:t>
              </a:r>
            </a:p>
          </p:txBody>
        </p:sp>
        <p:grpSp>
          <p:nvGrpSpPr>
            <p:cNvPr id="72753" name="Group 120"/>
            <p:cNvGrpSpPr>
              <a:grpSpLocks/>
            </p:cNvGrpSpPr>
            <p:nvPr/>
          </p:nvGrpSpPr>
          <p:grpSpPr bwMode="auto">
            <a:xfrm>
              <a:off x="476" y="2840"/>
              <a:ext cx="2041" cy="590"/>
              <a:chOff x="3552" y="2688"/>
              <a:chExt cx="1824" cy="525"/>
            </a:xfrm>
          </p:grpSpPr>
          <p:sp>
            <p:nvSpPr>
              <p:cNvPr id="72754" name="Text Box 121"/>
              <p:cNvSpPr txBox="1">
                <a:spLocks noChangeArrowheads="1"/>
              </p:cNvSpPr>
              <p:nvPr/>
            </p:nvSpPr>
            <p:spPr bwMode="auto">
              <a:xfrm>
                <a:off x="3552" y="2880"/>
                <a:ext cx="1824" cy="29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zh-CN" altLang="en-US">
                    <a:latin typeface="Times New Roman" pitchFamily="18" charset="0"/>
                  </a:rPr>
                  <a:t>通解</a:t>
                </a:r>
                <a:endParaRPr lang="zh-CN" altLang="en-US" i="1">
                  <a:latin typeface="Times New Roman" pitchFamily="18" charset="0"/>
                  <a:sym typeface="Symbol" pitchFamily="18" charset="2"/>
                </a:endParaRPr>
              </a:p>
            </p:txBody>
          </p:sp>
          <p:graphicFrame>
            <p:nvGraphicFramePr>
              <p:cNvPr id="72755" name="Object 122"/>
              <p:cNvGraphicFramePr>
                <a:graphicFrameLocks noChangeAspect="1"/>
              </p:cNvGraphicFramePr>
              <p:nvPr/>
            </p:nvGraphicFramePr>
            <p:xfrm>
              <a:off x="4272" y="2688"/>
              <a:ext cx="1056" cy="525"/>
            </p:xfrm>
            <a:graphic>
              <a:graphicData uri="http://schemas.openxmlformats.org/presentationml/2006/ole">
                <p:oleObj spid="_x0000_s72755" r:id="rId5" imgW="637200" imgH="311400" progId="Equation.3">
                  <p:embed/>
                </p:oleObj>
              </a:graphicData>
            </a:graphic>
          </p:graphicFrame>
        </p:grpSp>
        <p:sp>
          <p:nvSpPr>
            <p:cNvPr id="72756" name="AutoShape 123"/>
            <p:cNvSpPr>
              <a:spLocks/>
            </p:cNvSpPr>
            <p:nvPr/>
          </p:nvSpPr>
          <p:spPr bwMode="auto">
            <a:xfrm>
              <a:off x="476" y="2568"/>
              <a:ext cx="45" cy="771"/>
            </a:xfrm>
            <a:prstGeom prst="leftBrace">
              <a:avLst>
                <a:gd name="adj1" fmla="val 142540"/>
                <a:gd name="adj2" fmla="val 50000"/>
              </a:avLst>
            </a:prstGeom>
            <a:noFill/>
            <a:ln w="28575">
              <a:solidFill>
                <a:schemeClr val="bg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58492" name="Text Box 124"/>
          <p:cNvSpPr txBox="1">
            <a:spLocks noChangeArrowheads="1"/>
          </p:cNvSpPr>
          <p:nvPr/>
        </p:nvSpPr>
        <p:spPr bwMode="auto">
          <a:xfrm>
            <a:off x="2411413" y="5300663"/>
            <a:ext cx="1312862" cy="579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3200" b="0" i="1">
                <a:solidFill>
                  <a:schemeClr val="bg1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 </a:t>
            </a:r>
            <a:r>
              <a:rPr lang="en-US" altLang="zh-CN" sz="3200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= </a:t>
            </a:r>
            <a:r>
              <a:rPr lang="en-US" altLang="zh-CN" sz="3200" b="0" i="1">
                <a:solidFill>
                  <a:schemeClr val="bg1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RC</a:t>
            </a:r>
            <a:endParaRPr lang="en-US" altLang="zh-CN" sz="3200" b="0">
              <a:solidFill>
                <a:schemeClr val="bg1"/>
              </a:solidFill>
              <a:latin typeface="Times New Roman" pitchFamily="18" charset="0"/>
              <a:ea typeface="宋体" pitchFamily="2" charset="-122"/>
            </a:endParaRPr>
          </a:p>
        </p:txBody>
      </p:sp>
      <p:grpSp>
        <p:nvGrpSpPr>
          <p:cNvPr id="72758" name="Group 128"/>
          <p:cNvGrpSpPr>
            <a:grpSpLocks/>
          </p:cNvGrpSpPr>
          <p:nvPr/>
        </p:nvGrpSpPr>
        <p:grpSpPr bwMode="auto">
          <a:xfrm>
            <a:off x="6588125" y="6445250"/>
            <a:ext cx="792163" cy="366713"/>
            <a:chOff x="4649" y="4020"/>
            <a:chExt cx="499" cy="231"/>
          </a:xfrm>
        </p:grpSpPr>
        <p:pic>
          <p:nvPicPr>
            <p:cNvPr id="72759" name="Picture 129" descr="78900"/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72760" name="Text Box 130">
              <a:hlinkClick r:id="rId6" action="ppaction://hlinksldjump"/>
            </p:cNvPr>
            <p:cNvSpPr txBox="1">
              <a:spLocks noChangeArrowheads="1"/>
            </p:cNvSpPr>
            <p:nvPr/>
          </p:nvSpPr>
          <p:spPr bwMode="auto"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0">
                  <a:solidFill>
                    <a:schemeClr val="bg1"/>
                  </a:solidFill>
                  <a:latin typeface="隶书" pitchFamily="49" charset="-122"/>
                  <a:ea typeface="隶书" pitchFamily="49" charset="-122"/>
                </a:rPr>
                <a:t>返 回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9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83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83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84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84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9" dur="500"/>
                                        <p:tgtEl>
                                          <p:spTgt spid="584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100"/>
                                        <p:tgtEl>
                                          <p:spTgt spid="583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584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4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2000"/>
                                        <p:tgtEl>
                                          <p:spTgt spid="584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2000"/>
                            </p:stCondLst>
                            <p:childTnLst>
                              <p:par>
                                <p:cTn id="35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584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3000"/>
                                        <p:tgtEl>
                                          <p:spTgt spid="584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4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3000"/>
                                        <p:tgtEl>
                                          <p:spTgt spid="584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2000"/>
                                        <p:tgtEl>
                                          <p:spTgt spid="584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4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1000"/>
                                        <p:tgtEl>
                                          <p:spTgt spid="584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372" grpId="0"/>
      <p:bldP spid="58373" grpId="0" build="p"/>
      <p:bldP spid="58420" grpId="0" build="p" advAuto="1000"/>
      <p:bldP spid="58428" grpId="0"/>
      <p:bldP spid="58434" grpId="0" animBg="1"/>
      <p:bldP spid="58435" grpId="0" animBg="1"/>
      <p:bldP spid="58485" grpId="0" build="p"/>
      <p:bldP spid="58492" grpId="0" build="p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79" name="Text Box 47"/>
          <p:cNvSpPr txBox="1">
            <a:spLocks noChangeArrowheads="1"/>
          </p:cNvSpPr>
          <p:nvPr/>
        </p:nvSpPr>
        <p:spPr bwMode="auto">
          <a:xfrm>
            <a:off x="3348038" y="620713"/>
            <a:ext cx="3816350" cy="579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r>
              <a:rPr lang="en-US" altLang="zh-CN" sz="3200" b="0" i="1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u</a:t>
            </a:r>
            <a:r>
              <a:rPr lang="en-US" altLang="zh-CN" sz="3200" b="0" i="1" baseline="-2500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C</a:t>
            </a:r>
            <a:r>
              <a:rPr lang="en-US" altLang="zh-CN" sz="3200" b="0" baseline="-2500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 </a:t>
            </a:r>
            <a:r>
              <a:rPr lang="en-US" altLang="zh-CN" sz="3200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(0</a:t>
            </a:r>
            <a:r>
              <a:rPr lang="zh-CN" altLang="en-US" sz="3200" b="0" baseline="-2500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－</a:t>
            </a:r>
            <a:r>
              <a:rPr lang="en-US" altLang="zh-CN" sz="3200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)=</a:t>
            </a:r>
            <a:r>
              <a:rPr lang="en-US" altLang="zh-CN" sz="3200" b="0" i="1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U</a:t>
            </a:r>
            <a:r>
              <a:rPr lang="en-US" altLang="zh-CN" sz="3200" b="0" baseline="-2500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0</a:t>
            </a:r>
            <a:endParaRPr lang="en-US" altLang="zh-CN" sz="3200" b="0">
              <a:solidFill>
                <a:schemeClr val="bg1"/>
              </a:solidFill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120891" name="Text Box 59"/>
          <p:cNvSpPr txBox="1">
            <a:spLocks noChangeArrowheads="1"/>
          </p:cNvSpPr>
          <p:nvPr/>
        </p:nvSpPr>
        <p:spPr bwMode="auto">
          <a:xfrm>
            <a:off x="1116013" y="1268413"/>
            <a:ext cx="3311525" cy="579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3200" b="0" i="1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u</a:t>
            </a:r>
            <a:r>
              <a:rPr lang="en-US" altLang="zh-CN" sz="3200" b="0" i="1" baseline="-2500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C</a:t>
            </a:r>
            <a:r>
              <a:rPr lang="en-US" altLang="zh-CN" sz="3200" b="0" baseline="-2500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 </a:t>
            </a:r>
            <a:r>
              <a:rPr lang="en-US" altLang="zh-CN" sz="3200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(0</a:t>
            </a:r>
            <a:r>
              <a:rPr lang="en-US" altLang="zh-CN" sz="3200" b="0" baseline="-2500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+</a:t>
            </a:r>
            <a:r>
              <a:rPr lang="en-US" altLang="zh-CN" sz="3200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)=</a:t>
            </a:r>
            <a:r>
              <a:rPr lang="en-US" altLang="zh-CN" sz="3200" b="0" i="1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A+U</a:t>
            </a:r>
            <a:r>
              <a:rPr lang="en-US" altLang="zh-CN" sz="3200" b="0" i="1" baseline="-2500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S</a:t>
            </a:r>
            <a:r>
              <a:rPr lang="en-US" altLang="zh-CN" sz="3200" b="0" i="1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=U</a:t>
            </a:r>
            <a:r>
              <a:rPr lang="en-US" altLang="zh-CN" sz="3200" b="0" baseline="-2500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0</a:t>
            </a:r>
          </a:p>
        </p:txBody>
      </p:sp>
      <p:sp>
        <p:nvSpPr>
          <p:cNvPr id="120892" name="Text Box 60"/>
          <p:cNvSpPr txBox="1">
            <a:spLocks noChangeArrowheads="1"/>
          </p:cNvSpPr>
          <p:nvPr/>
        </p:nvSpPr>
        <p:spPr bwMode="auto">
          <a:xfrm>
            <a:off x="4859338" y="1268413"/>
            <a:ext cx="2520950" cy="579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3200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</a:t>
            </a:r>
            <a:r>
              <a:rPr lang="en-US" altLang="zh-CN" sz="3200" b="0" i="1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 A=U</a:t>
            </a:r>
            <a:r>
              <a:rPr lang="en-US" altLang="zh-CN" sz="3200" b="0" baseline="-2500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0</a:t>
            </a:r>
            <a:r>
              <a:rPr lang="en-US" altLang="zh-CN" sz="3200" b="0" i="1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 </a:t>
            </a:r>
            <a:r>
              <a:rPr lang="en-US" altLang="zh-CN" sz="3200" b="0" i="1">
                <a:solidFill>
                  <a:schemeClr val="bg1"/>
                </a:solidFill>
                <a:latin typeface="宋体" pitchFamily="2" charset="-122"/>
                <a:ea typeface="宋体" pitchFamily="2" charset="-122"/>
              </a:rPr>
              <a:t>-</a:t>
            </a:r>
            <a:r>
              <a:rPr lang="en-US" altLang="zh-CN" sz="3200" b="0" i="1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 U</a:t>
            </a:r>
            <a:r>
              <a:rPr lang="en-US" altLang="zh-CN" sz="3200" b="0" i="1" baseline="-2500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S</a:t>
            </a:r>
            <a:endParaRPr lang="en-US" altLang="zh-CN" sz="3200" b="0" baseline="-25000">
              <a:solidFill>
                <a:schemeClr val="bg1"/>
              </a:solidFill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120893" name="Text Box 61"/>
          <p:cNvSpPr txBox="1">
            <a:spLocks noChangeArrowheads="1"/>
          </p:cNvSpPr>
          <p:nvPr/>
        </p:nvSpPr>
        <p:spPr bwMode="auto">
          <a:xfrm>
            <a:off x="755650" y="692150"/>
            <a:ext cx="290830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r>
              <a:rPr lang="zh-CN" altLang="en-US">
                <a:latin typeface="楷体_GB2312" pitchFamily="49" charset="-122"/>
              </a:rPr>
              <a:t>由初始值定</a:t>
            </a:r>
            <a:r>
              <a:rPr lang="en-US" altLang="zh-CN" b="0" i="1">
                <a:latin typeface="Times New Roman" pitchFamily="18" charset="0"/>
              </a:rPr>
              <a:t>A</a:t>
            </a:r>
          </a:p>
        </p:txBody>
      </p:sp>
      <p:grpSp>
        <p:nvGrpSpPr>
          <p:cNvPr id="73733" name="Group 62"/>
          <p:cNvGrpSpPr>
            <a:grpSpLocks/>
          </p:cNvGrpSpPr>
          <p:nvPr/>
        </p:nvGrpSpPr>
        <p:grpSpPr bwMode="auto"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73734" name="Picture 63" descr="78900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73735" name="Text Box 64">
              <a:hlinkClick r:id="" action="ppaction://hlinkshowjump?jump=nextslide"/>
            </p:cNvPr>
            <p:cNvSpPr txBox="1">
              <a:spLocks noChangeArrowheads="1"/>
            </p:cNvSpPr>
            <p:nvPr/>
          </p:nvSpPr>
          <p:spPr bwMode="auto"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0">
                  <a:solidFill>
                    <a:schemeClr val="bg1"/>
                  </a:solidFill>
                  <a:latin typeface="隶书" pitchFamily="49" charset="-122"/>
                  <a:ea typeface="隶书" pitchFamily="49" charset="-122"/>
                </a:rPr>
                <a:t>下 页</a:t>
              </a:r>
            </a:p>
          </p:txBody>
        </p:sp>
      </p:grpSp>
      <p:grpSp>
        <p:nvGrpSpPr>
          <p:cNvPr id="73736" name="Group 65"/>
          <p:cNvGrpSpPr>
            <a:grpSpLocks/>
          </p:cNvGrpSpPr>
          <p:nvPr/>
        </p:nvGrpSpPr>
        <p:grpSpPr bwMode="auto">
          <a:xfrm>
            <a:off x="7453313" y="6446838"/>
            <a:ext cx="792162" cy="366712"/>
            <a:chOff x="4649" y="4020"/>
            <a:chExt cx="499" cy="231"/>
          </a:xfrm>
        </p:grpSpPr>
        <p:pic>
          <p:nvPicPr>
            <p:cNvPr id="73737" name="Picture 66" descr="78900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73738" name="Text Box 67">
              <a:hlinkClick r:id="" action="ppaction://hlinkshowjump?jump=previousslide"/>
            </p:cNvPr>
            <p:cNvSpPr txBox="1">
              <a:spLocks noChangeArrowheads="1"/>
            </p:cNvSpPr>
            <p:nvPr/>
          </p:nvSpPr>
          <p:spPr bwMode="auto"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0">
                  <a:solidFill>
                    <a:schemeClr val="bg1"/>
                  </a:solidFill>
                  <a:latin typeface="隶书" pitchFamily="49" charset="-122"/>
                  <a:ea typeface="隶书" pitchFamily="49" charset="-122"/>
                </a:rPr>
                <a:t>上 页</a:t>
              </a:r>
            </a:p>
          </p:txBody>
        </p:sp>
      </p:grpSp>
      <p:graphicFrame>
        <p:nvGraphicFramePr>
          <p:cNvPr id="120901" name="Object 69"/>
          <p:cNvGraphicFramePr>
            <a:graphicFrameLocks noChangeAspect="1"/>
          </p:cNvGraphicFramePr>
          <p:nvPr/>
        </p:nvGraphicFramePr>
        <p:xfrm>
          <a:off x="395288" y="2060575"/>
          <a:ext cx="8304212" cy="1050925"/>
        </p:xfrm>
        <a:graphic>
          <a:graphicData uri="http://schemas.openxmlformats.org/presentationml/2006/ole">
            <p:oleObj spid="_x0000_s73739" r:id="rId4" imgW="2781000" imgH="311400" progId="Equation.3">
              <p:embed/>
            </p:oleObj>
          </a:graphicData>
        </a:graphic>
      </p:graphicFrame>
      <p:sp>
        <p:nvSpPr>
          <p:cNvPr id="120902" name="AutoShape 70" descr="羊皮纸"/>
          <p:cNvSpPr>
            <a:spLocks noChangeArrowheads="1"/>
          </p:cNvSpPr>
          <p:nvPr/>
        </p:nvSpPr>
        <p:spPr bwMode="auto">
          <a:xfrm>
            <a:off x="971550" y="3500438"/>
            <a:ext cx="3167063" cy="576262"/>
          </a:xfrm>
          <a:prstGeom prst="wedgeRectCallout">
            <a:avLst>
              <a:gd name="adj1" fmla="val 46843"/>
              <a:gd name="adj2" fmla="val -134847"/>
            </a:avLst>
          </a:prstGeom>
          <a:blipFill dpi="0" rotWithShape="1">
            <a:blip r:embed="rId5"/>
            <a:srcRect/>
            <a:tile tx="0" ty="0" sx="100000" sy="100000" flip="none" algn="tl"/>
          </a:blip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r>
              <a:rPr lang="zh-CN" altLang="en-US">
                <a:solidFill>
                  <a:schemeClr val="tx1"/>
                </a:solidFill>
                <a:latin typeface="楷体_GB2312" pitchFamily="49" charset="-122"/>
              </a:rPr>
              <a:t>强制分量</a:t>
            </a:r>
            <a:r>
              <a:rPr lang="en-US" altLang="zh-CN">
                <a:solidFill>
                  <a:schemeClr val="tx1"/>
                </a:solidFill>
                <a:latin typeface="楷体_GB2312" pitchFamily="49" charset="-122"/>
              </a:rPr>
              <a:t>(</a:t>
            </a:r>
            <a:r>
              <a:rPr lang="zh-CN" altLang="en-US">
                <a:solidFill>
                  <a:schemeClr val="tx1"/>
                </a:solidFill>
                <a:latin typeface="楷体_GB2312" pitchFamily="49" charset="-122"/>
              </a:rPr>
              <a:t>稳态解</a:t>
            </a:r>
            <a:r>
              <a:rPr lang="en-US" altLang="zh-CN">
                <a:solidFill>
                  <a:schemeClr val="tx1"/>
                </a:solidFill>
                <a:latin typeface="楷体_GB2312" pitchFamily="49" charset="-122"/>
              </a:rPr>
              <a:t>)</a:t>
            </a:r>
          </a:p>
        </p:txBody>
      </p:sp>
      <p:sp>
        <p:nvSpPr>
          <p:cNvPr id="120903" name="AutoShape 71" descr="羊皮纸"/>
          <p:cNvSpPr>
            <a:spLocks noChangeArrowheads="1"/>
          </p:cNvSpPr>
          <p:nvPr/>
        </p:nvSpPr>
        <p:spPr bwMode="auto">
          <a:xfrm>
            <a:off x="5435600" y="3500438"/>
            <a:ext cx="3097213" cy="504825"/>
          </a:xfrm>
          <a:prstGeom prst="wedgeRectCallout">
            <a:avLst>
              <a:gd name="adj1" fmla="val -40620"/>
              <a:gd name="adj2" fmla="val -122014"/>
            </a:avLst>
          </a:prstGeom>
          <a:blipFill dpi="0" rotWithShape="1">
            <a:blip r:embed="rId5"/>
            <a:srcRect/>
            <a:tile tx="0" ty="0" sx="100000" sy="100000" flip="none" algn="tl"/>
          </a:blip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r>
              <a:rPr lang="zh-CN" altLang="en-US">
                <a:solidFill>
                  <a:schemeClr val="tx1"/>
                </a:solidFill>
                <a:latin typeface="楷体_GB2312" pitchFamily="49" charset="-122"/>
              </a:rPr>
              <a:t>自由分量</a:t>
            </a:r>
            <a:r>
              <a:rPr lang="en-US" altLang="zh-CN">
                <a:solidFill>
                  <a:schemeClr val="tx1"/>
                </a:solidFill>
                <a:latin typeface="楷体_GB2312" pitchFamily="49" charset="-122"/>
              </a:rPr>
              <a:t>(</a:t>
            </a:r>
            <a:r>
              <a:rPr lang="zh-CN" altLang="en-US">
                <a:solidFill>
                  <a:schemeClr val="tx1"/>
                </a:solidFill>
                <a:latin typeface="楷体_GB2312" pitchFamily="49" charset="-122"/>
              </a:rPr>
              <a:t>暂态解</a:t>
            </a:r>
            <a:r>
              <a:rPr lang="en-US" altLang="zh-CN">
                <a:solidFill>
                  <a:schemeClr val="tx1"/>
                </a:solidFill>
                <a:latin typeface="楷体_GB2312" pitchFamily="49" charset="-122"/>
              </a:rPr>
              <a:t>)</a:t>
            </a:r>
          </a:p>
        </p:txBody>
      </p:sp>
      <p:grpSp>
        <p:nvGrpSpPr>
          <p:cNvPr id="73742" name="Group 75"/>
          <p:cNvGrpSpPr>
            <a:grpSpLocks/>
          </p:cNvGrpSpPr>
          <p:nvPr/>
        </p:nvGrpSpPr>
        <p:grpSpPr bwMode="auto">
          <a:xfrm>
            <a:off x="6588125" y="6445250"/>
            <a:ext cx="792163" cy="366713"/>
            <a:chOff x="4649" y="4020"/>
            <a:chExt cx="499" cy="231"/>
          </a:xfrm>
        </p:grpSpPr>
        <p:pic>
          <p:nvPicPr>
            <p:cNvPr id="73743" name="Picture 76" descr="78900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73744" name="Text Box 77">
              <a:hlinkClick r:id="rId6" action="ppaction://hlinksldjump"/>
            </p:cNvPr>
            <p:cNvSpPr txBox="1">
              <a:spLocks noChangeArrowheads="1"/>
            </p:cNvSpPr>
            <p:nvPr/>
          </p:nvSpPr>
          <p:spPr bwMode="auto"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0">
                  <a:solidFill>
                    <a:schemeClr val="bg1"/>
                  </a:solidFill>
                  <a:latin typeface="隶书" pitchFamily="49" charset="-122"/>
                  <a:ea typeface="隶书" pitchFamily="49" charset="-122"/>
                </a:rPr>
                <a:t>返 回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1208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208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3000"/>
                                        <p:tgtEl>
                                          <p:spTgt spid="1208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3000"/>
                                        <p:tgtEl>
                                          <p:spTgt spid="1208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9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7" dur="2000"/>
                                        <p:tgtEl>
                                          <p:spTgt spid="1209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9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1000"/>
                                        <p:tgtEl>
                                          <p:spTgt spid="1209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9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1000"/>
                                        <p:tgtEl>
                                          <p:spTgt spid="1209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0879" grpId="0" build="p" advAuto="0"/>
      <p:bldP spid="120891" grpId="0"/>
      <p:bldP spid="120892" grpId="0"/>
      <p:bldP spid="120893" grpId="0"/>
      <p:bldP spid="120902" grpId="0" animBg="1"/>
      <p:bldP spid="120903" grpId="0" animBg="1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Text Box 2"/>
          <p:cNvSpPr txBox="1">
            <a:spLocks noChangeArrowheads="1"/>
          </p:cNvSpPr>
          <p:nvPr/>
        </p:nvSpPr>
        <p:spPr bwMode="auto">
          <a:xfrm>
            <a:off x="684213" y="590550"/>
            <a:ext cx="5111750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r>
              <a:rPr lang="en-US" altLang="zh-CN" sz="3200">
                <a:solidFill>
                  <a:schemeClr val="bg1"/>
                </a:solidFill>
                <a:latin typeface="楷体_GB2312" pitchFamily="49" charset="-122"/>
              </a:rPr>
              <a:t>2. </a:t>
            </a:r>
            <a:r>
              <a:rPr lang="zh-CN" altLang="en-US" sz="3200">
                <a:solidFill>
                  <a:schemeClr val="bg1"/>
                </a:solidFill>
                <a:latin typeface="楷体_GB2312" pitchFamily="49" charset="-122"/>
              </a:rPr>
              <a:t>全响应的两种分解方式</a:t>
            </a:r>
          </a:p>
        </p:txBody>
      </p:sp>
      <p:grpSp>
        <p:nvGrpSpPr>
          <p:cNvPr id="57388" name="Group 44"/>
          <p:cNvGrpSpPr>
            <a:grpSpLocks/>
          </p:cNvGrpSpPr>
          <p:nvPr/>
        </p:nvGrpSpPr>
        <p:grpSpPr bwMode="auto">
          <a:xfrm>
            <a:off x="2411413" y="4473575"/>
            <a:ext cx="4392612" cy="1116013"/>
            <a:chOff x="1694" y="3104"/>
            <a:chExt cx="2637" cy="702"/>
          </a:xfrm>
        </p:grpSpPr>
        <p:grpSp>
          <p:nvGrpSpPr>
            <p:cNvPr id="74755" name="Group 14"/>
            <p:cNvGrpSpPr>
              <a:grpSpLocks/>
            </p:cNvGrpSpPr>
            <p:nvPr/>
          </p:nvGrpSpPr>
          <p:grpSpPr bwMode="auto">
            <a:xfrm>
              <a:off x="2318" y="3104"/>
              <a:ext cx="1347" cy="632"/>
              <a:chOff x="1776" y="3352"/>
              <a:chExt cx="1347" cy="632"/>
            </a:xfrm>
          </p:grpSpPr>
          <p:sp>
            <p:nvSpPr>
              <p:cNvPr id="74756" name="Freeform 15"/>
              <p:cNvSpPr>
                <a:spLocks noChangeArrowheads="1"/>
              </p:cNvSpPr>
              <p:nvPr/>
            </p:nvSpPr>
            <p:spPr bwMode="auto">
              <a:xfrm>
                <a:off x="1776" y="3352"/>
                <a:ext cx="1347" cy="632"/>
              </a:xfrm>
              <a:custGeom>
                <a:avLst/>
                <a:gdLst/>
                <a:ahLst/>
                <a:cxnLst>
                  <a:cxn ang="0">
                    <a:pos x="0" y="344"/>
                  </a:cxn>
                  <a:cxn ang="0">
                    <a:pos x="288" y="152"/>
                  </a:cxn>
                  <a:cxn ang="0">
                    <a:pos x="624" y="56"/>
                  </a:cxn>
                  <a:cxn ang="0">
                    <a:pos x="1104" y="8"/>
                  </a:cxn>
                  <a:cxn ang="0">
                    <a:pos x="1344" y="8"/>
                  </a:cxn>
                </a:cxnLst>
                <a:rect l="0" t="0" r="r" b="b"/>
                <a:pathLst>
                  <a:path w="1344" h="344">
                    <a:moveTo>
                      <a:pt x="0" y="344"/>
                    </a:moveTo>
                    <a:cubicBezTo>
                      <a:pt x="92" y="272"/>
                      <a:pt x="184" y="200"/>
                      <a:pt x="288" y="152"/>
                    </a:cubicBezTo>
                    <a:cubicBezTo>
                      <a:pt x="392" y="104"/>
                      <a:pt x="488" y="80"/>
                      <a:pt x="624" y="56"/>
                    </a:cubicBezTo>
                    <a:cubicBezTo>
                      <a:pt x="760" y="32"/>
                      <a:pt x="984" y="16"/>
                      <a:pt x="1104" y="8"/>
                    </a:cubicBezTo>
                    <a:cubicBezTo>
                      <a:pt x="1224" y="0"/>
                      <a:pt x="1304" y="8"/>
                      <a:pt x="1344" y="8"/>
                    </a:cubicBezTo>
                  </a:path>
                </a:pathLst>
              </a:custGeom>
              <a:noFill/>
              <a:ln w="28575">
                <a:solidFill>
                  <a:srgbClr val="00FFFF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4757" name="Rectangle 16"/>
              <p:cNvSpPr>
                <a:spLocks noChangeArrowheads="1"/>
              </p:cNvSpPr>
              <p:nvPr/>
            </p:nvSpPr>
            <p:spPr bwMode="auto">
              <a:xfrm>
                <a:off x="2311" y="3379"/>
                <a:ext cx="374" cy="326"/>
              </a:xfrm>
              <a:prstGeom prst="rect">
                <a:avLst/>
              </a:prstGeom>
              <a:noFill/>
              <a:ln w="28575">
                <a:noFill/>
                <a:miter lim="800000"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pPr algn="ctr"/>
                <a:r>
                  <a:rPr lang="en-US" altLang="zh-CN" b="0" i="1">
                    <a:solidFill>
                      <a:schemeClr val="bg1"/>
                    </a:solidFill>
                    <a:latin typeface="Times New Roman" pitchFamily="18" charset="0"/>
                  </a:rPr>
                  <a:t>u</a:t>
                </a:r>
                <a:r>
                  <a:rPr lang="en-US" altLang="zh-CN" b="0" i="1" baseline="-25000">
                    <a:solidFill>
                      <a:schemeClr val="bg1"/>
                    </a:solidFill>
                    <a:latin typeface="Times New Roman" pitchFamily="18" charset="0"/>
                  </a:rPr>
                  <a:t>C</a:t>
                </a:r>
                <a:r>
                  <a:rPr lang="en-US" altLang="zh-CN" b="0" i="1" baseline="30000">
                    <a:solidFill>
                      <a:schemeClr val="bg1"/>
                    </a:solidFill>
                    <a:latin typeface="Times New Roman" pitchFamily="18" charset="0"/>
                  </a:rPr>
                  <a:t>"</a:t>
                </a:r>
                <a:endParaRPr lang="en-US" altLang="zh-CN" b="0" i="1">
                  <a:solidFill>
                    <a:schemeClr val="bg1"/>
                  </a:solidFill>
                  <a:latin typeface="Times New Roman" pitchFamily="18" charset="0"/>
                </a:endParaRPr>
              </a:p>
            </p:txBody>
          </p:sp>
        </p:grpSp>
        <p:grpSp>
          <p:nvGrpSpPr>
            <p:cNvPr id="74758" name="Group 17"/>
            <p:cNvGrpSpPr>
              <a:grpSpLocks/>
            </p:cNvGrpSpPr>
            <p:nvPr/>
          </p:nvGrpSpPr>
          <p:grpSpPr bwMode="auto">
            <a:xfrm>
              <a:off x="1694" y="3478"/>
              <a:ext cx="640" cy="326"/>
              <a:chOff x="1152" y="3486"/>
              <a:chExt cx="640" cy="326"/>
            </a:xfrm>
          </p:grpSpPr>
          <p:sp>
            <p:nvSpPr>
              <p:cNvPr id="74759" name="Text Box 18"/>
              <p:cNvSpPr txBox="1">
                <a:spLocks noChangeArrowheads="1"/>
              </p:cNvSpPr>
              <p:nvPr/>
            </p:nvSpPr>
            <p:spPr bwMode="auto">
              <a:xfrm>
                <a:off x="1382" y="3486"/>
                <a:ext cx="410" cy="326"/>
              </a:xfrm>
              <a:prstGeom prst="rect">
                <a:avLst/>
              </a:prstGeom>
              <a:noFill/>
              <a:ln w="28575">
                <a:noFill/>
                <a:miter lim="800000"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pPr algn="ctr"/>
                <a:r>
                  <a:rPr lang="en-US" altLang="zh-CN" b="0" i="1">
                    <a:solidFill>
                      <a:schemeClr val="bg1"/>
                    </a:solidFill>
                    <a:latin typeface="楷体_GB2312" pitchFamily="49" charset="-122"/>
                  </a:rPr>
                  <a:t>-</a:t>
                </a:r>
                <a:r>
                  <a:rPr lang="en-US" altLang="zh-CN" sz="2400" b="0" i="1">
                    <a:solidFill>
                      <a:schemeClr val="bg1"/>
                    </a:solidFill>
                    <a:latin typeface="Times New Roman" pitchFamily="18" charset="0"/>
                  </a:rPr>
                  <a:t>U</a:t>
                </a:r>
                <a:r>
                  <a:rPr lang="en-US" altLang="zh-CN" sz="2400" b="0" i="1" baseline="-25000">
                    <a:solidFill>
                      <a:schemeClr val="bg1"/>
                    </a:solidFill>
                    <a:latin typeface="Times New Roman" pitchFamily="18" charset="0"/>
                  </a:rPr>
                  <a:t>S</a:t>
                </a:r>
              </a:p>
            </p:txBody>
          </p:sp>
          <p:sp>
            <p:nvSpPr>
              <p:cNvPr id="74760" name="Text Box 19"/>
              <p:cNvSpPr txBox="1">
                <a:spLocks noChangeArrowheads="1"/>
              </p:cNvSpPr>
              <p:nvPr/>
            </p:nvSpPr>
            <p:spPr bwMode="auto">
              <a:xfrm>
                <a:off x="1152" y="3504"/>
                <a:ext cx="319" cy="287"/>
              </a:xfrm>
              <a:prstGeom prst="rect">
                <a:avLst/>
              </a:prstGeom>
              <a:noFill/>
              <a:ln w="28575">
                <a:noFill/>
                <a:miter lim="800000"/>
                <a:headEnd/>
                <a:tailEnd/>
              </a:ln>
            </p:spPr>
            <p:txBody>
              <a:bodyPr anchor="ctr">
                <a:spAutoFit/>
              </a:bodyPr>
              <a:lstStyle/>
              <a:p>
                <a:pPr algn="ctr"/>
                <a:r>
                  <a:rPr lang="en-US" altLang="zh-CN" sz="2400" b="0" i="1">
                    <a:solidFill>
                      <a:schemeClr val="bg1"/>
                    </a:solidFill>
                    <a:latin typeface="Times New Roman" pitchFamily="18" charset="0"/>
                  </a:rPr>
                  <a:t>U</a:t>
                </a:r>
                <a:r>
                  <a:rPr lang="en-US" altLang="zh-CN" sz="2400" b="0" baseline="-25000">
                    <a:solidFill>
                      <a:schemeClr val="bg1"/>
                    </a:solidFill>
                    <a:latin typeface="Times New Roman" pitchFamily="18" charset="0"/>
                  </a:rPr>
                  <a:t>0</a:t>
                </a:r>
                <a:endParaRPr lang="en-US" altLang="zh-CN" sz="2400" b="0" i="1" baseline="-25000">
                  <a:solidFill>
                    <a:schemeClr val="bg1"/>
                  </a:solidFill>
                  <a:latin typeface="Times New Roman" pitchFamily="18" charset="0"/>
                </a:endParaRPr>
              </a:p>
            </p:txBody>
          </p:sp>
        </p:grpSp>
        <p:sp>
          <p:nvSpPr>
            <p:cNvPr id="74761" name="AutoShape 20" descr="蓝色面巾纸"/>
            <p:cNvSpPr>
              <a:spLocks noChangeArrowheads="1"/>
            </p:cNvSpPr>
            <p:nvPr/>
          </p:nvSpPr>
          <p:spPr bwMode="auto">
            <a:xfrm>
              <a:off x="3515" y="3566"/>
              <a:ext cx="816" cy="240"/>
            </a:xfrm>
            <a:prstGeom prst="wedgeRectCallout">
              <a:avLst>
                <a:gd name="adj1" fmla="val -30148"/>
                <a:gd name="adj2" fmla="val -191667"/>
              </a:avLst>
            </a:prstGeom>
            <a:blipFill dpi="0" rotWithShape="1">
              <a:blip r:embed="rId2"/>
              <a:srcRect/>
              <a:tile tx="0" ty="0" sx="100000" sy="100000" flip="none" algn="tl"/>
            </a:blipFill>
            <a:ln w="2857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zh-CN" altLang="en-US">
                  <a:solidFill>
                    <a:schemeClr val="tx1"/>
                  </a:solidFill>
                  <a:latin typeface="楷体_GB2312" pitchFamily="49" charset="-122"/>
                </a:rPr>
                <a:t>暂态解</a:t>
              </a:r>
            </a:p>
          </p:txBody>
        </p:sp>
      </p:grpSp>
      <p:grpSp>
        <p:nvGrpSpPr>
          <p:cNvPr id="57387" name="Group 43"/>
          <p:cNvGrpSpPr>
            <a:grpSpLocks/>
          </p:cNvGrpSpPr>
          <p:nvPr/>
        </p:nvGrpSpPr>
        <p:grpSpPr bwMode="auto">
          <a:xfrm>
            <a:off x="2873375" y="2543175"/>
            <a:ext cx="3489325" cy="1077913"/>
            <a:chOff x="1985" y="1888"/>
            <a:chExt cx="2132" cy="679"/>
          </a:xfrm>
        </p:grpSpPr>
        <p:sp>
          <p:nvSpPr>
            <p:cNvPr id="74763" name="Line 23"/>
            <p:cNvSpPr>
              <a:spLocks noChangeShapeType="1"/>
            </p:cNvSpPr>
            <p:nvPr/>
          </p:nvSpPr>
          <p:spPr bwMode="auto">
            <a:xfrm>
              <a:off x="2316" y="2394"/>
              <a:ext cx="1392" cy="0"/>
            </a:xfrm>
            <a:prstGeom prst="line">
              <a:avLst/>
            </a:prstGeom>
            <a:noFill/>
            <a:ln w="28575">
              <a:solidFill>
                <a:srgbClr val="FFFF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4764" name="Rectangle 24"/>
            <p:cNvSpPr>
              <a:spLocks noChangeArrowheads="1"/>
            </p:cNvSpPr>
            <p:nvPr/>
          </p:nvSpPr>
          <p:spPr bwMode="auto">
            <a:xfrm>
              <a:off x="3772" y="2202"/>
              <a:ext cx="345" cy="365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sz="3200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u</a:t>
              </a:r>
              <a:r>
                <a:rPr lang="en-US" altLang="zh-CN" sz="2400" b="0" i="1" baseline="-2500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C</a:t>
              </a:r>
              <a:r>
                <a:rPr lang="en-US" altLang="zh-CN" sz="2400" b="0" i="1" baseline="3000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'</a:t>
              </a:r>
            </a:p>
          </p:txBody>
        </p:sp>
        <p:sp>
          <p:nvSpPr>
            <p:cNvPr id="74765" name="Text Box 25"/>
            <p:cNvSpPr txBox="1">
              <a:spLocks noChangeArrowheads="1"/>
            </p:cNvSpPr>
            <p:nvPr/>
          </p:nvSpPr>
          <p:spPr bwMode="auto">
            <a:xfrm>
              <a:off x="1985" y="2250"/>
              <a:ext cx="316" cy="28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sz="2400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U</a:t>
              </a:r>
              <a:r>
                <a:rPr lang="en-US" altLang="zh-CN" sz="2400" b="0" baseline="-2500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S</a:t>
              </a:r>
            </a:p>
          </p:txBody>
        </p:sp>
        <p:sp>
          <p:nvSpPr>
            <p:cNvPr id="74766" name="AutoShape 26" descr="羊皮纸"/>
            <p:cNvSpPr>
              <a:spLocks noChangeArrowheads="1"/>
            </p:cNvSpPr>
            <p:nvPr/>
          </p:nvSpPr>
          <p:spPr bwMode="auto">
            <a:xfrm>
              <a:off x="3107" y="1888"/>
              <a:ext cx="816" cy="240"/>
            </a:xfrm>
            <a:prstGeom prst="wedgeRectCallout">
              <a:avLst>
                <a:gd name="adj1" fmla="val -76347"/>
                <a:gd name="adj2" fmla="val 145833"/>
              </a:avLst>
            </a:prstGeom>
            <a:blipFill dpi="0" rotWithShape="1">
              <a:blip r:embed="rId3"/>
              <a:srcRect/>
              <a:tile tx="0" ty="0" sx="100000" sy="100000" flip="none" algn="tl"/>
            </a:blip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zh-CN" altLang="en-US">
                  <a:solidFill>
                    <a:schemeClr val="tx1"/>
                  </a:solidFill>
                  <a:latin typeface="Times New Roman" pitchFamily="18" charset="0"/>
                </a:rPr>
                <a:t>稳态解</a:t>
              </a:r>
            </a:p>
          </p:txBody>
        </p:sp>
      </p:grpSp>
      <p:grpSp>
        <p:nvGrpSpPr>
          <p:cNvPr id="57389" name="Group 45"/>
          <p:cNvGrpSpPr>
            <a:grpSpLocks/>
          </p:cNvGrpSpPr>
          <p:nvPr/>
        </p:nvGrpSpPr>
        <p:grpSpPr bwMode="auto">
          <a:xfrm>
            <a:off x="2851150" y="3406775"/>
            <a:ext cx="4168775" cy="885825"/>
            <a:chOff x="1970" y="2432"/>
            <a:chExt cx="2406" cy="480"/>
          </a:xfrm>
        </p:grpSpPr>
        <p:grpSp>
          <p:nvGrpSpPr>
            <p:cNvPr id="74768" name="Group 28"/>
            <p:cNvGrpSpPr>
              <a:grpSpLocks/>
            </p:cNvGrpSpPr>
            <p:nvPr/>
          </p:nvGrpSpPr>
          <p:grpSpPr bwMode="auto">
            <a:xfrm>
              <a:off x="1970" y="2432"/>
              <a:ext cx="1683" cy="480"/>
              <a:chOff x="1437" y="2688"/>
              <a:chExt cx="1683" cy="480"/>
            </a:xfrm>
          </p:grpSpPr>
          <p:grpSp>
            <p:nvGrpSpPr>
              <p:cNvPr id="74769" name="Group 29"/>
              <p:cNvGrpSpPr>
                <a:grpSpLocks/>
              </p:cNvGrpSpPr>
              <p:nvPr/>
            </p:nvGrpSpPr>
            <p:grpSpPr bwMode="auto">
              <a:xfrm>
                <a:off x="1488" y="2688"/>
                <a:ext cx="1632" cy="480"/>
                <a:chOff x="1488" y="2688"/>
                <a:chExt cx="1632" cy="480"/>
              </a:xfrm>
            </p:grpSpPr>
            <p:sp>
              <p:nvSpPr>
                <p:cNvPr id="74770" name="Freeform 30"/>
                <p:cNvSpPr>
                  <a:spLocks noChangeArrowheads="1"/>
                </p:cNvSpPr>
                <p:nvPr/>
              </p:nvSpPr>
              <p:spPr bwMode="auto">
                <a:xfrm>
                  <a:off x="1776" y="2688"/>
                  <a:ext cx="1344" cy="480"/>
                </a:xfrm>
                <a:custGeom>
                  <a:avLst/>
                  <a:gdLst/>
                  <a:ahLst/>
                  <a:cxnLst>
                    <a:cxn ang="0">
                      <a:pos x="0" y="344"/>
                    </a:cxn>
                    <a:cxn ang="0">
                      <a:pos x="288" y="152"/>
                    </a:cxn>
                    <a:cxn ang="0">
                      <a:pos x="624" y="56"/>
                    </a:cxn>
                    <a:cxn ang="0">
                      <a:pos x="1104" y="8"/>
                    </a:cxn>
                    <a:cxn ang="0">
                      <a:pos x="1344" y="8"/>
                    </a:cxn>
                  </a:cxnLst>
                  <a:rect l="0" t="0" r="r" b="b"/>
                  <a:pathLst>
                    <a:path w="1344" h="344">
                      <a:moveTo>
                        <a:pt x="0" y="344"/>
                      </a:moveTo>
                      <a:cubicBezTo>
                        <a:pt x="92" y="272"/>
                        <a:pt x="184" y="200"/>
                        <a:pt x="288" y="152"/>
                      </a:cubicBezTo>
                      <a:cubicBezTo>
                        <a:pt x="392" y="104"/>
                        <a:pt x="488" y="80"/>
                        <a:pt x="624" y="56"/>
                      </a:cubicBezTo>
                      <a:cubicBezTo>
                        <a:pt x="760" y="32"/>
                        <a:pt x="984" y="16"/>
                        <a:pt x="1104" y="8"/>
                      </a:cubicBezTo>
                      <a:cubicBezTo>
                        <a:pt x="1224" y="0"/>
                        <a:pt x="1304" y="8"/>
                        <a:pt x="1344" y="8"/>
                      </a:cubicBezTo>
                    </a:path>
                  </a:pathLst>
                </a:custGeom>
                <a:noFill/>
                <a:ln w="28575">
                  <a:solidFill>
                    <a:srgbClr val="FF33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74771" name="Line 31"/>
                <p:cNvSpPr>
                  <a:spLocks noChangeShapeType="1"/>
                </p:cNvSpPr>
                <p:nvPr/>
              </p:nvSpPr>
              <p:spPr bwMode="auto">
                <a:xfrm>
                  <a:off x="1488" y="3168"/>
                  <a:ext cx="272" cy="0"/>
                </a:xfrm>
                <a:prstGeom prst="line">
                  <a:avLst/>
                </a:prstGeom>
                <a:noFill/>
                <a:ln w="28575">
                  <a:solidFill>
                    <a:srgbClr val="FF33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74772" name="Text Box 32"/>
              <p:cNvSpPr txBox="1">
                <a:spLocks noChangeArrowheads="1"/>
              </p:cNvSpPr>
              <p:nvPr/>
            </p:nvSpPr>
            <p:spPr bwMode="auto">
              <a:xfrm>
                <a:off x="1437" y="2836"/>
                <a:ext cx="325" cy="281"/>
              </a:xfrm>
              <a:prstGeom prst="rect">
                <a:avLst/>
              </a:prstGeom>
              <a:noFill/>
              <a:ln w="38100">
                <a:noFill/>
                <a:miter lim="800000"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pPr algn="ctr"/>
                <a:r>
                  <a:rPr lang="en-US" altLang="zh-CN" b="0" i="1">
                    <a:solidFill>
                      <a:schemeClr val="bg1"/>
                    </a:solidFill>
                    <a:latin typeface="Times New Roman" pitchFamily="18" charset="0"/>
                  </a:rPr>
                  <a:t>U</a:t>
                </a:r>
                <a:r>
                  <a:rPr lang="en-US" altLang="zh-CN" b="0" baseline="-25000">
                    <a:solidFill>
                      <a:schemeClr val="bg1"/>
                    </a:solidFill>
                    <a:latin typeface="Times New Roman" pitchFamily="18" charset="0"/>
                  </a:rPr>
                  <a:t>0</a:t>
                </a:r>
                <a:endParaRPr lang="en-US" altLang="zh-CN" b="0" i="1" baseline="-25000">
                  <a:solidFill>
                    <a:schemeClr val="bg1"/>
                  </a:solidFill>
                  <a:latin typeface="Times New Roman" pitchFamily="18" charset="0"/>
                </a:endParaRPr>
              </a:p>
            </p:txBody>
          </p:sp>
          <p:sp>
            <p:nvSpPr>
              <p:cNvPr id="74773" name="Text Box 33"/>
              <p:cNvSpPr txBox="1">
                <a:spLocks noChangeArrowheads="1"/>
              </p:cNvSpPr>
              <p:nvPr/>
            </p:nvSpPr>
            <p:spPr bwMode="auto">
              <a:xfrm>
                <a:off x="2165" y="2788"/>
                <a:ext cx="270" cy="281"/>
              </a:xfrm>
              <a:prstGeom prst="rect">
                <a:avLst/>
              </a:prstGeom>
              <a:noFill/>
              <a:ln w="38100">
                <a:noFill/>
                <a:miter lim="800000"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pPr algn="ctr"/>
                <a:r>
                  <a:rPr lang="en-US" altLang="zh-CN" b="0" i="1">
                    <a:solidFill>
                      <a:schemeClr val="bg1"/>
                    </a:solidFill>
                    <a:latin typeface="Times New Roman" pitchFamily="18" charset="0"/>
                  </a:rPr>
                  <a:t>u</a:t>
                </a:r>
                <a:r>
                  <a:rPr lang="en-US" altLang="zh-CN" b="0" i="1" baseline="-25000">
                    <a:solidFill>
                      <a:schemeClr val="bg1"/>
                    </a:solidFill>
                    <a:latin typeface="Times New Roman" pitchFamily="18" charset="0"/>
                  </a:rPr>
                  <a:t>c</a:t>
                </a:r>
                <a:endParaRPr lang="en-US" altLang="zh-CN" b="0">
                  <a:solidFill>
                    <a:schemeClr val="bg1"/>
                  </a:solidFill>
                  <a:latin typeface="Times New Roman" pitchFamily="18" charset="0"/>
                </a:endParaRPr>
              </a:p>
            </p:txBody>
          </p:sp>
        </p:grpSp>
        <p:sp>
          <p:nvSpPr>
            <p:cNvPr id="74774" name="AutoShape 34"/>
            <p:cNvSpPr>
              <a:spLocks noChangeArrowheads="1"/>
            </p:cNvSpPr>
            <p:nvPr/>
          </p:nvSpPr>
          <p:spPr bwMode="auto">
            <a:xfrm>
              <a:off x="3560" y="2659"/>
              <a:ext cx="816" cy="240"/>
            </a:xfrm>
            <a:prstGeom prst="wedgeRectCallout">
              <a:avLst>
                <a:gd name="adj1" fmla="val -78556"/>
                <a:gd name="adj2" fmla="val -122083"/>
              </a:avLst>
            </a:prstGeom>
            <a:solidFill>
              <a:srgbClr val="FFCC00"/>
            </a:solidFill>
            <a:ln w="38100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zh-CN" altLang="en-US">
                  <a:solidFill>
                    <a:schemeClr val="tx1"/>
                  </a:solidFill>
                  <a:latin typeface="楷体_GB2312" pitchFamily="49" charset="-122"/>
                </a:rPr>
                <a:t>全解</a:t>
              </a:r>
            </a:p>
          </p:txBody>
        </p:sp>
      </p:grpSp>
      <p:grpSp>
        <p:nvGrpSpPr>
          <p:cNvPr id="57379" name="Group 35"/>
          <p:cNvGrpSpPr>
            <a:grpSpLocks/>
          </p:cNvGrpSpPr>
          <p:nvPr/>
        </p:nvGrpSpPr>
        <p:grpSpPr bwMode="auto">
          <a:xfrm>
            <a:off x="2987675" y="2492375"/>
            <a:ext cx="3798888" cy="3673475"/>
            <a:chOff x="1575" y="1726"/>
            <a:chExt cx="2127" cy="2066"/>
          </a:xfrm>
        </p:grpSpPr>
        <p:grpSp>
          <p:nvGrpSpPr>
            <p:cNvPr id="74776" name="Group 36"/>
            <p:cNvGrpSpPr>
              <a:grpSpLocks/>
            </p:cNvGrpSpPr>
            <p:nvPr/>
          </p:nvGrpSpPr>
          <p:grpSpPr bwMode="auto">
            <a:xfrm>
              <a:off x="1575" y="1726"/>
              <a:ext cx="2127" cy="2066"/>
              <a:chOff x="1539" y="2110"/>
              <a:chExt cx="2127" cy="2066"/>
            </a:xfrm>
          </p:grpSpPr>
          <p:sp>
            <p:nvSpPr>
              <p:cNvPr id="74777" name="Line 37"/>
              <p:cNvSpPr>
                <a:spLocks noChangeShapeType="1"/>
              </p:cNvSpPr>
              <p:nvPr/>
            </p:nvSpPr>
            <p:spPr bwMode="auto">
              <a:xfrm>
                <a:off x="1539" y="3312"/>
                <a:ext cx="1968" cy="0"/>
              </a:xfrm>
              <a:prstGeom prst="line">
                <a:avLst/>
              </a:prstGeom>
              <a:noFill/>
              <a:ln w="28575">
                <a:solidFill>
                  <a:schemeClr val="bg1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4778" name="Line 38"/>
              <p:cNvSpPr>
                <a:spLocks noChangeShapeType="1"/>
              </p:cNvSpPr>
              <p:nvPr/>
            </p:nvSpPr>
            <p:spPr bwMode="auto">
              <a:xfrm flipV="1">
                <a:off x="1776" y="2256"/>
                <a:ext cx="0" cy="1920"/>
              </a:xfrm>
              <a:prstGeom prst="line">
                <a:avLst/>
              </a:prstGeom>
              <a:noFill/>
              <a:ln w="28575">
                <a:solidFill>
                  <a:schemeClr val="bg1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4779" name="Text Box 39"/>
              <p:cNvSpPr txBox="1">
                <a:spLocks noChangeArrowheads="1"/>
              </p:cNvSpPr>
              <p:nvPr/>
            </p:nvSpPr>
            <p:spPr bwMode="auto">
              <a:xfrm>
                <a:off x="3516" y="3183"/>
                <a:ext cx="150" cy="257"/>
              </a:xfrm>
              <a:prstGeom prst="rect">
                <a:avLst/>
              </a:prstGeom>
              <a:noFill/>
              <a:ln w="25400">
                <a:noFill/>
                <a:miter lim="800000"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pPr algn="ctr"/>
                <a:r>
                  <a:rPr lang="en-US" altLang="zh-CN" sz="2400" b="0" i="1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rPr>
                  <a:t>t</a:t>
                </a:r>
                <a:endParaRPr lang="en-US" altLang="zh-CN" sz="2400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endParaRPr>
              </a:p>
            </p:txBody>
          </p:sp>
          <p:sp>
            <p:nvSpPr>
              <p:cNvPr id="74780" name="Text Box 40"/>
              <p:cNvSpPr txBox="1">
                <a:spLocks noChangeArrowheads="1"/>
              </p:cNvSpPr>
              <p:nvPr/>
            </p:nvSpPr>
            <p:spPr bwMode="auto">
              <a:xfrm>
                <a:off x="1832" y="2110"/>
                <a:ext cx="263" cy="292"/>
              </a:xfrm>
              <a:prstGeom prst="rect">
                <a:avLst/>
              </a:prstGeom>
              <a:noFill/>
              <a:ln w="25400">
                <a:noFill/>
                <a:miter lim="800000"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pPr algn="ctr"/>
                <a:r>
                  <a:rPr lang="en-US" altLang="zh-CN" b="0" i="1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rPr>
                  <a:t>u</a:t>
                </a:r>
                <a:r>
                  <a:rPr lang="en-US" altLang="zh-CN" b="0" i="1" baseline="-250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rPr>
                  <a:t>c</a:t>
                </a:r>
                <a:endPara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endParaRPr>
              </a:p>
            </p:txBody>
          </p:sp>
        </p:grpSp>
        <p:sp>
          <p:nvSpPr>
            <p:cNvPr id="74781" name="Text Box 41"/>
            <p:cNvSpPr txBox="1">
              <a:spLocks noChangeArrowheads="1"/>
            </p:cNvSpPr>
            <p:nvPr/>
          </p:nvSpPr>
          <p:spPr bwMode="auto">
            <a:xfrm>
              <a:off x="1602" y="2951"/>
              <a:ext cx="188" cy="25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sz="2400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0</a:t>
              </a:r>
            </a:p>
          </p:txBody>
        </p:sp>
      </p:grpSp>
      <p:sp>
        <p:nvSpPr>
          <p:cNvPr id="57386" name="Text Box 42"/>
          <p:cNvSpPr txBox="1">
            <a:spLocks noChangeArrowheads="1"/>
          </p:cNvSpPr>
          <p:nvPr/>
        </p:nvSpPr>
        <p:spPr bwMode="auto">
          <a:xfrm>
            <a:off x="539750" y="1844675"/>
            <a:ext cx="8351838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r>
              <a:rPr lang="zh-CN" altLang="en-US">
                <a:latin typeface="楷体_GB2312" pitchFamily="49" charset="-122"/>
              </a:rPr>
              <a:t>全响应</a:t>
            </a:r>
            <a:r>
              <a:rPr lang="zh-CN" altLang="en-US">
                <a:solidFill>
                  <a:srgbClr val="00FFFF"/>
                </a:solidFill>
                <a:latin typeface="楷体_GB2312" pitchFamily="49" charset="-122"/>
              </a:rPr>
              <a:t> </a:t>
            </a:r>
            <a:r>
              <a:rPr lang="en-US" altLang="zh-CN" sz="3200">
                <a:solidFill>
                  <a:srgbClr val="00FFFF"/>
                </a:solidFill>
                <a:latin typeface="Times New Roman" pitchFamily="18" charset="0"/>
              </a:rPr>
              <a:t>=</a:t>
            </a:r>
            <a:r>
              <a:rPr lang="en-US" altLang="zh-CN">
                <a:solidFill>
                  <a:srgbClr val="00FFFF"/>
                </a:solidFill>
                <a:latin typeface="楷体_GB2312" pitchFamily="49" charset="-122"/>
              </a:rPr>
              <a:t> </a:t>
            </a:r>
            <a:r>
              <a:rPr lang="zh-CN" altLang="en-US">
                <a:latin typeface="楷体_GB2312" pitchFamily="49" charset="-122"/>
              </a:rPr>
              <a:t>强制分量</a:t>
            </a:r>
            <a:r>
              <a:rPr lang="en-US" altLang="zh-CN">
                <a:latin typeface="楷体_GB2312" pitchFamily="49" charset="-122"/>
              </a:rPr>
              <a:t>(</a:t>
            </a:r>
            <a:r>
              <a:rPr lang="zh-CN" altLang="en-US">
                <a:latin typeface="楷体_GB2312" pitchFamily="49" charset="-122"/>
              </a:rPr>
              <a:t>稳态解</a:t>
            </a:r>
            <a:r>
              <a:rPr lang="en-US" altLang="zh-CN">
                <a:latin typeface="楷体_GB2312" pitchFamily="49" charset="-122"/>
              </a:rPr>
              <a:t>)</a:t>
            </a:r>
            <a:r>
              <a:rPr lang="en-US" altLang="zh-CN" sz="3200">
                <a:solidFill>
                  <a:srgbClr val="00FFFF"/>
                </a:solidFill>
                <a:latin typeface="楷体_GB2312" pitchFamily="49" charset="-122"/>
              </a:rPr>
              <a:t>+</a:t>
            </a:r>
            <a:r>
              <a:rPr lang="zh-CN" altLang="en-US">
                <a:latin typeface="楷体_GB2312" pitchFamily="49" charset="-122"/>
              </a:rPr>
              <a:t>自由分量</a:t>
            </a:r>
            <a:r>
              <a:rPr lang="en-US" altLang="zh-CN">
                <a:latin typeface="楷体_GB2312" pitchFamily="49" charset="-122"/>
              </a:rPr>
              <a:t>(</a:t>
            </a:r>
            <a:r>
              <a:rPr lang="zh-CN" altLang="en-US">
                <a:latin typeface="楷体_GB2312" pitchFamily="49" charset="-122"/>
              </a:rPr>
              <a:t>暂态解</a:t>
            </a:r>
            <a:r>
              <a:rPr lang="en-US" altLang="zh-CN">
                <a:latin typeface="楷体_GB2312" pitchFamily="49" charset="-122"/>
              </a:rPr>
              <a:t>)</a:t>
            </a:r>
            <a:endParaRPr lang="en-US" altLang="zh-CN" b="0">
              <a:latin typeface="楷体_GB2312" pitchFamily="49" charset="-122"/>
            </a:endParaRPr>
          </a:p>
        </p:txBody>
      </p:sp>
      <p:sp>
        <p:nvSpPr>
          <p:cNvPr id="57390" name="Text Box 46"/>
          <p:cNvSpPr txBox="1">
            <a:spLocks noChangeArrowheads="1"/>
          </p:cNvSpPr>
          <p:nvPr/>
        </p:nvSpPr>
        <p:spPr bwMode="auto">
          <a:xfrm>
            <a:off x="539750" y="1268413"/>
            <a:ext cx="6119813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>
              <a:spcBef>
                <a:spcPct val="50000"/>
              </a:spcBef>
              <a:buFontTx/>
              <a:buAutoNum type="circleNumDbPlain"/>
            </a:pPr>
            <a:r>
              <a:rPr lang="zh-CN" altLang="en-US">
                <a:latin typeface="楷体_GB2312" pitchFamily="49" charset="-122"/>
              </a:rPr>
              <a:t>着眼于电路的两种工作状态</a:t>
            </a:r>
          </a:p>
        </p:txBody>
      </p:sp>
      <p:sp>
        <p:nvSpPr>
          <p:cNvPr id="57391" name="Text Box 47"/>
          <p:cNvSpPr txBox="1">
            <a:spLocks noChangeArrowheads="1"/>
          </p:cNvSpPr>
          <p:nvPr/>
        </p:nvSpPr>
        <p:spPr bwMode="auto">
          <a:xfrm>
            <a:off x="6011863" y="1341438"/>
            <a:ext cx="2736850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/>
              <a:t>物理概念清晰</a:t>
            </a:r>
          </a:p>
        </p:txBody>
      </p:sp>
      <p:grpSp>
        <p:nvGrpSpPr>
          <p:cNvPr id="74785" name="Group 51"/>
          <p:cNvGrpSpPr>
            <a:grpSpLocks/>
          </p:cNvGrpSpPr>
          <p:nvPr/>
        </p:nvGrpSpPr>
        <p:grpSpPr bwMode="auto"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74786" name="Picture 52" descr="78900"/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74787" name="Text Box 53">
              <a:hlinkClick r:id="" action="ppaction://hlinkshowjump?jump=nextslide"/>
            </p:cNvPr>
            <p:cNvSpPr txBox="1">
              <a:spLocks noChangeArrowheads="1"/>
            </p:cNvSpPr>
            <p:nvPr/>
          </p:nvSpPr>
          <p:spPr bwMode="auto"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0">
                  <a:solidFill>
                    <a:schemeClr val="bg1"/>
                  </a:solidFill>
                  <a:latin typeface="隶书" pitchFamily="49" charset="-122"/>
                  <a:ea typeface="隶书" pitchFamily="49" charset="-122"/>
                </a:rPr>
                <a:t>下 页</a:t>
              </a:r>
            </a:p>
          </p:txBody>
        </p:sp>
      </p:grpSp>
      <p:grpSp>
        <p:nvGrpSpPr>
          <p:cNvPr id="74788" name="Group 54"/>
          <p:cNvGrpSpPr>
            <a:grpSpLocks/>
          </p:cNvGrpSpPr>
          <p:nvPr/>
        </p:nvGrpSpPr>
        <p:grpSpPr bwMode="auto">
          <a:xfrm>
            <a:off x="7453313" y="6446838"/>
            <a:ext cx="792162" cy="366712"/>
            <a:chOff x="4649" y="4020"/>
            <a:chExt cx="499" cy="231"/>
          </a:xfrm>
        </p:grpSpPr>
        <p:pic>
          <p:nvPicPr>
            <p:cNvPr id="74789" name="Picture 55" descr="78900"/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74790" name="Text Box 56">
              <a:hlinkClick r:id="" action="ppaction://hlinkshowjump?jump=previousslide"/>
            </p:cNvPr>
            <p:cNvSpPr txBox="1">
              <a:spLocks noChangeArrowheads="1"/>
            </p:cNvSpPr>
            <p:nvPr/>
          </p:nvSpPr>
          <p:spPr bwMode="auto"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0">
                  <a:solidFill>
                    <a:schemeClr val="bg1"/>
                  </a:solidFill>
                  <a:latin typeface="隶书" pitchFamily="49" charset="-122"/>
                  <a:ea typeface="隶书" pitchFamily="49" charset="-122"/>
                </a:rPr>
                <a:t>上 页</a:t>
              </a:r>
            </a:p>
          </p:txBody>
        </p:sp>
      </p:grpSp>
      <p:sp>
        <p:nvSpPr>
          <p:cNvPr id="57404" name="Line 60"/>
          <p:cNvSpPr>
            <a:spLocks noChangeShapeType="1"/>
          </p:cNvSpPr>
          <p:nvPr/>
        </p:nvSpPr>
        <p:spPr bwMode="auto">
          <a:xfrm>
            <a:off x="5508625" y="1628775"/>
            <a:ext cx="503238" cy="0"/>
          </a:xfrm>
          <a:prstGeom prst="line">
            <a:avLst/>
          </a:prstGeom>
          <a:noFill/>
          <a:ln w="76200">
            <a:solidFill>
              <a:srgbClr val="0099FF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grpSp>
        <p:nvGrpSpPr>
          <p:cNvPr id="74792" name="Group 64"/>
          <p:cNvGrpSpPr>
            <a:grpSpLocks/>
          </p:cNvGrpSpPr>
          <p:nvPr/>
        </p:nvGrpSpPr>
        <p:grpSpPr bwMode="auto">
          <a:xfrm>
            <a:off x="6588125" y="6445250"/>
            <a:ext cx="792163" cy="366713"/>
            <a:chOff x="4649" y="4020"/>
            <a:chExt cx="499" cy="231"/>
          </a:xfrm>
        </p:grpSpPr>
        <p:pic>
          <p:nvPicPr>
            <p:cNvPr id="74793" name="Picture 65" descr="78900"/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74794" name="Text Box 66">
              <a:hlinkClick r:id="rId5" action="ppaction://hlinksldjump"/>
            </p:cNvPr>
            <p:cNvSpPr txBox="1">
              <a:spLocks noChangeArrowheads="1"/>
            </p:cNvSpPr>
            <p:nvPr/>
          </p:nvSpPr>
          <p:spPr bwMode="auto"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0">
                  <a:solidFill>
                    <a:schemeClr val="bg1"/>
                  </a:solidFill>
                  <a:latin typeface="隶书" pitchFamily="49" charset="-122"/>
                  <a:ea typeface="隶书" pitchFamily="49" charset="-122"/>
                </a:rPr>
                <a:t>返 回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73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73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2000"/>
                                        <p:tgtEl>
                                          <p:spTgt spid="573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2000"/>
                                        <p:tgtEl>
                                          <p:spTgt spid="573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1000"/>
                                        <p:tgtEl>
                                          <p:spTgt spid="573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2000"/>
                                        <p:tgtEl>
                                          <p:spTgt spid="573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2000"/>
                                        <p:tgtEl>
                                          <p:spTgt spid="573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2000"/>
                                        <p:tgtEl>
                                          <p:spTgt spid="573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43" dur="500"/>
                                        <p:tgtEl>
                                          <p:spTgt spid="574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"/>
                            </p:stCondLst>
                            <p:childTnLst>
                              <p:par>
                                <p:cTn id="4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573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346" grpId="0"/>
      <p:bldP spid="57386" grpId="0" build="p"/>
      <p:bldP spid="57390" grpId="0"/>
      <p:bldP spid="57391" grpId="0"/>
      <p:bldP spid="57404" grpId="0" animBg="1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54" name="Text Box 134"/>
          <p:cNvSpPr txBox="1">
            <a:spLocks noChangeArrowheads="1"/>
          </p:cNvSpPr>
          <p:nvPr/>
        </p:nvSpPr>
        <p:spPr bwMode="auto">
          <a:xfrm>
            <a:off x="1116013" y="2997200"/>
            <a:ext cx="6818312" cy="701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zh-CN" altLang="en-US" sz="3200">
                <a:latin typeface="楷体_GB2312" pitchFamily="49" charset="-122"/>
              </a:rPr>
              <a:t>全响应 </a:t>
            </a:r>
            <a:r>
              <a:rPr lang="en-US" altLang="zh-CN" sz="4000">
                <a:solidFill>
                  <a:schemeClr val="bg1"/>
                </a:solidFill>
                <a:latin typeface="宋体" pitchFamily="2" charset="-122"/>
                <a:ea typeface="宋体" pitchFamily="2" charset="-122"/>
              </a:rPr>
              <a:t>=</a:t>
            </a:r>
            <a:r>
              <a:rPr lang="en-US" altLang="zh-CN" sz="3200">
                <a:latin typeface="楷体_GB2312" pitchFamily="49" charset="-122"/>
              </a:rPr>
              <a:t> </a:t>
            </a:r>
            <a:r>
              <a:rPr lang="zh-CN" altLang="en-US" sz="3200">
                <a:latin typeface="楷体_GB2312" pitchFamily="49" charset="-122"/>
              </a:rPr>
              <a:t>零状态响应</a:t>
            </a:r>
            <a:r>
              <a:rPr lang="zh-CN" altLang="en-US" sz="3200">
                <a:solidFill>
                  <a:srgbClr val="FF3300"/>
                </a:solidFill>
                <a:latin typeface="楷体_GB2312" pitchFamily="49" charset="-122"/>
              </a:rPr>
              <a:t> </a:t>
            </a:r>
            <a:r>
              <a:rPr lang="en-US" altLang="zh-CN" sz="4000">
                <a:solidFill>
                  <a:schemeClr val="bg1"/>
                </a:solidFill>
                <a:latin typeface="宋体" pitchFamily="2" charset="-122"/>
                <a:ea typeface="宋体" pitchFamily="2" charset="-122"/>
              </a:rPr>
              <a:t>+</a:t>
            </a:r>
            <a:r>
              <a:rPr lang="en-US" altLang="zh-CN" sz="3200">
                <a:solidFill>
                  <a:srgbClr val="FF3300"/>
                </a:solidFill>
                <a:latin typeface="楷体_GB2312" pitchFamily="49" charset="-122"/>
              </a:rPr>
              <a:t> </a:t>
            </a:r>
            <a:r>
              <a:rPr lang="zh-CN" altLang="en-US" sz="3200">
                <a:latin typeface="楷体_GB2312" pitchFamily="49" charset="-122"/>
              </a:rPr>
              <a:t>零输入响应</a:t>
            </a:r>
          </a:p>
        </p:txBody>
      </p:sp>
      <p:graphicFrame>
        <p:nvGraphicFramePr>
          <p:cNvPr id="56457" name="Object 137"/>
          <p:cNvGraphicFramePr>
            <a:graphicFrameLocks noChangeAspect="1"/>
          </p:cNvGraphicFramePr>
          <p:nvPr/>
        </p:nvGraphicFramePr>
        <p:xfrm>
          <a:off x="900113" y="1125538"/>
          <a:ext cx="7245350" cy="1025525"/>
        </p:xfrm>
        <a:graphic>
          <a:graphicData uri="http://schemas.openxmlformats.org/presentationml/2006/ole">
            <p:oleObj spid="_x0000_s75778" r:id="rId3" imgW="2271240" imgH="311400" progId="Equation.3">
              <p:embed/>
            </p:oleObj>
          </a:graphicData>
        </a:graphic>
      </p:graphicFrame>
      <p:sp>
        <p:nvSpPr>
          <p:cNvPr id="56501" name="Text Box 181"/>
          <p:cNvSpPr txBox="1">
            <a:spLocks noChangeArrowheads="1"/>
          </p:cNvSpPr>
          <p:nvPr/>
        </p:nvSpPr>
        <p:spPr bwMode="auto">
          <a:xfrm>
            <a:off x="539750" y="476250"/>
            <a:ext cx="381635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marL="342900" indent="-342900">
              <a:buFontTx/>
              <a:buAutoNum type="circleNumDbPlain" startAt="2"/>
            </a:pPr>
            <a:r>
              <a:rPr lang="zh-CN" altLang="en-US">
                <a:latin typeface="楷体_GB2312" pitchFamily="49" charset="-122"/>
              </a:rPr>
              <a:t>着眼于因果关系</a:t>
            </a:r>
          </a:p>
        </p:txBody>
      </p:sp>
      <p:sp>
        <p:nvSpPr>
          <p:cNvPr id="56503" name="Text Box 183"/>
          <p:cNvSpPr txBox="1">
            <a:spLocks noChangeArrowheads="1"/>
          </p:cNvSpPr>
          <p:nvPr/>
        </p:nvSpPr>
        <p:spPr bwMode="auto">
          <a:xfrm>
            <a:off x="4572000" y="476250"/>
            <a:ext cx="338455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/>
              <a:t>便于叠加计算</a:t>
            </a:r>
          </a:p>
        </p:txBody>
      </p:sp>
      <p:grpSp>
        <p:nvGrpSpPr>
          <p:cNvPr id="75781" name="Group 187"/>
          <p:cNvGrpSpPr>
            <a:grpSpLocks/>
          </p:cNvGrpSpPr>
          <p:nvPr/>
        </p:nvGrpSpPr>
        <p:grpSpPr bwMode="auto"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75782" name="Picture 188" descr="78900"/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75783" name="Text Box 189">
              <a:hlinkClick r:id="" action="ppaction://hlinkshowjump?jump=nextslide"/>
            </p:cNvPr>
            <p:cNvSpPr txBox="1">
              <a:spLocks noChangeArrowheads="1"/>
            </p:cNvSpPr>
            <p:nvPr/>
          </p:nvSpPr>
          <p:spPr bwMode="auto"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0">
                  <a:solidFill>
                    <a:schemeClr val="bg1"/>
                  </a:solidFill>
                  <a:latin typeface="隶书" pitchFamily="49" charset="-122"/>
                  <a:ea typeface="隶书" pitchFamily="49" charset="-122"/>
                </a:rPr>
                <a:t>下 页</a:t>
              </a:r>
            </a:p>
          </p:txBody>
        </p:sp>
      </p:grpSp>
      <p:grpSp>
        <p:nvGrpSpPr>
          <p:cNvPr id="75784" name="Group 190"/>
          <p:cNvGrpSpPr>
            <a:grpSpLocks/>
          </p:cNvGrpSpPr>
          <p:nvPr/>
        </p:nvGrpSpPr>
        <p:grpSpPr bwMode="auto">
          <a:xfrm>
            <a:off x="7453313" y="6446838"/>
            <a:ext cx="792162" cy="366712"/>
            <a:chOff x="4649" y="4020"/>
            <a:chExt cx="499" cy="231"/>
          </a:xfrm>
        </p:grpSpPr>
        <p:pic>
          <p:nvPicPr>
            <p:cNvPr id="75785" name="Picture 191" descr="78900"/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75786" name="Text Box 192">
              <a:hlinkClick r:id="" action="ppaction://hlinkshowjump?jump=previousslide"/>
            </p:cNvPr>
            <p:cNvSpPr txBox="1">
              <a:spLocks noChangeArrowheads="1"/>
            </p:cNvSpPr>
            <p:nvPr/>
          </p:nvSpPr>
          <p:spPr bwMode="auto"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0">
                  <a:solidFill>
                    <a:schemeClr val="bg1"/>
                  </a:solidFill>
                  <a:latin typeface="隶书" pitchFamily="49" charset="-122"/>
                  <a:ea typeface="隶书" pitchFamily="49" charset="-122"/>
                </a:rPr>
                <a:t>上 页</a:t>
              </a:r>
            </a:p>
          </p:txBody>
        </p:sp>
      </p:grpSp>
      <p:sp>
        <p:nvSpPr>
          <p:cNvPr id="56516" name="Line 196"/>
          <p:cNvSpPr>
            <a:spLocks noChangeShapeType="1"/>
          </p:cNvSpPr>
          <p:nvPr/>
        </p:nvSpPr>
        <p:spPr bwMode="auto">
          <a:xfrm>
            <a:off x="3851275" y="765175"/>
            <a:ext cx="647700" cy="0"/>
          </a:xfrm>
          <a:prstGeom prst="line">
            <a:avLst/>
          </a:prstGeom>
          <a:noFill/>
          <a:ln w="76200">
            <a:solidFill>
              <a:srgbClr val="0099FF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6456" name="AutoShape 136"/>
          <p:cNvSpPr>
            <a:spLocks noChangeArrowheads="1"/>
          </p:cNvSpPr>
          <p:nvPr/>
        </p:nvSpPr>
        <p:spPr bwMode="auto">
          <a:xfrm>
            <a:off x="6443663" y="2420938"/>
            <a:ext cx="2016125" cy="647700"/>
          </a:xfrm>
          <a:prstGeom prst="wedgeRectCallout">
            <a:avLst>
              <a:gd name="adj1" fmla="val -98741"/>
              <a:gd name="adj2" fmla="val -140685"/>
            </a:avLst>
          </a:prstGeom>
          <a:solidFill>
            <a:schemeClr val="hlink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r>
              <a:rPr lang="zh-CN" altLang="en-US">
                <a:solidFill>
                  <a:schemeClr val="bg1"/>
                </a:solidFill>
                <a:latin typeface="Times New Roman" pitchFamily="18" charset="0"/>
              </a:rPr>
              <a:t>零输入响应</a:t>
            </a:r>
          </a:p>
        </p:txBody>
      </p:sp>
      <p:sp>
        <p:nvSpPr>
          <p:cNvPr id="56455" name="AutoShape 135"/>
          <p:cNvSpPr>
            <a:spLocks noChangeArrowheads="1"/>
          </p:cNvSpPr>
          <p:nvPr/>
        </p:nvSpPr>
        <p:spPr bwMode="auto">
          <a:xfrm>
            <a:off x="971550" y="2349500"/>
            <a:ext cx="2016125" cy="576263"/>
          </a:xfrm>
          <a:prstGeom prst="wedgeRectCallout">
            <a:avLst>
              <a:gd name="adj1" fmla="val 55120"/>
              <a:gd name="adj2" fmla="val -138431"/>
            </a:avLst>
          </a:prstGeom>
          <a:solidFill>
            <a:schemeClr val="hlink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r>
              <a:rPr lang="zh-CN" altLang="en-US">
                <a:solidFill>
                  <a:schemeClr val="bg1"/>
                </a:solidFill>
                <a:latin typeface="Times New Roman" pitchFamily="18" charset="0"/>
              </a:rPr>
              <a:t>零状态响应</a:t>
            </a:r>
          </a:p>
        </p:txBody>
      </p:sp>
      <p:grpSp>
        <p:nvGrpSpPr>
          <p:cNvPr id="56517" name="Group 197"/>
          <p:cNvGrpSpPr>
            <a:grpSpLocks/>
          </p:cNvGrpSpPr>
          <p:nvPr/>
        </p:nvGrpSpPr>
        <p:grpSpPr bwMode="auto">
          <a:xfrm>
            <a:off x="395288" y="3789363"/>
            <a:ext cx="2592387" cy="2306637"/>
            <a:chOff x="2653" y="2096"/>
            <a:chExt cx="1633" cy="1453"/>
          </a:xfrm>
        </p:grpSpPr>
        <p:sp>
          <p:nvSpPr>
            <p:cNvPr id="75791" name="Oval 198"/>
            <p:cNvSpPr>
              <a:spLocks noChangeArrowheads="1"/>
            </p:cNvSpPr>
            <p:nvPr/>
          </p:nvSpPr>
          <p:spPr bwMode="auto">
            <a:xfrm>
              <a:off x="2653" y="2659"/>
              <a:ext cx="363" cy="363"/>
            </a:xfrm>
            <a:prstGeom prst="ellipse">
              <a:avLst/>
            </a:prstGeom>
            <a:gradFill rotWithShape="1">
              <a:gsLst>
                <a:gs pos="0">
                  <a:srgbClr val="0099FF"/>
                </a:gs>
                <a:gs pos="100000">
                  <a:srgbClr val="004776"/>
                </a:gs>
              </a:gsLst>
              <a:path path="shape">
                <a:fillToRect l="50000" t="50000" r="50000" b="50000"/>
              </a:path>
            </a:gradFill>
            <a:ln w="38100">
              <a:solidFill>
                <a:srgbClr val="FF99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5792" name="Line 199"/>
            <p:cNvSpPr>
              <a:spLocks noChangeShapeType="1"/>
            </p:cNvSpPr>
            <p:nvPr/>
          </p:nvSpPr>
          <p:spPr bwMode="auto">
            <a:xfrm>
              <a:off x="2835" y="2523"/>
              <a:ext cx="0" cy="726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5793" name="Line 200"/>
            <p:cNvSpPr>
              <a:spLocks noChangeShapeType="1"/>
            </p:cNvSpPr>
            <p:nvPr/>
          </p:nvSpPr>
          <p:spPr bwMode="auto">
            <a:xfrm flipV="1">
              <a:off x="4105" y="2519"/>
              <a:ext cx="0" cy="231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5794" name="Line 201"/>
            <p:cNvSpPr>
              <a:spLocks noChangeShapeType="1"/>
            </p:cNvSpPr>
            <p:nvPr/>
          </p:nvSpPr>
          <p:spPr bwMode="auto">
            <a:xfrm flipV="1">
              <a:off x="4105" y="2870"/>
              <a:ext cx="0" cy="379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75795" name="Group 202"/>
            <p:cNvGrpSpPr>
              <a:grpSpLocks/>
            </p:cNvGrpSpPr>
            <p:nvPr/>
          </p:nvGrpSpPr>
          <p:grpSpPr bwMode="auto">
            <a:xfrm>
              <a:off x="3042" y="2096"/>
              <a:ext cx="691" cy="395"/>
              <a:chOff x="983" y="919"/>
              <a:chExt cx="980" cy="329"/>
            </a:xfrm>
          </p:grpSpPr>
          <p:sp>
            <p:nvSpPr>
              <p:cNvPr id="75796" name="Line 203"/>
              <p:cNvSpPr>
                <a:spLocks noChangeShapeType="1"/>
              </p:cNvSpPr>
              <p:nvPr/>
            </p:nvSpPr>
            <p:spPr bwMode="auto">
              <a:xfrm flipH="1">
                <a:off x="1200" y="1104"/>
                <a:ext cx="144" cy="144"/>
              </a:xfrm>
              <a:prstGeom prst="line">
                <a:avLst/>
              </a:prstGeom>
              <a:noFill/>
              <a:ln w="38100">
                <a:solidFill>
                  <a:srgbClr val="FF3300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5797" name="Text Box 204"/>
              <p:cNvSpPr txBox="1">
                <a:spLocks noChangeArrowheads="1"/>
              </p:cNvSpPr>
              <p:nvPr/>
            </p:nvSpPr>
            <p:spPr bwMode="auto">
              <a:xfrm>
                <a:off x="983" y="919"/>
                <a:ext cx="980" cy="272"/>
              </a:xfrm>
              <a:prstGeom prst="rect">
                <a:avLst/>
              </a:prstGeom>
              <a:noFill/>
              <a:ln w="28575">
                <a:noFill/>
                <a:miter lim="800000"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altLang="zh-CN" b="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rPr>
                  <a:t>S(</a:t>
                </a:r>
                <a:r>
                  <a:rPr lang="en-US" altLang="zh-CN" b="0" i="1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rPr>
                  <a:t>t</a:t>
                </a:r>
                <a:r>
                  <a:rPr lang="en-US" altLang="zh-CN" b="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rPr>
                  <a:t>=0)</a:t>
                </a:r>
              </a:p>
            </p:txBody>
          </p:sp>
        </p:grpSp>
        <p:sp>
          <p:nvSpPr>
            <p:cNvPr id="75798" name="Text Box 205"/>
            <p:cNvSpPr txBox="1">
              <a:spLocks noChangeArrowheads="1"/>
            </p:cNvSpPr>
            <p:nvPr/>
          </p:nvSpPr>
          <p:spPr bwMode="auto">
            <a:xfrm>
              <a:off x="3002" y="2685"/>
              <a:ext cx="354" cy="327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U</a:t>
              </a:r>
              <a:r>
                <a:rPr lang="en-US" altLang="zh-CN" b="0" i="1" baseline="-2500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S</a:t>
              </a:r>
              <a:endParaRPr lang="en-US" altLang="zh-CN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75799" name="Line 206"/>
            <p:cNvSpPr>
              <a:spLocks noChangeShapeType="1"/>
            </p:cNvSpPr>
            <p:nvPr/>
          </p:nvSpPr>
          <p:spPr bwMode="auto">
            <a:xfrm>
              <a:off x="3288" y="2523"/>
              <a:ext cx="817" cy="0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 type="oval" w="med" len="med"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5800" name="Line 207"/>
            <p:cNvSpPr>
              <a:spLocks noChangeShapeType="1"/>
            </p:cNvSpPr>
            <p:nvPr/>
          </p:nvSpPr>
          <p:spPr bwMode="auto">
            <a:xfrm>
              <a:off x="2835" y="2523"/>
              <a:ext cx="237" cy="0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 type="oval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5801" name="Text Box 208"/>
            <p:cNvSpPr txBox="1">
              <a:spLocks noChangeArrowheads="1"/>
            </p:cNvSpPr>
            <p:nvPr/>
          </p:nvSpPr>
          <p:spPr bwMode="auto">
            <a:xfrm>
              <a:off x="3696" y="2731"/>
              <a:ext cx="244" cy="327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C</a:t>
              </a:r>
              <a:endParaRPr lang="en-US" altLang="zh-CN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grpSp>
          <p:nvGrpSpPr>
            <p:cNvPr id="75802" name="Group 209"/>
            <p:cNvGrpSpPr>
              <a:grpSpLocks/>
            </p:cNvGrpSpPr>
            <p:nvPr/>
          </p:nvGrpSpPr>
          <p:grpSpPr bwMode="auto">
            <a:xfrm>
              <a:off x="2916" y="2481"/>
              <a:ext cx="244" cy="788"/>
              <a:chOff x="1572" y="1256"/>
              <a:chExt cx="345" cy="657"/>
            </a:xfrm>
          </p:grpSpPr>
          <p:sp>
            <p:nvSpPr>
              <p:cNvPr id="75803" name="Text Box 210"/>
              <p:cNvSpPr txBox="1">
                <a:spLocks noChangeArrowheads="1"/>
              </p:cNvSpPr>
              <p:nvPr/>
            </p:nvSpPr>
            <p:spPr bwMode="auto">
              <a:xfrm>
                <a:off x="1572" y="1256"/>
                <a:ext cx="345" cy="273"/>
              </a:xfrm>
              <a:prstGeom prst="rect">
                <a:avLst/>
              </a:prstGeom>
              <a:noFill/>
              <a:ln w="28575">
                <a:noFill/>
                <a:miter lim="800000"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altLang="zh-CN" b="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rPr>
                  <a:t>+</a:t>
                </a:r>
              </a:p>
            </p:txBody>
          </p:sp>
          <p:sp>
            <p:nvSpPr>
              <p:cNvPr id="75804" name="Text Box 211"/>
              <p:cNvSpPr txBox="1">
                <a:spLocks noChangeArrowheads="1"/>
              </p:cNvSpPr>
              <p:nvPr/>
            </p:nvSpPr>
            <p:spPr bwMode="auto">
              <a:xfrm>
                <a:off x="1573" y="1640"/>
                <a:ext cx="323" cy="273"/>
              </a:xfrm>
              <a:prstGeom prst="rect">
                <a:avLst/>
              </a:prstGeom>
              <a:noFill/>
              <a:ln w="28575">
                <a:noFill/>
                <a:miter lim="800000"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altLang="zh-CN" b="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rPr>
                  <a:t>–</a:t>
                </a:r>
              </a:p>
            </p:txBody>
          </p:sp>
        </p:grpSp>
        <p:grpSp>
          <p:nvGrpSpPr>
            <p:cNvPr id="75805" name="Group 212"/>
            <p:cNvGrpSpPr>
              <a:grpSpLocks/>
            </p:cNvGrpSpPr>
            <p:nvPr/>
          </p:nvGrpSpPr>
          <p:grpSpPr bwMode="auto">
            <a:xfrm>
              <a:off x="3969" y="2750"/>
              <a:ext cx="317" cy="136"/>
              <a:chOff x="1824" y="1680"/>
              <a:chExt cx="192" cy="96"/>
            </a:xfrm>
          </p:grpSpPr>
          <p:sp>
            <p:nvSpPr>
              <p:cNvPr id="75806" name="Line 213"/>
              <p:cNvSpPr>
                <a:spLocks noChangeShapeType="1"/>
              </p:cNvSpPr>
              <p:nvPr/>
            </p:nvSpPr>
            <p:spPr bwMode="auto">
              <a:xfrm>
                <a:off x="1824" y="1680"/>
                <a:ext cx="192" cy="0"/>
              </a:xfrm>
              <a:prstGeom prst="line">
                <a:avLst/>
              </a:prstGeom>
              <a:noFill/>
              <a:ln w="38100">
                <a:solidFill>
                  <a:srgbClr val="FF99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5807" name="Line 214"/>
              <p:cNvSpPr>
                <a:spLocks noChangeShapeType="1"/>
              </p:cNvSpPr>
              <p:nvPr/>
            </p:nvSpPr>
            <p:spPr bwMode="auto">
              <a:xfrm>
                <a:off x="1824" y="1776"/>
                <a:ext cx="192" cy="0"/>
              </a:xfrm>
              <a:prstGeom prst="line">
                <a:avLst/>
              </a:prstGeom>
              <a:noFill/>
              <a:ln w="38100">
                <a:solidFill>
                  <a:srgbClr val="FF99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75808" name="Line 215"/>
            <p:cNvSpPr>
              <a:spLocks noChangeShapeType="1"/>
            </p:cNvSpPr>
            <p:nvPr/>
          </p:nvSpPr>
          <p:spPr bwMode="auto">
            <a:xfrm flipH="1" flipV="1">
              <a:off x="3016" y="2387"/>
              <a:ext cx="272" cy="136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5809" name="Line 216"/>
            <p:cNvSpPr>
              <a:spLocks noChangeShapeType="1"/>
            </p:cNvSpPr>
            <p:nvPr/>
          </p:nvSpPr>
          <p:spPr bwMode="auto">
            <a:xfrm>
              <a:off x="2835" y="3249"/>
              <a:ext cx="1270" cy="0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5810" name="Text Box 217"/>
            <p:cNvSpPr txBox="1">
              <a:spLocks noChangeArrowheads="1"/>
            </p:cNvSpPr>
            <p:nvPr/>
          </p:nvSpPr>
          <p:spPr bwMode="auto">
            <a:xfrm>
              <a:off x="3651" y="2205"/>
              <a:ext cx="253" cy="327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R</a:t>
              </a:r>
              <a:endParaRPr lang="en-US" altLang="zh-CN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75811" name="Text Box 218"/>
            <p:cNvSpPr txBox="1">
              <a:spLocks noChangeArrowheads="1"/>
            </p:cNvSpPr>
            <p:nvPr/>
          </p:nvSpPr>
          <p:spPr bwMode="auto">
            <a:xfrm>
              <a:off x="2919" y="3222"/>
              <a:ext cx="1145" cy="327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u</a:t>
              </a:r>
              <a:r>
                <a:rPr lang="en-US" altLang="zh-CN" b="0" i="1" baseline="-2500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C </a:t>
              </a:r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(0</a:t>
              </a:r>
              <a:r>
                <a:rPr lang="zh-CN" altLang="en-US" b="0" baseline="-2500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－</a:t>
              </a:r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)=</a:t>
              </a:r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U</a:t>
              </a:r>
              <a:r>
                <a:rPr lang="en-US" altLang="zh-CN" b="0" baseline="-2500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0</a:t>
              </a:r>
              <a:endParaRPr lang="en-US" altLang="zh-CN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75812" name="Rectangle 219"/>
            <p:cNvSpPr>
              <a:spLocks noChangeArrowheads="1"/>
            </p:cNvSpPr>
            <p:nvPr/>
          </p:nvSpPr>
          <p:spPr bwMode="auto">
            <a:xfrm>
              <a:off x="3560" y="2478"/>
              <a:ext cx="297" cy="137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</a:gradFill>
            <a:ln w="2857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56563" name="Group 243"/>
          <p:cNvGrpSpPr>
            <a:grpSpLocks/>
          </p:cNvGrpSpPr>
          <p:nvPr/>
        </p:nvGrpSpPr>
        <p:grpSpPr bwMode="auto">
          <a:xfrm>
            <a:off x="6084888" y="3716338"/>
            <a:ext cx="2776537" cy="2306637"/>
            <a:chOff x="2900" y="2115"/>
            <a:chExt cx="1749" cy="1453"/>
          </a:xfrm>
        </p:grpSpPr>
        <p:sp>
          <p:nvSpPr>
            <p:cNvPr id="75814" name="Text Box 244"/>
            <p:cNvSpPr txBox="1">
              <a:spLocks noChangeArrowheads="1"/>
            </p:cNvSpPr>
            <p:nvPr/>
          </p:nvSpPr>
          <p:spPr bwMode="auto">
            <a:xfrm>
              <a:off x="2900" y="2659"/>
              <a:ext cx="298" cy="442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CN" sz="4000">
                  <a:latin typeface="Times New Roman" pitchFamily="18" charset="0"/>
                  <a:ea typeface="宋体" pitchFamily="2" charset="-122"/>
                </a:rPr>
                <a:t>+</a:t>
              </a:r>
            </a:p>
          </p:txBody>
        </p:sp>
        <p:sp>
          <p:nvSpPr>
            <p:cNvPr id="75815" name="Line 245"/>
            <p:cNvSpPr>
              <a:spLocks noChangeShapeType="1"/>
            </p:cNvSpPr>
            <p:nvPr/>
          </p:nvSpPr>
          <p:spPr bwMode="auto">
            <a:xfrm>
              <a:off x="3198" y="2542"/>
              <a:ext cx="0" cy="726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5816" name="Line 246"/>
            <p:cNvSpPr>
              <a:spLocks noChangeShapeType="1"/>
            </p:cNvSpPr>
            <p:nvPr/>
          </p:nvSpPr>
          <p:spPr bwMode="auto">
            <a:xfrm flipV="1">
              <a:off x="4468" y="2538"/>
              <a:ext cx="0" cy="231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5817" name="Line 247"/>
            <p:cNvSpPr>
              <a:spLocks noChangeShapeType="1"/>
            </p:cNvSpPr>
            <p:nvPr/>
          </p:nvSpPr>
          <p:spPr bwMode="auto">
            <a:xfrm flipV="1">
              <a:off x="4468" y="2889"/>
              <a:ext cx="0" cy="379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75818" name="Group 248"/>
            <p:cNvGrpSpPr>
              <a:grpSpLocks/>
            </p:cNvGrpSpPr>
            <p:nvPr/>
          </p:nvGrpSpPr>
          <p:grpSpPr bwMode="auto">
            <a:xfrm>
              <a:off x="3405" y="2115"/>
              <a:ext cx="691" cy="395"/>
              <a:chOff x="983" y="919"/>
              <a:chExt cx="980" cy="329"/>
            </a:xfrm>
          </p:grpSpPr>
          <p:sp>
            <p:nvSpPr>
              <p:cNvPr id="75819" name="Line 249"/>
              <p:cNvSpPr>
                <a:spLocks noChangeShapeType="1"/>
              </p:cNvSpPr>
              <p:nvPr/>
            </p:nvSpPr>
            <p:spPr bwMode="auto">
              <a:xfrm flipH="1">
                <a:off x="1200" y="1104"/>
                <a:ext cx="144" cy="144"/>
              </a:xfrm>
              <a:prstGeom prst="line">
                <a:avLst/>
              </a:prstGeom>
              <a:noFill/>
              <a:ln w="38100">
                <a:solidFill>
                  <a:srgbClr val="FF3300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5820" name="Text Box 250"/>
              <p:cNvSpPr txBox="1">
                <a:spLocks noChangeArrowheads="1"/>
              </p:cNvSpPr>
              <p:nvPr/>
            </p:nvSpPr>
            <p:spPr bwMode="auto">
              <a:xfrm>
                <a:off x="983" y="919"/>
                <a:ext cx="980" cy="272"/>
              </a:xfrm>
              <a:prstGeom prst="rect">
                <a:avLst/>
              </a:prstGeom>
              <a:noFill/>
              <a:ln w="28575">
                <a:noFill/>
                <a:miter lim="800000"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altLang="zh-CN" b="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rPr>
                  <a:t>S(</a:t>
                </a:r>
                <a:r>
                  <a:rPr lang="en-US" altLang="zh-CN" b="0" i="1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rPr>
                  <a:t>t</a:t>
                </a:r>
                <a:r>
                  <a:rPr lang="en-US" altLang="zh-CN" b="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rPr>
                  <a:t>=0)</a:t>
                </a:r>
              </a:p>
            </p:txBody>
          </p:sp>
        </p:grpSp>
        <p:sp>
          <p:nvSpPr>
            <p:cNvPr id="75821" name="Text Box 251"/>
            <p:cNvSpPr txBox="1">
              <a:spLocks noChangeArrowheads="1"/>
            </p:cNvSpPr>
            <p:nvPr/>
          </p:nvSpPr>
          <p:spPr bwMode="auto">
            <a:xfrm>
              <a:off x="3365" y="2704"/>
              <a:ext cx="354" cy="327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U</a:t>
              </a:r>
              <a:r>
                <a:rPr lang="en-US" altLang="zh-CN" b="0" i="1" baseline="-2500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S</a:t>
              </a:r>
              <a:endParaRPr lang="en-US" altLang="zh-CN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75822" name="Line 252"/>
            <p:cNvSpPr>
              <a:spLocks noChangeShapeType="1"/>
            </p:cNvSpPr>
            <p:nvPr/>
          </p:nvSpPr>
          <p:spPr bwMode="auto">
            <a:xfrm>
              <a:off x="3651" y="2542"/>
              <a:ext cx="817" cy="0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 type="oval" w="med" len="med"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5823" name="Line 253"/>
            <p:cNvSpPr>
              <a:spLocks noChangeShapeType="1"/>
            </p:cNvSpPr>
            <p:nvPr/>
          </p:nvSpPr>
          <p:spPr bwMode="auto">
            <a:xfrm>
              <a:off x="3198" y="2542"/>
              <a:ext cx="237" cy="0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 type="oval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5824" name="Text Box 254"/>
            <p:cNvSpPr txBox="1">
              <a:spLocks noChangeArrowheads="1"/>
            </p:cNvSpPr>
            <p:nvPr/>
          </p:nvSpPr>
          <p:spPr bwMode="auto">
            <a:xfrm>
              <a:off x="4059" y="2750"/>
              <a:ext cx="244" cy="327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C</a:t>
              </a:r>
              <a:endParaRPr lang="en-US" altLang="zh-CN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grpSp>
          <p:nvGrpSpPr>
            <p:cNvPr id="75825" name="Group 255"/>
            <p:cNvGrpSpPr>
              <a:grpSpLocks/>
            </p:cNvGrpSpPr>
            <p:nvPr/>
          </p:nvGrpSpPr>
          <p:grpSpPr bwMode="auto">
            <a:xfrm>
              <a:off x="3279" y="2500"/>
              <a:ext cx="244" cy="788"/>
              <a:chOff x="1572" y="1256"/>
              <a:chExt cx="345" cy="657"/>
            </a:xfrm>
          </p:grpSpPr>
          <p:sp>
            <p:nvSpPr>
              <p:cNvPr id="75826" name="Text Box 256"/>
              <p:cNvSpPr txBox="1">
                <a:spLocks noChangeArrowheads="1"/>
              </p:cNvSpPr>
              <p:nvPr/>
            </p:nvSpPr>
            <p:spPr bwMode="auto">
              <a:xfrm>
                <a:off x="1572" y="1256"/>
                <a:ext cx="345" cy="273"/>
              </a:xfrm>
              <a:prstGeom prst="rect">
                <a:avLst/>
              </a:prstGeom>
              <a:noFill/>
              <a:ln w="28575">
                <a:noFill/>
                <a:miter lim="800000"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altLang="zh-CN" b="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rPr>
                  <a:t>+</a:t>
                </a:r>
              </a:p>
            </p:txBody>
          </p:sp>
          <p:sp>
            <p:nvSpPr>
              <p:cNvPr id="75827" name="Text Box 257"/>
              <p:cNvSpPr txBox="1">
                <a:spLocks noChangeArrowheads="1"/>
              </p:cNvSpPr>
              <p:nvPr/>
            </p:nvSpPr>
            <p:spPr bwMode="auto">
              <a:xfrm>
                <a:off x="1573" y="1640"/>
                <a:ext cx="323" cy="273"/>
              </a:xfrm>
              <a:prstGeom prst="rect">
                <a:avLst/>
              </a:prstGeom>
              <a:noFill/>
              <a:ln w="28575">
                <a:noFill/>
                <a:miter lim="800000"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altLang="zh-CN" b="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rPr>
                  <a:t>–</a:t>
                </a:r>
              </a:p>
            </p:txBody>
          </p:sp>
        </p:grpSp>
        <p:grpSp>
          <p:nvGrpSpPr>
            <p:cNvPr id="75828" name="Group 258"/>
            <p:cNvGrpSpPr>
              <a:grpSpLocks/>
            </p:cNvGrpSpPr>
            <p:nvPr/>
          </p:nvGrpSpPr>
          <p:grpSpPr bwMode="auto">
            <a:xfrm>
              <a:off x="4332" y="2769"/>
              <a:ext cx="317" cy="136"/>
              <a:chOff x="1824" y="1680"/>
              <a:chExt cx="192" cy="96"/>
            </a:xfrm>
          </p:grpSpPr>
          <p:sp>
            <p:nvSpPr>
              <p:cNvPr id="75829" name="Line 259"/>
              <p:cNvSpPr>
                <a:spLocks noChangeShapeType="1"/>
              </p:cNvSpPr>
              <p:nvPr/>
            </p:nvSpPr>
            <p:spPr bwMode="auto">
              <a:xfrm>
                <a:off x="1824" y="1680"/>
                <a:ext cx="192" cy="0"/>
              </a:xfrm>
              <a:prstGeom prst="line">
                <a:avLst/>
              </a:prstGeom>
              <a:noFill/>
              <a:ln w="38100">
                <a:solidFill>
                  <a:srgbClr val="FF99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5830" name="Line 260"/>
              <p:cNvSpPr>
                <a:spLocks noChangeShapeType="1"/>
              </p:cNvSpPr>
              <p:nvPr/>
            </p:nvSpPr>
            <p:spPr bwMode="auto">
              <a:xfrm>
                <a:off x="1824" y="1776"/>
                <a:ext cx="192" cy="0"/>
              </a:xfrm>
              <a:prstGeom prst="line">
                <a:avLst/>
              </a:prstGeom>
              <a:noFill/>
              <a:ln w="38100">
                <a:solidFill>
                  <a:srgbClr val="FF99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75831" name="Line 261"/>
            <p:cNvSpPr>
              <a:spLocks noChangeShapeType="1"/>
            </p:cNvSpPr>
            <p:nvPr/>
          </p:nvSpPr>
          <p:spPr bwMode="auto">
            <a:xfrm flipH="1" flipV="1">
              <a:off x="3379" y="2406"/>
              <a:ext cx="272" cy="136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5832" name="Line 262"/>
            <p:cNvSpPr>
              <a:spLocks noChangeShapeType="1"/>
            </p:cNvSpPr>
            <p:nvPr/>
          </p:nvSpPr>
          <p:spPr bwMode="auto">
            <a:xfrm>
              <a:off x="3198" y="3268"/>
              <a:ext cx="1270" cy="0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5833" name="Text Box 263"/>
            <p:cNvSpPr txBox="1">
              <a:spLocks noChangeArrowheads="1"/>
            </p:cNvSpPr>
            <p:nvPr/>
          </p:nvSpPr>
          <p:spPr bwMode="auto">
            <a:xfrm>
              <a:off x="4014" y="2224"/>
              <a:ext cx="253" cy="327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R</a:t>
              </a:r>
              <a:endParaRPr lang="en-US" altLang="zh-CN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75834" name="Text Box 264"/>
            <p:cNvSpPr txBox="1">
              <a:spLocks noChangeArrowheads="1"/>
            </p:cNvSpPr>
            <p:nvPr/>
          </p:nvSpPr>
          <p:spPr bwMode="auto">
            <a:xfrm>
              <a:off x="3282" y="3241"/>
              <a:ext cx="1145" cy="327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u</a:t>
              </a:r>
              <a:r>
                <a:rPr lang="en-US" altLang="zh-CN" b="0" i="1" baseline="-2500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C </a:t>
              </a:r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(0</a:t>
              </a:r>
              <a:r>
                <a:rPr lang="zh-CN" altLang="en-US" b="0" baseline="-2500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－</a:t>
              </a:r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)=</a:t>
              </a:r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U</a:t>
              </a:r>
              <a:r>
                <a:rPr lang="en-US" altLang="zh-CN" b="0" baseline="-2500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0</a:t>
              </a:r>
              <a:endParaRPr lang="en-US" altLang="zh-CN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75835" name="Rectangle 265"/>
            <p:cNvSpPr>
              <a:spLocks noChangeArrowheads="1"/>
            </p:cNvSpPr>
            <p:nvPr/>
          </p:nvSpPr>
          <p:spPr bwMode="auto">
            <a:xfrm>
              <a:off x="3923" y="2497"/>
              <a:ext cx="297" cy="137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</a:gradFill>
            <a:ln w="2857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56588" name="Group 268"/>
          <p:cNvGrpSpPr>
            <a:grpSpLocks/>
          </p:cNvGrpSpPr>
          <p:nvPr/>
        </p:nvGrpSpPr>
        <p:grpSpPr bwMode="auto">
          <a:xfrm>
            <a:off x="3059113" y="3789363"/>
            <a:ext cx="2952750" cy="2306637"/>
            <a:chOff x="1927" y="2387"/>
            <a:chExt cx="1860" cy="1453"/>
          </a:xfrm>
        </p:grpSpPr>
        <p:grpSp>
          <p:nvGrpSpPr>
            <p:cNvPr id="75837" name="Group 220"/>
            <p:cNvGrpSpPr>
              <a:grpSpLocks/>
            </p:cNvGrpSpPr>
            <p:nvPr/>
          </p:nvGrpSpPr>
          <p:grpSpPr bwMode="auto">
            <a:xfrm>
              <a:off x="2154" y="2387"/>
              <a:ext cx="1633" cy="1453"/>
              <a:chOff x="2653" y="2096"/>
              <a:chExt cx="1633" cy="1453"/>
            </a:xfrm>
          </p:grpSpPr>
          <p:sp>
            <p:nvSpPr>
              <p:cNvPr id="75838" name="Oval 221"/>
              <p:cNvSpPr>
                <a:spLocks noChangeArrowheads="1"/>
              </p:cNvSpPr>
              <p:nvPr/>
            </p:nvSpPr>
            <p:spPr bwMode="auto">
              <a:xfrm>
                <a:off x="2653" y="2659"/>
                <a:ext cx="363" cy="363"/>
              </a:xfrm>
              <a:prstGeom prst="ellipse">
                <a:avLst/>
              </a:prstGeom>
              <a:gradFill rotWithShape="1">
                <a:gsLst>
                  <a:gs pos="0">
                    <a:srgbClr val="0099FF"/>
                  </a:gs>
                  <a:gs pos="100000">
                    <a:srgbClr val="004776"/>
                  </a:gs>
                </a:gsLst>
                <a:path path="shape">
                  <a:fillToRect l="50000" t="50000" r="50000" b="50000"/>
                </a:path>
              </a:gradFill>
              <a:ln w="38100">
                <a:solidFill>
                  <a:srgbClr val="FF99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75839" name="Line 222"/>
              <p:cNvSpPr>
                <a:spLocks noChangeShapeType="1"/>
              </p:cNvSpPr>
              <p:nvPr/>
            </p:nvSpPr>
            <p:spPr bwMode="auto">
              <a:xfrm>
                <a:off x="2835" y="2523"/>
                <a:ext cx="0" cy="726"/>
              </a:xfrm>
              <a:prstGeom prst="line">
                <a:avLst/>
              </a:prstGeom>
              <a:noFill/>
              <a:ln w="28575">
                <a:solidFill>
                  <a:srgbClr val="FFCC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5840" name="Line 223"/>
              <p:cNvSpPr>
                <a:spLocks noChangeShapeType="1"/>
              </p:cNvSpPr>
              <p:nvPr/>
            </p:nvSpPr>
            <p:spPr bwMode="auto">
              <a:xfrm flipV="1">
                <a:off x="4105" y="2519"/>
                <a:ext cx="0" cy="231"/>
              </a:xfrm>
              <a:prstGeom prst="line">
                <a:avLst/>
              </a:prstGeom>
              <a:noFill/>
              <a:ln w="28575">
                <a:solidFill>
                  <a:srgbClr val="FFCC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5841" name="Line 224"/>
              <p:cNvSpPr>
                <a:spLocks noChangeShapeType="1"/>
              </p:cNvSpPr>
              <p:nvPr/>
            </p:nvSpPr>
            <p:spPr bwMode="auto">
              <a:xfrm flipV="1">
                <a:off x="4105" y="2870"/>
                <a:ext cx="0" cy="379"/>
              </a:xfrm>
              <a:prstGeom prst="line">
                <a:avLst/>
              </a:prstGeom>
              <a:noFill/>
              <a:ln w="28575">
                <a:solidFill>
                  <a:srgbClr val="FFCC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grpSp>
            <p:nvGrpSpPr>
              <p:cNvPr id="75842" name="Group 225"/>
              <p:cNvGrpSpPr>
                <a:grpSpLocks/>
              </p:cNvGrpSpPr>
              <p:nvPr/>
            </p:nvGrpSpPr>
            <p:grpSpPr bwMode="auto">
              <a:xfrm>
                <a:off x="3042" y="2096"/>
                <a:ext cx="691" cy="395"/>
                <a:chOff x="983" y="919"/>
                <a:chExt cx="980" cy="329"/>
              </a:xfrm>
            </p:grpSpPr>
            <p:sp>
              <p:nvSpPr>
                <p:cNvPr id="75843" name="Line 226"/>
                <p:cNvSpPr>
                  <a:spLocks noChangeShapeType="1"/>
                </p:cNvSpPr>
                <p:nvPr/>
              </p:nvSpPr>
              <p:spPr bwMode="auto">
                <a:xfrm flipH="1">
                  <a:off x="1200" y="1104"/>
                  <a:ext cx="144" cy="144"/>
                </a:xfrm>
                <a:prstGeom prst="line">
                  <a:avLst/>
                </a:prstGeom>
                <a:noFill/>
                <a:ln w="38100">
                  <a:solidFill>
                    <a:srgbClr val="FF3300"/>
                  </a:solidFill>
                  <a:round/>
                  <a:headEnd/>
                  <a:tailEnd type="triangl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75844" name="Text Box 227"/>
                <p:cNvSpPr txBox="1">
                  <a:spLocks noChangeArrowheads="1"/>
                </p:cNvSpPr>
                <p:nvPr/>
              </p:nvSpPr>
              <p:spPr bwMode="auto">
                <a:xfrm>
                  <a:off x="983" y="919"/>
                  <a:ext cx="980" cy="272"/>
                </a:xfrm>
                <a:prstGeom prst="rect">
                  <a:avLst/>
                </a:prstGeom>
                <a:noFill/>
                <a:ln w="28575">
                  <a:noFill/>
                  <a:miter lim="800000"/>
                  <a:headEnd/>
                  <a:tailEnd/>
                </a:ln>
              </p:spPr>
              <p:txBody>
                <a:bodyPr wrap="none" anchor="ctr">
                  <a:spAutoFit/>
                </a:bodyPr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altLang="zh-CN" b="0">
                      <a:solidFill>
                        <a:schemeClr val="bg1"/>
                      </a:solidFill>
                      <a:latin typeface="Times New Roman" pitchFamily="18" charset="0"/>
                      <a:ea typeface="宋体" pitchFamily="2" charset="-122"/>
                    </a:rPr>
                    <a:t>S(</a:t>
                  </a:r>
                  <a:r>
                    <a:rPr lang="en-US" altLang="zh-CN" b="0" i="1">
                      <a:solidFill>
                        <a:schemeClr val="bg1"/>
                      </a:solidFill>
                      <a:latin typeface="Times New Roman" pitchFamily="18" charset="0"/>
                      <a:ea typeface="宋体" pitchFamily="2" charset="-122"/>
                    </a:rPr>
                    <a:t>t</a:t>
                  </a:r>
                  <a:r>
                    <a:rPr lang="en-US" altLang="zh-CN" b="0">
                      <a:solidFill>
                        <a:schemeClr val="bg1"/>
                      </a:solidFill>
                      <a:latin typeface="Times New Roman" pitchFamily="18" charset="0"/>
                      <a:ea typeface="宋体" pitchFamily="2" charset="-122"/>
                    </a:rPr>
                    <a:t>=0)</a:t>
                  </a:r>
                </a:p>
              </p:txBody>
            </p:sp>
          </p:grpSp>
          <p:sp>
            <p:nvSpPr>
              <p:cNvPr id="75845" name="Text Box 228"/>
              <p:cNvSpPr txBox="1">
                <a:spLocks noChangeArrowheads="1"/>
              </p:cNvSpPr>
              <p:nvPr/>
            </p:nvSpPr>
            <p:spPr bwMode="auto">
              <a:xfrm>
                <a:off x="3002" y="2685"/>
                <a:ext cx="354" cy="327"/>
              </a:xfrm>
              <a:prstGeom prst="rect">
                <a:avLst/>
              </a:prstGeom>
              <a:noFill/>
              <a:ln w="28575">
                <a:noFill/>
                <a:miter lim="800000"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altLang="zh-CN" b="0" i="1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rPr>
                  <a:t>U</a:t>
                </a:r>
                <a:r>
                  <a:rPr lang="en-US" altLang="zh-CN" b="0" i="1" baseline="-250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rPr>
                  <a:t>S</a:t>
                </a:r>
                <a:endPara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endParaRPr>
              </a:p>
            </p:txBody>
          </p:sp>
          <p:sp>
            <p:nvSpPr>
              <p:cNvPr id="75846" name="Line 229"/>
              <p:cNvSpPr>
                <a:spLocks noChangeShapeType="1"/>
              </p:cNvSpPr>
              <p:nvPr/>
            </p:nvSpPr>
            <p:spPr bwMode="auto">
              <a:xfrm>
                <a:off x="3288" y="2523"/>
                <a:ext cx="817" cy="0"/>
              </a:xfrm>
              <a:prstGeom prst="line">
                <a:avLst/>
              </a:prstGeom>
              <a:noFill/>
              <a:ln w="28575">
                <a:solidFill>
                  <a:srgbClr val="FFCC00"/>
                </a:solidFill>
                <a:round/>
                <a:headEnd type="oval" w="med" len="med"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5847" name="Line 230"/>
              <p:cNvSpPr>
                <a:spLocks noChangeShapeType="1"/>
              </p:cNvSpPr>
              <p:nvPr/>
            </p:nvSpPr>
            <p:spPr bwMode="auto">
              <a:xfrm>
                <a:off x="2835" y="2523"/>
                <a:ext cx="237" cy="0"/>
              </a:xfrm>
              <a:prstGeom prst="line">
                <a:avLst/>
              </a:prstGeom>
              <a:noFill/>
              <a:ln w="28575">
                <a:solidFill>
                  <a:srgbClr val="FFCC00"/>
                </a:solidFill>
                <a:round/>
                <a:headEnd/>
                <a:tailEnd type="oval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5848" name="Text Box 231"/>
              <p:cNvSpPr txBox="1">
                <a:spLocks noChangeArrowheads="1"/>
              </p:cNvSpPr>
              <p:nvPr/>
            </p:nvSpPr>
            <p:spPr bwMode="auto">
              <a:xfrm>
                <a:off x="3696" y="2731"/>
                <a:ext cx="244" cy="327"/>
              </a:xfrm>
              <a:prstGeom prst="rect">
                <a:avLst/>
              </a:prstGeom>
              <a:noFill/>
              <a:ln w="28575">
                <a:noFill/>
                <a:miter lim="800000"/>
                <a:headEnd/>
                <a:tailEnd/>
              </a:ln>
            </p:spPr>
            <p:txBody>
              <a:bodyPr anchor="ctr"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altLang="zh-CN" b="0" i="1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rPr>
                  <a:t>C</a:t>
                </a:r>
                <a:endPara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endParaRPr>
              </a:p>
            </p:txBody>
          </p:sp>
          <p:grpSp>
            <p:nvGrpSpPr>
              <p:cNvPr id="75849" name="Group 232"/>
              <p:cNvGrpSpPr>
                <a:grpSpLocks/>
              </p:cNvGrpSpPr>
              <p:nvPr/>
            </p:nvGrpSpPr>
            <p:grpSpPr bwMode="auto">
              <a:xfrm>
                <a:off x="2916" y="2481"/>
                <a:ext cx="244" cy="788"/>
                <a:chOff x="1572" y="1256"/>
                <a:chExt cx="345" cy="657"/>
              </a:xfrm>
            </p:grpSpPr>
            <p:sp>
              <p:nvSpPr>
                <p:cNvPr id="75850" name="Text Box 233"/>
                <p:cNvSpPr txBox="1">
                  <a:spLocks noChangeArrowheads="1"/>
                </p:cNvSpPr>
                <p:nvPr/>
              </p:nvSpPr>
              <p:spPr bwMode="auto">
                <a:xfrm>
                  <a:off x="1572" y="1256"/>
                  <a:ext cx="345" cy="273"/>
                </a:xfrm>
                <a:prstGeom prst="rect">
                  <a:avLst/>
                </a:prstGeom>
                <a:noFill/>
                <a:ln w="28575">
                  <a:noFill/>
                  <a:miter lim="800000"/>
                  <a:headEnd/>
                  <a:tailEnd/>
                </a:ln>
              </p:spPr>
              <p:txBody>
                <a:bodyPr wrap="none" anchor="ctr">
                  <a:spAutoFit/>
                </a:bodyPr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altLang="zh-CN" b="0">
                      <a:solidFill>
                        <a:schemeClr val="bg1"/>
                      </a:solidFill>
                      <a:latin typeface="Times New Roman" pitchFamily="18" charset="0"/>
                      <a:ea typeface="宋体" pitchFamily="2" charset="-122"/>
                    </a:rPr>
                    <a:t>+</a:t>
                  </a:r>
                </a:p>
              </p:txBody>
            </p:sp>
            <p:sp>
              <p:nvSpPr>
                <p:cNvPr id="75851" name="Text Box 234"/>
                <p:cNvSpPr txBox="1">
                  <a:spLocks noChangeArrowheads="1"/>
                </p:cNvSpPr>
                <p:nvPr/>
              </p:nvSpPr>
              <p:spPr bwMode="auto">
                <a:xfrm>
                  <a:off x="1573" y="1640"/>
                  <a:ext cx="323" cy="273"/>
                </a:xfrm>
                <a:prstGeom prst="rect">
                  <a:avLst/>
                </a:prstGeom>
                <a:noFill/>
                <a:ln w="28575">
                  <a:noFill/>
                  <a:miter lim="800000"/>
                  <a:headEnd/>
                  <a:tailEnd/>
                </a:ln>
              </p:spPr>
              <p:txBody>
                <a:bodyPr wrap="none" anchor="ctr">
                  <a:spAutoFit/>
                </a:bodyPr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altLang="zh-CN" b="0">
                      <a:solidFill>
                        <a:schemeClr val="bg1"/>
                      </a:solidFill>
                      <a:latin typeface="Times New Roman" pitchFamily="18" charset="0"/>
                      <a:ea typeface="宋体" pitchFamily="2" charset="-122"/>
                    </a:rPr>
                    <a:t>–</a:t>
                  </a:r>
                </a:p>
              </p:txBody>
            </p:sp>
          </p:grpSp>
          <p:grpSp>
            <p:nvGrpSpPr>
              <p:cNvPr id="75852" name="Group 235"/>
              <p:cNvGrpSpPr>
                <a:grpSpLocks/>
              </p:cNvGrpSpPr>
              <p:nvPr/>
            </p:nvGrpSpPr>
            <p:grpSpPr bwMode="auto">
              <a:xfrm>
                <a:off x="3969" y="2750"/>
                <a:ext cx="317" cy="136"/>
                <a:chOff x="1824" y="1680"/>
                <a:chExt cx="192" cy="96"/>
              </a:xfrm>
            </p:grpSpPr>
            <p:sp>
              <p:nvSpPr>
                <p:cNvPr id="75853" name="Line 236"/>
                <p:cNvSpPr>
                  <a:spLocks noChangeShapeType="1"/>
                </p:cNvSpPr>
                <p:nvPr/>
              </p:nvSpPr>
              <p:spPr bwMode="auto">
                <a:xfrm>
                  <a:off x="1824" y="1680"/>
                  <a:ext cx="192" cy="0"/>
                </a:xfrm>
                <a:prstGeom prst="line">
                  <a:avLst/>
                </a:prstGeom>
                <a:noFill/>
                <a:ln w="38100">
                  <a:solidFill>
                    <a:srgbClr val="FF99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75854" name="Line 237"/>
                <p:cNvSpPr>
                  <a:spLocks noChangeShapeType="1"/>
                </p:cNvSpPr>
                <p:nvPr/>
              </p:nvSpPr>
              <p:spPr bwMode="auto">
                <a:xfrm>
                  <a:off x="1824" y="1776"/>
                  <a:ext cx="192" cy="0"/>
                </a:xfrm>
                <a:prstGeom prst="line">
                  <a:avLst/>
                </a:prstGeom>
                <a:noFill/>
                <a:ln w="38100">
                  <a:solidFill>
                    <a:srgbClr val="FF99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75855" name="Line 238"/>
              <p:cNvSpPr>
                <a:spLocks noChangeShapeType="1"/>
              </p:cNvSpPr>
              <p:nvPr/>
            </p:nvSpPr>
            <p:spPr bwMode="auto">
              <a:xfrm flipH="1" flipV="1">
                <a:off x="3016" y="2387"/>
                <a:ext cx="272" cy="136"/>
              </a:xfrm>
              <a:prstGeom prst="line">
                <a:avLst/>
              </a:prstGeom>
              <a:noFill/>
              <a:ln w="28575">
                <a:solidFill>
                  <a:srgbClr val="FFCC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5856" name="Line 239"/>
              <p:cNvSpPr>
                <a:spLocks noChangeShapeType="1"/>
              </p:cNvSpPr>
              <p:nvPr/>
            </p:nvSpPr>
            <p:spPr bwMode="auto">
              <a:xfrm>
                <a:off x="2835" y="3249"/>
                <a:ext cx="1270" cy="0"/>
              </a:xfrm>
              <a:prstGeom prst="line">
                <a:avLst/>
              </a:prstGeom>
              <a:noFill/>
              <a:ln w="28575">
                <a:solidFill>
                  <a:srgbClr val="FFCC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5857" name="Text Box 240"/>
              <p:cNvSpPr txBox="1">
                <a:spLocks noChangeArrowheads="1"/>
              </p:cNvSpPr>
              <p:nvPr/>
            </p:nvSpPr>
            <p:spPr bwMode="auto">
              <a:xfrm>
                <a:off x="3651" y="2205"/>
                <a:ext cx="253" cy="327"/>
              </a:xfrm>
              <a:prstGeom prst="rect">
                <a:avLst/>
              </a:prstGeom>
              <a:noFill/>
              <a:ln w="28575">
                <a:noFill/>
                <a:miter lim="800000"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altLang="zh-CN" b="0" i="1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rPr>
                  <a:t>R</a:t>
                </a:r>
                <a:endPara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endParaRPr>
              </a:p>
            </p:txBody>
          </p:sp>
          <p:sp>
            <p:nvSpPr>
              <p:cNvPr id="75858" name="Text Box 241"/>
              <p:cNvSpPr txBox="1">
                <a:spLocks noChangeArrowheads="1"/>
              </p:cNvSpPr>
              <p:nvPr/>
            </p:nvSpPr>
            <p:spPr bwMode="auto">
              <a:xfrm>
                <a:off x="2954" y="3222"/>
                <a:ext cx="1075" cy="327"/>
              </a:xfrm>
              <a:prstGeom prst="rect">
                <a:avLst/>
              </a:prstGeom>
              <a:noFill/>
              <a:ln w="28575">
                <a:noFill/>
                <a:miter lim="800000"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pPr algn="ctr"/>
                <a:r>
                  <a:rPr lang="en-US" altLang="zh-CN" b="0" i="1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rPr>
                  <a:t>u</a:t>
                </a:r>
                <a:r>
                  <a:rPr lang="en-US" altLang="zh-CN" b="0" i="1" baseline="-250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rPr>
                  <a:t>C </a:t>
                </a:r>
                <a:r>
                  <a:rPr lang="en-US" altLang="zh-CN" b="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rPr>
                  <a:t>(0</a:t>
                </a:r>
                <a:r>
                  <a:rPr lang="zh-CN" altLang="en-US" b="0" baseline="-250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rPr>
                  <a:t>－</a:t>
                </a:r>
                <a:r>
                  <a:rPr lang="en-US" altLang="zh-CN" b="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rPr>
                  <a:t>)= 0</a:t>
                </a:r>
              </a:p>
            </p:txBody>
          </p:sp>
          <p:sp>
            <p:nvSpPr>
              <p:cNvPr id="75859" name="Rectangle 242"/>
              <p:cNvSpPr>
                <a:spLocks noChangeArrowheads="1"/>
              </p:cNvSpPr>
              <p:nvPr/>
            </p:nvSpPr>
            <p:spPr bwMode="auto">
              <a:xfrm>
                <a:off x="3560" y="2478"/>
                <a:ext cx="297" cy="137"/>
              </a:xfrm>
              <a:prstGeom prst="rect">
                <a:avLst/>
              </a:prstGeom>
              <a:gradFill rotWithShape="1">
                <a:gsLst>
                  <a:gs pos="0">
                    <a:srgbClr val="764700"/>
                  </a:gs>
                  <a:gs pos="50000">
                    <a:srgbClr val="FF9900"/>
                  </a:gs>
                  <a:gs pos="100000">
                    <a:srgbClr val="764700"/>
                  </a:gs>
                </a:gsLst>
                <a:lin ang="5400000" scaled="1"/>
              </a:gradFill>
              <a:ln w="28575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75860" name="Line 266"/>
            <p:cNvSpPr>
              <a:spLocks noChangeShapeType="1"/>
            </p:cNvSpPr>
            <p:nvPr/>
          </p:nvSpPr>
          <p:spPr bwMode="auto">
            <a:xfrm>
              <a:off x="1927" y="3067"/>
              <a:ext cx="181" cy="0"/>
            </a:xfrm>
            <a:prstGeom prst="line">
              <a:avLst/>
            </a:prstGeom>
            <a:noFill/>
            <a:ln w="38100">
              <a:solidFill>
                <a:srgbClr val="FFFF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5861" name="Line 267"/>
            <p:cNvSpPr>
              <a:spLocks noChangeShapeType="1"/>
            </p:cNvSpPr>
            <p:nvPr/>
          </p:nvSpPr>
          <p:spPr bwMode="auto">
            <a:xfrm>
              <a:off x="1927" y="3158"/>
              <a:ext cx="181" cy="0"/>
            </a:xfrm>
            <a:prstGeom prst="line">
              <a:avLst/>
            </a:prstGeom>
            <a:noFill/>
            <a:ln w="38100">
              <a:solidFill>
                <a:srgbClr val="FFFF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75862" name="Group 272"/>
          <p:cNvGrpSpPr>
            <a:grpSpLocks/>
          </p:cNvGrpSpPr>
          <p:nvPr/>
        </p:nvGrpSpPr>
        <p:grpSpPr bwMode="auto">
          <a:xfrm>
            <a:off x="6588125" y="6445250"/>
            <a:ext cx="792163" cy="366713"/>
            <a:chOff x="4649" y="4020"/>
            <a:chExt cx="499" cy="231"/>
          </a:xfrm>
        </p:grpSpPr>
        <p:pic>
          <p:nvPicPr>
            <p:cNvPr id="75863" name="Picture 273" descr="78900"/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75864" name="Text Box 274">
              <a:hlinkClick r:id="rId5" action="ppaction://hlinksldjump"/>
            </p:cNvPr>
            <p:cNvSpPr txBox="1">
              <a:spLocks noChangeArrowheads="1"/>
            </p:cNvSpPr>
            <p:nvPr/>
          </p:nvSpPr>
          <p:spPr bwMode="auto"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0">
                  <a:solidFill>
                    <a:schemeClr val="bg1"/>
                  </a:solidFill>
                  <a:latin typeface="隶书" pitchFamily="49" charset="-122"/>
                  <a:ea typeface="隶书" pitchFamily="49" charset="-122"/>
                </a:rPr>
                <a:t>返 回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5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565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4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564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4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1000"/>
                                        <p:tgtEl>
                                          <p:spTgt spid="564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4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1000"/>
                                        <p:tgtEl>
                                          <p:spTgt spid="564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4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3000"/>
                                        <p:tgtEl>
                                          <p:spTgt spid="564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565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565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565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47" dur="500"/>
                                        <p:tgtEl>
                                          <p:spTgt spid="565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00"/>
                            </p:stCondLst>
                            <p:childTnLst>
                              <p:par>
                                <p:cTn id="49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5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565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565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454" grpId="0" build="p"/>
      <p:bldP spid="56501" grpId="0" build="p"/>
      <p:bldP spid="56503" grpId="0"/>
      <p:bldP spid="56516" grpId="0" animBg="1"/>
      <p:bldP spid="56456" grpId="0" animBg="1"/>
      <p:bldP spid="56455" grpId="0" animBg="1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328" name="Group 32"/>
          <p:cNvGrpSpPr>
            <a:grpSpLocks/>
          </p:cNvGrpSpPr>
          <p:nvPr/>
        </p:nvGrpSpPr>
        <p:grpSpPr bwMode="auto">
          <a:xfrm>
            <a:off x="468313" y="692150"/>
            <a:ext cx="7993062" cy="1916113"/>
            <a:chOff x="249" y="182"/>
            <a:chExt cx="5035" cy="1207"/>
          </a:xfrm>
        </p:grpSpPr>
        <p:graphicFrame>
          <p:nvGraphicFramePr>
            <p:cNvPr id="76802" name="Object 3"/>
            <p:cNvGraphicFramePr>
              <a:graphicFrameLocks noChangeAspect="1"/>
            </p:cNvGraphicFramePr>
            <p:nvPr/>
          </p:nvGraphicFramePr>
          <p:xfrm>
            <a:off x="656" y="182"/>
            <a:ext cx="4342" cy="614"/>
          </p:xfrm>
          <a:graphic>
            <a:graphicData uri="http://schemas.openxmlformats.org/presentationml/2006/ole">
              <p:oleObj spid="_x0000_s76802" r:id="rId3" imgW="2501900" imgH="355600" progId="Equation.3">
                <p:embed/>
              </p:oleObj>
            </a:graphicData>
          </a:graphic>
        </p:graphicFrame>
        <p:sp>
          <p:nvSpPr>
            <p:cNvPr id="76803" name="AutoShape 4"/>
            <p:cNvSpPr>
              <a:spLocks noChangeArrowheads="1"/>
            </p:cNvSpPr>
            <p:nvPr/>
          </p:nvSpPr>
          <p:spPr bwMode="auto">
            <a:xfrm>
              <a:off x="249" y="1071"/>
              <a:ext cx="1452" cy="318"/>
            </a:xfrm>
            <a:prstGeom prst="wedgeRectCallout">
              <a:avLst>
                <a:gd name="adj1" fmla="val 69421"/>
                <a:gd name="adj2" fmla="val -178616"/>
              </a:avLst>
            </a:prstGeom>
            <a:solidFill>
              <a:schemeClr val="hlink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zh-CN" altLang="en-US">
                  <a:solidFill>
                    <a:schemeClr val="bg1"/>
                  </a:solidFill>
                  <a:latin typeface="Times New Roman" pitchFamily="18" charset="0"/>
                </a:rPr>
                <a:t>零状态响应</a:t>
              </a:r>
            </a:p>
          </p:txBody>
        </p:sp>
        <p:sp>
          <p:nvSpPr>
            <p:cNvPr id="76804" name="AutoShape 5"/>
            <p:cNvSpPr>
              <a:spLocks noChangeArrowheads="1"/>
            </p:cNvSpPr>
            <p:nvPr/>
          </p:nvSpPr>
          <p:spPr bwMode="auto">
            <a:xfrm>
              <a:off x="3923" y="981"/>
              <a:ext cx="1361" cy="363"/>
            </a:xfrm>
            <a:prstGeom prst="wedgeRectCallout">
              <a:avLst>
                <a:gd name="adj1" fmla="val -74245"/>
                <a:gd name="adj2" fmla="val -123278"/>
              </a:avLst>
            </a:prstGeom>
            <a:solidFill>
              <a:schemeClr val="hlink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zh-CN" altLang="en-US">
                  <a:solidFill>
                    <a:schemeClr val="bg1"/>
                  </a:solidFill>
                  <a:latin typeface="Times New Roman" pitchFamily="18" charset="0"/>
                </a:rPr>
                <a:t>零输入响应</a:t>
              </a:r>
            </a:p>
          </p:txBody>
        </p:sp>
      </p:grpSp>
      <p:sp>
        <p:nvSpPr>
          <p:cNvPr id="55304" name="Line 8"/>
          <p:cNvSpPr>
            <a:spLocks noChangeShapeType="1"/>
          </p:cNvSpPr>
          <p:nvPr/>
        </p:nvSpPr>
        <p:spPr bwMode="auto">
          <a:xfrm flipV="1">
            <a:off x="3211513" y="2482850"/>
            <a:ext cx="0" cy="3611563"/>
          </a:xfrm>
          <a:prstGeom prst="line">
            <a:avLst/>
          </a:prstGeom>
          <a:noFill/>
          <a:ln w="28575">
            <a:solidFill>
              <a:schemeClr val="bg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grpSp>
        <p:nvGrpSpPr>
          <p:cNvPr id="55344" name="Group 48"/>
          <p:cNvGrpSpPr>
            <a:grpSpLocks/>
          </p:cNvGrpSpPr>
          <p:nvPr/>
        </p:nvGrpSpPr>
        <p:grpSpPr bwMode="auto">
          <a:xfrm>
            <a:off x="2820988" y="2174875"/>
            <a:ext cx="4921250" cy="3571875"/>
            <a:chOff x="1777" y="1370"/>
            <a:chExt cx="3100" cy="2250"/>
          </a:xfrm>
        </p:grpSpPr>
        <p:sp>
          <p:nvSpPr>
            <p:cNvPr id="76807" name="Line 7"/>
            <p:cNvSpPr>
              <a:spLocks noChangeShapeType="1"/>
            </p:cNvSpPr>
            <p:nvPr/>
          </p:nvSpPr>
          <p:spPr bwMode="auto">
            <a:xfrm>
              <a:off x="1786" y="3330"/>
              <a:ext cx="2908" cy="9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6808" name="Text Box 9"/>
            <p:cNvSpPr txBox="1">
              <a:spLocks noChangeArrowheads="1"/>
            </p:cNvSpPr>
            <p:nvPr/>
          </p:nvSpPr>
          <p:spPr bwMode="auto">
            <a:xfrm>
              <a:off x="4690" y="3094"/>
              <a:ext cx="187" cy="365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sz="3200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t</a:t>
              </a:r>
              <a:endParaRPr lang="en-US" altLang="zh-CN" sz="3200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76809" name="Text Box 10"/>
            <p:cNvSpPr txBox="1">
              <a:spLocks noChangeArrowheads="1"/>
            </p:cNvSpPr>
            <p:nvPr/>
          </p:nvSpPr>
          <p:spPr bwMode="auto">
            <a:xfrm>
              <a:off x="2052" y="1370"/>
              <a:ext cx="319" cy="365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sz="3200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u</a:t>
              </a:r>
              <a:r>
                <a:rPr lang="en-US" altLang="zh-CN" sz="3200" b="0" i="1" baseline="-2500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c</a:t>
              </a:r>
              <a:endParaRPr lang="en-US" altLang="zh-CN" sz="3200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76810" name="Text Box 11"/>
            <p:cNvSpPr txBox="1">
              <a:spLocks noChangeArrowheads="1"/>
            </p:cNvSpPr>
            <p:nvPr/>
          </p:nvSpPr>
          <p:spPr bwMode="auto">
            <a:xfrm>
              <a:off x="1777" y="3293"/>
              <a:ext cx="228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0</a:t>
              </a:r>
            </a:p>
          </p:txBody>
        </p:sp>
      </p:grpSp>
      <p:grpSp>
        <p:nvGrpSpPr>
          <p:cNvPr id="55346" name="Group 50"/>
          <p:cNvGrpSpPr>
            <a:grpSpLocks/>
          </p:cNvGrpSpPr>
          <p:nvPr/>
        </p:nvGrpSpPr>
        <p:grpSpPr bwMode="auto">
          <a:xfrm>
            <a:off x="2555875" y="3068638"/>
            <a:ext cx="4537075" cy="2168525"/>
            <a:chOff x="1610" y="1933"/>
            <a:chExt cx="2858" cy="1366"/>
          </a:xfrm>
        </p:grpSpPr>
        <p:sp>
          <p:nvSpPr>
            <p:cNvPr id="76812" name="Line 13"/>
            <p:cNvSpPr>
              <a:spLocks noChangeShapeType="1"/>
            </p:cNvSpPr>
            <p:nvPr/>
          </p:nvSpPr>
          <p:spPr bwMode="auto">
            <a:xfrm>
              <a:off x="2018" y="2115"/>
              <a:ext cx="1951" cy="0"/>
            </a:xfrm>
            <a:prstGeom prst="line">
              <a:avLst/>
            </a:prstGeom>
            <a:noFill/>
            <a:ln w="28575">
              <a:solidFill>
                <a:srgbClr val="FFFF00"/>
              </a:solidFill>
              <a:prstDash val="dash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6813" name="Text Box 14"/>
            <p:cNvSpPr txBox="1">
              <a:spLocks noChangeArrowheads="1"/>
            </p:cNvSpPr>
            <p:nvPr/>
          </p:nvSpPr>
          <p:spPr bwMode="auto">
            <a:xfrm>
              <a:off x="1610" y="1933"/>
              <a:ext cx="354" cy="32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U</a:t>
              </a:r>
              <a:r>
                <a:rPr lang="en-US" altLang="zh-CN" b="0" i="1" baseline="-2500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S</a:t>
              </a:r>
            </a:p>
          </p:txBody>
        </p:sp>
        <p:sp>
          <p:nvSpPr>
            <p:cNvPr id="76814" name="Freeform 16"/>
            <p:cNvSpPr>
              <a:spLocks noChangeArrowheads="1"/>
            </p:cNvSpPr>
            <p:nvPr/>
          </p:nvSpPr>
          <p:spPr bwMode="auto">
            <a:xfrm>
              <a:off x="2033" y="2160"/>
              <a:ext cx="1890" cy="1139"/>
            </a:xfrm>
            <a:custGeom>
              <a:avLst/>
              <a:gdLst/>
              <a:ahLst/>
              <a:cxnLst>
                <a:cxn ang="0">
                  <a:pos x="0" y="344"/>
                </a:cxn>
                <a:cxn ang="0">
                  <a:pos x="288" y="152"/>
                </a:cxn>
                <a:cxn ang="0">
                  <a:pos x="624" y="56"/>
                </a:cxn>
                <a:cxn ang="0">
                  <a:pos x="1104" y="8"/>
                </a:cxn>
                <a:cxn ang="0">
                  <a:pos x="1344" y="8"/>
                </a:cxn>
              </a:cxnLst>
              <a:rect l="0" t="0" r="r" b="b"/>
              <a:pathLst>
                <a:path w="1344" h="344">
                  <a:moveTo>
                    <a:pt x="0" y="344"/>
                  </a:moveTo>
                  <a:cubicBezTo>
                    <a:pt x="92" y="272"/>
                    <a:pt x="184" y="200"/>
                    <a:pt x="288" y="152"/>
                  </a:cubicBezTo>
                  <a:cubicBezTo>
                    <a:pt x="392" y="104"/>
                    <a:pt x="488" y="80"/>
                    <a:pt x="624" y="56"/>
                  </a:cubicBezTo>
                  <a:cubicBezTo>
                    <a:pt x="760" y="32"/>
                    <a:pt x="984" y="16"/>
                    <a:pt x="1104" y="8"/>
                  </a:cubicBezTo>
                  <a:cubicBezTo>
                    <a:pt x="1224" y="0"/>
                    <a:pt x="1304" y="8"/>
                    <a:pt x="1344" y="8"/>
                  </a:cubicBezTo>
                </a:path>
              </a:pathLst>
            </a:custGeom>
            <a:noFill/>
            <a:ln w="28575">
              <a:solidFill>
                <a:srgbClr val="FF99FF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6815" name="AutoShape 17" descr="羊皮纸"/>
            <p:cNvSpPr>
              <a:spLocks noChangeArrowheads="1"/>
            </p:cNvSpPr>
            <p:nvPr/>
          </p:nvSpPr>
          <p:spPr bwMode="auto">
            <a:xfrm>
              <a:off x="3243" y="2614"/>
              <a:ext cx="1225" cy="342"/>
            </a:xfrm>
            <a:prstGeom prst="wedgeRectCallout">
              <a:avLst>
                <a:gd name="adj1" fmla="val -74083"/>
                <a:gd name="adj2" fmla="val -126606"/>
              </a:avLst>
            </a:prstGeom>
            <a:blipFill dpi="0" rotWithShape="1">
              <a:blip r:embed="rId4"/>
              <a:srcRect/>
              <a:tile tx="0" ty="0" sx="100000" sy="100000" flip="none" algn="tl"/>
            </a:blip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zh-CN" altLang="en-US">
                  <a:solidFill>
                    <a:schemeClr val="tx1"/>
                  </a:solidFill>
                  <a:latin typeface="Times New Roman" pitchFamily="18" charset="0"/>
                </a:rPr>
                <a:t>零状态响应</a:t>
              </a:r>
            </a:p>
          </p:txBody>
        </p:sp>
      </p:grpSp>
      <p:grpSp>
        <p:nvGrpSpPr>
          <p:cNvPr id="55343" name="Group 47"/>
          <p:cNvGrpSpPr>
            <a:grpSpLocks/>
          </p:cNvGrpSpPr>
          <p:nvPr/>
        </p:nvGrpSpPr>
        <p:grpSpPr bwMode="auto">
          <a:xfrm>
            <a:off x="2771775" y="2565400"/>
            <a:ext cx="3424238" cy="1890713"/>
            <a:chOff x="1746" y="1616"/>
            <a:chExt cx="2157" cy="1191"/>
          </a:xfrm>
        </p:grpSpPr>
        <p:grpSp>
          <p:nvGrpSpPr>
            <p:cNvPr id="76817" name="Group 46"/>
            <p:cNvGrpSpPr>
              <a:grpSpLocks/>
            </p:cNvGrpSpPr>
            <p:nvPr/>
          </p:nvGrpSpPr>
          <p:grpSpPr bwMode="auto">
            <a:xfrm>
              <a:off x="2018" y="1616"/>
              <a:ext cx="1885" cy="1191"/>
              <a:chOff x="2038" y="1616"/>
              <a:chExt cx="1885" cy="1191"/>
            </a:xfrm>
          </p:grpSpPr>
          <p:sp>
            <p:nvSpPr>
              <p:cNvPr id="76818" name="Freeform 19"/>
              <p:cNvSpPr>
                <a:spLocks noChangeArrowheads="1"/>
              </p:cNvSpPr>
              <p:nvPr/>
            </p:nvSpPr>
            <p:spPr bwMode="auto">
              <a:xfrm>
                <a:off x="2038" y="2160"/>
                <a:ext cx="1885" cy="647"/>
              </a:xfrm>
              <a:custGeom>
                <a:avLst/>
                <a:gdLst/>
                <a:ahLst/>
                <a:cxnLst>
                  <a:cxn ang="0">
                    <a:pos x="0" y="344"/>
                  </a:cxn>
                  <a:cxn ang="0">
                    <a:pos x="288" y="152"/>
                  </a:cxn>
                  <a:cxn ang="0">
                    <a:pos x="624" y="56"/>
                  </a:cxn>
                  <a:cxn ang="0">
                    <a:pos x="1104" y="8"/>
                  </a:cxn>
                  <a:cxn ang="0">
                    <a:pos x="1344" y="8"/>
                  </a:cxn>
                </a:cxnLst>
                <a:rect l="0" t="0" r="r" b="b"/>
                <a:pathLst>
                  <a:path w="1344" h="344">
                    <a:moveTo>
                      <a:pt x="0" y="344"/>
                    </a:moveTo>
                    <a:cubicBezTo>
                      <a:pt x="92" y="272"/>
                      <a:pt x="184" y="200"/>
                      <a:pt x="288" y="152"/>
                    </a:cubicBezTo>
                    <a:cubicBezTo>
                      <a:pt x="392" y="104"/>
                      <a:pt x="488" y="80"/>
                      <a:pt x="624" y="56"/>
                    </a:cubicBezTo>
                    <a:cubicBezTo>
                      <a:pt x="760" y="32"/>
                      <a:pt x="984" y="16"/>
                      <a:pt x="1104" y="8"/>
                    </a:cubicBezTo>
                    <a:cubicBezTo>
                      <a:pt x="1224" y="0"/>
                      <a:pt x="1304" y="8"/>
                      <a:pt x="1344" y="8"/>
                    </a:cubicBezTo>
                  </a:path>
                </a:pathLst>
              </a:custGeom>
              <a:noFill/>
              <a:ln w="28575">
                <a:solidFill>
                  <a:srgbClr val="FF33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6819" name="AutoShape 21"/>
              <p:cNvSpPr>
                <a:spLocks noChangeArrowheads="1"/>
              </p:cNvSpPr>
              <p:nvPr/>
            </p:nvSpPr>
            <p:spPr bwMode="auto">
              <a:xfrm>
                <a:off x="2653" y="1616"/>
                <a:ext cx="1096" cy="330"/>
              </a:xfrm>
              <a:prstGeom prst="wedgeRectCallout">
                <a:avLst>
                  <a:gd name="adj1" fmla="val -51458"/>
                  <a:gd name="adj2" fmla="val 186366"/>
                </a:avLst>
              </a:prstGeom>
              <a:solidFill>
                <a:srgbClr val="FFCC00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r>
                  <a:rPr lang="zh-CN" altLang="en-US">
                    <a:solidFill>
                      <a:schemeClr val="tx1"/>
                    </a:solidFill>
                    <a:latin typeface="Times New Roman" pitchFamily="18" charset="0"/>
                  </a:rPr>
                  <a:t>全响应</a:t>
                </a:r>
              </a:p>
            </p:txBody>
          </p:sp>
        </p:grpSp>
        <p:sp>
          <p:nvSpPr>
            <p:cNvPr id="76820" name="Line 20"/>
            <p:cNvSpPr>
              <a:spLocks noChangeShapeType="1"/>
            </p:cNvSpPr>
            <p:nvPr/>
          </p:nvSpPr>
          <p:spPr bwMode="auto">
            <a:xfrm>
              <a:off x="1746" y="2795"/>
              <a:ext cx="286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55345" name="Group 49"/>
          <p:cNvGrpSpPr>
            <a:grpSpLocks/>
          </p:cNvGrpSpPr>
          <p:nvPr/>
        </p:nvGrpSpPr>
        <p:grpSpPr bwMode="auto">
          <a:xfrm>
            <a:off x="2555875" y="3846513"/>
            <a:ext cx="5762625" cy="2317750"/>
            <a:chOff x="1610" y="2423"/>
            <a:chExt cx="3630" cy="1460"/>
          </a:xfrm>
        </p:grpSpPr>
        <p:sp>
          <p:nvSpPr>
            <p:cNvPr id="76822" name="Freeform 26"/>
            <p:cNvSpPr>
              <a:spLocks noChangeArrowheads="1"/>
            </p:cNvSpPr>
            <p:nvPr/>
          </p:nvSpPr>
          <p:spPr bwMode="auto">
            <a:xfrm flipV="1">
              <a:off x="2018" y="2795"/>
              <a:ext cx="1957" cy="474"/>
            </a:xfrm>
            <a:custGeom>
              <a:avLst/>
              <a:gdLst/>
              <a:ahLst/>
              <a:cxnLst>
                <a:cxn ang="0">
                  <a:pos x="0" y="344"/>
                </a:cxn>
                <a:cxn ang="0">
                  <a:pos x="288" y="152"/>
                </a:cxn>
                <a:cxn ang="0">
                  <a:pos x="624" y="56"/>
                </a:cxn>
                <a:cxn ang="0">
                  <a:pos x="1104" y="8"/>
                </a:cxn>
                <a:cxn ang="0">
                  <a:pos x="1344" y="8"/>
                </a:cxn>
              </a:cxnLst>
              <a:rect l="0" t="0" r="r" b="b"/>
              <a:pathLst>
                <a:path w="1344" h="344">
                  <a:moveTo>
                    <a:pt x="0" y="344"/>
                  </a:moveTo>
                  <a:cubicBezTo>
                    <a:pt x="92" y="272"/>
                    <a:pt x="184" y="200"/>
                    <a:pt x="288" y="152"/>
                  </a:cubicBezTo>
                  <a:cubicBezTo>
                    <a:pt x="392" y="104"/>
                    <a:pt x="488" y="80"/>
                    <a:pt x="624" y="56"/>
                  </a:cubicBezTo>
                  <a:cubicBezTo>
                    <a:pt x="760" y="32"/>
                    <a:pt x="984" y="16"/>
                    <a:pt x="1104" y="8"/>
                  </a:cubicBezTo>
                  <a:cubicBezTo>
                    <a:pt x="1224" y="0"/>
                    <a:pt x="1304" y="8"/>
                    <a:pt x="1344" y="8"/>
                  </a:cubicBezTo>
                </a:path>
              </a:pathLst>
            </a:custGeom>
            <a:noFill/>
            <a:ln w="28575">
              <a:solidFill>
                <a:srgbClr val="00FFFF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6823" name="AutoShape 27" descr="花束"/>
            <p:cNvSpPr>
              <a:spLocks noChangeArrowheads="1"/>
            </p:cNvSpPr>
            <p:nvPr/>
          </p:nvSpPr>
          <p:spPr bwMode="auto">
            <a:xfrm>
              <a:off x="3696" y="3521"/>
              <a:ext cx="1544" cy="362"/>
            </a:xfrm>
            <a:prstGeom prst="wedgeRectCallout">
              <a:avLst>
                <a:gd name="adj1" fmla="val -87370"/>
                <a:gd name="adj2" fmla="val -130111"/>
              </a:avLst>
            </a:prstGeom>
            <a:blipFill dpi="0" rotWithShape="1">
              <a:blip r:embed="rId5"/>
              <a:srcRect/>
              <a:tile tx="0" ty="0" sx="100000" sy="100000" flip="none" algn="tl"/>
            </a:blip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zh-CN" altLang="en-US">
                  <a:solidFill>
                    <a:schemeClr val="tx1"/>
                  </a:solidFill>
                  <a:latin typeface="Times New Roman" pitchFamily="18" charset="0"/>
                </a:rPr>
                <a:t>零输入响应</a:t>
              </a:r>
            </a:p>
          </p:txBody>
        </p:sp>
        <p:sp>
          <p:nvSpPr>
            <p:cNvPr id="76824" name="Text Box 28"/>
            <p:cNvSpPr txBox="1">
              <a:spLocks noChangeArrowheads="1"/>
            </p:cNvSpPr>
            <p:nvPr/>
          </p:nvSpPr>
          <p:spPr bwMode="auto">
            <a:xfrm>
              <a:off x="1610" y="2423"/>
              <a:ext cx="355" cy="32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U</a:t>
              </a:r>
              <a:r>
                <a:rPr lang="en-US" altLang="zh-CN" b="0" baseline="-2500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0</a:t>
              </a:r>
              <a:endParaRPr lang="en-US" altLang="zh-CN" b="0" i="1" baseline="-2500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76825" name="Line 29"/>
            <p:cNvSpPr>
              <a:spLocks noChangeShapeType="1"/>
            </p:cNvSpPr>
            <p:nvPr/>
          </p:nvSpPr>
          <p:spPr bwMode="auto">
            <a:xfrm>
              <a:off x="1722" y="2795"/>
              <a:ext cx="296" cy="8"/>
            </a:xfrm>
            <a:prstGeom prst="line">
              <a:avLst/>
            </a:prstGeom>
            <a:noFill/>
            <a:ln w="28575">
              <a:solidFill>
                <a:srgbClr val="66FFFF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76826" name="Group 34"/>
          <p:cNvGrpSpPr>
            <a:grpSpLocks/>
          </p:cNvGrpSpPr>
          <p:nvPr/>
        </p:nvGrpSpPr>
        <p:grpSpPr bwMode="auto"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76827" name="Picture 35" descr="78900"/>
            <p:cNvPicPr>
              <a:picLocks noChangeAspect="1" noChangeArrowheads="1"/>
            </p:cNvPicPr>
            <p:nvPr/>
          </p:nvPicPr>
          <p:blipFill>
            <a:blip r:embed="rId6"/>
            <a:srcRect/>
            <a:stretch>
              <a:fillRect/>
            </a:stretch>
          </p:blipFill>
          <p:spPr bwMode="auto"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76828" name="Text Box 36">
              <a:hlinkClick r:id="" action="ppaction://hlinkshowjump?jump=nextslide"/>
            </p:cNvPr>
            <p:cNvSpPr txBox="1">
              <a:spLocks noChangeArrowheads="1"/>
            </p:cNvSpPr>
            <p:nvPr/>
          </p:nvSpPr>
          <p:spPr bwMode="auto"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0">
                  <a:solidFill>
                    <a:schemeClr val="bg1"/>
                  </a:solidFill>
                  <a:latin typeface="隶书" pitchFamily="49" charset="-122"/>
                  <a:ea typeface="隶书" pitchFamily="49" charset="-122"/>
                </a:rPr>
                <a:t>下 页</a:t>
              </a:r>
            </a:p>
          </p:txBody>
        </p:sp>
      </p:grpSp>
      <p:grpSp>
        <p:nvGrpSpPr>
          <p:cNvPr id="76829" name="Group 37"/>
          <p:cNvGrpSpPr>
            <a:grpSpLocks/>
          </p:cNvGrpSpPr>
          <p:nvPr/>
        </p:nvGrpSpPr>
        <p:grpSpPr bwMode="auto">
          <a:xfrm>
            <a:off x="7453313" y="6446838"/>
            <a:ext cx="792162" cy="366712"/>
            <a:chOff x="4649" y="4020"/>
            <a:chExt cx="499" cy="231"/>
          </a:xfrm>
        </p:grpSpPr>
        <p:pic>
          <p:nvPicPr>
            <p:cNvPr id="76830" name="Picture 38" descr="78900"/>
            <p:cNvPicPr>
              <a:picLocks noChangeAspect="1" noChangeArrowheads="1"/>
            </p:cNvPicPr>
            <p:nvPr/>
          </p:nvPicPr>
          <p:blipFill>
            <a:blip r:embed="rId6"/>
            <a:srcRect/>
            <a:stretch>
              <a:fillRect/>
            </a:stretch>
          </p:blipFill>
          <p:spPr bwMode="auto"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76831" name="Text Box 39">
              <a:hlinkClick r:id="" action="ppaction://hlinkshowjump?jump=previousslide"/>
            </p:cNvPr>
            <p:cNvSpPr txBox="1">
              <a:spLocks noChangeArrowheads="1"/>
            </p:cNvSpPr>
            <p:nvPr/>
          </p:nvSpPr>
          <p:spPr bwMode="auto"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0">
                  <a:solidFill>
                    <a:schemeClr val="bg1"/>
                  </a:solidFill>
                  <a:latin typeface="隶书" pitchFamily="49" charset="-122"/>
                  <a:ea typeface="隶书" pitchFamily="49" charset="-122"/>
                </a:rPr>
                <a:t>上 页</a:t>
              </a:r>
            </a:p>
          </p:txBody>
        </p:sp>
      </p:grpSp>
      <p:grpSp>
        <p:nvGrpSpPr>
          <p:cNvPr id="76832" name="Group 54"/>
          <p:cNvGrpSpPr>
            <a:grpSpLocks/>
          </p:cNvGrpSpPr>
          <p:nvPr/>
        </p:nvGrpSpPr>
        <p:grpSpPr bwMode="auto">
          <a:xfrm>
            <a:off x="6588125" y="6445250"/>
            <a:ext cx="792163" cy="366713"/>
            <a:chOff x="4649" y="4020"/>
            <a:chExt cx="499" cy="231"/>
          </a:xfrm>
        </p:grpSpPr>
        <p:pic>
          <p:nvPicPr>
            <p:cNvPr id="76833" name="Picture 55" descr="78900"/>
            <p:cNvPicPr>
              <a:picLocks noChangeAspect="1" noChangeArrowheads="1"/>
            </p:cNvPicPr>
            <p:nvPr/>
          </p:nvPicPr>
          <p:blipFill>
            <a:blip r:embed="rId6"/>
            <a:srcRect/>
            <a:stretch>
              <a:fillRect/>
            </a:stretch>
          </p:blipFill>
          <p:spPr bwMode="auto"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76834" name="Text Box 56">
              <a:hlinkClick r:id="rId7" action="ppaction://hlinksldjump"/>
            </p:cNvPr>
            <p:cNvSpPr txBox="1">
              <a:spLocks noChangeArrowheads="1"/>
            </p:cNvSpPr>
            <p:nvPr/>
          </p:nvSpPr>
          <p:spPr bwMode="auto"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0">
                  <a:solidFill>
                    <a:schemeClr val="bg1"/>
                  </a:solidFill>
                  <a:latin typeface="隶书" pitchFamily="49" charset="-122"/>
                  <a:ea typeface="隶书" pitchFamily="49" charset="-122"/>
                </a:rPr>
                <a:t>返 回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53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553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553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553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553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553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304" grpId="0" animBg="1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Text Box 2"/>
          <p:cNvSpPr txBox="1">
            <a:spLocks noChangeArrowheads="1"/>
          </p:cNvSpPr>
          <p:nvPr/>
        </p:nvSpPr>
        <p:spPr bwMode="auto">
          <a:xfrm>
            <a:off x="468313" y="549275"/>
            <a:ext cx="1079500" cy="579438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sz="320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例</a:t>
            </a:r>
            <a:r>
              <a:rPr lang="en-US" altLang="zh-CN" sz="3200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1</a:t>
            </a:r>
          </a:p>
        </p:txBody>
      </p:sp>
      <p:sp>
        <p:nvSpPr>
          <p:cNvPr id="54275" name="Text Box 3"/>
          <p:cNvSpPr txBox="1">
            <a:spLocks noChangeArrowheads="1"/>
          </p:cNvSpPr>
          <p:nvPr/>
        </p:nvSpPr>
        <p:spPr bwMode="auto">
          <a:xfrm>
            <a:off x="1476375" y="549275"/>
            <a:ext cx="6985000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3200" b="0" i="1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t</a:t>
            </a:r>
            <a:r>
              <a:rPr lang="en-US" altLang="zh-CN" sz="3200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=0</a:t>
            </a:r>
            <a:r>
              <a:rPr lang="en-US" altLang="zh-CN" sz="3200" b="0">
                <a:latin typeface="Times New Roman" pitchFamily="18" charset="0"/>
                <a:ea typeface="宋体" pitchFamily="2" charset="-122"/>
              </a:rPr>
              <a:t> </a:t>
            </a:r>
            <a:r>
              <a:rPr lang="zh-CN" altLang="zh-CN">
                <a:latin typeface="楷体_GB2312" pitchFamily="49" charset="-122"/>
              </a:rPr>
              <a:t>时 </a:t>
            </a:r>
            <a:r>
              <a:rPr lang="en-US" altLang="zh-CN">
                <a:latin typeface="楷体_GB2312" pitchFamily="49" charset="-122"/>
              </a:rPr>
              <a:t>,</a:t>
            </a:r>
            <a:r>
              <a:rPr lang="zh-CN" altLang="en-US">
                <a:latin typeface="楷体_GB2312" pitchFamily="49" charset="-122"/>
              </a:rPr>
              <a:t>开关</a:t>
            </a:r>
            <a:r>
              <a:rPr lang="en-US" altLang="zh-CN" b="0">
                <a:latin typeface="Times New Roman" pitchFamily="18" charset="0"/>
              </a:rPr>
              <a:t>k</a:t>
            </a:r>
            <a:r>
              <a:rPr lang="zh-CN" altLang="en-US">
                <a:latin typeface="楷体_GB2312" pitchFamily="49" charset="-122"/>
              </a:rPr>
              <a:t>打开，求</a:t>
            </a:r>
            <a:r>
              <a:rPr lang="en-US" altLang="zh-CN" sz="3200" b="0" i="1">
                <a:solidFill>
                  <a:schemeClr val="bg1"/>
                </a:solidFill>
                <a:latin typeface="Times New Roman" pitchFamily="18" charset="0"/>
              </a:rPr>
              <a:t>t </a:t>
            </a:r>
            <a:r>
              <a:rPr lang="en-US" altLang="zh-CN" sz="3200" b="0">
                <a:solidFill>
                  <a:schemeClr val="bg1"/>
                </a:solidFill>
                <a:latin typeface="Times New Roman" pitchFamily="18" charset="0"/>
              </a:rPr>
              <a:t>&gt;0</a:t>
            </a:r>
            <a:r>
              <a:rPr lang="zh-CN" altLang="en-US">
                <a:latin typeface="楷体_GB2312" pitchFamily="49" charset="-122"/>
              </a:rPr>
              <a:t>后的</a:t>
            </a:r>
            <a:r>
              <a:rPr lang="en-US" altLang="zh-CN" sz="3200" b="0" i="1">
                <a:solidFill>
                  <a:schemeClr val="bg1"/>
                </a:solidFill>
                <a:latin typeface="Times New Roman" pitchFamily="18" charset="0"/>
                <a:ea typeface="仿宋_GB2312" pitchFamily="49" charset="-122"/>
              </a:rPr>
              <a:t>i</a:t>
            </a:r>
            <a:r>
              <a:rPr lang="en-US" altLang="zh-CN" sz="3200" b="0" baseline="-2500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L</a:t>
            </a:r>
            <a:r>
              <a:rPr lang="zh-CN" altLang="en-US" sz="3200" b="0" baseline="-2500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、</a:t>
            </a:r>
            <a:r>
              <a:rPr lang="en-US" altLang="zh-CN" sz="3200" b="0" i="1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u</a:t>
            </a:r>
            <a:r>
              <a:rPr lang="en-US" altLang="zh-CN" sz="3200" b="0" baseline="-2500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L</a:t>
            </a:r>
            <a:r>
              <a:rPr lang="zh-CN" altLang="en-US" sz="3200" b="0" baseline="-2500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。</a:t>
            </a:r>
            <a:endParaRPr lang="zh-CN" altLang="en-US" sz="3200" b="0">
              <a:solidFill>
                <a:schemeClr val="bg1"/>
              </a:solidFill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54276" name="Text Box 4"/>
          <p:cNvSpPr txBox="1">
            <a:spLocks noChangeArrowheads="1"/>
          </p:cNvSpPr>
          <p:nvPr/>
        </p:nvSpPr>
        <p:spPr bwMode="auto">
          <a:xfrm>
            <a:off x="539750" y="1196975"/>
            <a:ext cx="576263" cy="519113"/>
          </a:xfrm>
          <a:prstGeom prst="rect">
            <a:avLst/>
          </a:prstGeom>
          <a:solidFill>
            <a:srgbClr val="990033"/>
          </a:solidFill>
          <a:ln w="9525">
            <a:noFill/>
            <a:miter lim="800000"/>
            <a:headEnd/>
            <a:tailEnd/>
          </a:ln>
        </p:spPr>
        <p:txBody>
          <a:bodyPr lIns="90000" tIns="46800" rIns="90000" bIns="46800" anchor="ctr">
            <a:spAutoFit/>
          </a:bodyPr>
          <a:lstStyle/>
          <a:p>
            <a:pPr algn="ctr"/>
            <a:r>
              <a:rPr lang="zh-CN" altLang="en-US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解</a:t>
            </a:r>
            <a:endParaRPr lang="zh-CN" altLang="en-US" i="1">
              <a:solidFill>
                <a:schemeClr val="bg1"/>
              </a:solidFill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54277" name="Text Box 5"/>
          <p:cNvSpPr txBox="1">
            <a:spLocks noChangeArrowheads="1"/>
          </p:cNvSpPr>
          <p:nvPr/>
        </p:nvSpPr>
        <p:spPr bwMode="auto">
          <a:xfrm>
            <a:off x="1187450" y="1196975"/>
            <a:ext cx="5472113" cy="11604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>
                <a:latin typeface="楷体_GB2312" pitchFamily="49" charset="-122"/>
              </a:rPr>
              <a:t>这是</a:t>
            </a:r>
            <a:r>
              <a:rPr lang="en-US" altLang="zh-CN" b="0" i="1">
                <a:latin typeface="Times New Roman" pitchFamily="18" charset="0"/>
              </a:rPr>
              <a:t>RL</a:t>
            </a:r>
            <a:r>
              <a:rPr lang="zh-CN" altLang="en-US">
                <a:latin typeface="楷体_GB2312" pitchFamily="49" charset="-122"/>
              </a:rPr>
              <a:t>电路全响应问题，</a:t>
            </a:r>
          </a:p>
          <a:p>
            <a:pPr>
              <a:spcBef>
                <a:spcPct val="50000"/>
              </a:spcBef>
            </a:pPr>
            <a:r>
              <a:rPr lang="zh-CN" altLang="en-US">
                <a:latin typeface="楷体_GB2312" pitchFamily="49" charset="-122"/>
              </a:rPr>
              <a:t>有：</a:t>
            </a:r>
          </a:p>
        </p:txBody>
      </p:sp>
      <p:graphicFrame>
        <p:nvGraphicFramePr>
          <p:cNvPr id="54324" name="Object 52"/>
          <p:cNvGraphicFramePr>
            <a:graphicFrameLocks noChangeAspect="1"/>
          </p:cNvGraphicFramePr>
          <p:nvPr/>
        </p:nvGraphicFramePr>
        <p:xfrm>
          <a:off x="728663" y="2997200"/>
          <a:ext cx="4306887" cy="415925"/>
        </p:xfrm>
        <a:graphic>
          <a:graphicData uri="http://schemas.openxmlformats.org/presentationml/2006/ole">
            <p:oleObj spid="_x0000_s77829" r:id="rId4" imgW="1668600" imgH="161640" progId="Equation.3">
              <p:embed/>
            </p:oleObj>
          </a:graphicData>
        </a:graphic>
      </p:graphicFrame>
      <p:graphicFrame>
        <p:nvGraphicFramePr>
          <p:cNvPr id="54329" name="Object 57"/>
          <p:cNvGraphicFramePr>
            <a:graphicFrameLocks noChangeAspect="1"/>
          </p:cNvGraphicFramePr>
          <p:nvPr/>
        </p:nvGraphicFramePr>
        <p:xfrm>
          <a:off x="1993900" y="1800225"/>
          <a:ext cx="2360613" cy="1019175"/>
        </p:xfrm>
        <a:graphic>
          <a:graphicData uri="http://schemas.openxmlformats.org/presentationml/2006/ole">
            <p:oleObj spid="_x0000_s77830" r:id="rId5" imgW="915480" imgH="415080" progId="Equation.3">
              <p:embed/>
            </p:oleObj>
          </a:graphicData>
        </a:graphic>
      </p:graphicFrame>
      <p:grpSp>
        <p:nvGrpSpPr>
          <p:cNvPr id="54394" name="Group 122"/>
          <p:cNvGrpSpPr>
            <a:grpSpLocks/>
          </p:cNvGrpSpPr>
          <p:nvPr/>
        </p:nvGrpSpPr>
        <p:grpSpPr bwMode="auto">
          <a:xfrm>
            <a:off x="539750" y="3716338"/>
            <a:ext cx="4846638" cy="639762"/>
            <a:chOff x="385" y="2478"/>
            <a:chExt cx="3053" cy="403"/>
          </a:xfrm>
        </p:grpSpPr>
        <p:graphicFrame>
          <p:nvGraphicFramePr>
            <p:cNvPr id="77832" name="Object 54"/>
            <p:cNvGraphicFramePr>
              <a:graphicFrameLocks noChangeAspect="1"/>
            </p:cNvGraphicFramePr>
            <p:nvPr/>
          </p:nvGraphicFramePr>
          <p:xfrm>
            <a:off x="1736" y="2478"/>
            <a:ext cx="1702" cy="403"/>
          </p:xfrm>
          <a:graphic>
            <a:graphicData uri="http://schemas.openxmlformats.org/presentationml/2006/ole">
              <p:oleObj spid="_x0000_s77832" r:id="rId6" imgW="903960" imgH="219240" progId="Equation.3">
                <p:embed/>
              </p:oleObj>
            </a:graphicData>
          </a:graphic>
        </p:graphicFrame>
        <p:sp>
          <p:nvSpPr>
            <p:cNvPr id="77833" name="Text Box 58"/>
            <p:cNvSpPr txBox="1">
              <a:spLocks noChangeArrowheads="1"/>
            </p:cNvSpPr>
            <p:nvPr/>
          </p:nvSpPr>
          <p:spPr bwMode="auto">
            <a:xfrm>
              <a:off x="385" y="2523"/>
              <a:ext cx="1905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/>
                <a:t>零输入响应：</a:t>
              </a:r>
            </a:p>
          </p:txBody>
        </p:sp>
      </p:grpSp>
      <p:grpSp>
        <p:nvGrpSpPr>
          <p:cNvPr id="54392" name="Group 120"/>
          <p:cNvGrpSpPr>
            <a:grpSpLocks/>
          </p:cNvGrpSpPr>
          <p:nvPr/>
        </p:nvGrpSpPr>
        <p:grpSpPr bwMode="auto">
          <a:xfrm>
            <a:off x="468313" y="4365625"/>
            <a:ext cx="6048375" cy="1014413"/>
            <a:chOff x="385" y="2840"/>
            <a:chExt cx="3810" cy="639"/>
          </a:xfrm>
        </p:grpSpPr>
        <p:graphicFrame>
          <p:nvGraphicFramePr>
            <p:cNvPr id="77835" name="Object 53"/>
            <p:cNvGraphicFramePr>
              <a:graphicFrameLocks noChangeAspect="1"/>
            </p:cNvGraphicFramePr>
            <p:nvPr/>
          </p:nvGraphicFramePr>
          <p:xfrm>
            <a:off x="1791" y="2840"/>
            <a:ext cx="2404" cy="639"/>
          </p:xfrm>
          <a:graphic>
            <a:graphicData uri="http://schemas.openxmlformats.org/presentationml/2006/ole">
              <p:oleObj spid="_x0000_s77835" r:id="rId7" imgW="1413720" imgH="392040" progId="Equation.3">
                <p:embed/>
              </p:oleObj>
            </a:graphicData>
          </a:graphic>
        </p:graphicFrame>
        <p:sp>
          <p:nvSpPr>
            <p:cNvPr id="77836" name="Text Box 59"/>
            <p:cNvSpPr txBox="1">
              <a:spLocks noChangeArrowheads="1"/>
            </p:cNvSpPr>
            <p:nvPr/>
          </p:nvSpPr>
          <p:spPr bwMode="auto">
            <a:xfrm>
              <a:off x="385" y="2976"/>
              <a:ext cx="1769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/>
                <a:t>零状态响应：</a:t>
              </a:r>
            </a:p>
          </p:txBody>
        </p:sp>
      </p:grpSp>
      <p:grpSp>
        <p:nvGrpSpPr>
          <p:cNvPr id="54393" name="Group 121"/>
          <p:cNvGrpSpPr>
            <a:grpSpLocks/>
          </p:cNvGrpSpPr>
          <p:nvPr/>
        </p:nvGrpSpPr>
        <p:grpSpPr bwMode="auto">
          <a:xfrm>
            <a:off x="468313" y="5516563"/>
            <a:ext cx="8047037" cy="649287"/>
            <a:chOff x="295" y="3475"/>
            <a:chExt cx="5069" cy="409"/>
          </a:xfrm>
        </p:grpSpPr>
        <p:graphicFrame>
          <p:nvGraphicFramePr>
            <p:cNvPr id="77838" name="Object 55"/>
            <p:cNvGraphicFramePr>
              <a:graphicFrameLocks noChangeAspect="1"/>
            </p:cNvGraphicFramePr>
            <p:nvPr/>
          </p:nvGraphicFramePr>
          <p:xfrm>
            <a:off x="1301" y="3475"/>
            <a:ext cx="4063" cy="409"/>
          </p:xfrm>
          <a:graphic>
            <a:graphicData uri="http://schemas.openxmlformats.org/presentationml/2006/ole">
              <p:oleObj spid="_x0000_s77838" r:id="rId8" imgW="2421720" imgH="219240" progId="Equation.3">
                <p:embed/>
              </p:oleObj>
            </a:graphicData>
          </a:graphic>
        </p:graphicFrame>
        <p:sp>
          <p:nvSpPr>
            <p:cNvPr id="77839" name="Text Box 60"/>
            <p:cNvSpPr txBox="1">
              <a:spLocks noChangeArrowheads="1"/>
            </p:cNvSpPr>
            <p:nvPr/>
          </p:nvSpPr>
          <p:spPr bwMode="auto">
            <a:xfrm>
              <a:off x="295" y="3475"/>
              <a:ext cx="1134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/>
                <a:t>全响应：</a:t>
              </a:r>
            </a:p>
          </p:txBody>
        </p:sp>
      </p:grpSp>
      <p:grpSp>
        <p:nvGrpSpPr>
          <p:cNvPr id="77840" name="Group 71"/>
          <p:cNvGrpSpPr>
            <a:grpSpLocks/>
          </p:cNvGrpSpPr>
          <p:nvPr/>
        </p:nvGrpSpPr>
        <p:grpSpPr bwMode="auto"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77841" name="Picture 72" descr="78900"/>
            <p:cNvPicPr>
              <a:picLocks noChangeAspect="1" noChangeArrowheads="1"/>
            </p:cNvPicPr>
            <p:nvPr/>
          </p:nvPicPr>
          <p:blipFill>
            <a:blip r:embed="rId9"/>
            <a:srcRect/>
            <a:stretch>
              <a:fillRect/>
            </a:stretch>
          </p:blipFill>
          <p:spPr bwMode="auto"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77842" name="Text Box 73">
              <a:hlinkClick r:id="" action="ppaction://hlinkshowjump?jump=nextslide"/>
            </p:cNvPr>
            <p:cNvSpPr txBox="1">
              <a:spLocks noChangeArrowheads="1"/>
            </p:cNvSpPr>
            <p:nvPr/>
          </p:nvSpPr>
          <p:spPr bwMode="auto"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0">
                  <a:solidFill>
                    <a:schemeClr val="bg1"/>
                  </a:solidFill>
                  <a:latin typeface="隶书" pitchFamily="49" charset="-122"/>
                  <a:ea typeface="隶书" pitchFamily="49" charset="-122"/>
                </a:rPr>
                <a:t>下 页</a:t>
              </a:r>
            </a:p>
          </p:txBody>
        </p:sp>
      </p:grpSp>
      <p:grpSp>
        <p:nvGrpSpPr>
          <p:cNvPr id="77843" name="Group 74"/>
          <p:cNvGrpSpPr>
            <a:grpSpLocks/>
          </p:cNvGrpSpPr>
          <p:nvPr/>
        </p:nvGrpSpPr>
        <p:grpSpPr bwMode="auto">
          <a:xfrm>
            <a:off x="7453313" y="6446838"/>
            <a:ext cx="792162" cy="366712"/>
            <a:chOff x="4649" y="4020"/>
            <a:chExt cx="499" cy="231"/>
          </a:xfrm>
        </p:grpSpPr>
        <p:pic>
          <p:nvPicPr>
            <p:cNvPr id="77844" name="Picture 75" descr="78900"/>
            <p:cNvPicPr>
              <a:picLocks noChangeAspect="1" noChangeArrowheads="1"/>
            </p:cNvPicPr>
            <p:nvPr/>
          </p:nvPicPr>
          <p:blipFill>
            <a:blip r:embed="rId9"/>
            <a:srcRect/>
            <a:stretch>
              <a:fillRect/>
            </a:stretch>
          </p:blipFill>
          <p:spPr bwMode="auto"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77845" name="Text Box 76">
              <a:hlinkClick r:id="" action="ppaction://hlinkshowjump?jump=previousslide"/>
            </p:cNvPr>
            <p:cNvSpPr txBox="1">
              <a:spLocks noChangeArrowheads="1"/>
            </p:cNvSpPr>
            <p:nvPr/>
          </p:nvSpPr>
          <p:spPr bwMode="auto"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0">
                  <a:solidFill>
                    <a:schemeClr val="bg1"/>
                  </a:solidFill>
                  <a:latin typeface="隶书" pitchFamily="49" charset="-122"/>
                  <a:ea typeface="隶书" pitchFamily="49" charset="-122"/>
                </a:rPr>
                <a:t>上 页</a:t>
              </a:r>
            </a:p>
          </p:txBody>
        </p:sp>
      </p:grpSp>
      <p:grpSp>
        <p:nvGrpSpPr>
          <p:cNvPr id="54361" name="Group 89"/>
          <p:cNvGrpSpPr>
            <a:grpSpLocks/>
          </p:cNvGrpSpPr>
          <p:nvPr/>
        </p:nvGrpSpPr>
        <p:grpSpPr bwMode="auto">
          <a:xfrm>
            <a:off x="5076825" y="1341438"/>
            <a:ext cx="3871913" cy="2376487"/>
            <a:chOff x="2608" y="2160"/>
            <a:chExt cx="2439" cy="1497"/>
          </a:xfrm>
        </p:grpSpPr>
        <p:sp>
          <p:nvSpPr>
            <p:cNvPr id="77847" name="Oval 90"/>
            <p:cNvSpPr>
              <a:spLocks noChangeArrowheads="1"/>
            </p:cNvSpPr>
            <p:nvPr/>
          </p:nvSpPr>
          <p:spPr bwMode="auto">
            <a:xfrm>
              <a:off x="2608" y="2931"/>
              <a:ext cx="363" cy="363"/>
            </a:xfrm>
            <a:prstGeom prst="ellipse">
              <a:avLst/>
            </a:prstGeom>
            <a:gradFill rotWithShape="1">
              <a:gsLst>
                <a:gs pos="0">
                  <a:srgbClr val="0099FF"/>
                </a:gs>
                <a:gs pos="100000">
                  <a:srgbClr val="004776"/>
                </a:gs>
              </a:gsLst>
              <a:path path="shape">
                <a:fillToRect l="50000" t="50000" r="50000" b="50000"/>
              </a:path>
            </a:gradFill>
            <a:ln w="38100">
              <a:solidFill>
                <a:srgbClr val="FF99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7848" name="Line 91"/>
            <p:cNvSpPr>
              <a:spLocks noChangeShapeType="1"/>
            </p:cNvSpPr>
            <p:nvPr/>
          </p:nvSpPr>
          <p:spPr bwMode="auto">
            <a:xfrm>
              <a:off x="4740" y="2614"/>
              <a:ext cx="0" cy="317"/>
            </a:xfrm>
            <a:prstGeom prst="line">
              <a:avLst/>
            </a:prstGeom>
            <a:noFill/>
            <a:ln w="38100">
              <a:solidFill>
                <a:srgbClr val="00FFFF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7849" name="Text Box 92"/>
            <p:cNvSpPr txBox="1">
              <a:spLocks noChangeArrowheads="1"/>
            </p:cNvSpPr>
            <p:nvPr/>
          </p:nvSpPr>
          <p:spPr bwMode="auto">
            <a:xfrm>
              <a:off x="4753" y="2542"/>
              <a:ext cx="263" cy="327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i</a:t>
              </a:r>
              <a:r>
                <a:rPr lang="en-US" altLang="zh-CN" b="0" i="1" baseline="-2500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L</a:t>
              </a:r>
              <a:endParaRPr lang="en-US" altLang="zh-CN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77850" name="Text Box 93"/>
            <p:cNvSpPr txBox="1">
              <a:spLocks noChangeArrowheads="1"/>
            </p:cNvSpPr>
            <p:nvPr/>
          </p:nvSpPr>
          <p:spPr bwMode="auto">
            <a:xfrm>
              <a:off x="2997" y="2595"/>
              <a:ext cx="691" cy="327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S(</a:t>
              </a:r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t</a:t>
              </a:r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=0)</a:t>
              </a:r>
            </a:p>
          </p:txBody>
        </p:sp>
        <p:sp>
          <p:nvSpPr>
            <p:cNvPr id="77851" name="Text Box 94"/>
            <p:cNvSpPr txBox="1">
              <a:spLocks noChangeArrowheads="1"/>
            </p:cNvSpPr>
            <p:nvPr/>
          </p:nvSpPr>
          <p:spPr bwMode="auto">
            <a:xfrm>
              <a:off x="2789" y="2640"/>
              <a:ext cx="257" cy="327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+</a:t>
              </a:r>
            </a:p>
          </p:txBody>
        </p:sp>
        <p:sp>
          <p:nvSpPr>
            <p:cNvPr id="77852" name="Text Box 95"/>
            <p:cNvSpPr txBox="1">
              <a:spLocks noChangeArrowheads="1"/>
            </p:cNvSpPr>
            <p:nvPr/>
          </p:nvSpPr>
          <p:spPr bwMode="auto">
            <a:xfrm>
              <a:off x="2789" y="3230"/>
              <a:ext cx="243" cy="327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–</a:t>
              </a:r>
            </a:p>
          </p:txBody>
        </p:sp>
        <p:sp>
          <p:nvSpPr>
            <p:cNvPr id="77853" name="Text Box 96"/>
            <p:cNvSpPr txBox="1">
              <a:spLocks noChangeArrowheads="1"/>
            </p:cNvSpPr>
            <p:nvPr/>
          </p:nvSpPr>
          <p:spPr bwMode="auto">
            <a:xfrm>
              <a:off x="2925" y="3003"/>
              <a:ext cx="590" cy="327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24V</a:t>
              </a:r>
              <a:endParaRPr lang="en-US" altLang="zh-CN" b="0" baseline="-2500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77854" name="Text Box 97"/>
            <p:cNvSpPr txBox="1">
              <a:spLocks noChangeArrowheads="1"/>
            </p:cNvSpPr>
            <p:nvPr/>
          </p:nvSpPr>
          <p:spPr bwMode="auto">
            <a:xfrm rot="5400000">
              <a:off x="4602" y="2973"/>
              <a:ext cx="558" cy="327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0.6H</a:t>
              </a:r>
            </a:p>
          </p:txBody>
        </p:sp>
        <p:sp>
          <p:nvSpPr>
            <p:cNvPr id="77855" name="Line 98"/>
            <p:cNvSpPr>
              <a:spLocks noChangeShapeType="1"/>
            </p:cNvSpPr>
            <p:nvPr/>
          </p:nvSpPr>
          <p:spPr bwMode="auto">
            <a:xfrm flipH="1">
              <a:off x="3545" y="2614"/>
              <a:ext cx="1104" cy="0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 type="oval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7856" name="Line 99"/>
            <p:cNvSpPr>
              <a:spLocks noChangeShapeType="1"/>
            </p:cNvSpPr>
            <p:nvPr/>
          </p:nvSpPr>
          <p:spPr bwMode="auto">
            <a:xfrm flipH="1">
              <a:off x="2789" y="2614"/>
              <a:ext cx="441" cy="0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 type="oval" w="med" len="med"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7857" name="Line 100"/>
            <p:cNvSpPr>
              <a:spLocks noChangeShapeType="1"/>
            </p:cNvSpPr>
            <p:nvPr/>
          </p:nvSpPr>
          <p:spPr bwMode="auto">
            <a:xfrm>
              <a:off x="2789" y="3657"/>
              <a:ext cx="1876" cy="0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7858" name="Line 101"/>
            <p:cNvSpPr>
              <a:spLocks noChangeShapeType="1"/>
            </p:cNvSpPr>
            <p:nvPr/>
          </p:nvSpPr>
          <p:spPr bwMode="auto">
            <a:xfrm flipH="1" flipV="1">
              <a:off x="4643" y="3385"/>
              <a:ext cx="6" cy="272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7859" name="Line 102"/>
            <p:cNvSpPr>
              <a:spLocks noChangeShapeType="1"/>
            </p:cNvSpPr>
            <p:nvPr/>
          </p:nvSpPr>
          <p:spPr bwMode="auto">
            <a:xfrm flipH="1">
              <a:off x="4649" y="2614"/>
              <a:ext cx="6" cy="365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7860" name="Line 103"/>
            <p:cNvSpPr>
              <a:spLocks noChangeShapeType="1"/>
            </p:cNvSpPr>
            <p:nvPr/>
          </p:nvSpPr>
          <p:spPr bwMode="auto">
            <a:xfrm flipV="1">
              <a:off x="3243" y="2523"/>
              <a:ext cx="360" cy="65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7861" name="Line 104"/>
            <p:cNvSpPr>
              <a:spLocks noChangeShapeType="1"/>
            </p:cNvSpPr>
            <p:nvPr/>
          </p:nvSpPr>
          <p:spPr bwMode="auto">
            <a:xfrm flipH="1" flipV="1">
              <a:off x="3288" y="2341"/>
              <a:ext cx="85" cy="226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7862" name="Line 105"/>
            <p:cNvSpPr>
              <a:spLocks noChangeShapeType="1"/>
            </p:cNvSpPr>
            <p:nvPr/>
          </p:nvSpPr>
          <p:spPr bwMode="auto">
            <a:xfrm>
              <a:off x="2789" y="2614"/>
              <a:ext cx="0" cy="1042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7863" name="Text Box 106"/>
            <p:cNvSpPr txBox="1">
              <a:spLocks noChangeArrowheads="1"/>
            </p:cNvSpPr>
            <p:nvPr/>
          </p:nvSpPr>
          <p:spPr bwMode="auto">
            <a:xfrm>
              <a:off x="3994" y="2232"/>
              <a:ext cx="400" cy="327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4</a:t>
              </a:r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  <a:sym typeface="Symbol" pitchFamily="18" charset="2"/>
                </a:rPr>
                <a:t></a:t>
              </a:r>
              <a:endParaRPr lang="en-US" altLang="zh-CN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77864" name="Text Box 107"/>
            <p:cNvSpPr txBox="1">
              <a:spLocks noChangeArrowheads="1"/>
            </p:cNvSpPr>
            <p:nvPr/>
          </p:nvSpPr>
          <p:spPr bwMode="auto">
            <a:xfrm>
              <a:off x="4377" y="2685"/>
              <a:ext cx="257" cy="327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+</a:t>
              </a:r>
            </a:p>
          </p:txBody>
        </p:sp>
        <p:sp>
          <p:nvSpPr>
            <p:cNvPr id="77865" name="Text Box 108"/>
            <p:cNvSpPr txBox="1">
              <a:spLocks noChangeArrowheads="1"/>
            </p:cNvSpPr>
            <p:nvPr/>
          </p:nvSpPr>
          <p:spPr bwMode="auto">
            <a:xfrm>
              <a:off x="4332" y="3275"/>
              <a:ext cx="257" cy="327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zh-CN" altLang="en-US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－</a:t>
              </a:r>
            </a:p>
          </p:txBody>
        </p:sp>
        <p:sp>
          <p:nvSpPr>
            <p:cNvPr id="77866" name="Text Box 109"/>
            <p:cNvSpPr txBox="1">
              <a:spLocks noChangeArrowheads="1"/>
            </p:cNvSpPr>
            <p:nvPr/>
          </p:nvSpPr>
          <p:spPr bwMode="auto">
            <a:xfrm>
              <a:off x="4309" y="2905"/>
              <a:ext cx="313" cy="327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u</a:t>
              </a:r>
              <a:r>
                <a:rPr lang="en-US" altLang="zh-CN" b="0" i="1" baseline="-2500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L</a:t>
              </a:r>
              <a:endParaRPr lang="en-US" altLang="zh-CN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77867" name="Text Box 110"/>
            <p:cNvSpPr txBox="1">
              <a:spLocks noChangeArrowheads="1"/>
            </p:cNvSpPr>
            <p:nvPr/>
          </p:nvSpPr>
          <p:spPr bwMode="auto">
            <a:xfrm>
              <a:off x="2905" y="2216"/>
              <a:ext cx="400" cy="327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8</a:t>
              </a:r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  <a:sym typeface="Symbol" pitchFamily="18" charset="2"/>
                </a:rPr>
                <a:t></a:t>
              </a:r>
              <a:endParaRPr lang="en-US" altLang="zh-CN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77868" name="Line 111"/>
            <p:cNvSpPr>
              <a:spLocks noChangeShapeType="1"/>
            </p:cNvSpPr>
            <p:nvPr/>
          </p:nvSpPr>
          <p:spPr bwMode="auto">
            <a:xfrm flipV="1">
              <a:off x="2789" y="2205"/>
              <a:ext cx="0" cy="409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 type="oval" w="med" len="med"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7869" name="Line 112"/>
            <p:cNvSpPr>
              <a:spLocks noChangeShapeType="1"/>
            </p:cNvSpPr>
            <p:nvPr/>
          </p:nvSpPr>
          <p:spPr bwMode="auto">
            <a:xfrm>
              <a:off x="2789" y="2205"/>
              <a:ext cx="1043" cy="0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7870" name="Line 113"/>
            <p:cNvSpPr>
              <a:spLocks noChangeShapeType="1"/>
            </p:cNvSpPr>
            <p:nvPr/>
          </p:nvSpPr>
          <p:spPr bwMode="auto">
            <a:xfrm>
              <a:off x="3833" y="2205"/>
              <a:ext cx="0" cy="409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 type="oval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7871" name="Rectangle 114"/>
            <p:cNvSpPr>
              <a:spLocks noChangeArrowheads="1"/>
            </p:cNvSpPr>
            <p:nvPr/>
          </p:nvSpPr>
          <p:spPr bwMode="auto">
            <a:xfrm>
              <a:off x="4059" y="2523"/>
              <a:ext cx="297" cy="137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</a:gradFill>
            <a:ln w="2857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7872" name="Rectangle 115"/>
            <p:cNvSpPr>
              <a:spLocks noChangeArrowheads="1"/>
            </p:cNvSpPr>
            <p:nvPr/>
          </p:nvSpPr>
          <p:spPr bwMode="auto">
            <a:xfrm>
              <a:off x="3107" y="2160"/>
              <a:ext cx="297" cy="137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</a:gradFill>
            <a:ln w="2857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77873" name="Group 116"/>
            <p:cNvGrpSpPr>
              <a:grpSpLocks/>
            </p:cNvGrpSpPr>
            <p:nvPr/>
          </p:nvGrpSpPr>
          <p:grpSpPr bwMode="auto">
            <a:xfrm rot="5400000">
              <a:off x="4192" y="2883"/>
              <a:ext cx="499" cy="590"/>
              <a:chOff x="476" y="663"/>
              <a:chExt cx="771" cy="862"/>
            </a:xfrm>
          </p:grpSpPr>
          <p:sp>
            <p:nvSpPr>
              <p:cNvPr id="77874" name="AutoShape 117"/>
              <p:cNvSpPr>
                <a:spLocks noChangeArrowheads="1"/>
              </p:cNvSpPr>
              <p:nvPr/>
            </p:nvSpPr>
            <p:spPr bwMode="auto">
              <a:xfrm>
                <a:off x="476" y="663"/>
                <a:ext cx="317" cy="862"/>
              </a:xfrm>
              <a:custGeom>
                <a:avLst/>
                <a:gdLst/>
                <a:ahLst/>
                <a:cxnLst>
                  <a:cxn ang="0">
                    <a:pos x="2646" y="3717"/>
                  </a:cxn>
                  <a:cxn ang="0">
                    <a:pos x="10800" y="0"/>
                  </a:cxn>
                  <a:cxn ang="0">
                    <a:pos x="18953" y="3717"/>
                  </a:cxn>
                  <a:cxn ang="0">
                    <a:pos x="10799" y="0"/>
                  </a:cxn>
                  <a:cxn ang="0">
                    <a:pos x="2646" y="3717"/>
                  </a:cxn>
                </a:cxnLst>
                <a:rect l="0" t="0" r="r" b="b"/>
                <a:pathLst>
                  <a:path w="21600" h="21600">
                    <a:moveTo>
                      <a:pt x="2646" y="3717"/>
                    </a:moveTo>
                    <a:cubicBezTo>
                      <a:pt x="4698" y="1356"/>
                      <a:pt x="7672" y="-1"/>
                      <a:pt x="10800" y="0"/>
                    </a:cubicBezTo>
                    <a:cubicBezTo>
                      <a:pt x="13927" y="0"/>
                      <a:pt x="16901" y="1356"/>
                      <a:pt x="18953" y="3717"/>
                    </a:cubicBezTo>
                    <a:cubicBezTo>
                      <a:pt x="16901" y="1356"/>
                      <a:pt x="13927" y="-1"/>
                      <a:pt x="10799" y="0"/>
                    </a:cubicBezTo>
                    <a:cubicBezTo>
                      <a:pt x="7672" y="0"/>
                      <a:pt x="4698" y="1356"/>
                      <a:pt x="2646" y="3717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764700"/>
                  </a:gs>
                  <a:gs pos="50000">
                    <a:srgbClr val="FF9900"/>
                  </a:gs>
                  <a:gs pos="100000">
                    <a:srgbClr val="764700"/>
                  </a:gs>
                </a:gsLst>
                <a:lin ang="5400000" scaled="1"/>
              </a:gradFill>
              <a:ln w="38100">
                <a:solidFill>
                  <a:srgbClr val="FF99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7875" name="AutoShape 118"/>
              <p:cNvSpPr>
                <a:spLocks noChangeArrowheads="1"/>
              </p:cNvSpPr>
              <p:nvPr/>
            </p:nvSpPr>
            <p:spPr bwMode="auto">
              <a:xfrm>
                <a:off x="703" y="663"/>
                <a:ext cx="317" cy="862"/>
              </a:xfrm>
              <a:custGeom>
                <a:avLst/>
                <a:gdLst/>
                <a:ahLst/>
                <a:cxnLst>
                  <a:cxn ang="0">
                    <a:pos x="2646" y="3717"/>
                  </a:cxn>
                  <a:cxn ang="0">
                    <a:pos x="10800" y="0"/>
                  </a:cxn>
                  <a:cxn ang="0">
                    <a:pos x="18953" y="3717"/>
                  </a:cxn>
                  <a:cxn ang="0">
                    <a:pos x="10799" y="0"/>
                  </a:cxn>
                  <a:cxn ang="0">
                    <a:pos x="2646" y="3717"/>
                  </a:cxn>
                </a:cxnLst>
                <a:rect l="0" t="0" r="r" b="b"/>
                <a:pathLst>
                  <a:path w="21600" h="21600">
                    <a:moveTo>
                      <a:pt x="2646" y="3717"/>
                    </a:moveTo>
                    <a:cubicBezTo>
                      <a:pt x="4698" y="1356"/>
                      <a:pt x="7672" y="-1"/>
                      <a:pt x="10800" y="0"/>
                    </a:cubicBezTo>
                    <a:cubicBezTo>
                      <a:pt x="13927" y="0"/>
                      <a:pt x="16901" y="1356"/>
                      <a:pt x="18953" y="3717"/>
                    </a:cubicBezTo>
                    <a:cubicBezTo>
                      <a:pt x="16901" y="1356"/>
                      <a:pt x="13927" y="-1"/>
                      <a:pt x="10799" y="0"/>
                    </a:cubicBezTo>
                    <a:cubicBezTo>
                      <a:pt x="7672" y="0"/>
                      <a:pt x="4698" y="1356"/>
                      <a:pt x="2646" y="3717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764700"/>
                  </a:gs>
                  <a:gs pos="50000">
                    <a:srgbClr val="FF9900"/>
                  </a:gs>
                  <a:gs pos="100000">
                    <a:srgbClr val="764700"/>
                  </a:gs>
                </a:gsLst>
                <a:lin ang="5400000" scaled="1"/>
              </a:gradFill>
              <a:ln w="38100">
                <a:solidFill>
                  <a:srgbClr val="FF99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7876" name="AutoShape 119"/>
              <p:cNvSpPr>
                <a:spLocks noChangeArrowheads="1"/>
              </p:cNvSpPr>
              <p:nvPr/>
            </p:nvSpPr>
            <p:spPr bwMode="auto">
              <a:xfrm>
                <a:off x="930" y="663"/>
                <a:ext cx="317" cy="862"/>
              </a:xfrm>
              <a:custGeom>
                <a:avLst/>
                <a:gdLst/>
                <a:ahLst/>
                <a:cxnLst>
                  <a:cxn ang="0">
                    <a:pos x="2646" y="3717"/>
                  </a:cxn>
                  <a:cxn ang="0">
                    <a:pos x="10800" y="0"/>
                  </a:cxn>
                  <a:cxn ang="0">
                    <a:pos x="18953" y="3717"/>
                  </a:cxn>
                  <a:cxn ang="0">
                    <a:pos x="10799" y="0"/>
                  </a:cxn>
                  <a:cxn ang="0">
                    <a:pos x="2646" y="3717"/>
                  </a:cxn>
                </a:cxnLst>
                <a:rect l="0" t="0" r="r" b="b"/>
                <a:pathLst>
                  <a:path w="21600" h="21600">
                    <a:moveTo>
                      <a:pt x="2646" y="3717"/>
                    </a:moveTo>
                    <a:cubicBezTo>
                      <a:pt x="4698" y="1356"/>
                      <a:pt x="7672" y="-1"/>
                      <a:pt x="10800" y="0"/>
                    </a:cubicBezTo>
                    <a:cubicBezTo>
                      <a:pt x="13927" y="0"/>
                      <a:pt x="16901" y="1356"/>
                      <a:pt x="18953" y="3717"/>
                    </a:cubicBezTo>
                    <a:cubicBezTo>
                      <a:pt x="16901" y="1356"/>
                      <a:pt x="13927" y="-1"/>
                      <a:pt x="10799" y="0"/>
                    </a:cubicBezTo>
                    <a:cubicBezTo>
                      <a:pt x="7672" y="0"/>
                      <a:pt x="4698" y="1356"/>
                      <a:pt x="2646" y="3717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764700"/>
                  </a:gs>
                  <a:gs pos="50000">
                    <a:srgbClr val="FF9900"/>
                  </a:gs>
                  <a:gs pos="100000">
                    <a:srgbClr val="764700"/>
                  </a:gs>
                </a:gsLst>
                <a:lin ang="5400000" scaled="1"/>
              </a:gradFill>
              <a:ln w="38100">
                <a:solidFill>
                  <a:srgbClr val="FF99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grpSp>
        <p:nvGrpSpPr>
          <p:cNvPr id="77877" name="Group 123"/>
          <p:cNvGrpSpPr>
            <a:grpSpLocks/>
          </p:cNvGrpSpPr>
          <p:nvPr/>
        </p:nvGrpSpPr>
        <p:grpSpPr bwMode="auto">
          <a:xfrm>
            <a:off x="6588125" y="6446838"/>
            <a:ext cx="792163" cy="366712"/>
            <a:chOff x="4649" y="4020"/>
            <a:chExt cx="499" cy="231"/>
          </a:xfrm>
        </p:grpSpPr>
        <p:pic>
          <p:nvPicPr>
            <p:cNvPr id="77878" name="Picture 124" descr="78900"/>
            <p:cNvPicPr>
              <a:picLocks noChangeAspect="1" noChangeArrowheads="1"/>
            </p:cNvPicPr>
            <p:nvPr/>
          </p:nvPicPr>
          <p:blipFill>
            <a:blip r:embed="rId9"/>
            <a:srcRect/>
            <a:stretch>
              <a:fillRect/>
            </a:stretch>
          </p:blipFill>
          <p:spPr bwMode="auto"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77879" name="Text Box 125">
              <a:hlinkClick r:id="rId10" action="ppaction://hlinksldjump"/>
            </p:cNvPr>
            <p:cNvSpPr txBox="1">
              <a:spLocks noChangeArrowheads="1"/>
            </p:cNvSpPr>
            <p:nvPr/>
          </p:nvSpPr>
          <p:spPr bwMode="auto"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0">
                  <a:solidFill>
                    <a:schemeClr val="bg1"/>
                  </a:solidFill>
                  <a:latin typeface="隶书" pitchFamily="49" charset="-122"/>
                  <a:ea typeface="隶书" pitchFamily="49" charset="-122"/>
                </a:rPr>
                <a:t>返 回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5427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427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42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542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543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500"/>
                            </p:stCondLst>
                            <p:childTnLst>
                              <p:par>
                                <p:cTn id="16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42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42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5427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5427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542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542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000"/>
                            </p:stCondLst>
                            <p:childTnLst>
                              <p:par>
                                <p:cTn id="29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5427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5427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542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543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1000"/>
                                        <p:tgtEl>
                                          <p:spTgt spid="543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1000"/>
                                        <p:tgtEl>
                                          <p:spTgt spid="543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1000"/>
                                        <p:tgtEl>
                                          <p:spTgt spid="543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1000"/>
                                        <p:tgtEl>
                                          <p:spTgt spid="543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274" grpId="0"/>
      <p:bldP spid="54275" grpId="0"/>
      <p:bldP spid="54276" grpId="0" animBg="1"/>
      <p:bldP spid="54277" grpId="0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Text Box 2"/>
          <p:cNvSpPr txBox="1">
            <a:spLocks noChangeArrowheads="1"/>
          </p:cNvSpPr>
          <p:nvPr/>
        </p:nvSpPr>
        <p:spPr bwMode="auto">
          <a:xfrm>
            <a:off x="323850" y="476250"/>
            <a:ext cx="3743325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/>
              <a:t>或求出稳态分量：</a:t>
            </a:r>
          </a:p>
        </p:txBody>
      </p:sp>
      <p:graphicFrame>
        <p:nvGraphicFramePr>
          <p:cNvPr id="122883" name="Object 3"/>
          <p:cNvGraphicFramePr>
            <a:graphicFrameLocks noChangeAspect="1"/>
          </p:cNvGraphicFramePr>
          <p:nvPr/>
        </p:nvGraphicFramePr>
        <p:xfrm>
          <a:off x="3492500" y="476250"/>
          <a:ext cx="3449638" cy="552450"/>
        </p:xfrm>
        <a:graphic>
          <a:graphicData uri="http://schemas.openxmlformats.org/presentationml/2006/ole">
            <p:oleObj spid="_x0000_s79874" r:id="rId4" imgW="1274760" imgH="207720" progId="Equation.3">
              <p:embed/>
            </p:oleObj>
          </a:graphicData>
        </a:graphic>
      </p:graphicFrame>
      <p:grpSp>
        <p:nvGrpSpPr>
          <p:cNvPr id="122884" name="Group 4"/>
          <p:cNvGrpSpPr>
            <a:grpSpLocks/>
          </p:cNvGrpSpPr>
          <p:nvPr/>
        </p:nvGrpSpPr>
        <p:grpSpPr bwMode="auto">
          <a:xfrm>
            <a:off x="1747838" y="981075"/>
            <a:ext cx="5129212" cy="611188"/>
            <a:chOff x="249" y="598"/>
            <a:chExt cx="3367" cy="434"/>
          </a:xfrm>
        </p:grpSpPr>
        <p:sp>
          <p:nvSpPr>
            <p:cNvPr id="79876" name="Text Box 5"/>
            <p:cNvSpPr txBox="1">
              <a:spLocks noChangeArrowheads="1"/>
            </p:cNvSpPr>
            <p:nvPr/>
          </p:nvSpPr>
          <p:spPr bwMode="auto">
            <a:xfrm>
              <a:off x="249" y="663"/>
              <a:ext cx="1134" cy="36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/>
                <a:t>全响应：</a:t>
              </a:r>
            </a:p>
          </p:txBody>
        </p:sp>
        <p:graphicFrame>
          <p:nvGraphicFramePr>
            <p:cNvPr id="79877" name="Object 6"/>
            <p:cNvGraphicFramePr>
              <a:graphicFrameLocks noChangeAspect="1"/>
            </p:cNvGraphicFramePr>
            <p:nvPr/>
          </p:nvGraphicFramePr>
          <p:xfrm>
            <a:off x="1387" y="598"/>
            <a:ext cx="2229" cy="409"/>
          </p:xfrm>
          <a:graphic>
            <a:graphicData uri="http://schemas.openxmlformats.org/presentationml/2006/ole">
              <p:oleObj spid="_x0000_s79877" r:id="rId5" imgW="1170360" imgH="219240" progId="Equation.3">
                <p:embed/>
              </p:oleObj>
            </a:graphicData>
          </a:graphic>
        </p:graphicFrame>
      </p:grpSp>
      <p:sp>
        <p:nvSpPr>
          <p:cNvPr id="122887" name="Text Box 7"/>
          <p:cNvSpPr txBox="1">
            <a:spLocks noChangeArrowheads="1"/>
          </p:cNvSpPr>
          <p:nvPr/>
        </p:nvSpPr>
        <p:spPr bwMode="auto">
          <a:xfrm>
            <a:off x="1042988" y="1700213"/>
            <a:ext cx="2952750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/>
              <a:t>代入初值有：</a:t>
            </a:r>
          </a:p>
        </p:txBody>
      </p:sp>
      <p:sp>
        <p:nvSpPr>
          <p:cNvPr id="122888" name="Text Box 8"/>
          <p:cNvSpPr txBox="1">
            <a:spLocks noChangeArrowheads="1"/>
          </p:cNvSpPr>
          <p:nvPr/>
        </p:nvSpPr>
        <p:spPr bwMode="auto">
          <a:xfrm>
            <a:off x="3563938" y="1700213"/>
            <a:ext cx="2447925" cy="579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3200" b="0">
                <a:solidFill>
                  <a:schemeClr val="bg1"/>
                </a:solidFill>
                <a:latin typeface="Times New Roman" pitchFamily="18" charset="0"/>
                <a:ea typeface="仿宋_GB2312" pitchFamily="49" charset="-122"/>
              </a:rPr>
              <a:t>6</a:t>
            </a:r>
            <a:r>
              <a:rPr lang="zh-CN" altLang="en-US" sz="3200" b="0">
                <a:solidFill>
                  <a:schemeClr val="bg1"/>
                </a:solidFill>
                <a:latin typeface="Times New Roman" pitchFamily="18" charset="0"/>
                <a:ea typeface="仿宋_GB2312" pitchFamily="49" charset="-122"/>
              </a:rPr>
              <a:t>＝</a:t>
            </a:r>
            <a:r>
              <a:rPr lang="en-US" altLang="zh-CN" sz="3200" b="0">
                <a:solidFill>
                  <a:schemeClr val="bg1"/>
                </a:solidFill>
                <a:latin typeface="Times New Roman" pitchFamily="18" charset="0"/>
                <a:ea typeface="仿宋_GB2312" pitchFamily="49" charset="-122"/>
              </a:rPr>
              <a:t>2</a:t>
            </a:r>
            <a:r>
              <a:rPr lang="zh-CN" altLang="en-US" sz="3200" b="0">
                <a:solidFill>
                  <a:schemeClr val="bg1"/>
                </a:solidFill>
                <a:latin typeface="Times New Roman" pitchFamily="18" charset="0"/>
                <a:ea typeface="仿宋_GB2312" pitchFamily="49" charset="-122"/>
              </a:rPr>
              <a:t>＋</a:t>
            </a:r>
            <a:r>
              <a:rPr lang="en-US" altLang="zh-CN" sz="3200" b="0" i="1">
                <a:solidFill>
                  <a:schemeClr val="bg1"/>
                </a:solidFill>
                <a:latin typeface="Times New Roman" pitchFamily="18" charset="0"/>
                <a:ea typeface="仿宋_GB2312" pitchFamily="49" charset="-122"/>
              </a:rPr>
              <a:t>A</a:t>
            </a:r>
          </a:p>
        </p:txBody>
      </p:sp>
      <p:sp>
        <p:nvSpPr>
          <p:cNvPr id="122889" name="Line 9"/>
          <p:cNvSpPr>
            <a:spLocks noChangeShapeType="1"/>
          </p:cNvSpPr>
          <p:nvPr/>
        </p:nvSpPr>
        <p:spPr bwMode="auto">
          <a:xfrm>
            <a:off x="5435600" y="1989138"/>
            <a:ext cx="647700" cy="0"/>
          </a:xfrm>
          <a:prstGeom prst="line">
            <a:avLst/>
          </a:prstGeom>
          <a:noFill/>
          <a:ln w="76200">
            <a:solidFill>
              <a:srgbClr val="0099FF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2890" name="Text Box 10"/>
          <p:cNvSpPr txBox="1">
            <a:spLocks noChangeArrowheads="1"/>
          </p:cNvSpPr>
          <p:nvPr/>
        </p:nvSpPr>
        <p:spPr bwMode="auto">
          <a:xfrm>
            <a:off x="6227763" y="1700213"/>
            <a:ext cx="1368425" cy="579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3200" b="0" i="1">
                <a:solidFill>
                  <a:schemeClr val="bg1"/>
                </a:solidFill>
                <a:latin typeface="Times New Roman" pitchFamily="18" charset="0"/>
                <a:ea typeface="仿宋_GB2312" pitchFamily="49" charset="-122"/>
              </a:rPr>
              <a:t>A</a:t>
            </a:r>
            <a:r>
              <a:rPr lang="en-US" altLang="zh-CN" sz="3200" b="0">
                <a:solidFill>
                  <a:schemeClr val="bg1"/>
                </a:solidFill>
                <a:latin typeface="Times New Roman" pitchFamily="18" charset="0"/>
                <a:ea typeface="仿宋_GB2312" pitchFamily="49" charset="-122"/>
              </a:rPr>
              <a:t>=4</a:t>
            </a:r>
          </a:p>
        </p:txBody>
      </p:sp>
      <p:sp>
        <p:nvSpPr>
          <p:cNvPr id="122891" name="Text Box 11"/>
          <p:cNvSpPr txBox="1">
            <a:spLocks noChangeArrowheads="1"/>
          </p:cNvSpPr>
          <p:nvPr/>
        </p:nvSpPr>
        <p:spPr bwMode="auto">
          <a:xfrm>
            <a:off x="396875" y="2462213"/>
            <a:ext cx="1079500" cy="579437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sz="320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例</a:t>
            </a:r>
            <a:r>
              <a:rPr lang="en-US" altLang="zh-CN" sz="3200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2</a:t>
            </a:r>
          </a:p>
        </p:txBody>
      </p:sp>
      <p:sp>
        <p:nvSpPr>
          <p:cNvPr id="122892" name="Text Box 12"/>
          <p:cNvSpPr txBox="1">
            <a:spLocks noChangeArrowheads="1"/>
          </p:cNvSpPr>
          <p:nvPr/>
        </p:nvSpPr>
        <p:spPr bwMode="auto">
          <a:xfrm>
            <a:off x="1476375" y="2349500"/>
            <a:ext cx="7056438" cy="1189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>
              <a:lnSpc>
                <a:spcPct val="120000"/>
              </a:lnSpc>
              <a:spcBef>
                <a:spcPct val="50000"/>
              </a:spcBef>
            </a:pPr>
            <a:r>
              <a:rPr lang="en-US" altLang="zh-CN" sz="3200" b="0" i="1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t</a:t>
            </a:r>
            <a:r>
              <a:rPr lang="en-US" altLang="zh-CN" sz="3200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=0</a:t>
            </a:r>
            <a:r>
              <a:rPr lang="zh-CN" altLang="zh-CN">
                <a:latin typeface="楷体_GB2312" pitchFamily="49" charset="-122"/>
              </a:rPr>
              <a:t>时 </a:t>
            </a:r>
            <a:r>
              <a:rPr lang="en-US" altLang="zh-CN">
                <a:latin typeface="楷体_GB2312" pitchFamily="49" charset="-122"/>
              </a:rPr>
              <a:t>,</a:t>
            </a:r>
            <a:r>
              <a:rPr lang="zh-CN" altLang="en-US">
                <a:latin typeface="楷体_GB2312" pitchFamily="49" charset="-122"/>
              </a:rPr>
              <a:t>开关</a:t>
            </a:r>
            <a:r>
              <a:rPr lang="en-US" altLang="zh-CN" b="0">
                <a:latin typeface="Times New Roman" pitchFamily="18" charset="0"/>
              </a:rPr>
              <a:t>K</a:t>
            </a:r>
            <a:r>
              <a:rPr lang="zh-CN" altLang="en-US">
                <a:latin typeface="楷体_GB2312" pitchFamily="49" charset="-122"/>
              </a:rPr>
              <a:t>闭合</a:t>
            </a:r>
            <a:r>
              <a:rPr lang="zh-CN" altLang="en-US">
                <a:latin typeface="仿宋_GB2312" pitchFamily="49" charset="-122"/>
                <a:ea typeface="仿宋_GB2312" pitchFamily="49" charset="-122"/>
              </a:rPr>
              <a:t>，</a:t>
            </a:r>
            <a:r>
              <a:rPr lang="zh-CN" altLang="en-US">
                <a:latin typeface="楷体_GB2312" pitchFamily="49" charset="-122"/>
              </a:rPr>
              <a:t>求</a:t>
            </a:r>
            <a:r>
              <a:rPr lang="en-US" altLang="zh-CN" sz="3200" b="0" i="1">
                <a:solidFill>
                  <a:schemeClr val="bg1"/>
                </a:solidFill>
                <a:latin typeface="Times New Roman" pitchFamily="18" charset="0"/>
                <a:ea typeface="仿宋_GB2312" pitchFamily="49" charset="-122"/>
              </a:rPr>
              <a:t>t </a:t>
            </a:r>
            <a:r>
              <a:rPr lang="en-US" altLang="zh-CN" sz="3200" b="0">
                <a:solidFill>
                  <a:schemeClr val="bg1"/>
                </a:solidFill>
                <a:latin typeface="Times New Roman" pitchFamily="18" charset="0"/>
                <a:ea typeface="仿宋_GB2312" pitchFamily="49" charset="-122"/>
              </a:rPr>
              <a:t>&gt;0</a:t>
            </a:r>
            <a:r>
              <a:rPr lang="zh-CN" altLang="en-US">
                <a:latin typeface="楷体_GB2312" pitchFamily="49" charset="-122"/>
              </a:rPr>
              <a:t>后的</a:t>
            </a:r>
            <a:r>
              <a:rPr lang="en-US" altLang="zh-CN" sz="3200" b="0" i="1">
                <a:solidFill>
                  <a:schemeClr val="bg1"/>
                </a:solidFill>
                <a:latin typeface="Times New Roman" pitchFamily="18" charset="0"/>
                <a:ea typeface="仿宋_GB2312" pitchFamily="49" charset="-122"/>
              </a:rPr>
              <a:t>i</a:t>
            </a:r>
            <a:r>
              <a:rPr lang="en-US" altLang="zh-CN" sz="3200" b="0" baseline="-2500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C</a:t>
            </a:r>
            <a:r>
              <a:rPr lang="zh-CN" altLang="en-US" sz="3200" b="0" baseline="-2500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、</a:t>
            </a:r>
            <a:r>
              <a:rPr lang="en-US" altLang="zh-CN" sz="3200" b="0" i="1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u</a:t>
            </a:r>
            <a:r>
              <a:rPr lang="en-US" altLang="zh-CN" sz="3200" b="0" baseline="-2500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C</a:t>
            </a:r>
            <a:r>
              <a:rPr lang="zh-CN" altLang="en-US">
                <a:latin typeface="Times New Roman" pitchFamily="18" charset="0"/>
              </a:rPr>
              <a:t>及电流源两端的电压。</a:t>
            </a:r>
          </a:p>
        </p:txBody>
      </p:sp>
      <p:sp>
        <p:nvSpPr>
          <p:cNvPr id="122893" name="Text Box 13"/>
          <p:cNvSpPr txBox="1">
            <a:spLocks noChangeArrowheads="1"/>
          </p:cNvSpPr>
          <p:nvPr/>
        </p:nvSpPr>
        <p:spPr bwMode="auto">
          <a:xfrm>
            <a:off x="395288" y="3789363"/>
            <a:ext cx="576262" cy="519112"/>
          </a:xfrm>
          <a:prstGeom prst="rect">
            <a:avLst/>
          </a:prstGeom>
          <a:solidFill>
            <a:srgbClr val="990033"/>
          </a:solidFill>
          <a:ln w="9525">
            <a:noFill/>
            <a:miter lim="800000"/>
            <a:headEnd/>
            <a:tailEnd/>
          </a:ln>
        </p:spPr>
        <p:txBody>
          <a:bodyPr lIns="90000" tIns="46800" rIns="90000" bIns="46800" anchor="ctr">
            <a:spAutoFit/>
          </a:bodyPr>
          <a:lstStyle/>
          <a:p>
            <a:pPr algn="ctr"/>
            <a:r>
              <a:rPr lang="zh-CN" altLang="en-US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解</a:t>
            </a:r>
            <a:endParaRPr lang="zh-CN" altLang="en-US" i="1">
              <a:solidFill>
                <a:schemeClr val="bg1"/>
              </a:solidFill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122894" name="Text Box 14"/>
          <p:cNvSpPr txBox="1">
            <a:spLocks noChangeArrowheads="1"/>
          </p:cNvSpPr>
          <p:nvPr/>
        </p:nvSpPr>
        <p:spPr bwMode="auto">
          <a:xfrm>
            <a:off x="1187450" y="3644900"/>
            <a:ext cx="3024188" cy="1117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20000"/>
              </a:lnSpc>
              <a:spcBef>
                <a:spcPct val="50000"/>
              </a:spcBef>
            </a:pPr>
            <a:r>
              <a:rPr lang="zh-CN" altLang="en-US">
                <a:latin typeface="楷体_GB2312" pitchFamily="49" charset="-122"/>
              </a:rPr>
              <a:t>这是</a:t>
            </a:r>
            <a:r>
              <a:rPr lang="en-US" altLang="zh-CN" b="0" i="1">
                <a:solidFill>
                  <a:schemeClr val="bg1"/>
                </a:solidFill>
                <a:latin typeface="Times New Roman" pitchFamily="18" charset="0"/>
              </a:rPr>
              <a:t>RC</a:t>
            </a:r>
            <a:r>
              <a:rPr lang="zh-CN" altLang="en-US">
                <a:latin typeface="楷体_GB2312" pitchFamily="49" charset="-122"/>
              </a:rPr>
              <a:t>电路全响应问题，有：</a:t>
            </a:r>
          </a:p>
        </p:txBody>
      </p:sp>
      <p:graphicFrame>
        <p:nvGraphicFramePr>
          <p:cNvPr id="122932" name="Object 52"/>
          <p:cNvGraphicFramePr>
            <a:graphicFrameLocks noChangeAspect="1"/>
          </p:cNvGraphicFramePr>
          <p:nvPr/>
        </p:nvGraphicFramePr>
        <p:xfrm>
          <a:off x="4284663" y="2997200"/>
          <a:ext cx="3579812" cy="554038"/>
        </p:xfrm>
        <a:graphic>
          <a:graphicData uri="http://schemas.openxmlformats.org/presentationml/2006/ole">
            <p:oleObj spid="_x0000_s79886" r:id="rId6" imgW="1390680" imgH="219240" progId="Equation.3">
              <p:embed/>
            </p:oleObj>
          </a:graphicData>
        </a:graphic>
      </p:graphicFrame>
      <p:grpSp>
        <p:nvGrpSpPr>
          <p:cNvPr id="79887" name="Group 59"/>
          <p:cNvGrpSpPr>
            <a:grpSpLocks/>
          </p:cNvGrpSpPr>
          <p:nvPr/>
        </p:nvGrpSpPr>
        <p:grpSpPr bwMode="auto"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79888" name="Picture 60" descr="78900"/>
            <p:cNvPicPr>
              <a:picLocks noChangeAspect="1" noChangeArrowheads="1"/>
            </p:cNvPicPr>
            <p:nvPr/>
          </p:nvPicPr>
          <p:blipFill>
            <a:blip r:embed="rId7"/>
            <a:srcRect/>
            <a:stretch>
              <a:fillRect/>
            </a:stretch>
          </p:blipFill>
          <p:spPr bwMode="auto"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79889" name="Text Box 61">
              <a:hlinkClick r:id="" action="ppaction://hlinkshowjump?jump=nextslide"/>
            </p:cNvPr>
            <p:cNvSpPr txBox="1">
              <a:spLocks noChangeArrowheads="1"/>
            </p:cNvSpPr>
            <p:nvPr/>
          </p:nvSpPr>
          <p:spPr bwMode="auto"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0">
                  <a:solidFill>
                    <a:schemeClr val="bg1"/>
                  </a:solidFill>
                  <a:latin typeface="隶书" pitchFamily="49" charset="-122"/>
                  <a:ea typeface="隶书" pitchFamily="49" charset="-122"/>
                </a:rPr>
                <a:t>下 页</a:t>
              </a:r>
            </a:p>
          </p:txBody>
        </p:sp>
      </p:grpSp>
      <p:grpSp>
        <p:nvGrpSpPr>
          <p:cNvPr id="79890" name="Group 62"/>
          <p:cNvGrpSpPr>
            <a:grpSpLocks/>
          </p:cNvGrpSpPr>
          <p:nvPr/>
        </p:nvGrpSpPr>
        <p:grpSpPr bwMode="auto">
          <a:xfrm>
            <a:off x="7453313" y="6446838"/>
            <a:ext cx="792162" cy="366712"/>
            <a:chOff x="4649" y="4020"/>
            <a:chExt cx="499" cy="231"/>
          </a:xfrm>
        </p:grpSpPr>
        <p:pic>
          <p:nvPicPr>
            <p:cNvPr id="79891" name="Picture 63" descr="78900"/>
            <p:cNvPicPr>
              <a:picLocks noChangeAspect="1" noChangeArrowheads="1"/>
            </p:cNvPicPr>
            <p:nvPr/>
          </p:nvPicPr>
          <p:blipFill>
            <a:blip r:embed="rId7"/>
            <a:srcRect/>
            <a:stretch>
              <a:fillRect/>
            </a:stretch>
          </p:blipFill>
          <p:spPr bwMode="auto"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79892" name="Text Box 64">
              <a:hlinkClick r:id="" action="ppaction://hlinkshowjump?jump=previousslide"/>
            </p:cNvPr>
            <p:cNvSpPr txBox="1">
              <a:spLocks noChangeArrowheads="1"/>
            </p:cNvSpPr>
            <p:nvPr/>
          </p:nvSpPr>
          <p:spPr bwMode="auto"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0">
                  <a:solidFill>
                    <a:schemeClr val="bg1"/>
                  </a:solidFill>
                  <a:latin typeface="隶书" pitchFamily="49" charset="-122"/>
                  <a:ea typeface="隶书" pitchFamily="49" charset="-122"/>
                </a:rPr>
                <a:t>上 页</a:t>
              </a:r>
            </a:p>
          </p:txBody>
        </p:sp>
      </p:grpSp>
      <p:sp>
        <p:nvSpPr>
          <p:cNvPr id="122979" name="Text Box 99"/>
          <p:cNvSpPr txBox="1">
            <a:spLocks noChangeArrowheads="1"/>
          </p:cNvSpPr>
          <p:nvPr/>
        </p:nvSpPr>
        <p:spPr bwMode="auto">
          <a:xfrm>
            <a:off x="827088" y="4797425"/>
            <a:ext cx="2808287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/>
              <a:t>稳态分量：</a:t>
            </a:r>
          </a:p>
        </p:txBody>
      </p:sp>
      <p:graphicFrame>
        <p:nvGraphicFramePr>
          <p:cNvPr id="122980" name="Object 100"/>
          <p:cNvGraphicFramePr>
            <a:graphicFrameLocks noChangeAspect="1"/>
          </p:cNvGraphicFramePr>
          <p:nvPr/>
        </p:nvGraphicFramePr>
        <p:xfrm>
          <a:off x="684213" y="5445125"/>
          <a:ext cx="3605212" cy="550863"/>
        </p:xfrm>
        <a:graphic>
          <a:graphicData uri="http://schemas.openxmlformats.org/presentationml/2006/ole">
            <p:oleObj spid="_x0000_s79894" r:id="rId8" imgW="1332720" imgH="207720" progId="Equation.3">
              <p:embed/>
            </p:oleObj>
          </a:graphicData>
        </a:graphic>
      </p:graphicFrame>
      <p:grpSp>
        <p:nvGrpSpPr>
          <p:cNvPr id="79895" name="Group 134"/>
          <p:cNvGrpSpPr>
            <a:grpSpLocks/>
          </p:cNvGrpSpPr>
          <p:nvPr/>
        </p:nvGrpSpPr>
        <p:grpSpPr bwMode="auto">
          <a:xfrm>
            <a:off x="6588125" y="6446838"/>
            <a:ext cx="792163" cy="366712"/>
            <a:chOff x="4649" y="4020"/>
            <a:chExt cx="499" cy="231"/>
          </a:xfrm>
        </p:grpSpPr>
        <p:pic>
          <p:nvPicPr>
            <p:cNvPr id="79896" name="Picture 135" descr="78900"/>
            <p:cNvPicPr>
              <a:picLocks noChangeAspect="1" noChangeArrowheads="1"/>
            </p:cNvPicPr>
            <p:nvPr/>
          </p:nvPicPr>
          <p:blipFill>
            <a:blip r:embed="rId7"/>
            <a:srcRect/>
            <a:stretch>
              <a:fillRect/>
            </a:stretch>
          </p:blipFill>
          <p:spPr bwMode="auto"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79897" name="Text Box 136">
              <a:hlinkClick r:id="rId9" action="ppaction://hlinksldjump"/>
            </p:cNvPr>
            <p:cNvSpPr txBox="1">
              <a:spLocks noChangeArrowheads="1"/>
            </p:cNvSpPr>
            <p:nvPr/>
          </p:nvSpPr>
          <p:spPr bwMode="auto"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0">
                  <a:solidFill>
                    <a:schemeClr val="bg1"/>
                  </a:solidFill>
                  <a:latin typeface="隶书" pitchFamily="49" charset="-122"/>
                  <a:ea typeface="隶书" pitchFamily="49" charset="-122"/>
                </a:rPr>
                <a:t>返 回</a:t>
              </a:r>
            </a:p>
          </p:txBody>
        </p:sp>
      </p:grpSp>
      <p:grpSp>
        <p:nvGrpSpPr>
          <p:cNvPr id="123019" name="Group 139"/>
          <p:cNvGrpSpPr>
            <a:grpSpLocks/>
          </p:cNvGrpSpPr>
          <p:nvPr/>
        </p:nvGrpSpPr>
        <p:grpSpPr bwMode="auto">
          <a:xfrm>
            <a:off x="4500563" y="4005263"/>
            <a:ext cx="4130675" cy="2071687"/>
            <a:chOff x="2835" y="2523"/>
            <a:chExt cx="2602" cy="1305"/>
          </a:xfrm>
        </p:grpSpPr>
        <p:sp>
          <p:nvSpPr>
            <p:cNvPr id="79899" name="Line 102"/>
            <p:cNvSpPr>
              <a:spLocks noChangeShapeType="1"/>
            </p:cNvSpPr>
            <p:nvPr/>
          </p:nvSpPr>
          <p:spPr bwMode="auto">
            <a:xfrm>
              <a:off x="4921" y="2523"/>
              <a:ext cx="0" cy="1225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9900" name="Oval 104"/>
            <p:cNvSpPr>
              <a:spLocks noChangeArrowheads="1"/>
            </p:cNvSpPr>
            <p:nvPr/>
          </p:nvSpPr>
          <p:spPr bwMode="auto">
            <a:xfrm>
              <a:off x="2835" y="3113"/>
              <a:ext cx="363" cy="363"/>
            </a:xfrm>
            <a:prstGeom prst="ellipse">
              <a:avLst/>
            </a:prstGeom>
            <a:gradFill rotWithShape="1">
              <a:gsLst>
                <a:gs pos="0">
                  <a:srgbClr val="0099FF"/>
                </a:gs>
                <a:gs pos="100000">
                  <a:srgbClr val="004776"/>
                </a:gs>
              </a:gsLst>
              <a:path path="shape">
                <a:fillToRect l="50000" t="50000" r="50000" b="50000"/>
              </a:path>
            </a:gradFill>
            <a:ln w="38100">
              <a:solidFill>
                <a:srgbClr val="FF99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9901" name="Text Box 105"/>
            <p:cNvSpPr txBox="1">
              <a:spLocks noChangeArrowheads="1"/>
            </p:cNvSpPr>
            <p:nvPr/>
          </p:nvSpPr>
          <p:spPr bwMode="auto">
            <a:xfrm>
              <a:off x="3062" y="2867"/>
              <a:ext cx="257" cy="327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+</a:t>
              </a:r>
            </a:p>
          </p:txBody>
        </p:sp>
        <p:sp>
          <p:nvSpPr>
            <p:cNvPr id="79902" name="Text Box 106"/>
            <p:cNvSpPr txBox="1">
              <a:spLocks noChangeArrowheads="1"/>
            </p:cNvSpPr>
            <p:nvPr/>
          </p:nvSpPr>
          <p:spPr bwMode="auto">
            <a:xfrm>
              <a:off x="3016" y="3412"/>
              <a:ext cx="243" cy="327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–</a:t>
              </a:r>
            </a:p>
          </p:txBody>
        </p:sp>
        <p:sp>
          <p:nvSpPr>
            <p:cNvPr id="79903" name="Text Box 107"/>
            <p:cNvSpPr txBox="1">
              <a:spLocks noChangeArrowheads="1"/>
            </p:cNvSpPr>
            <p:nvPr/>
          </p:nvSpPr>
          <p:spPr bwMode="auto">
            <a:xfrm>
              <a:off x="3107" y="3139"/>
              <a:ext cx="590" cy="327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10V</a:t>
              </a:r>
              <a:endParaRPr lang="en-US" altLang="zh-CN" b="0" baseline="-2500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79904" name="Text Box 108"/>
            <p:cNvSpPr txBox="1">
              <a:spLocks noChangeArrowheads="1"/>
            </p:cNvSpPr>
            <p:nvPr/>
          </p:nvSpPr>
          <p:spPr bwMode="auto">
            <a:xfrm>
              <a:off x="4513" y="2976"/>
              <a:ext cx="390" cy="327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1A</a:t>
              </a:r>
            </a:p>
          </p:txBody>
        </p:sp>
        <p:sp>
          <p:nvSpPr>
            <p:cNvPr id="79905" name="Line 109"/>
            <p:cNvSpPr>
              <a:spLocks noChangeShapeType="1"/>
            </p:cNvSpPr>
            <p:nvPr/>
          </p:nvSpPr>
          <p:spPr bwMode="auto">
            <a:xfrm>
              <a:off x="3016" y="3748"/>
              <a:ext cx="1905" cy="0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9906" name="Line 110"/>
            <p:cNvSpPr>
              <a:spLocks noChangeShapeType="1"/>
            </p:cNvSpPr>
            <p:nvPr/>
          </p:nvSpPr>
          <p:spPr bwMode="auto">
            <a:xfrm flipH="1" flipV="1">
              <a:off x="3697" y="2977"/>
              <a:ext cx="136" cy="272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9907" name="Line 111"/>
            <p:cNvSpPr>
              <a:spLocks noChangeShapeType="1"/>
            </p:cNvSpPr>
            <p:nvPr/>
          </p:nvSpPr>
          <p:spPr bwMode="auto">
            <a:xfrm flipV="1">
              <a:off x="3651" y="3022"/>
              <a:ext cx="272" cy="227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9908" name="Text Box 112"/>
            <p:cNvSpPr txBox="1">
              <a:spLocks noChangeArrowheads="1"/>
            </p:cNvSpPr>
            <p:nvPr/>
          </p:nvSpPr>
          <p:spPr bwMode="auto">
            <a:xfrm>
              <a:off x="4448" y="2595"/>
              <a:ext cx="400" cy="327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1</a:t>
              </a:r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  <a:sym typeface="Symbol" pitchFamily="18" charset="2"/>
                </a:rPr>
                <a:t></a:t>
              </a:r>
              <a:endParaRPr lang="en-US" altLang="zh-CN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79909" name="Text Box 113"/>
            <p:cNvSpPr txBox="1">
              <a:spLocks noChangeArrowheads="1"/>
            </p:cNvSpPr>
            <p:nvPr/>
          </p:nvSpPr>
          <p:spPr bwMode="auto">
            <a:xfrm>
              <a:off x="3878" y="3049"/>
              <a:ext cx="257" cy="327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+</a:t>
              </a:r>
            </a:p>
          </p:txBody>
        </p:sp>
        <p:sp>
          <p:nvSpPr>
            <p:cNvPr id="79910" name="Text Box 114"/>
            <p:cNvSpPr txBox="1">
              <a:spLocks noChangeArrowheads="1"/>
            </p:cNvSpPr>
            <p:nvPr/>
          </p:nvSpPr>
          <p:spPr bwMode="auto">
            <a:xfrm>
              <a:off x="3878" y="3521"/>
              <a:ext cx="257" cy="288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zh-CN" altLang="en-US" sz="2400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－</a:t>
              </a:r>
            </a:p>
          </p:txBody>
        </p:sp>
        <p:sp>
          <p:nvSpPr>
            <p:cNvPr id="79911" name="Text Box 115"/>
            <p:cNvSpPr txBox="1">
              <a:spLocks noChangeArrowheads="1"/>
            </p:cNvSpPr>
            <p:nvPr/>
          </p:nvSpPr>
          <p:spPr bwMode="auto">
            <a:xfrm>
              <a:off x="3958" y="3276"/>
              <a:ext cx="329" cy="327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u</a:t>
              </a:r>
              <a:r>
                <a:rPr lang="en-US" altLang="zh-CN" b="0" i="1" baseline="-2500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C</a:t>
              </a:r>
              <a:endParaRPr lang="en-US" altLang="zh-CN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79912" name="Text Box 116"/>
            <p:cNvSpPr txBox="1">
              <a:spLocks noChangeArrowheads="1"/>
            </p:cNvSpPr>
            <p:nvPr/>
          </p:nvSpPr>
          <p:spPr bwMode="auto">
            <a:xfrm>
              <a:off x="2996" y="2595"/>
              <a:ext cx="400" cy="327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1</a:t>
              </a:r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  <a:sym typeface="Symbol" pitchFamily="18" charset="2"/>
                </a:rPr>
                <a:t></a:t>
              </a:r>
              <a:endParaRPr lang="en-US" altLang="zh-CN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79913" name="Line 117"/>
            <p:cNvSpPr>
              <a:spLocks noChangeShapeType="1"/>
            </p:cNvSpPr>
            <p:nvPr/>
          </p:nvSpPr>
          <p:spPr bwMode="auto">
            <a:xfrm>
              <a:off x="3016" y="2523"/>
              <a:ext cx="0" cy="1226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9914" name="Line 118"/>
            <p:cNvSpPr>
              <a:spLocks noChangeShapeType="1"/>
            </p:cNvSpPr>
            <p:nvPr/>
          </p:nvSpPr>
          <p:spPr bwMode="auto">
            <a:xfrm>
              <a:off x="3833" y="2523"/>
              <a:ext cx="0" cy="499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 type="oval" w="med" len="med"/>
              <a:tailEnd type="oval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9915" name="Line 119"/>
            <p:cNvSpPr>
              <a:spLocks noChangeShapeType="1"/>
            </p:cNvSpPr>
            <p:nvPr/>
          </p:nvSpPr>
          <p:spPr bwMode="auto">
            <a:xfrm>
              <a:off x="3833" y="3204"/>
              <a:ext cx="0" cy="227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 type="oval" w="med" len="med"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9916" name="Line 120"/>
            <p:cNvSpPr>
              <a:spLocks noChangeShapeType="1"/>
            </p:cNvSpPr>
            <p:nvPr/>
          </p:nvSpPr>
          <p:spPr bwMode="auto">
            <a:xfrm>
              <a:off x="3833" y="3521"/>
              <a:ext cx="0" cy="228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 type="oval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9917" name="Line 121"/>
            <p:cNvSpPr>
              <a:spLocks noChangeShapeType="1"/>
            </p:cNvSpPr>
            <p:nvPr/>
          </p:nvSpPr>
          <p:spPr bwMode="auto">
            <a:xfrm>
              <a:off x="3016" y="2523"/>
              <a:ext cx="1905" cy="0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79918" name="Group 122"/>
            <p:cNvGrpSpPr>
              <a:grpSpLocks/>
            </p:cNvGrpSpPr>
            <p:nvPr/>
          </p:nvGrpSpPr>
          <p:grpSpPr bwMode="auto">
            <a:xfrm>
              <a:off x="3697" y="3431"/>
              <a:ext cx="272" cy="91"/>
              <a:chOff x="930" y="3430"/>
              <a:chExt cx="227" cy="91"/>
            </a:xfrm>
          </p:grpSpPr>
          <p:sp>
            <p:nvSpPr>
              <p:cNvPr id="79919" name="Line 123"/>
              <p:cNvSpPr>
                <a:spLocks noChangeShapeType="1"/>
              </p:cNvSpPr>
              <p:nvPr/>
            </p:nvSpPr>
            <p:spPr bwMode="auto">
              <a:xfrm>
                <a:off x="930" y="3430"/>
                <a:ext cx="227" cy="0"/>
              </a:xfrm>
              <a:prstGeom prst="line">
                <a:avLst/>
              </a:prstGeom>
              <a:noFill/>
              <a:ln w="57150">
                <a:solidFill>
                  <a:srgbClr val="FF99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9920" name="Line 124"/>
              <p:cNvSpPr>
                <a:spLocks noChangeShapeType="1"/>
              </p:cNvSpPr>
              <p:nvPr/>
            </p:nvSpPr>
            <p:spPr bwMode="auto">
              <a:xfrm>
                <a:off x="930" y="3521"/>
                <a:ext cx="227" cy="0"/>
              </a:xfrm>
              <a:prstGeom prst="line">
                <a:avLst/>
              </a:prstGeom>
              <a:noFill/>
              <a:ln w="57150">
                <a:solidFill>
                  <a:srgbClr val="FF99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79921" name="Line 126"/>
            <p:cNvSpPr>
              <a:spLocks noChangeShapeType="1"/>
            </p:cNvSpPr>
            <p:nvPr/>
          </p:nvSpPr>
          <p:spPr bwMode="auto">
            <a:xfrm flipV="1">
              <a:off x="4921" y="3022"/>
              <a:ext cx="0" cy="272"/>
            </a:xfrm>
            <a:prstGeom prst="line">
              <a:avLst/>
            </a:prstGeom>
            <a:noFill/>
            <a:ln w="28575">
              <a:solidFill>
                <a:srgbClr val="00FFFF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9922" name="Text Box 127"/>
            <p:cNvSpPr txBox="1">
              <a:spLocks noChangeArrowheads="1"/>
            </p:cNvSpPr>
            <p:nvPr/>
          </p:nvSpPr>
          <p:spPr bwMode="auto">
            <a:xfrm>
              <a:off x="5027" y="3048"/>
              <a:ext cx="257" cy="327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+</a:t>
              </a:r>
            </a:p>
          </p:txBody>
        </p:sp>
        <p:sp>
          <p:nvSpPr>
            <p:cNvPr id="79923" name="Text Box 128"/>
            <p:cNvSpPr txBox="1">
              <a:spLocks noChangeArrowheads="1"/>
            </p:cNvSpPr>
            <p:nvPr/>
          </p:nvSpPr>
          <p:spPr bwMode="auto">
            <a:xfrm>
              <a:off x="4982" y="3540"/>
              <a:ext cx="257" cy="288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zh-CN" altLang="en-US" sz="2400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－</a:t>
              </a:r>
            </a:p>
          </p:txBody>
        </p:sp>
        <p:sp>
          <p:nvSpPr>
            <p:cNvPr id="79924" name="Text Box 129"/>
            <p:cNvSpPr txBox="1">
              <a:spLocks noChangeArrowheads="1"/>
            </p:cNvSpPr>
            <p:nvPr/>
          </p:nvSpPr>
          <p:spPr bwMode="auto">
            <a:xfrm>
              <a:off x="5193" y="3247"/>
              <a:ext cx="244" cy="365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sz="3200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u</a:t>
              </a:r>
              <a:endParaRPr lang="en-US" altLang="zh-CN" sz="3200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79925" name="Text Box 130"/>
            <p:cNvSpPr txBox="1">
              <a:spLocks noChangeArrowheads="1"/>
            </p:cNvSpPr>
            <p:nvPr/>
          </p:nvSpPr>
          <p:spPr bwMode="auto">
            <a:xfrm>
              <a:off x="3858" y="2595"/>
              <a:ext cx="400" cy="327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1</a:t>
              </a:r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  <a:sym typeface="Symbol" pitchFamily="18" charset="2"/>
                </a:rPr>
                <a:t></a:t>
              </a:r>
              <a:endParaRPr lang="en-US" altLang="zh-CN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79926" name="Rectangle 131"/>
            <p:cNvSpPr>
              <a:spLocks noChangeArrowheads="1"/>
            </p:cNvSpPr>
            <p:nvPr/>
          </p:nvSpPr>
          <p:spPr bwMode="auto">
            <a:xfrm>
              <a:off x="4840" y="2614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</a:gradFill>
            <a:ln w="2857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9927" name="Rectangle 132"/>
            <p:cNvSpPr>
              <a:spLocks noChangeArrowheads="1"/>
            </p:cNvSpPr>
            <p:nvPr/>
          </p:nvSpPr>
          <p:spPr bwMode="auto">
            <a:xfrm>
              <a:off x="3751" y="2614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</a:gradFill>
            <a:ln w="2857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9928" name="Rectangle 133"/>
            <p:cNvSpPr>
              <a:spLocks noChangeArrowheads="1"/>
            </p:cNvSpPr>
            <p:nvPr/>
          </p:nvSpPr>
          <p:spPr bwMode="auto">
            <a:xfrm>
              <a:off x="2925" y="2614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</a:gradFill>
            <a:ln w="2857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79929" name="Group 137"/>
            <p:cNvGrpSpPr>
              <a:grpSpLocks/>
            </p:cNvGrpSpPr>
            <p:nvPr/>
          </p:nvGrpSpPr>
          <p:grpSpPr bwMode="auto">
            <a:xfrm>
              <a:off x="4740" y="3294"/>
              <a:ext cx="363" cy="363"/>
              <a:chOff x="4740" y="3294"/>
              <a:chExt cx="363" cy="363"/>
            </a:xfrm>
          </p:grpSpPr>
          <p:sp>
            <p:nvSpPr>
              <p:cNvPr id="79930" name="Oval 103"/>
              <p:cNvSpPr>
                <a:spLocks noChangeArrowheads="1"/>
              </p:cNvSpPr>
              <p:nvPr/>
            </p:nvSpPr>
            <p:spPr bwMode="auto">
              <a:xfrm>
                <a:off x="4740" y="3294"/>
                <a:ext cx="363" cy="363"/>
              </a:xfrm>
              <a:prstGeom prst="ellipse">
                <a:avLst/>
              </a:prstGeom>
              <a:gradFill rotWithShape="1">
                <a:gsLst>
                  <a:gs pos="0">
                    <a:srgbClr val="0099FF"/>
                  </a:gs>
                  <a:gs pos="100000">
                    <a:srgbClr val="004776"/>
                  </a:gs>
                </a:gsLst>
                <a:path path="shape">
                  <a:fillToRect l="50000" t="50000" r="50000" b="50000"/>
                </a:path>
              </a:gradFill>
              <a:ln w="38100">
                <a:solidFill>
                  <a:srgbClr val="FF99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79931" name="Line 125"/>
              <p:cNvSpPr>
                <a:spLocks noChangeShapeType="1"/>
              </p:cNvSpPr>
              <p:nvPr/>
            </p:nvSpPr>
            <p:spPr bwMode="auto">
              <a:xfrm>
                <a:off x="4740" y="3475"/>
                <a:ext cx="363" cy="0"/>
              </a:xfrm>
              <a:prstGeom prst="line">
                <a:avLst/>
              </a:prstGeom>
              <a:noFill/>
              <a:ln w="38100">
                <a:solidFill>
                  <a:srgbClr val="FF99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1228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228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000"/>
                                        <p:tgtEl>
                                          <p:spTgt spid="1228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228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228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0" dur="500"/>
                                        <p:tgtEl>
                                          <p:spTgt spid="1228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228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228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2289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2289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228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228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1000"/>
                            </p:stCondLst>
                            <p:childTnLst>
                              <p:par>
                                <p:cTn id="45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1230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1500"/>
                            </p:stCondLst>
                            <p:childTnLst>
                              <p:par>
                                <p:cTn id="49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1" dur="500"/>
                                        <p:tgtEl>
                                          <p:spTgt spid="1228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2000"/>
                            </p:stCondLst>
                            <p:childTnLst>
                              <p:par>
                                <p:cTn id="5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2000"/>
                                        <p:tgtEl>
                                          <p:spTgt spid="1229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12289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12289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1228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1228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1000"/>
                            </p:stCondLst>
                            <p:childTnLst>
                              <p:par>
                                <p:cTn id="65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12289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12289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9" dur="1000"/>
                                        <p:tgtEl>
                                          <p:spTgt spid="1228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1229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1229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882" grpId="0"/>
      <p:bldP spid="122887" grpId="0"/>
      <p:bldP spid="122888" grpId="0"/>
      <p:bldP spid="122889" grpId="0" animBg="1"/>
      <p:bldP spid="122890" grpId="0"/>
      <p:bldP spid="122891" grpId="0"/>
      <p:bldP spid="122892" grpId="0"/>
      <p:bldP spid="122893" grpId="0" animBg="1"/>
      <p:bldP spid="122894" grpId="0"/>
      <p:bldP spid="122979" grpId="0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2228" name="Object 4"/>
          <p:cNvGraphicFramePr>
            <a:graphicFrameLocks noChangeAspect="1"/>
          </p:cNvGraphicFramePr>
          <p:nvPr/>
        </p:nvGraphicFramePr>
        <p:xfrm>
          <a:off x="971550" y="2565400"/>
          <a:ext cx="3952875" cy="647700"/>
        </p:xfrm>
        <a:graphic>
          <a:graphicData uri="http://schemas.openxmlformats.org/presentationml/2006/ole">
            <p:oleObj spid="_x0000_s81921" r:id="rId3" imgW="1309320" imgH="219240" progId="Equation.3">
              <p:embed/>
            </p:oleObj>
          </a:graphicData>
        </a:graphic>
      </p:graphicFrame>
      <p:graphicFrame>
        <p:nvGraphicFramePr>
          <p:cNvPr id="52229" name="Object 5"/>
          <p:cNvGraphicFramePr>
            <a:graphicFrameLocks noChangeAspect="1"/>
          </p:cNvGraphicFramePr>
          <p:nvPr/>
        </p:nvGraphicFramePr>
        <p:xfrm>
          <a:off x="900113" y="3413125"/>
          <a:ext cx="4022725" cy="1168400"/>
        </p:xfrm>
        <a:graphic>
          <a:graphicData uri="http://schemas.openxmlformats.org/presentationml/2006/ole">
            <p:oleObj spid="_x0000_s81922" r:id="rId4" imgW="1332720" imgH="403560" progId="Equation.3">
              <p:embed/>
            </p:oleObj>
          </a:graphicData>
        </a:graphic>
      </p:graphicFrame>
      <p:graphicFrame>
        <p:nvGraphicFramePr>
          <p:cNvPr id="52298" name="Object 74"/>
          <p:cNvGraphicFramePr>
            <a:graphicFrameLocks noChangeAspect="1"/>
          </p:cNvGraphicFramePr>
          <p:nvPr/>
        </p:nvGraphicFramePr>
        <p:xfrm>
          <a:off x="862013" y="4724400"/>
          <a:ext cx="7007225" cy="647700"/>
        </p:xfrm>
        <a:graphic>
          <a:graphicData uri="http://schemas.openxmlformats.org/presentationml/2006/ole">
            <p:oleObj spid="_x0000_s81923" r:id="rId5" imgW="2329200" imgH="219240" progId="Equation.3">
              <p:embed/>
            </p:oleObj>
          </a:graphicData>
        </a:graphic>
      </p:graphicFrame>
      <p:grpSp>
        <p:nvGrpSpPr>
          <p:cNvPr id="81924" name="Group 78"/>
          <p:cNvGrpSpPr>
            <a:grpSpLocks/>
          </p:cNvGrpSpPr>
          <p:nvPr/>
        </p:nvGrpSpPr>
        <p:grpSpPr bwMode="auto"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81925" name="Picture 79" descr="78900"/>
            <p:cNvPicPr>
              <a:picLocks noChangeAspect="1" noChangeArrowheads="1"/>
            </p:cNvPicPr>
            <p:nvPr/>
          </p:nvPicPr>
          <p:blipFill>
            <a:blip r:embed="rId6"/>
            <a:srcRect/>
            <a:stretch>
              <a:fillRect/>
            </a:stretch>
          </p:blipFill>
          <p:spPr bwMode="auto"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81926" name="Text Box 80">
              <a:hlinkClick r:id="" action="ppaction://hlinkshowjump?jump=nextslide"/>
            </p:cNvPr>
            <p:cNvSpPr txBox="1">
              <a:spLocks noChangeArrowheads="1"/>
            </p:cNvSpPr>
            <p:nvPr/>
          </p:nvSpPr>
          <p:spPr bwMode="auto"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0">
                  <a:solidFill>
                    <a:schemeClr val="bg1"/>
                  </a:solidFill>
                  <a:latin typeface="隶书" pitchFamily="49" charset="-122"/>
                  <a:ea typeface="隶书" pitchFamily="49" charset="-122"/>
                </a:rPr>
                <a:t>下 页</a:t>
              </a:r>
            </a:p>
          </p:txBody>
        </p:sp>
      </p:grpSp>
      <p:grpSp>
        <p:nvGrpSpPr>
          <p:cNvPr id="81927" name="Group 81"/>
          <p:cNvGrpSpPr>
            <a:grpSpLocks/>
          </p:cNvGrpSpPr>
          <p:nvPr/>
        </p:nvGrpSpPr>
        <p:grpSpPr bwMode="auto">
          <a:xfrm>
            <a:off x="7453313" y="6446838"/>
            <a:ext cx="792162" cy="366712"/>
            <a:chOff x="4649" y="4020"/>
            <a:chExt cx="499" cy="231"/>
          </a:xfrm>
        </p:grpSpPr>
        <p:pic>
          <p:nvPicPr>
            <p:cNvPr id="81928" name="Picture 82" descr="78900"/>
            <p:cNvPicPr>
              <a:picLocks noChangeAspect="1" noChangeArrowheads="1"/>
            </p:cNvPicPr>
            <p:nvPr/>
          </p:nvPicPr>
          <p:blipFill>
            <a:blip r:embed="rId6"/>
            <a:srcRect/>
            <a:stretch>
              <a:fillRect/>
            </a:stretch>
          </p:blipFill>
          <p:spPr bwMode="auto"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81929" name="Text Box 83">
              <a:hlinkClick r:id="" action="ppaction://hlinkshowjump?jump=previousslide"/>
            </p:cNvPr>
            <p:cNvSpPr txBox="1">
              <a:spLocks noChangeArrowheads="1"/>
            </p:cNvSpPr>
            <p:nvPr/>
          </p:nvSpPr>
          <p:spPr bwMode="auto"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0">
                  <a:solidFill>
                    <a:schemeClr val="bg1"/>
                  </a:solidFill>
                  <a:latin typeface="隶书" pitchFamily="49" charset="-122"/>
                  <a:ea typeface="隶书" pitchFamily="49" charset="-122"/>
                </a:rPr>
                <a:t>上 页</a:t>
              </a:r>
            </a:p>
          </p:txBody>
        </p:sp>
      </p:grpSp>
      <p:graphicFrame>
        <p:nvGraphicFramePr>
          <p:cNvPr id="52344" name="Object 120"/>
          <p:cNvGraphicFramePr>
            <a:graphicFrameLocks noChangeAspect="1"/>
          </p:cNvGraphicFramePr>
          <p:nvPr/>
        </p:nvGraphicFramePr>
        <p:xfrm>
          <a:off x="2455863" y="549275"/>
          <a:ext cx="3860800" cy="500063"/>
        </p:xfrm>
        <a:graphic>
          <a:graphicData uri="http://schemas.openxmlformats.org/presentationml/2006/ole">
            <p:oleObj spid="_x0000_s81930" r:id="rId7" imgW="1494720" imgH="196200" progId="Equation.3">
              <p:embed/>
            </p:oleObj>
          </a:graphicData>
        </a:graphic>
      </p:graphicFrame>
      <p:grpSp>
        <p:nvGrpSpPr>
          <p:cNvPr id="52348" name="Group 124"/>
          <p:cNvGrpSpPr>
            <a:grpSpLocks/>
          </p:cNvGrpSpPr>
          <p:nvPr/>
        </p:nvGrpSpPr>
        <p:grpSpPr bwMode="auto">
          <a:xfrm>
            <a:off x="755650" y="1268413"/>
            <a:ext cx="5545138" cy="631825"/>
            <a:chOff x="385" y="709"/>
            <a:chExt cx="3582" cy="409"/>
          </a:xfrm>
        </p:grpSpPr>
        <p:sp>
          <p:nvSpPr>
            <p:cNvPr id="81932" name="Text Box 122"/>
            <p:cNvSpPr txBox="1">
              <a:spLocks noChangeArrowheads="1"/>
            </p:cNvSpPr>
            <p:nvPr/>
          </p:nvSpPr>
          <p:spPr bwMode="auto">
            <a:xfrm>
              <a:off x="385" y="754"/>
              <a:ext cx="1134" cy="33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/>
                <a:t>全响应：</a:t>
              </a:r>
            </a:p>
          </p:txBody>
        </p:sp>
        <p:graphicFrame>
          <p:nvGraphicFramePr>
            <p:cNvPr id="81933" name="Object 123"/>
            <p:cNvGraphicFramePr>
              <a:graphicFrameLocks noChangeAspect="1"/>
            </p:cNvGraphicFramePr>
            <p:nvPr/>
          </p:nvGraphicFramePr>
          <p:xfrm>
            <a:off x="1519" y="709"/>
            <a:ext cx="2448" cy="409"/>
          </p:xfrm>
          <a:graphic>
            <a:graphicData uri="http://schemas.openxmlformats.org/presentationml/2006/ole">
              <p:oleObj spid="_x0000_s81933" r:id="rId8" imgW="1286280" imgH="219240" progId="Equation.3">
                <p:embed/>
              </p:oleObj>
            </a:graphicData>
          </a:graphic>
        </p:graphicFrame>
      </p:grpSp>
      <p:grpSp>
        <p:nvGrpSpPr>
          <p:cNvPr id="81934" name="Group 158"/>
          <p:cNvGrpSpPr>
            <a:grpSpLocks/>
          </p:cNvGrpSpPr>
          <p:nvPr/>
        </p:nvGrpSpPr>
        <p:grpSpPr bwMode="auto">
          <a:xfrm>
            <a:off x="6588125" y="6446838"/>
            <a:ext cx="792163" cy="366712"/>
            <a:chOff x="4649" y="4020"/>
            <a:chExt cx="499" cy="231"/>
          </a:xfrm>
        </p:grpSpPr>
        <p:pic>
          <p:nvPicPr>
            <p:cNvPr id="81935" name="Picture 159" descr="78900"/>
            <p:cNvPicPr>
              <a:picLocks noChangeAspect="1" noChangeArrowheads="1"/>
            </p:cNvPicPr>
            <p:nvPr/>
          </p:nvPicPr>
          <p:blipFill>
            <a:blip r:embed="rId6"/>
            <a:srcRect/>
            <a:stretch>
              <a:fillRect/>
            </a:stretch>
          </p:blipFill>
          <p:spPr bwMode="auto"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81936" name="Text Box 160">
              <a:hlinkClick r:id="rId9" action="ppaction://hlinksldjump"/>
            </p:cNvPr>
            <p:cNvSpPr txBox="1">
              <a:spLocks noChangeArrowheads="1"/>
            </p:cNvSpPr>
            <p:nvPr/>
          </p:nvSpPr>
          <p:spPr bwMode="auto"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0">
                  <a:solidFill>
                    <a:schemeClr val="bg1"/>
                  </a:solidFill>
                  <a:latin typeface="隶书" pitchFamily="49" charset="-122"/>
                  <a:ea typeface="隶书" pitchFamily="49" charset="-122"/>
                </a:rPr>
                <a:t>返 回</a:t>
              </a:r>
            </a:p>
          </p:txBody>
        </p:sp>
      </p:grpSp>
      <p:grpSp>
        <p:nvGrpSpPr>
          <p:cNvPr id="81937" name="Group 195"/>
          <p:cNvGrpSpPr>
            <a:grpSpLocks/>
          </p:cNvGrpSpPr>
          <p:nvPr/>
        </p:nvGrpSpPr>
        <p:grpSpPr bwMode="auto">
          <a:xfrm>
            <a:off x="5003800" y="1989138"/>
            <a:ext cx="4130675" cy="2071687"/>
            <a:chOff x="2835" y="2523"/>
            <a:chExt cx="2602" cy="1305"/>
          </a:xfrm>
        </p:grpSpPr>
        <p:sp>
          <p:nvSpPr>
            <p:cNvPr id="81938" name="Line 196"/>
            <p:cNvSpPr>
              <a:spLocks noChangeShapeType="1"/>
            </p:cNvSpPr>
            <p:nvPr/>
          </p:nvSpPr>
          <p:spPr bwMode="auto">
            <a:xfrm>
              <a:off x="4921" y="2523"/>
              <a:ext cx="0" cy="1225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1939" name="Oval 197"/>
            <p:cNvSpPr>
              <a:spLocks noChangeArrowheads="1"/>
            </p:cNvSpPr>
            <p:nvPr/>
          </p:nvSpPr>
          <p:spPr bwMode="auto">
            <a:xfrm>
              <a:off x="2835" y="3113"/>
              <a:ext cx="363" cy="363"/>
            </a:xfrm>
            <a:prstGeom prst="ellipse">
              <a:avLst/>
            </a:prstGeom>
            <a:gradFill rotWithShape="1">
              <a:gsLst>
                <a:gs pos="0">
                  <a:srgbClr val="0099FF"/>
                </a:gs>
                <a:gs pos="100000">
                  <a:srgbClr val="004776"/>
                </a:gs>
              </a:gsLst>
              <a:path path="shape">
                <a:fillToRect l="50000" t="50000" r="50000" b="50000"/>
              </a:path>
            </a:gradFill>
            <a:ln w="38100">
              <a:solidFill>
                <a:srgbClr val="FF99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1940" name="Text Box 198"/>
            <p:cNvSpPr txBox="1">
              <a:spLocks noChangeArrowheads="1"/>
            </p:cNvSpPr>
            <p:nvPr/>
          </p:nvSpPr>
          <p:spPr bwMode="auto">
            <a:xfrm>
              <a:off x="3062" y="2867"/>
              <a:ext cx="257" cy="327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+</a:t>
              </a:r>
            </a:p>
          </p:txBody>
        </p:sp>
        <p:sp>
          <p:nvSpPr>
            <p:cNvPr id="81941" name="Text Box 199"/>
            <p:cNvSpPr txBox="1">
              <a:spLocks noChangeArrowheads="1"/>
            </p:cNvSpPr>
            <p:nvPr/>
          </p:nvSpPr>
          <p:spPr bwMode="auto">
            <a:xfrm>
              <a:off x="3016" y="3412"/>
              <a:ext cx="243" cy="327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–</a:t>
              </a:r>
            </a:p>
          </p:txBody>
        </p:sp>
        <p:sp>
          <p:nvSpPr>
            <p:cNvPr id="81942" name="Text Box 200"/>
            <p:cNvSpPr txBox="1">
              <a:spLocks noChangeArrowheads="1"/>
            </p:cNvSpPr>
            <p:nvPr/>
          </p:nvSpPr>
          <p:spPr bwMode="auto">
            <a:xfrm>
              <a:off x="3107" y="3139"/>
              <a:ext cx="590" cy="327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10V</a:t>
              </a:r>
              <a:endParaRPr lang="en-US" altLang="zh-CN" b="0" baseline="-2500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81943" name="Text Box 201"/>
            <p:cNvSpPr txBox="1">
              <a:spLocks noChangeArrowheads="1"/>
            </p:cNvSpPr>
            <p:nvPr/>
          </p:nvSpPr>
          <p:spPr bwMode="auto">
            <a:xfrm>
              <a:off x="4513" y="2976"/>
              <a:ext cx="390" cy="327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1A</a:t>
              </a:r>
            </a:p>
          </p:txBody>
        </p:sp>
        <p:sp>
          <p:nvSpPr>
            <p:cNvPr id="81944" name="Line 202"/>
            <p:cNvSpPr>
              <a:spLocks noChangeShapeType="1"/>
            </p:cNvSpPr>
            <p:nvPr/>
          </p:nvSpPr>
          <p:spPr bwMode="auto">
            <a:xfrm>
              <a:off x="3016" y="3748"/>
              <a:ext cx="1905" cy="0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1945" name="Line 203"/>
            <p:cNvSpPr>
              <a:spLocks noChangeShapeType="1"/>
            </p:cNvSpPr>
            <p:nvPr/>
          </p:nvSpPr>
          <p:spPr bwMode="auto">
            <a:xfrm flipH="1" flipV="1">
              <a:off x="3697" y="2977"/>
              <a:ext cx="136" cy="272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1946" name="Line 204"/>
            <p:cNvSpPr>
              <a:spLocks noChangeShapeType="1"/>
            </p:cNvSpPr>
            <p:nvPr/>
          </p:nvSpPr>
          <p:spPr bwMode="auto">
            <a:xfrm flipV="1">
              <a:off x="3651" y="3022"/>
              <a:ext cx="272" cy="227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1947" name="Text Box 205"/>
            <p:cNvSpPr txBox="1">
              <a:spLocks noChangeArrowheads="1"/>
            </p:cNvSpPr>
            <p:nvPr/>
          </p:nvSpPr>
          <p:spPr bwMode="auto">
            <a:xfrm>
              <a:off x="4448" y="2595"/>
              <a:ext cx="400" cy="327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1</a:t>
              </a:r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  <a:sym typeface="Symbol" pitchFamily="18" charset="2"/>
                </a:rPr>
                <a:t></a:t>
              </a:r>
              <a:endParaRPr lang="en-US" altLang="zh-CN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81948" name="Text Box 206"/>
            <p:cNvSpPr txBox="1">
              <a:spLocks noChangeArrowheads="1"/>
            </p:cNvSpPr>
            <p:nvPr/>
          </p:nvSpPr>
          <p:spPr bwMode="auto">
            <a:xfrm>
              <a:off x="3878" y="3049"/>
              <a:ext cx="257" cy="327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+</a:t>
              </a:r>
            </a:p>
          </p:txBody>
        </p:sp>
        <p:sp>
          <p:nvSpPr>
            <p:cNvPr id="81949" name="Text Box 207"/>
            <p:cNvSpPr txBox="1">
              <a:spLocks noChangeArrowheads="1"/>
            </p:cNvSpPr>
            <p:nvPr/>
          </p:nvSpPr>
          <p:spPr bwMode="auto">
            <a:xfrm>
              <a:off x="3878" y="3521"/>
              <a:ext cx="257" cy="288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zh-CN" altLang="en-US" sz="2400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－</a:t>
              </a:r>
            </a:p>
          </p:txBody>
        </p:sp>
        <p:sp>
          <p:nvSpPr>
            <p:cNvPr id="81950" name="Text Box 208"/>
            <p:cNvSpPr txBox="1">
              <a:spLocks noChangeArrowheads="1"/>
            </p:cNvSpPr>
            <p:nvPr/>
          </p:nvSpPr>
          <p:spPr bwMode="auto">
            <a:xfrm>
              <a:off x="3958" y="3276"/>
              <a:ext cx="329" cy="327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u</a:t>
              </a:r>
              <a:r>
                <a:rPr lang="en-US" altLang="zh-CN" b="0" i="1" baseline="-2500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C</a:t>
              </a:r>
              <a:endParaRPr lang="en-US" altLang="zh-CN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81951" name="Text Box 209"/>
            <p:cNvSpPr txBox="1">
              <a:spLocks noChangeArrowheads="1"/>
            </p:cNvSpPr>
            <p:nvPr/>
          </p:nvSpPr>
          <p:spPr bwMode="auto">
            <a:xfrm>
              <a:off x="2996" y="2595"/>
              <a:ext cx="400" cy="327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1</a:t>
              </a:r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  <a:sym typeface="Symbol" pitchFamily="18" charset="2"/>
                </a:rPr>
                <a:t></a:t>
              </a:r>
              <a:endParaRPr lang="en-US" altLang="zh-CN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81952" name="Line 210"/>
            <p:cNvSpPr>
              <a:spLocks noChangeShapeType="1"/>
            </p:cNvSpPr>
            <p:nvPr/>
          </p:nvSpPr>
          <p:spPr bwMode="auto">
            <a:xfrm>
              <a:off x="3016" y="2523"/>
              <a:ext cx="0" cy="1226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1953" name="Line 211"/>
            <p:cNvSpPr>
              <a:spLocks noChangeShapeType="1"/>
            </p:cNvSpPr>
            <p:nvPr/>
          </p:nvSpPr>
          <p:spPr bwMode="auto">
            <a:xfrm>
              <a:off x="3833" y="2523"/>
              <a:ext cx="0" cy="499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 type="oval" w="med" len="med"/>
              <a:tailEnd type="oval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1954" name="Line 212"/>
            <p:cNvSpPr>
              <a:spLocks noChangeShapeType="1"/>
            </p:cNvSpPr>
            <p:nvPr/>
          </p:nvSpPr>
          <p:spPr bwMode="auto">
            <a:xfrm>
              <a:off x="3833" y="3204"/>
              <a:ext cx="0" cy="227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 type="oval" w="med" len="med"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1955" name="Line 213"/>
            <p:cNvSpPr>
              <a:spLocks noChangeShapeType="1"/>
            </p:cNvSpPr>
            <p:nvPr/>
          </p:nvSpPr>
          <p:spPr bwMode="auto">
            <a:xfrm>
              <a:off x="3833" y="3521"/>
              <a:ext cx="0" cy="228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 type="oval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1956" name="Line 214"/>
            <p:cNvSpPr>
              <a:spLocks noChangeShapeType="1"/>
            </p:cNvSpPr>
            <p:nvPr/>
          </p:nvSpPr>
          <p:spPr bwMode="auto">
            <a:xfrm>
              <a:off x="3016" y="2523"/>
              <a:ext cx="1905" cy="0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81957" name="Group 215"/>
            <p:cNvGrpSpPr>
              <a:grpSpLocks/>
            </p:cNvGrpSpPr>
            <p:nvPr/>
          </p:nvGrpSpPr>
          <p:grpSpPr bwMode="auto">
            <a:xfrm>
              <a:off x="3697" y="3431"/>
              <a:ext cx="272" cy="91"/>
              <a:chOff x="930" y="3430"/>
              <a:chExt cx="227" cy="91"/>
            </a:xfrm>
          </p:grpSpPr>
          <p:sp>
            <p:nvSpPr>
              <p:cNvPr id="81958" name="Line 216"/>
              <p:cNvSpPr>
                <a:spLocks noChangeShapeType="1"/>
              </p:cNvSpPr>
              <p:nvPr/>
            </p:nvSpPr>
            <p:spPr bwMode="auto">
              <a:xfrm>
                <a:off x="930" y="3430"/>
                <a:ext cx="227" cy="0"/>
              </a:xfrm>
              <a:prstGeom prst="line">
                <a:avLst/>
              </a:prstGeom>
              <a:noFill/>
              <a:ln w="57150">
                <a:solidFill>
                  <a:srgbClr val="FF99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1959" name="Line 217"/>
              <p:cNvSpPr>
                <a:spLocks noChangeShapeType="1"/>
              </p:cNvSpPr>
              <p:nvPr/>
            </p:nvSpPr>
            <p:spPr bwMode="auto">
              <a:xfrm>
                <a:off x="930" y="3521"/>
                <a:ext cx="227" cy="0"/>
              </a:xfrm>
              <a:prstGeom prst="line">
                <a:avLst/>
              </a:prstGeom>
              <a:noFill/>
              <a:ln w="57150">
                <a:solidFill>
                  <a:srgbClr val="FF99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81960" name="Line 218"/>
            <p:cNvSpPr>
              <a:spLocks noChangeShapeType="1"/>
            </p:cNvSpPr>
            <p:nvPr/>
          </p:nvSpPr>
          <p:spPr bwMode="auto">
            <a:xfrm flipV="1">
              <a:off x="4921" y="3022"/>
              <a:ext cx="0" cy="272"/>
            </a:xfrm>
            <a:prstGeom prst="line">
              <a:avLst/>
            </a:prstGeom>
            <a:noFill/>
            <a:ln w="28575">
              <a:solidFill>
                <a:srgbClr val="00FFFF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1961" name="Text Box 219"/>
            <p:cNvSpPr txBox="1">
              <a:spLocks noChangeArrowheads="1"/>
            </p:cNvSpPr>
            <p:nvPr/>
          </p:nvSpPr>
          <p:spPr bwMode="auto">
            <a:xfrm>
              <a:off x="5027" y="3048"/>
              <a:ext cx="257" cy="327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+</a:t>
              </a:r>
            </a:p>
          </p:txBody>
        </p:sp>
        <p:sp>
          <p:nvSpPr>
            <p:cNvPr id="81962" name="Text Box 220"/>
            <p:cNvSpPr txBox="1">
              <a:spLocks noChangeArrowheads="1"/>
            </p:cNvSpPr>
            <p:nvPr/>
          </p:nvSpPr>
          <p:spPr bwMode="auto">
            <a:xfrm>
              <a:off x="4982" y="3540"/>
              <a:ext cx="257" cy="288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zh-CN" altLang="en-US" sz="2400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－</a:t>
              </a:r>
            </a:p>
          </p:txBody>
        </p:sp>
        <p:sp>
          <p:nvSpPr>
            <p:cNvPr id="81963" name="Text Box 221"/>
            <p:cNvSpPr txBox="1">
              <a:spLocks noChangeArrowheads="1"/>
            </p:cNvSpPr>
            <p:nvPr/>
          </p:nvSpPr>
          <p:spPr bwMode="auto">
            <a:xfrm>
              <a:off x="5193" y="3247"/>
              <a:ext cx="244" cy="365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sz="3200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u</a:t>
              </a:r>
              <a:endParaRPr lang="en-US" altLang="zh-CN" sz="3200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81964" name="Text Box 222"/>
            <p:cNvSpPr txBox="1">
              <a:spLocks noChangeArrowheads="1"/>
            </p:cNvSpPr>
            <p:nvPr/>
          </p:nvSpPr>
          <p:spPr bwMode="auto">
            <a:xfrm>
              <a:off x="3858" y="2595"/>
              <a:ext cx="400" cy="327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1</a:t>
              </a:r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  <a:sym typeface="Symbol" pitchFamily="18" charset="2"/>
                </a:rPr>
                <a:t></a:t>
              </a:r>
              <a:endParaRPr lang="en-US" altLang="zh-CN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81965" name="Rectangle 223"/>
            <p:cNvSpPr>
              <a:spLocks noChangeArrowheads="1"/>
            </p:cNvSpPr>
            <p:nvPr/>
          </p:nvSpPr>
          <p:spPr bwMode="auto">
            <a:xfrm>
              <a:off x="4840" y="2614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</a:gradFill>
            <a:ln w="2857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1966" name="Rectangle 224"/>
            <p:cNvSpPr>
              <a:spLocks noChangeArrowheads="1"/>
            </p:cNvSpPr>
            <p:nvPr/>
          </p:nvSpPr>
          <p:spPr bwMode="auto">
            <a:xfrm>
              <a:off x="3751" y="2614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</a:gradFill>
            <a:ln w="2857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1967" name="Rectangle 225"/>
            <p:cNvSpPr>
              <a:spLocks noChangeArrowheads="1"/>
            </p:cNvSpPr>
            <p:nvPr/>
          </p:nvSpPr>
          <p:spPr bwMode="auto">
            <a:xfrm>
              <a:off x="2925" y="2614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</a:gradFill>
            <a:ln w="2857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81968" name="Group 226"/>
            <p:cNvGrpSpPr>
              <a:grpSpLocks/>
            </p:cNvGrpSpPr>
            <p:nvPr/>
          </p:nvGrpSpPr>
          <p:grpSpPr bwMode="auto">
            <a:xfrm>
              <a:off x="4740" y="3294"/>
              <a:ext cx="363" cy="363"/>
              <a:chOff x="4740" y="3294"/>
              <a:chExt cx="363" cy="363"/>
            </a:xfrm>
          </p:grpSpPr>
          <p:sp>
            <p:nvSpPr>
              <p:cNvPr id="81969" name="Oval 227"/>
              <p:cNvSpPr>
                <a:spLocks noChangeArrowheads="1"/>
              </p:cNvSpPr>
              <p:nvPr/>
            </p:nvSpPr>
            <p:spPr bwMode="auto">
              <a:xfrm>
                <a:off x="4740" y="3294"/>
                <a:ext cx="363" cy="363"/>
              </a:xfrm>
              <a:prstGeom prst="ellipse">
                <a:avLst/>
              </a:prstGeom>
              <a:gradFill rotWithShape="1">
                <a:gsLst>
                  <a:gs pos="0">
                    <a:srgbClr val="0099FF"/>
                  </a:gs>
                  <a:gs pos="100000">
                    <a:srgbClr val="004776"/>
                  </a:gs>
                </a:gsLst>
                <a:path path="shape">
                  <a:fillToRect l="50000" t="50000" r="50000" b="50000"/>
                </a:path>
              </a:gradFill>
              <a:ln w="38100">
                <a:solidFill>
                  <a:srgbClr val="FF99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81970" name="Line 228"/>
              <p:cNvSpPr>
                <a:spLocks noChangeShapeType="1"/>
              </p:cNvSpPr>
              <p:nvPr/>
            </p:nvSpPr>
            <p:spPr bwMode="auto">
              <a:xfrm>
                <a:off x="4740" y="3475"/>
                <a:ext cx="363" cy="0"/>
              </a:xfrm>
              <a:prstGeom prst="line">
                <a:avLst/>
              </a:prstGeom>
              <a:noFill/>
              <a:ln w="38100">
                <a:solidFill>
                  <a:srgbClr val="FF99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523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523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52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52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522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4" name="Text Box 4"/>
          <p:cNvSpPr txBox="1">
            <a:spLocks noChangeArrowheads="1"/>
          </p:cNvSpPr>
          <p:nvPr/>
        </p:nvSpPr>
        <p:spPr bwMode="auto">
          <a:xfrm>
            <a:off x="611188" y="620713"/>
            <a:ext cx="5400675" cy="579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sz="3200">
                <a:solidFill>
                  <a:schemeClr val="bg1"/>
                </a:solidFill>
                <a:latin typeface="楷体_GB2312" pitchFamily="49" charset="-122"/>
              </a:rPr>
              <a:t>3. </a:t>
            </a:r>
            <a:r>
              <a:rPr lang="zh-CN" altLang="en-US" sz="3200">
                <a:solidFill>
                  <a:schemeClr val="bg1"/>
                </a:solidFill>
                <a:latin typeface="楷体_GB2312" pitchFamily="49" charset="-122"/>
              </a:rPr>
              <a:t>三要素法分析一阶电路</a:t>
            </a:r>
          </a:p>
        </p:txBody>
      </p:sp>
      <p:sp>
        <p:nvSpPr>
          <p:cNvPr id="51207" name="Text Box 7"/>
          <p:cNvSpPr txBox="1">
            <a:spLocks noChangeArrowheads="1"/>
          </p:cNvSpPr>
          <p:nvPr/>
        </p:nvSpPr>
        <p:spPr bwMode="auto">
          <a:xfrm>
            <a:off x="611188" y="1341438"/>
            <a:ext cx="6970712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zh-CN" altLang="en-US">
                <a:latin typeface="Times New Roman" pitchFamily="18" charset="0"/>
              </a:rPr>
              <a:t>一阶电路的数学模型是一阶线性微分方程：</a:t>
            </a:r>
          </a:p>
        </p:txBody>
      </p:sp>
      <p:graphicFrame>
        <p:nvGraphicFramePr>
          <p:cNvPr id="51208" name="Object 8"/>
          <p:cNvGraphicFramePr>
            <a:graphicFrameLocks noChangeAspect="1"/>
          </p:cNvGraphicFramePr>
          <p:nvPr/>
        </p:nvGraphicFramePr>
        <p:xfrm>
          <a:off x="4116388" y="2781300"/>
          <a:ext cx="3506787" cy="904875"/>
        </p:xfrm>
        <a:graphic>
          <a:graphicData uri="http://schemas.openxmlformats.org/presentationml/2006/ole">
            <p:oleObj spid="_x0000_s82947" r:id="rId3" imgW="1239840" imgH="311400" progId="Equation.3">
              <p:embed/>
            </p:oleObj>
          </a:graphicData>
        </a:graphic>
      </p:graphicFrame>
      <p:sp>
        <p:nvSpPr>
          <p:cNvPr id="51209" name="Text Box 9"/>
          <p:cNvSpPr txBox="1">
            <a:spLocks noChangeArrowheads="1"/>
          </p:cNvSpPr>
          <p:nvPr/>
        </p:nvSpPr>
        <p:spPr bwMode="auto">
          <a:xfrm>
            <a:off x="611188" y="3857625"/>
            <a:ext cx="2232025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r>
              <a:rPr lang="zh-CN" altLang="en-US">
                <a:latin typeface="Times New Roman" pitchFamily="18" charset="0"/>
              </a:rPr>
              <a:t>令</a:t>
            </a:r>
            <a:r>
              <a:rPr lang="zh-CN" altLang="en-US">
                <a:latin typeface="Times New Roman" pitchFamily="18" charset="0"/>
                <a:ea typeface="宋体" pitchFamily="2" charset="-122"/>
              </a:rPr>
              <a:t> </a:t>
            </a:r>
            <a:r>
              <a:rPr lang="en-US" altLang="zh-CN" sz="3200" b="0" i="1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t </a:t>
            </a:r>
            <a:r>
              <a:rPr lang="en-US" altLang="zh-CN" sz="3200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= 0</a:t>
            </a:r>
            <a:r>
              <a:rPr lang="en-US" altLang="zh-CN" sz="3200" b="0" baseline="-2500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+</a:t>
            </a:r>
          </a:p>
        </p:txBody>
      </p:sp>
      <p:graphicFrame>
        <p:nvGraphicFramePr>
          <p:cNvPr id="51210" name="Object 10"/>
          <p:cNvGraphicFramePr>
            <a:graphicFrameLocks noChangeAspect="1"/>
          </p:cNvGraphicFramePr>
          <p:nvPr/>
        </p:nvGraphicFramePr>
        <p:xfrm>
          <a:off x="2527300" y="3789363"/>
          <a:ext cx="3629025" cy="798512"/>
        </p:xfrm>
        <a:graphic>
          <a:graphicData uri="http://schemas.openxmlformats.org/presentationml/2006/ole">
            <p:oleObj spid="_x0000_s82949" r:id="rId4" imgW="1297800" imgH="276840" progId="Equation.3">
              <p:embed/>
            </p:oleObj>
          </a:graphicData>
        </a:graphic>
      </p:graphicFrame>
      <p:graphicFrame>
        <p:nvGraphicFramePr>
          <p:cNvPr id="51211" name="Object 11"/>
          <p:cNvGraphicFramePr>
            <a:graphicFrameLocks noChangeAspect="1"/>
          </p:cNvGraphicFramePr>
          <p:nvPr/>
        </p:nvGraphicFramePr>
        <p:xfrm>
          <a:off x="2514600" y="4652963"/>
          <a:ext cx="3395663" cy="747712"/>
        </p:xfrm>
        <a:graphic>
          <a:graphicData uri="http://schemas.openxmlformats.org/presentationml/2006/ole">
            <p:oleObj spid="_x0000_s82950" r:id="rId5" imgW="1297800" imgH="276840" progId="Equation.3">
              <p:embed/>
            </p:oleObj>
          </a:graphicData>
        </a:graphic>
      </p:graphicFrame>
      <p:graphicFrame>
        <p:nvGraphicFramePr>
          <p:cNvPr id="51214" name="Object 14"/>
          <p:cNvGraphicFramePr>
            <a:graphicFrameLocks noChangeAspect="1"/>
          </p:cNvGraphicFramePr>
          <p:nvPr/>
        </p:nvGraphicFramePr>
        <p:xfrm>
          <a:off x="2601913" y="1901825"/>
          <a:ext cx="2382837" cy="1201738"/>
        </p:xfrm>
        <a:graphic>
          <a:graphicData uri="http://schemas.openxmlformats.org/presentationml/2006/ole">
            <p:oleObj spid="_x0000_s82951" r:id="rId6" imgW="880560" imgH="438120" progId="Equation.3">
              <p:embed/>
            </p:oleObj>
          </a:graphicData>
        </a:graphic>
      </p:graphicFrame>
      <p:sp>
        <p:nvSpPr>
          <p:cNvPr id="51215" name="Text Box 15"/>
          <p:cNvSpPr txBox="1">
            <a:spLocks noChangeArrowheads="1"/>
          </p:cNvSpPr>
          <p:nvPr/>
        </p:nvSpPr>
        <p:spPr bwMode="auto">
          <a:xfrm>
            <a:off x="611188" y="3054350"/>
            <a:ext cx="338455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zh-CN" altLang="en-US">
                <a:latin typeface="Times New Roman" pitchFamily="18" charset="0"/>
              </a:rPr>
              <a:t>其解答一般形式为：</a:t>
            </a:r>
          </a:p>
        </p:txBody>
      </p:sp>
      <p:sp>
        <p:nvSpPr>
          <p:cNvPr id="51216" name="Line 16"/>
          <p:cNvSpPr>
            <a:spLocks noChangeShapeType="1"/>
          </p:cNvSpPr>
          <p:nvPr/>
        </p:nvSpPr>
        <p:spPr bwMode="auto">
          <a:xfrm>
            <a:off x="1403350" y="5013325"/>
            <a:ext cx="863600" cy="0"/>
          </a:xfrm>
          <a:prstGeom prst="line">
            <a:avLst/>
          </a:prstGeom>
          <a:noFill/>
          <a:ln w="76200">
            <a:solidFill>
              <a:srgbClr val="0099FF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grpSp>
        <p:nvGrpSpPr>
          <p:cNvPr id="82954" name="Group 30"/>
          <p:cNvGrpSpPr>
            <a:grpSpLocks/>
          </p:cNvGrpSpPr>
          <p:nvPr/>
        </p:nvGrpSpPr>
        <p:grpSpPr bwMode="auto"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82955" name="Picture 31" descr="78900"/>
            <p:cNvPicPr>
              <a:picLocks noChangeAspect="1" noChangeArrowheads="1"/>
            </p:cNvPicPr>
            <p:nvPr/>
          </p:nvPicPr>
          <p:blipFill>
            <a:blip r:embed="rId7"/>
            <a:srcRect/>
            <a:stretch>
              <a:fillRect/>
            </a:stretch>
          </p:blipFill>
          <p:spPr bwMode="auto"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82956" name="Text Box 32">
              <a:hlinkClick r:id="" action="ppaction://hlinkshowjump?jump=nextslide"/>
            </p:cNvPr>
            <p:cNvSpPr txBox="1">
              <a:spLocks noChangeArrowheads="1"/>
            </p:cNvSpPr>
            <p:nvPr/>
          </p:nvSpPr>
          <p:spPr bwMode="auto"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0">
                  <a:solidFill>
                    <a:schemeClr val="bg1"/>
                  </a:solidFill>
                  <a:latin typeface="隶书" pitchFamily="49" charset="-122"/>
                  <a:ea typeface="隶书" pitchFamily="49" charset="-122"/>
                </a:rPr>
                <a:t>下 页</a:t>
              </a:r>
            </a:p>
          </p:txBody>
        </p:sp>
      </p:grpSp>
      <p:grpSp>
        <p:nvGrpSpPr>
          <p:cNvPr id="82957" name="Group 33"/>
          <p:cNvGrpSpPr>
            <a:grpSpLocks/>
          </p:cNvGrpSpPr>
          <p:nvPr/>
        </p:nvGrpSpPr>
        <p:grpSpPr bwMode="auto">
          <a:xfrm>
            <a:off x="7453313" y="6446838"/>
            <a:ext cx="792162" cy="366712"/>
            <a:chOff x="4649" y="4020"/>
            <a:chExt cx="499" cy="231"/>
          </a:xfrm>
        </p:grpSpPr>
        <p:pic>
          <p:nvPicPr>
            <p:cNvPr id="82958" name="Picture 34" descr="78900"/>
            <p:cNvPicPr>
              <a:picLocks noChangeAspect="1" noChangeArrowheads="1"/>
            </p:cNvPicPr>
            <p:nvPr/>
          </p:nvPicPr>
          <p:blipFill>
            <a:blip r:embed="rId7"/>
            <a:srcRect/>
            <a:stretch>
              <a:fillRect/>
            </a:stretch>
          </p:blipFill>
          <p:spPr bwMode="auto"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82959" name="Text Box 35">
              <a:hlinkClick r:id="" action="ppaction://hlinkshowjump?jump=previousslide"/>
            </p:cNvPr>
            <p:cNvSpPr txBox="1">
              <a:spLocks noChangeArrowheads="1"/>
            </p:cNvSpPr>
            <p:nvPr/>
          </p:nvSpPr>
          <p:spPr bwMode="auto"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0">
                  <a:solidFill>
                    <a:schemeClr val="bg1"/>
                  </a:solidFill>
                  <a:latin typeface="隶书" pitchFamily="49" charset="-122"/>
                  <a:ea typeface="隶书" pitchFamily="49" charset="-122"/>
                </a:rPr>
                <a:t>上 页</a:t>
              </a:r>
            </a:p>
          </p:txBody>
        </p:sp>
      </p:grpSp>
      <p:sp>
        <p:nvSpPr>
          <p:cNvPr id="51239" name="AutoShape 39"/>
          <p:cNvSpPr>
            <a:spLocks noChangeArrowheads="1"/>
          </p:cNvSpPr>
          <p:nvPr/>
        </p:nvSpPr>
        <p:spPr bwMode="auto">
          <a:xfrm>
            <a:off x="6516688" y="1916113"/>
            <a:ext cx="1223962" cy="647700"/>
          </a:xfrm>
          <a:prstGeom prst="wedgeEllipseCallout">
            <a:avLst>
              <a:gd name="adj1" fmla="val -94227"/>
              <a:gd name="adj2" fmla="val 135782"/>
            </a:avLst>
          </a:prstGeom>
          <a:solidFill>
            <a:schemeClr val="accent1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/>
            <a:r>
              <a:rPr lang="zh-CN" altLang="en-US">
                <a:solidFill>
                  <a:schemeClr val="tx1"/>
                </a:solidFill>
              </a:rPr>
              <a:t>特解</a:t>
            </a:r>
          </a:p>
        </p:txBody>
      </p:sp>
      <p:grpSp>
        <p:nvGrpSpPr>
          <p:cNvPr id="82961" name="Group 40"/>
          <p:cNvGrpSpPr>
            <a:grpSpLocks/>
          </p:cNvGrpSpPr>
          <p:nvPr/>
        </p:nvGrpSpPr>
        <p:grpSpPr bwMode="auto">
          <a:xfrm>
            <a:off x="6588125" y="6446838"/>
            <a:ext cx="792163" cy="366712"/>
            <a:chOff x="4649" y="4020"/>
            <a:chExt cx="499" cy="231"/>
          </a:xfrm>
        </p:grpSpPr>
        <p:pic>
          <p:nvPicPr>
            <p:cNvPr id="82962" name="Picture 41" descr="78900"/>
            <p:cNvPicPr>
              <a:picLocks noChangeAspect="1" noChangeArrowheads="1"/>
            </p:cNvPicPr>
            <p:nvPr/>
          </p:nvPicPr>
          <p:blipFill>
            <a:blip r:embed="rId7"/>
            <a:srcRect/>
            <a:stretch>
              <a:fillRect/>
            </a:stretch>
          </p:blipFill>
          <p:spPr bwMode="auto"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82963" name="Text Box 42">
              <a:hlinkClick r:id="rId8" action="ppaction://hlinksldjump"/>
            </p:cNvPr>
            <p:cNvSpPr txBox="1">
              <a:spLocks noChangeArrowheads="1"/>
            </p:cNvSpPr>
            <p:nvPr/>
          </p:nvSpPr>
          <p:spPr bwMode="auto"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0">
                  <a:solidFill>
                    <a:schemeClr val="bg1"/>
                  </a:solidFill>
                  <a:latin typeface="隶书" pitchFamily="49" charset="-122"/>
                  <a:ea typeface="隶书" pitchFamily="49" charset="-122"/>
                </a:rPr>
                <a:t>返 回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12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12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2000"/>
                                        <p:tgtEl>
                                          <p:spTgt spid="512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8" dur="500"/>
                                        <p:tgtEl>
                                          <p:spTgt spid="51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2000"/>
                                        <p:tgtEl>
                                          <p:spTgt spid="512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3000"/>
                                        <p:tgtEl>
                                          <p:spTgt spid="512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3000"/>
                            </p:stCondLst>
                            <p:childTnLst>
                              <p:par>
                                <p:cTn id="30" presetID="2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32" dur="2000"/>
                                        <p:tgtEl>
                                          <p:spTgt spid="512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512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512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3000"/>
                                        <p:tgtEl>
                                          <p:spTgt spid="512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48" dur="500"/>
                                        <p:tgtEl>
                                          <p:spTgt spid="512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500"/>
                            </p:stCondLst>
                            <p:childTnLst>
                              <p:par>
                                <p:cTn id="5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3000"/>
                                        <p:tgtEl>
                                          <p:spTgt spid="512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04" grpId="0"/>
      <p:bldP spid="51207" grpId="0" build="p"/>
      <p:bldP spid="51209" grpId="0" build="p"/>
      <p:bldP spid="51215" grpId="0"/>
      <p:bldP spid="51216" grpId="0" animBg="1"/>
      <p:bldP spid="51239" grpId="0" animBg="1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3907" name="Object 3"/>
          <p:cNvGraphicFramePr>
            <a:graphicFrameLocks noChangeAspect="1"/>
          </p:cNvGraphicFramePr>
          <p:nvPr/>
        </p:nvGraphicFramePr>
        <p:xfrm>
          <a:off x="1042988" y="620713"/>
          <a:ext cx="6356350" cy="944562"/>
        </p:xfrm>
        <a:graphic>
          <a:graphicData uri="http://schemas.openxmlformats.org/presentationml/2006/ole">
            <p:oleObj spid="_x0000_s83969" r:id="rId3" imgW="2387600" imgH="355600" progId="Equation.3">
              <p:embed/>
            </p:oleObj>
          </a:graphicData>
        </a:graphic>
      </p:graphicFrame>
      <p:graphicFrame>
        <p:nvGraphicFramePr>
          <p:cNvPr id="123908" name="Object 4"/>
          <p:cNvGraphicFramePr>
            <a:graphicFrameLocks noChangeAspect="1"/>
          </p:cNvGraphicFramePr>
          <p:nvPr/>
        </p:nvGraphicFramePr>
        <p:xfrm>
          <a:off x="539750" y="3573463"/>
          <a:ext cx="4102100" cy="1576387"/>
        </p:xfrm>
        <a:graphic>
          <a:graphicData uri="http://schemas.openxmlformats.org/presentationml/2006/ole">
            <p:oleObj spid="_x0000_s83970" r:id="rId4" imgW="1796040" imgH="680400" progId="Equation.3">
              <p:embed/>
            </p:oleObj>
          </a:graphicData>
        </a:graphic>
      </p:graphicFrame>
      <p:sp>
        <p:nvSpPr>
          <p:cNvPr id="123917" name="Text Box 13" descr="绿色大理石"/>
          <p:cNvSpPr txBox="1">
            <a:spLocks noChangeArrowheads="1"/>
          </p:cNvSpPr>
          <p:nvPr/>
        </p:nvSpPr>
        <p:spPr bwMode="auto">
          <a:xfrm>
            <a:off x="1042988" y="5157788"/>
            <a:ext cx="6911975" cy="1117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20000"/>
              </a:lnSpc>
              <a:spcBef>
                <a:spcPct val="50000"/>
              </a:spcBef>
            </a:pPr>
            <a:r>
              <a:rPr lang="en-US" altLang="zh-CN"/>
              <a:t>         </a:t>
            </a:r>
            <a:r>
              <a:rPr lang="zh-CN" altLang="en-US"/>
              <a:t>分析一阶电路问题转为求解电路的三个要素的问题。</a:t>
            </a:r>
          </a:p>
        </p:txBody>
      </p:sp>
      <p:sp>
        <p:nvSpPr>
          <p:cNvPr id="123918" name="Text Box 14"/>
          <p:cNvSpPr txBox="1">
            <a:spLocks noChangeArrowheads="1"/>
          </p:cNvSpPr>
          <p:nvPr/>
        </p:nvSpPr>
        <p:spPr bwMode="auto">
          <a:xfrm>
            <a:off x="4932363" y="4149725"/>
            <a:ext cx="3455987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>
                <a:latin typeface="楷体_GB2312" pitchFamily="49" charset="-122"/>
              </a:rPr>
              <a:t>用</a:t>
            </a:r>
            <a:r>
              <a:rPr lang="en-US" altLang="zh-CN" b="0">
                <a:latin typeface="Times New Roman" pitchFamily="18" charset="0"/>
              </a:rPr>
              <a:t>0</a:t>
            </a:r>
            <a:r>
              <a:rPr lang="en-US" altLang="zh-CN" b="0" baseline="-25000">
                <a:latin typeface="Times New Roman" pitchFamily="18" charset="0"/>
              </a:rPr>
              <a:t>+</a:t>
            </a:r>
            <a:r>
              <a:rPr lang="zh-CN" altLang="en-US">
                <a:latin typeface="楷体_GB2312" pitchFamily="49" charset="-122"/>
              </a:rPr>
              <a:t>等效电路求解</a:t>
            </a:r>
          </a:p>
        </p:txBody>
      </p:sp>
      <p:sp>
        <p:nvSpPr>
          <p:cNvPr id="123919" name="Text Box 15"/>
          <p:cNvSpPr txBox="1">
            <a:spLocks noChangeArrowheads="1"/>
          </p:cNvSpPr>
          <p:nvPr/>
        </p:nvSpPr>
        <p:spPr bwMode="auto">
          <a:xfrm>
            <a:off x="4932363" y="3573463"/>
            <a:ext cx="3779837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>
                <a:latin typeface="楷体_GB2312" pitchFamily="49" charset="-122"/>
              </a:rPr>
              <a:t>用</a:t>
            </a:r>
            <a:r>
              <a:rPr lang="en-US" altLang="zh-CN" b="0" i="1">
                <a:latin typeface="Times New Roman" pitchFamily="18" charset="0"/>
              </a:rPr>
              <a:t>t</a:t>
            </a:r>
            <a:r>
              <a:rPr lang="en-US" altLang="zh-CN" b="0">
                <a:latin typeface="Times New Roman" pitchFamily="18" charset="0"/>
              </a:rPr>
              <a:t>→</a:t>
            </a:r>
            <a:r>
              <a:rPr lang="en-US" altLang="zh-CN" b="0">
                <a:latin typeface="Times New Roman" pitchFamily="18" charset="0"/>
                <a:sym typeface="Symbol" pitchFamily="18" charset="2"/>
              </a:rPr>
              <a:t></a:t>
            </a:r>
            <a:r>
              <a:rPr lang="zh-CN" altLang="en-US">
                <a:latin typeface="楷体_GB2312" pitchFamily="49" charset="-122"/>
                <a:sym typeface="Symbol" pitchFamily="18" charset="2"/>
              </a:rPr>
              <a:t>的稳态</a:t>
            </a:r>
            <a:r>
              <a:rPr lang="zh-CN" altLang="en-US">
                <a:latin typeface="楷体_GB2312" pitchFamily="49" charset="-122"/>
              </a:rPr>
              <a:t>电路求解</a:t>
            </a:r>
          </a:p>
        </p:txBody>
      </p:sp>
      <p:sp>
        <p:nvSpPr>
          <p:cNvPr id="123920" name="Line 16"/>
          <p:cNvSpPr>
            <a:spLocks noChangeShapeType="1"/>
          </p:cNvSpPr>
          <p:nvPr/>
        </p:nvSpPr>
        <p:spPr bwMode="auto">
          <a:xfrm>
            <a:off x="4284663" y="3860800"/>
            <a:ext cx="576262" cy="0"/>
          </a:xfrm>
          <a:prstGeom prst="line">
            <a:avLst/>
          </a:prstGeom>
          <a:noFill/>
          <a:ln w="76200">
            <a:solidFill>
              <a:srgbClr val="0099FF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3921" name="Line 17"/>
          <p:cNvSpPr>
            <a:spLocks noChangeShapeType="1"/>
          </p:cNvSpPr>
          <p:nvPr/>
        </p:nvSpPr>
        <p:spPr bwMode="auto">
          <a:xfrm>
            <a:off x="4356100" y="4365625"/>
            <a:ext cx="576263" cy="0"/>
          </a:xfrm>
          <a:prstGeom prst="line">
            <a:avLst/>
          </a:prstGeom>
          <a:noFill/>
          <a:ln w="76200">
            <a:solidFill>
              <a:srgbClr val="0099FF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grpSp>
        <p:nvGrpSpPr>
          <p:cNvPr id="83976" name="Group 21"/>
          <p:cNvGrpSpPr>
            <a:grpSpLocks/>
          </p:cNvGrpSpPr>
          <p:nvPr/>
        </p:nvGrpSpPr>
        <p:grpSpPr bwMode="auto"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83977" name="Picture 22" descr="78900"/>
            <p:cNvPicPr>
              <a:picLocks noChangeAspect="1" noChangeArrowheads="1"/>
            </p:cNvPicPr>
            <p:nvPr/>
          </p:nvPicPr>
          <p:blipFill>
            <a:blip r:embed="rId5"/>
            <a:srcRect/>
            <a:stretch>
              <a:fillRect/>
            </a:stretch>
          </p:blipFill>
          <p:spPr bwMode="auto"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83978" name="Text Box 23">
              <a:hlinkClick r:id="" action="ppaction://hlinkshowjump?jump=nextslide"/>
            </p:cNvPr>
            <p:cNvSpPr txBox="1">
              <a:spLocks noChangeArrowheads="1"/>
            </p:cNvSpPr>
            <p:nvPr/>
          </p:nvSpPr>
          <p:spPr bwMode="auto"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0">
                  <a:solidFill>
                    <a:schemeClr val="bg1"/>
                  </a:solidFill>
                  <a:latin typeface="隶书" pitchFamily="49" charset="-122"/>
                  <a:ea typeface="隶书" pitchFamily="49" charset="-122"/>
                </a:rPr>
                <a:t>下 页</a:t>
              </a:r>
            </a:p>
          </p:txBody>
        </p:sp>
      </p:grpSp>
      <p:grpSp>
        <p:nvGrpSpPr>
          <p:cNvPr id="83979" name="Group 24"/>
          <p:cNvGrpSpPr>
            <a:grpSpLocks/>
          </p:cNvGrpSpPr>
          <p:nvPr/>
        </p:nvGrpSpPr>
        <p:grpSpPr bwMode="auto">
          <a:xfrm>
            <a:off x="7453313" y="6446838"/>
            <a:ext cx="792162" cy="366712"/>
            <a:chOff x="4649" y="4020"/>
            <a:chExt cx="499" cy="231"/>
          </a:xfrm>
        </p:grpSpPr>
        <p:pic>
          <p:nvPicPr>
            <p:cNvPr id="83980" name="Picture 25" descr="78900"/>
            <p:cNvPicPr>
              <a:picLocks noChangeAspect="1" noChangeArrowheads="1"/>
            </p:cNvPicPr>
            <p:nvPr/>
          </p:nvPicPr>
          <p:blipFill>
            <a:blip r:embed="rId5"/>
            <a:srcRect/>
            <a:stretch>
              <a:fillRect/>
            </a:stretch>
          </p:blipFill>
          <p:spPr bwMode="auto"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83981" name="Text Box 26">
              <a:hlinkClick r:id="" action="ppaction://hlinkshowjump?jump=previousslide"/>
            </p:cNvPr>
            <p:cNvSpPr txBox="1">
              <a:spLocks noChangeArrowheads="1"/>
            </p:cNvSpPr>
            <p:nvPr/>
          </p:nvSpPr>
          <p:spPr bwMode="auto"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0">
                  <a:solidFill>
                    <a:schemeClr val="bg1"/>
                  </a:solidFill>
                  <a:latin typeface="隶书" pitchFamily="49" charset="-122"/>
                  <a:ea typeface="隶书" pitchFamily="49" charset="-122"/>
                </a:rPr>
                <a:t>上 页</a:t>
              </a:r>
            </a:p>
          </p:txBody>
        </p:sp>
      </p:grpSp>
      <p:grpSp>
        <p:nvGrpSpPr>
          <p:cNvPr id="123937" name="Group 33"/>
          <p:cNvGrpSpPr>
            <a:grpSpLocks/>
          </p:cNvGrpSpPr>
          <p:nvPr/>
        </p:nvGrpSpPr>
        <p:grpSpPr bwMode="auto">
          <a:xfrm>
            <a:off x="684213" y="1628775"/>
            <a:ext cx="6321425" cy="603250"/>
            <a:chOff x="431" y="1071"/>
            <a:chExt cx="3982" cy="380"/>
          </a:xfrm>
        </p:grpSpPr>
        <p:sp>
          <p:nvSpPr>
            <p:cNvPr id="83983" name="Rectangle 27"/>
            <p:cNvSpPr>
              <a:spLocks noChangeArrowheads="1"/>
            </p:cNvSpPr>
            <p:nvPr/>
          </p:nvSpPr>
          <p:spPr bwMode="auto">
            <a:xfrm>
              <a:off x="431" y="1071"/>
              <a:ext cx="1466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zh-CN" altLang="en-US"/>
                <a:t>直流激励时：</a:t>
              </a:r>
            </a:p>
          </p:txBody>
        </p:sp>
        <p:graphicFrame>
          <p:nvGraphicFramePr>
            <p:cNvPr id="83984" name="Object 30"/>
            <p:cNvGraphicFramePr>
              <a:graphicFrameLocks noChangeAspect="1"/>
            </p:cNvGraphicFramePr>
            <p:nvPr/>
          </p:nvGraphicFramePr>
          <p:xfrm>
            <a:off x="1937" y="1071"/>
            <a:ext cx="2476" cy="380"/>
          </p:xfrm>
          <a:graphic>
            <a:graphicData uri="http://schemas.openxmlformats.org/presentationml/2006/ole">
              <p:oleObj spid="_x0000_s83984" r:id="rId6" imgW="1413720" imgH="207720" progId="Equation.3">
                <p:embed/>
              </p:oleObj>
            </a:graphicData>
          </a:graphic>
        </p:graphicFrame>
      </p:grpSp>
      <p:grpSp>
        <p:nvGrpSpPr>
          <p:cNvPr id="123940" name="Group 36"/>
          <p:cNvGrpSpPr>
            <a:grpSpLocks/>
          </p:cNvGrpSpPr>
          <p:nvPr/>
        </p:nvGrpSpPr>
        <p:grpSpPr bwMode="auto">
          <a:xfrm>
            <a:off x="755650" y="2060575"/>
            <a:ext cx="7046913" cy="1304925"/>
            <a:chOff x="476" y="1253"/>
            <a:chExt cx="4439" cy="822"/>
          </a:xfrm>
        </p:grpSpPr>
        <p:sp>
          <p:nvSpPr>
            <p:cNvPr id="83986" name="Line 31"/>
            <p:cNvSpPr>
              <a:spLocks noChangeShapeType="1"/>
            </p:cNvSpPr>
            <p:nvPr/>
          </p:nvSpPr>
          <p:spPr bwMode="auto">
            <a:xfrm>
              <a:off x="476" y="1888"/>
              <a:ext cx="408" cy="0"/>
            </a:xfrm>
            <a:prstGeom prst="line">
              <a:avLst/>
            </a:prstGeom>
            <a:noFill/>
            <a:ln w="76200">
              <a:solidFill>
                <a:srgbClr val="0099FF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83987" name="Object 32"/>
            <p:cNvGraphicFramePr>
              <a:graphicFrameLocks noChangeAspect="1"/>
            </p:cNvGraphicFramePr>
            <p:nvPr/>
          </p:nvGraphicFramePr>
          <p:xfrm>
            <a:off x="975" y="1480"/>
            <a:ext cx="3940" cy="595"/>
          </p:xfrm>
          <a:graphic>
            <a:graphicData uri="http://schemas.openxmlformats.org/presentationml/2006/ole">
              <p:oleObj spid="_x0000_s83987" r:id="rId7" imgW="2132280" imgH="311400" progId="Equation.3">
                <p:embed/>
              </p:oleObj>
            </a:graphicData>
          </a:graphic>
        </p:graphicFrame>
        <p:sp>
          <p:nvSpPr>
            <p:cNvPr id="83988" name="AutoShape 34"/>
            <p:cNvSpPr>
              <a:spLocks/>
            </p:cNvSpPr>
            <p:nvPr/>
          </p:nvSpPr>
          <p:spPr bwMode="auto">
            <a:xfrm rot="5400000">
              <a:off x="3490" y="863"/>
              <a:ext cx="226" cy="1633"/>
            </a:xfrm>
            <a:prstGeom prst="leftBrace">
              <a:avLst>
                <a:gd name="adj1" fmla="val 60114"/>
                <a:gd name="adj2" fmla="val 50000"/>
              </a:avLst>
            </a:prstGeom>
            <a:noFill/>
            <a:ln w="28575">
              <a:solidFill>
                <a:srgbClr val="FF33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3989" name="Text Box 35"/>
            <p:cNvSpPr txBox="1">
              <a:spLocks noChangeArrowheads="1"/>
            </p:cNvSpPr>
            <p:nvPr/>
          </p:nvSpPr>
          <p:spPr bwMode="auto">
            <a:xfrm>
              <a:off x="3515" y="1253"/>
              <a:ext cx="453" cy="3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3200" i="1">
                  <a:solidFill>
                    <a:schemeClr val="bg1"/>
                  </a:solidFill>
                  <a:latin typeface="Times New Roman" pitchFamily="18" charset="0"/>
                  <a:ea typeface="仿宋_GB2312" pitchFamily="49" charset="-122"/>
                </a:rPr>
                <a:t>A</a:t>
              </a:r>
            </a:p>
          </p:txBody>
        </p:sp>
      </p:grpSp>
      <p:grpSp>
        <p:nvGrpSpPr>
          <p:cNvPr id="123941" name="Group 37"/>
          <p:cNvGrpSpPr>
            <a:grpSpLocks/>
          </p:cNvGrpSpPr>
          <p:nvPr/>
        </p:nvGrpSpPr>
        <p:grpSpPr bwMode="auto">
          <a:xfrm>
            <a:off x="395288" y="5013325"/>
            <a:ext cx="1644650" cy="850900"/>
            <a:chOff x="385" y="3022"/>
            <a:chExt cx="1036" cy="536"/>
          </a:xfrm>
        </p:grpSpPr>
        <p:pic>
          <p:nvPicPr>
            <p:cNvPr id="83991" name="Picture 38" descr="123"/>
            <p:cNvPicPr>
              <a:picLocks noChangeAspect="1" noChangeArrowheads="1"/>
            </p:cNvPicPr>
            <p:nvPr/>
          </p:nvPicPr>
          <p:blipFill>
            <a:blip r:embed="rId8"/>
            <a:srcRect/>
            <a:stretch>
              <a:fillRect/>
            </a:stretch>
          </p:blipFill>
          <p:spPr bwMode="auto">
            <a:xfrm>
              <a:off x="385" y="3022"/>
              <a:ext cx="590" cy="53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83992" name="Text Box 39"/>
            <p:cNvSpPr txBox="1">
              <a:spLocks noChangeArrowheads="1"/>
            </p:cNvSpPr>
            <p:nvPr/>
          </p:nvSpPr>
          <p:spPr bwMode="auto">
            <a:xfrm>
              <a:off x="793" y="3125"/>
              <a:ext cx="628" cy="3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zh-CN" altLang="en-US" sz="3200" b="0">
                  <a:solidFill>
                    <a:srgbClr val="FA7748"/>
                  </a:solidFill>
                  <a:latin typeface="Times New Roman" pitchFamily="18" charset="0"/>
                  <a:ea typeface="华文行楷" pitchFamily="2" charset="-122"/>
                </a:rPr>
                <a:t>注意</a:t>
              </a:r>
            </a:p>
          </p:txBody>
        </p:sp>
      </p:grpSp>
      <p:grpSp>
        <p:nvGrpSpPr>
          <p:cNvPr id="83993" name="Group 40"/>
          <p:cNvGrpSpPr>
            <a:grpSpLocks/>
          </p:cNvGrpSpPr>
          <p:nvPr/>
        </p:nvGrpSpPr>
        <p:grpSpPr bwMode="auto">
          <a:xfrm>
            <a:off x="6588125" y="6446838"/>
            <a:ext cx="792163" cy="366712"/>
            <a:chOff x="4649" y="4020"/>
            <a:chExt cx="499" cy="231"/>
          </a:xfrm>
        </p:grpSpPr>
        <p:pic>
          <p:nvPicPr>
            <p:cNvPr id="83994" name="Picture 41" descr="78900"/>
            <p:cNvPicPr>
              <a:picLocks noChangeAspect="1" noChangeArrowheads="1"/>
            </p:cNvPicPr>
            <p:nvPr/>
          </p:nvPicPr>
          <p:blipFill>
            <a:blip r:embed="rId5"/>
            <a:srcRect/>
            <a:stretch>
              <a:fillRect/>
            </a:stretch>
          </p:blipFill>
          <p:spPr bwMode="auto"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83995" name="Text Box 42">
              <a:hlinkClick r:id="rId9" action="ppaction://hlinksldjump"/>
            </p:cNvPr>
            <p:cNvSpPr txBox="1">
              <a:spLocks noChangeArrowheads="1"/>
            </p:cNvSpPr>
            <p:nvPr/>
          </p:nvSpPr>
          <p:spPr bwMode="auto"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0">
                  <a:solidFill>
                    <a:schemeClr val="bg1"/>
                  </a:solidFill>
                  <a:latin typeface="隶书" pitchFamily="49" charset="-122"/>
                  <a:ea typeface="隶书" pitchFamily="49" charset="-122"/>
                </a:rPr>
                <a:t>返 回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1239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1239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1239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2000"/>
                                        <p:tgtEl>
                                          <p:spTgt spid="1239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7" dur="500"/>
                                        <p:tgtEl>
                                          <p:spTgt spid="1239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239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239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7" dur="500"/>
                                        <p:tgtEl>
                                          <p:spTgt spid="1239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239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239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1239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00"/>
                            </p:stCondLst>
                            <p:childTnLst>
                              <p:par>
                                <p:cTn id="49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1" dur="500"/>
                                        <p:tgtEl>
                                          <p:spTgt spid="1239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3917" grpId="0"/>
      <p:bldP spid="123918" grpId="0"/>
      <p:bldP spid="123919" grpId="0"/>
      <p:bldP spid="123920" grpId="0" animBg="1"/>
      <p:bldP spid="123921" grpId="0" animBg="1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0211" name="Object 35"/>
          <p:cNvGraphicFramePr>
            <a:graphicFrameLocks noChangeAspect="1"/>
          </p:cNvGraphicFramePr>
          <p:nvPr/>
        </p:nvGraphicFramePr>
        <p:xfrm>
          <a:off x="1258888" y="3127375"/>
          <a:ext cx="3455987" cy="601663"/>
        </p:xfrm>
        <a:graphic>
          <a:graphicData uri="http://schemas.openxmlformats.org/presentationml/2006/ole">
            <p:oleObj spid="_x0000_s84993" r:id="rId3" imgW="1378800" imgH="230760" progId="Equation.3">
              <p:embed/>
            </p:oleObj>
          </a:graphicData>
        </a:graphic>
      </p:graphicFrame>
      <p:graphicFrame>
        <p:nvGraphicFramePr>
          <p:cNvPr id="50212" name="Object 36"/>
          <p:cNvGraphicFramePr>
            <a:graphicFrameLocks noChangeAspect="1"/>
          </p:cNvGraphicFramePr>
          <p:nvPr/>
        </p:nvGraphicFramePr>
        <p:xfrm>
          <a:off x="684213" y="3860800"/>
          <a:ext cx="4400550" cy="534988"/>
        </p:xfrm>
        <a:graphic>
          <a:graphicData uri="http://schemas.openxmlformats.org/presentationml/2006/ole">
            <p:oleObj spid="_x0000_s84994" r:id="rId4" imgW="1784520" imgH="207720" progId="Equation.3">
              <p:embed/>
            </p:oleObj>
          </a:graphicData>
        </a:graphic>
      </p:graphicFrame>
      <p:graphicFrame>
        <p:nvGraphicFramePr>
          <p:cNvPr id="50213" name="Object 37"/>
          <p:cNvGraphicFramePr>
            <a:graphicFrameLocks noChangeAspect="1"/>
          </p:cNvGraphicFramePr>
          <p:nvPr/>
        </p:nvGraphicFramePr>
        <p:xfrm>
          <a:off x="5391150" y="3632200"/>
          <a:ext cx="3262313" cy="981075"/>
        </p:xfrm>
        <a:graphic>
          <a:graphicData uri="http://schemas.openxmlformats.org/presentationml/2006/ole">
            <p:oleObj spid="_x0000_s84995" r:id="rId5" imgW="1367280" imgH="403560" progId="Equation.3">
              <p:embed/>
            </p:oleObj>
          </a:graphicData>
        </a:graphic>
      </p:graphicFrame>
      <p:graphicFrame>
        <p:nvGraphicFramePr>
          <p:cNvPr id="50214" name="Object 38"/>
          <p:cNvGraphicFramePr>
            <a:graphicFrameLocks noChangeAspect="1"/>
          </p:cNvGraphicFramePr>
          <p:nvPr/>
        </p:nvGraphicFramePr>
        <p:xfrm>
          <a:off x="571500" y="5445125"/>
          <a:ext cx="8321675" cy="587375"/>
        </p:xfrm>
        <a:graphic>
          <a:graphicData uri="http://schemas.openxmlformats.org/presentationml/2006/ole">
            <p:oleObj spid="_x0000_s84996" r:id="rId6" imgW="3395160" imgH="219240" progId="Equation.3">
              <p:embed/>
            </p:oleObj>
          </a:graphicData>
        </a:graphic>
      </p:graphicFrame>
      <p:sp>
        <p:nvSpPr>
          <p:cNvPr id="50199" name="Text Box 23"/>
          <p:cNvSpPr txBox="1">
            <a:spLocks noChangeArrowheads="1"/>
          </p:cNvSpPr>
          <p:nvPr/>
        </p:nvSpPr>
        <p:spPr bwMode="auto">
          <a:xfrm>
            <a:off x="468313" y="519113"/>
            <a:ext cx="935037" cy="579437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r>
              <a:rPr lang="zh-CN" altLang="en-US" sz="320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例</a:t>
            </a:r>
            <a:r>
              <a:rPr lang="en-US" altLang="zh-CN" sz="3200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1</a:t>
            </a:r>
          </a:p>
        </p:txBody>
      </p:sp>
      <p:sp>
        <p:nvSpPr>
          <p:cNvPr id="50215" name="Text Box 39"/>
          <p:cNvSpPr txBox="1">
            <a:spLocks noChangeArrowheads="1"/>
          </p:cNvSpPr>
          <p:nvPr/>
        </p:nvSpPr>
        <p:spPr bwMode="auto">
          <a:xfrm>
            <a:off x="1331913" y="476250"/>
            <a:ext cx="7416800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r>
              <a:rPr lang="zh-CN" altLang="en-US">
                <a:latin typeface="楷体_GB2312" pitchFamily="49" charset="-122"/>
              </a:rPr>
              <a:t>已知：</a:t>
            </a:r>
            <a:r>
              <a:rPr lang="en-US" altLang="zh-CN" sz="3200" b="0" i="1">
                <a:solidFill>
                  <a:schemeClr val="bg1"/>
                </a:solidFill>
                <a:latin typeface="Times New Roman" pitchFamily="18" charset="0"/>
              </a:rPr>
              <a:t>t</a:t>
            </a:r>
            <a:r>
              <a:rPr lang="en-US" altLang="zh-CN" sz="3200" b="0">
                <a:solidFill>
                  <a:schemeClr val="bg1"/>
                </a:solidFill>
                <a:latin typeface="Times New Roman" pitchFamily="18" charset="0"/>
              </a:rPr>
              <a:t>=0</a:t>
            </a:r>
            <a:r>
              <a:rPr lang="en-US" altLang="zh-CN" sz="3200" b="0">
                <a:latin typeface="Times New Roman" pitchFamily="18" charset="0"/>
              </a:rPr>
              <a:t> </a:t>
            </a:r>
            <a:r>
              <a:rPr lang="zh-CN" altLang="en-US">
                <a:latin typeface="楷体_GB2312" pitchFamily="49" charset="-122"/>
              </a:rPr>
              <a:t>时合开关，求换路后的</a:t>
            </a:r>
            <a:r>
              <a:rPr lang="en-US" altLang="zh-CN" sz="3200" b="0" i="1">
                <a:solidFill>
                  <a:schemeClr val="bg1"/>
                </a:solidFill>
                <a:latin typeface="Times New Roman" pitchFamily="18" charset="0"/>
              </a:rPr>
              <a:t>u</a:t>
            </a:r>
            <a:r>
              <a:rPr lang="en-US" altLang="zh-CN" sz="3200" b="0" i="1" baseline="-25000">
                <a:solidFill>
                  <a:schemeClr val="bg1"/>
                </a:solidFill>
                <a:latin typeface="Times New Roman" pitchFamily="18" charset="0"/>
              </a:rPr>
              <a:t>C</a:t>
            </a:r>
            <a:r>
              <a:rPr lang="en-US" altLang="zh-CN" sz="3200" b="0">
                <a:solidFill>
                  <a:schemeClr val="bg1"/>
                </a:solidFill>
                <a:latin typeface="Times New Roman" pitchFamily="18" charset="0"/>
              </a:rPr>
              <a:t>(</a:t>
            </a:r>
            <a:r>
              <a:rPr lang="en-US" altLang="zh-CN" sz="3200" b="0" i="1">
                <a:solidFill>
                  <a:schemeClr val="bg1"/>
                </a:solidFill>
                <a:latin typeface="Times New Roman" pitchFamily="18" charset="0"/>
              </a:rPr>
              <a:t>t</a:t>
            </a:r>
            <a:r>
              <a:rPr lang="en-US" altLang="zh-CN" sz="3200" b="0">
                <a:solidFill>
                  <a:schemeClr val="bg1"/>
                </a:solidFill>
                <a:latin typeface="Times New Roman" pitchFamily="18" charset="0"/>
              </a:rPr>
              <a:t>)</a:t>
            </a:r>
            <a:endParaRPr lang="en-US" altLang="zh-CN">
              <a:latin typeface="楷体_GB2312" pitchFamily="49" charset="-122"/>
            </a:endParaRPr>
          </a:p>
        </p:txBody>
      </p:sp>
      <p:sp>
        <p:nvSpPr>
          <p:cNvPr id="50216" name="Text Box 40"/>
          <p:cNvSpPr txBox="1">
            <a:spLocks noChangeArrowheads="1"/>
          </p:cNvSpPr>
          <p:nvPr/>
        </p:nvSpPr>
        <p:spPr bwMode="auto">
          <a:xfrm>
            <a:off x="468313" y="3068638"/>
            <a:ext cx="541337" cy="519112"/>
          </a:xfrm>
          <a:prstGeom prst="rect">
            <a:avLst/>
          </a:prstGeom>
          <a:solidFill>
            <a:srgbClr val="990033"/>
          </a:solidFill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lang="zh-CN" altLang="en-US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解</a:t>
            </a:r>
            <a:endParaRPr lang="zh-CN" altLang="en-US" b="0">
              <a:solidFill>
                <a:schemeClr val="bg1"/>
              </a:solidFill>
              <a:latin typeface="Times New Roman" pitchFamily="18" charset="0"/>
              <a:ea typeface="宋体" pitchFamily="2" charset="-122"/>
            </a:endParaRPr>
          </a:p>
        </p:txBody>
      </p:sp>
      <p:grpSp>
        <p:nvGrpSpPr>
          <p:cNvPr id="50217" name="Group 41"/>
          <p:cNvGrpSpPr>
            <a:grpSpLocks/>
          </p:cNvGrpSpPr>
          <p:nvPr/>
        </p:nvGrpSpPr>
        <p:grpSpPr bwMode="auto">
          <a:xfrm>
            <a:off x="4802188" y="877888"/>
            <a:ext cx="3684587" cy="2776537"/>
            <a:chOff x="3236" y="1046"/>
            <a:chExt cx="2321" cy="1749"/>
          </a:xfrm>
        </p:grpSpPr>
        <p:sp>
          <p:nvSpPr>
            <p:cNvPr id="85001" name="Line 42"/>
            <p:cNvSpPr>
              <a:spLocks noChangeShapeType="1"/>
            </p:cNvSpPr>
            <p:nvPr/>
          </p:nvSpPr>
          <p:spPr bwMode="auto">
            <a:xfrm>
              <a:off x="3735" y="2420"/>
              <a:ext cx="1728" cy="0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5002" name="Line 43"/>
            <p:cNvSpPr>
              <a:spLocks noChangeShapeType="1"/>
            </p:cNvSpPr>
            <p:nvPr/>
          </p:nvSpPr>
          <p:spPr bwMode="auto">
            <a:xfrm flipV="1">
              <a:off x="3879" y="1140"/>
              <a:ext cx="0" cy="1616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5003" name="Line 44"/>
            <p:cNvSpPr>
              <a:spLocks noChangeShapeType="1"/>
            </p:cNvSpPr>
            <p:nvPr/>
          </p:nvSpPr>
          <p:spPr bwMode="auto">
            <a:xfrm>
              <a:off x="3879" y="2180"/>
              <a:ext cx="1440" cy="0"/>
            </a:xfrm>
            <a:prstGeom prst="line">
              <a:avLst/>
            </a:prstGeom>
            <a:noFill/>
            <a:ln w="28575">
              <a:solidFill>
                <a:srgbClr val="00FFFF"/>
              </a:solidFill>
              <a:prstDash val="dash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5004" name="Freeform 45"/>
            <p:cNvSpPr>
              <a:spLocks noChangeArrowheads="1"/>
            </p:cNvSpPr>
            <p:nvPr/>
          </p:nvSpPr>
          <p:spPr bwMode="auto">
            <a:xfrm>
              <a:off x="3879" y="1604"/>
              <a:ext cx="1354" cy="51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44" y="240"/>
                </a:cxn>
                <a:cxn ang="0">
                  <a:pos x="384" y="384"/>
                </a:cxn>
                <a:cxn ang="0">
                  <a:pos x="816" y="480"/>
                </a:cxn>
                <a:cxn ang="0">
                  <a:pos x="1354" y="518"/>
                </a:cxn>
              </a:cxnLst>
              <a:rect l="0" t="0" r="r" b="b"/>
              <a:pathLst>
                <a:path w="1354" h="518">
                  <a:moveTo>
                    <a:pt x="0" y="0"/>
                  </a:moveTo>
                  <a:cubicBezTo>
                    <a:pt x="40" y="88"/>
                    <a:pt x="80" y="176"/>
                    <a:pt x="144" y="240"/>
                  </a:cubicBezTo>
                  <a:cubicBezTo>
                    <a:pt x="208" y="304"/>
                    <a:pt x="272" y="344"/>
                    <a:pt x="384" y="384"/>
                  </a:cubicBezTo>
                  <a:cubicBezTo>
                    <a:pt x="496" y="424"/>
                    <a:pt x="654" y="458"/>
                    <a:pt x="816" y="480"/>
                  </a:cubicBezTo>
                  <a:cubicBezTo>
                    <a:pt x="978" y="502"/>
                    <a:pt x="1242" y="510"/>
                    <a:pt x="1354" y="518"/>
                  </a:cubicBezTo>
                </a:path>
              </a:pathLst>
            </a:custGeom>
            <a:noFill/>
            <a:ln w="28575">
              <a:solidFill>
                <a:srgbClr val="FF33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5005" name="Text Box 46"/>
            <p:cNvSpPr txBox="1">
              <a:spLocks noChangeArrowheads="1"/>
            </p:cNvSpPr>
            <p:nvPr/>
          </p:nvSpPr>
          <p:spPr bwMode="auto">
            <a:xfrm>
              <a:off x="5370" y="2430"/>
              <a:ext cx="187" cy="365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sz="3200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t</a:t>
              </a:r>
              <a:endParaRPr lang="en-US" altLang="zh-CN" sz="3200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85006" name="Text Box 47"/>
            <p:cNvSpPr txBox="1">
              <a:spLocks noChangeArrowheads="1"/>
            </p:cNvSpPr>
            <p:nvPr/>
          </p:nvSpPr>
          <p:spPr bwMode="auto">
            <a:xfrm>
              <a:off x="3983" y="1046"/>
              <a:ext cx="295" cy="327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u</a:t>
              </a:r>
              <a:r>
                <a:rPr lang="en-US" altLang="zh-CN" b="0" i="1" baseline="-2500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c</a:t>
              </a:r>
              <a:endParaRPr lang="en-US" altLang="zh-CN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85007" name="Text Box 48"/>
            <p:cNvSpPr txBox="1">
              <a:spLocks noChangeArrowheads="1"/>
            </p:cNvSpPr>
            <p:nvPr/>
          </p:nvSpPr>
          <p:spPr bwMode="auto">
            <a:xfrm>
              <a:off x="3400" y="1375"/>
              <a:ext cx="228" cy="327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2</a:t>
              </a:r>
              <a:endParaRPr lang="en-US" altLang="zh-CN" sz="2400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85008" name="Text Box 49"/>
            <p:cNvSpPr txBox="1">
              <a:spLocks noChangeArrowheads="1"/>
            </p:cNvSpPr>
            <p:nvPr/>
          </p:nvSpPr>
          <p:spPr bwMode="auto">
            <a:xfrm>
              <a:off x="4228" y="1068"/>
              <a:ext cx="383" cy="288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sz="2400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(V)</a:t>
              </a:r>
            </a:p>
          </p:txBody>
        </p:sp>
        <p:sp>
          <p:nvSpPr>
            <p:cNvPr id="85009" name="Text Box 50"/>
            <p:cNvSpPr txBox="1">
              <a:spLocks noChangeArrowheads="1"/>
            </p:cNvSpPr>
            <p:nvPr/>
          </p:nvSpPr>
          <p:spPr bwMode="auto">
            <a:xfrm>
              <a:off x="3236" y="1983"/>
              <a:ext cx="620" cy="327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0.667</a:t>
              </a:r>
            </a:p>
          </p:txBody>
        </p:sp>
        <p:sp>
          <p:nvSpPr>
            <p:cNvPr id="85010" name="Text Box 51"/>
            <p:cNvSpPr txBox="1">
              <a:spLocks noChangeArrowheads="1"/>
            </p:cNvSpPr>
            <p:nvPr/>
          </p:nvSpPr>
          <p:spPr bwMode="auto">
            <a:xfrm>
              <a:off x="3622" y="2437"/>
              <a:ext cx="228" cy="327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0</a:t>
              </a:r>
            </a:p>
          </p:txBody>
        </p:sp>
        <p:sp>
          <p:nvSpPr>
            <p:cNvPr id="85011" name="Line 52"/>
            <p:cNvSpPr>
              <a:spLocks noChangeShapeType="1"/>
            </p:cNvSpPr>
            <p:nvPr/>
          </p:nvSpPr>
          <p:spPr bwMode="auto">
            <a:xfrm>
              <a:off x="3636" y="1609"/>
              <a:ext cx="236" cy="0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</p:grpSp>
      <p:graphicFrame>
        <p:nvGraphicFramePr>
          <p:cNvPr id="50231" name="Object 55"/>
          <p:cNvGraphicFramePr>
            <a:graphicFrameLocks noChangeAspect="1"/>
          </p:cNvGraphicFramePr>
          <p:nvPr/>
        </p:nvGraphicFramePr>
        <p:xfrm>
          <a:off x="517525" y="4365625"/>
          <a:ext cx="6103938" cy="868363"/>
        </p:xfrm>
        <a:graphic>
          <a:graphicData uri="http://schemas.openxmlformats.org/presentationml/2006/ole">
            <p:oleObj spid="_x0000_s85012" r:id="rId7" imgW="2247840" imgH="311400" progId="Equation.3">
              <p:embed/>
            </p:oleObj>
          </a:graphicData>
        </a:graphic>
      </p:graphicFrame>
      <p:grpSp>
        <p:nvGrpSpPr>
          <p:cNvPr id="85013" name="Group 60"/>
          <p:cNvGrpSpPr>
            <a:grpSpLocks/>
          </p:cNvGrpSpPr>
          <p:nvPr/>
        </p:nvGrpSpPr>
        <p:grpSpPr bwMode="auto"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85014" name="Picture 61" descr="78900"/>
            <p:cNvPicPr>
              <a:picLocks noChangeAspect="1" noChangeArrowheads="1"/>
            </p:cNvPicPr>
            <p:nvPr/>
          </p:nvPicPr>
          <p:blipFill>
            <a:blip r:embed="rId8"/>
            <a:srcRect/>
            <a:stretch>
              <a:fillRect/>
            </a:stretch>
          </p:blipFill>
          <p:spPr bwMode="auto"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85015" name="Text Box 62">
              <a:hlinkClick r:id="" action="ppaction://hlinkshowjump?jump=nextslide"/>
            </p:cNvPr>
            <p:cNvSpPr txBox="1">
              <a:spLocks noChangeArrowheads="1"/>
            </p:cNvSpPr>
            <p:nvPr/>
          </p:nvSpPr>
          <p:spPr bwMode="auto"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0">
                  <a:solidFill>
                    <a:schemeClr val="bg1"/>
                  </a:solidFill>
                  <a:latin typeface="隶书" pitchFamily="49" charset="-122"/>
                  <a:ea typeface="隶书" pitchFamily="49" charset="-122"/>
                </a:rPr>
                <a:t>下 页</a:t>
              </a:r>
            </a:p>
          </p:txBody>
        </p:sp>
      </p:grpSp>
      <p:grpSp>
        <p:nvGrpSpPr>
          <p:cNvPr id="85016" name="Group 63"/>
          <p:cNvGrpSpPr>
            <a:grpSpLocks/>
          </p:cNvGrpSpPr>
          <p:nvPr/>
        </p:nvGrpSpPr>
        <p:grpSpPr bwMode="auto">
          <a:xfrm>
            <a:off x="7453313" y="6446838"/>
            <a:ext cx="792162" cy="366712"/>
            <a:chOff x="4649" y="4020"/>
            <a:chExt cx="499" cy="231"/>
          </a:xfrm>
        </p:grpSpPr>
        <p:pic>
          <p:nvPicPr>
            <p:cNvPr id="85017" name="Picture 64" descr="78900"/>
            <p:cNvPicPr>
              <a:picLocks noChangeAspect="1" noChangeArrowheads="1"/>
            </p:cNvPicPr>
            <p:nvPr/>
          </p:nvPicPr>
          <p:blipFill>
            <a:blip r:embed="rId8"/>
            <a:srcRect/>
            <a:stretch>
              <a:fillRect/>
            </a:stretch>
          </p:blipFill>
          <p:spPr bwMode="auto"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85018" name="Text Box 65">
              <a:hlinkClick r:id="" action="ppaction://hlinkshowjump?jump=previousslide"/>
            </p:cNvPr>
            <p:cNvSpPr txBox="1">
              <a:spLocks noChangeArrowheads="1"/>
            </p:cNvSpPr>
            <p:nvPr/>
          </p:nvSpPr>
          <p:spPr bwMode="auto"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0">
                  <a:solidFill>
                    <a:schemeClr val="bg1"/>
                  </a:solidFill>
                  <a:latin typeface="隶书" pitchFamily="49" charset="-122"/>
                  <a:ea typeface="隶书" pitchFamily="49" charset="-122"/>
                </a:rPr>
                <a:t>上 页</a:t>
              </a:r>
            </a:p>
          </p:txBody>
        </p:sp>
      </p:grpSp>
      <p:grpSp>
        <p:nvGrpSpPr>
          <p:cNvPr id="50274" name="Group 98"/>
          <p:cNvGrpSpPr>
            <a:grpSpLocks/>
          </p:cNvGrpSpPr>
          <p:nvPr/>
        </p:nvGrpSpPr>
        <p:grpSpPr bwMode="auto">
          <a:xfrm>
            <a:off x="827088" y="981075"/>
            <a:ext cx="3514725" cy="1816100"/>
            <a:chOff x="521" y="618"/>
            <a:chExt cx="2214" cy="1144"/>
          </a:xfrm>
        </p:grpSpPr>
        <p:sp>
          <p:nvSpPr>
            <p:cNvPr id="85020" name="Line 70"/>
            <p:cNvSpPr>
              <a:spLocks noChangeShapeType="1"/>
            </p:cNvSpPr>
            <p:nvPr/>
          </p:nvSpPr>
          <p:spPr bwMode="auto">
            <a:xfrm flipV="1">
              <a:off x="702" y="845"/>
              <a:ext cx="0" cy="907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5021" name="Line 72"/>
            <p:cNvSpPr>
              <a:spLocks noChangeShapeType="1"/>
            </p:cNvSpPr>
            <p:nvPr/>
          </p:nvSpPr>
          <p:spPr bwMode="auto">
            <a:xfrm>
              <a:off x="1882" y="845"/>
              <a:ext cx="0" cy="426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 type="oval" w="med" len="med"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5022" name="Line 73"/>
            <p:cNvSpPr>
              <a:spLocks noChangeShapeType="1"/>
            </p:cNvSpPr>
            <p:nvPr/>
          </p:nvSpPr>
          <p:spPr bwMode="auto">
            <a:xfrm>
              <a:off x="1882" y="1343"/>
              <a:ext cx="0" cy="409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 type="oval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5023" name="Line 74"/>
            <p:cNvSpPr>
              <a:spLocks noChangeShapeType="1"/>
            </p:cNvSpPr>
            <p:nvPr/>
          </p:nvSpPr>
          <p:spPr bwMode="auto">
            <a:xfrm>
              <a:off x="2653" y="845"/>
              <a:ext cx="0" cy="917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5024" name="Rectangle 75"/>
            <p:cNvSpPr>
              <a:spLocks noChangeArrowheads="1"/>
            </p:cNvSpPr>
            <p:nvPr/>
          </p:nvSpPr>
          <p:spPr bwMode="auto">
            <a:xfrm>
              <a:off x="2608" y="1117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</a:gradFill>
            <a:ln w="2857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85025" name="Group 76"/>
            <p:cNvGrpSpPr>
              <a:grpSpLocks/>
            </p:cNvGrpSpPr>
            <p:nvPr/>
          </p:nvGrpSpPr>
          <p:grpSpPr bwMode="auto">
            <a:xfrm>
              <a:off x="1746" y="1253"/>
              <a:ext cx="272" cy="91"/>
              <a:chOff x="930" y="3430"/>
              <a:chExt cx="227" cy="91"/>
            </a:xfrm>
          </p:grpSpPr>
          <p:sp>
            <p:nvSpPr>
              <p:cNvPr id="85026" name="Line 77"/>
              <p:cNvSpPr>
                <a:spLocks noChangeShapeType="1"/>
              </p:cNvSpPr>
              <p:nvPr/>
            </p:nvSpPr>
            <p:spPr bwMode="auto">
              <a:xfrm>
                <a:off x="930" y="3430"/>
                <a:ext cx="227" cy="0"/>
              </a:xfrm>
              <a:prstGeom prst="line">
                <a:avLst/>
              </a:prstGeom>
              <a:noFill/>
              <a:ln w="57150">
                <a:solidFill>
                  <a:srgbClr val="FF99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5027" name="Line 78"/>
              <p:cNvSpPr>
                <a:spLocks noChangeShapeType="1"/>
              </p:cNvSpPr>
              <p:nvPr/>
            </p:nvSpPr>
            <p:spPr bwMode="auto">
              <a:xfrm>
                <a:off x="930" y="3521"/>
                <a:ext cx="227" cy="0"/>
              </a:xfrm>
              <a:prstGeom prst="line">
                <a:avLst/>
              </a:prstGeom>
              <a:noFill/>
              <a:ln w="57150">
                <a:solidFill>
                  <a:srgbClr val="FF99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85028" name="Line 79"/>
            <p:cNvSpPr>
              <a:spLocks noChangeShapeType="1"/>
            </p:cNvSpPr>
            <p:nvPr/>
          </p:nvSpPr>
          <p:spPr bwMode="auto">
            <a:xfrm flipV="1">
              <a:off x="703" y="935"/>
              <a:ext cx="0" cy="318"/>
            </a:xfrm>
            <a:prstGeom prst="line">
              <a:avLst/>
            </a:prstGeom>
            <a:noFill/>
            <a:ln w="28575">
              <a:solidFill>
                <a:srgbClr val="00FFFF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5029" name="Line 80"/>
            <p:cNvSpPr>
              <a:spLocks noChangeShapeType="1"/>
            </p:cNvSpPr>
            <p:nvPr/>
          </p:nvSpPr>
          <p:spPr bwMode="auto">
            <a:xfrm>
              <a:off x="702" y="845"/>
              <a:ext cx="1543" cy="0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 type="oval" w="med" len="med"/>
            </a:ln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85030" name="Group 97"/>
            <p:cNvGrpSpPr>
              <a:grpSpLocks/>
            </p:cNvGrpSpPr>
            <p:nvPr/>
          </p:nvGrpSpPr>
          <p:grpSpPr bwMode="auto">
            <a:xfrm>
              <a:off x="521" y="1253"/>
              <a:ext cx="363" cy="363"/>
              <a:chOff x="521" y="1071"/>
              <a:chExt cx="363" cy="363"/>
            </a:xfrm>
          </p:grpSpPr>
          <p:sp>
            <p:nvSpPr>
              <p:cNvPr id="85031" name="Oval 71"/>
              <p:cNvSpPr>
                <a:spLocks noChangeArrowheads="1"/>
              </p:cNvSpPr>
              <p:nvPr/>
            </p:nvSpPr>
            <p:spPr bwMode="auto">
              <a:xfrm>
                <a:off x="521" y="1071"/>
                <a:ext cx="363" cy="363"/>
              </a:xfrm>
              <a:prstGeom prst="ellipse">
                <a:avLst/>
              </a:prstGeom>
              <a:gradFill rotWithShape="1">
                <a:gsLst>
                  <a:gs pos="0">
                    <a:srgbClr val="0099FF"/>
                  </a:gs>
                  <a:gs pos="100000">
                    <a:srgbClr val="004776"/>
                  </a:gs>
                </a:gsLst>
                <a:path path="shape">
                  <a:fillToRect l="50000" t="50000" r="50000" b="50000"/>
                </a:path>
              </a:gradFill>
              <a:ln w="38100">
                <a:solidFill>
                  <a:srgbClr val="FF99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85032" name="Line 81"/>
              <p:cNvSpPr>
                <a:spLocks noChangeShapeType="1"/>
              </p:cNvSpPr>
              <p:nvPr/>
            </p:nvSpPr>
            <p:spPr bwMode="auto">
              <a:xfrm>
                <a:off x="521" y="1253"/>
                <a:ext cx="363" cy="0"/>
              </a:xfrm>
              <a:prstGeom prst="line">
                <a:avLst/>
              </a:prstGeom>
              <a:noFill/>
              <a:ln w="28575">
                <a:solidFill>
                  <a:srgbClr val="FF99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85033" name="Line 82"/>
            <p:cNvSpPr>
              <a:spLocks noChangeShapeType="1"/>
            </p:cNvSpPr>
            <p:nvPr/>
          </p:nvSpPr>
          <p:spPr bwMode="auto">
            <a:xfrm>
              <a:off x="702" y="1752"/>
              <a:ext cx="1955" cy="0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5034" name="Line 83"/>
            <p:cNvSpPr>
              <a:spLocks noChangeShapeType="1"/>
            </p:cNvSpPr>
            <p:nvPr/>
          </p:nvSpPr>
          <p:spPr bwMode="auto">
            <a:xfrm>
              <a:off x="1201" y="845"/>
              <a:ext cx="9" cy="907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 type="oval" w="med" len="med"/>
              <a:tailEnd type="oval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5035" name="Text Box 84"/>
            <p:cNvSpPr txBox="1">
              <a:spLocks noChangeArrowheads="1"/>
            </p:cNvSpPr>
            <p:nvPr/>
          </p:nvSpPr>
          <p:spPr bwMode="auto">
            <a:xfrm>
              <a:off x="703" y="935"/>
              <a:ext cx="453" cy="327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pPr algn="ctr"/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1A</a:t>
              </a:r>
              <a:endParaRPr lang="en-US" altLang="zh-CN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endParaRPr>
            </a:p>
          </p:txBody>
        </p:sp>
        <p:sp>
          <p:nvSpPr>
            <p:cNvPr id="85036" name="Text Box 85"/>
            <p:cNvSpPr txBox="1">
              <a:spLocks noChangeArrowheads="1"/>
            </p:cNvSpPr>
            <p:nvPr/>
          </p:nvSpPr>
          <p:spPr bwMode="auto">
            <a:xfrm>
              <a:off x="1255" y="962"/>
              <a:ext cx="400" cy="327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2</a:t>
              </a:r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  <a:sym typeface="Symbol" pitchFamily="18" charset="2"/>
                </a:rPr>
                <a:t></a:t>
              </a:r>
              <a:endParaRPr lang="en-US" altLang="zh-CN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85037" name="Line 86"/>
            <p:cNvSpPr>
              <a:spLocks noChangeShapeType="1"/>
            </p:cNvSpPr>
            <p:nvPr/>
          </p:nvSpPr>
          <p:spPr bwMode="auto">
            <a:xfrm flipV="1">
              <a:off x="2231" y="701"/>
              <a:ext cx="240" cy="144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5038" name="Line 87"/>
            <p:cNvSpPr>
              <a:spLocks noChangeShapeType="1"/>
            </p:cNvSpPr>
            <p:nvPr/>
          </p:nvSpPr>
          <p:spPr bwMode="auto">
            <a:xfrm>
              <a:off x="2413" y="845"/>
              <a:ext cx="240" cy="0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 type="oval" w="med" len="med"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5039" name="Line 88"/>
            <p:cNvSpPr>
              <a:spLocks noChangeShapeType="1"/>
            </p:cNvSpPr>
            <p:nvPr/>
          </p:nvSpPr>
          <p:spPr bwMode="auto">
            <a:xfrm>
              <a:off x="2199" y="618"/>
              <a:ext cx="227" cy="317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5040" name="Text Box 89"/>
            <p:cNvSpPr txBox="1">
              <a:spLocks noChangeArrowheads="1"/>
            </p:cNvSpPr>
            <p:nvPr/>
          </p:nvSpPr>
          <p:spPr bwMode="auto">
            <a:xfrm>
              <a:off x="2225" y="1143"/>
              <a:ext cx="400" cy="327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1</a:t>
              </a:r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  <a:sym typeface="Symbol" pitchFamily="18" charset="2"/>
                </a:rPr>
                <a:t></a:t>
              </a:r>
            </a:p>
          </p:txBody>
        </p:sp>
        <p:sp>
          <p:nvSpPr>
            <p:cNvPr id="85041" name="Text Box 90"/>
            <p:cNvSpPr txBox="1">
              <a:spLocks noChangeArrowheads="1"/>
            </p:cNvSpPr>
            <p:nvPr/>
          </p:nvSpPr>
          <p:spPr bwMode="auto">
            <a:xfrm>
              <a:off x="1927" y="935"/>
              <a:ext cx="353" cy="327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3F</a:t>
              </a:r>
            </a:p>
          </p:txBody>
        </p:sp>
        <p:sp>
          <p:nvSpPr>
            <p:cNvPr id="85042" name="Text Box 91"/>
            <p:cNvSpPr txBox="1">
              <a:spLocks noChangeArrowheads="1"/>
            </p:cNvSpPr>
            <p:nvPr/>
          </p:nvSpPr>
          <p:spPr bwMode="auto">
            <a:xfrm>
              <a:off x="1655" y="890"/>
              <a:ext cx="242" cy="865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+</a:t>
              </a:r>
            </a:p>
            <a:p>
              <a:pPr algn="ctr"/>
              <a:endParaRPr lang="en-US" altLang="zh-CN" b="0">
                <a:solidFill>
                  <a:schemeClr val="bg1"/>
                </a:solidFill>
                <a:latin typeface="宋体" pitchFamily="2" charset="-122"/>
                <a:ea typeface="宋体" pitchFamily="2" charset="-122"/>
              </a:endParaRPr>
            </a:p>
            <a:p>
              <a:pPr algn="ctr"/>
              <a:r>
                <a:rPr lang="en-US" altLang="zh-CN" b="0">
                  <a:solidFill>
                    <a:schemeClr val="bg1"/>
                  </a:solidFill>
                  <a:latin typeface="宋体" pitchFamily="2" charset="-122"/>
                  <a:ea typeface="宋体" pitchFamily="2" charset="-122"/>
                </a:rPr>
                <a:t>-</a:t>
              </a:r>
            </a:p>
          </p:txBody>
        </p:sp>
        <p:sp>
          <p:nvSpPr>
            <p:cNvPr id="85043" name="Text Box 92"/>
            <p:cNvSpPr txBox="1">
              <a:spLocks noChangeArrowheads="1"/>
            </p:cNvSpPr>
            <p:nvPr/>
          </p:nvSpPr>
          <p:spPr bwMode="auto">
            <a:xfrm>
              <a:off x="1474" y="1207"/>
              <a:ext cx="329" cy="327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pPr algn="ctr"/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u</a:t>
              </a:r>
              <a:r>
                <a:rPr lang="en-US" altLang="zh-CN" b="0" i="1" baseline="-2500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C</a:t>
              </a:r>
              <a:endParaRPr lang="en-US" altLang="zh-CN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85044" name="Rectangle 93"/>
            <p:cNvSpPr>
              <a:spLocks noChangeArrowheads="1"/>
            </p:cNvSpPr>
            <p:nvPr/>
          </p:nvSpPr>
          <p:spPr bwMode="auto">
            <a:xfrm>
              <a:off x="1165" y="1117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</a:gradFill>
            <a:ln w="2857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85045" name="Group 94"/>
          <p:cNvGrpSpPr>
            <a:grpSpLocks/>
          </p:cNvGrpSpPr>
          <p:nvPr/>
        </p:nvGrpSpPr>
        <p:grpSpPr bwMode="auto">
          <a:xfrm>
            <a:off x="6588125" y="6446838"/>
            <a:ext cx="792163" cy="366712"/>
            <a:chOff x="4649" y="4020"/>
            <a:chExt cx="499" cy="231"/>
          </a:xfrm>
        </p:grpSpPr>
        <p:pic>
          <p:nvPicPr>
            <p:cNvPr id="85046" name="Picture 95" descr="78900"/>
            <p:cNvPicPr>
              <a:picLocks noChangeAspect="1" noChangeArrowheads="1"/>
            </p:cNvPicPr>
            <p:nvPr/>
          </p:nvPicPr>
          <p:blipFill>
            <a:blip r:embed="rId8"/>
            <a:srcRect/>
            <a:stretch>
              <a:fillRect/>
            </a:stretch>
          </p:blipFill>
          <p:spPr bwMode="auto"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85047" name="Text Box 96">
              <a:hlinkClick r:id="rId9" action="ppaction://hlinksldjump"/>
            </p:cNvPr>
            <p:cNvSpPr txBox="1">
              <a:spLocks noChangeArrowheads="1"/>
            </p:cNvSpPr>
            <p:nvPr/>
          </p:nvSpPr>
          <p:spPr bwMode="auto"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0">
                  <a:solidFill>
                    <a:schemeClr val="bg1"/>
                  </a:solidFill>
                  <a:latin typeface="隶书" pitchFamily="49" charset="-122"/>
                  <a:ea typeface="隶书" pitchFamily="49" charset="-122"/>
                </a:rPr>
                <a:t>返 回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5019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019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01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501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502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02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1000"/>
                                        <p:tgtEl>
                                          <p:spTgt spid="502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502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502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502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502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3000"/>
                                        <p:tgtEl>
                                          <p:spTgt spid="502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3000"/>
                                        <p:tgtEl>
                                          <p:spTgt spid="50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3000"/>
                                        <p:tgtEl>
                                          <p:spTgt spid="50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502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3000"/>
                                        <p:tgtEl>
                                          <p:spTgt spid="50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2000"/>
                                        <p:tgtEl>
                                          <p:spTgt spid="502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199" grpId="0"/>
      <p:bldP spid="50215" grpId="0"/>
      <p:bldP spid="50216" grpId="0" animBg="1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6" name="Text Box 4"/>
          <p:cNvSpPr txBox="1">
            <a:spLocks noChangeArrowheads="1"/>
          </p:cNvSpPr>
          <p:nvPr/>
        </p:nvSpPr>
        <p:spPr bwMode="auto">
          <a:xfrm>
            <a:off x="468313" y="549275"/>
            <a:ext cx="1008062" cy="579438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sz="320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例</a:t>
            </a:r>
            <a:r>
              <a:rPr lang="en-US" altLang="zh-CN" sz="3200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2</a:t>
            </a:r>
          </a:p>
        </p:txBody>
      </p:sp>
      <p:sp>
        <p:nvSpPr>
          <p:cNvPr id="49157" name="Text Box 5"/>
          <p:cNvSpPr txBox="1">
            <a:spLocks noChangeArrowheads="1"/>
          </p:cNvSpPr>
          <p:nvPr/>
        </p:nvSpPr>
        <p:spPr bwMode="auto">
          <a:xfrm>
            <a:off x="1476375" y="476250"/>
            <a:ext cx="6624638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0" i="1">
                <a:latin typeface="Times New Roman" pitchFamily="18" charset="0"/>
                <a:ea typeface="宋体" pitchFamily="2" charset="-122"/>
              </a:rPr>
              <a:t>t</a:t>
            </a:r>
            <a:r>
              <a:rPr lang="en-US" altLang="zh-CN" b="0">
                <a:latin typeface="Times New Roman" pitchFamily="18" charset="0"/>
                <a:ea typeface="宋体" pitchFamily="2" charset="-122"/>
              </a:rPr>
              <a:t>=0</a:t>
            </a:r>
            <a:r>
              <a:rPr lang="zh-CN" altLang="zh-CN">
                <a:latin typeface="楷体_GB2312" pitchFamily="49" charset="-122"/>
              </a:rPr>
              <a:t>时 </a:t>
            </a:r>
            <a:r>
              <a:rPr lang="en-US" altLang="zh-CN">
                <a:latin typeface="楷体_GB2312" pitchFamily="49" charset="-122"/>
              </a:rPr>
              <a:t>,</a:t>
            </a:r>
            <a:r>
              <a:rPr lang="zh-CN" altLang="en-US">
                <a:latin typeface="楷体_GB2312" pitchFamily="49" charset="-122"/>
              </a:rPr>
              <a:t>开关闭合，求</a:t>
            </a:r>
            <a:r>
              <a:rPr lang="en-US" altLang="zh-CN" sz="3200" b="0" i="1">
                <a:latin typeface="Times New Roman" pitchFamily="18" charset="0"/>
                <a:ea typeface="仿宋_GB2312" pitchFamily="49" charset="-122"/>
              </a:rPr>
              <a:t>t </a:t>
            </a:r>
            <a:r>
              <a:rPr lang="en-US" altLang="zh-CN" sz="3200" b="0">
                <a:latin typeface="Times New Roman" pitchFamily="18" charset="0"/>
                <a:ea typeface="仿宋_GB2312" pitchFamily="49" charset="-122"/>
              </a:rPr>
              <a:t>&gt;0</a:t>
            </a:r>
            <a:r>
              <a:rPr lang="zh-CN" altLang="en-US">
                <a:latin typeface="楷体_GB2312" pitchFamily="49" charset="-122"/>
              </a:rPr>
              <a:t>后的</a:t>
            </a:r>
            <a:r>
              <a:rPr lang="en-US" altLang="zh-CN" b="0" i="1">
                <a:latin typeface="Times New Roman" pitchFamily="18" charset="0"/>
                <a:ea typeface="仿宋_GB2312" pitchFamily="49" charset="-122"/>
              </a:rPr>
              <a:t>i</a:t>
            </a:r>
            <a:r>
              <a:rPr lang="en-US" altLang="zh-CN" b="0" baseline="-25000">
                <a:latin typeface="Times New Roman" pitchFamily="18" charset="0"/>
                <a:ea typeface="宋体" pitchFamily="2" charset="-122"/>
              </a:rPr>
              <a:t>L</a:t>
            </a:r>
            <a:r>
              <a:rPr lang="zh-CN" altLang="en-US" b="0" baseline="-25000">
                <a:latin typeface="Times New Roman" pitchFamily="18" charset="0"/>
                <a:ea typeface="宋体" pitchFamily="2" charset="-122"/>
              </a:rPr>
              <a:t>、</a:t>
            </a:r>
            <a:r>
              <a:rPr lang="en-US" altLang="zh-CN" b="0" i="1">
                <a:latin typeface="Times New Roman" pitchFamily="18" charset="0"/>
                <a:ea typeface="宋体" pitchFamily="2" charset="-122"/>
              </a:rPr>
              <a:t>i</a:t>
            </a:r>
            <a:r>
              <a:rPr lang="en-US" altLang="zh-CN" b="0" baseline="-25000">
                <a:latin typeface="Times New Roman" pitchFamily="18" charset="0"/>
                <a:ea typeface="宋体" pitchFamily="2" charset="-122"/>
              </a:rPr>
              <a:t>1</a:t>
            </a:r>
            <a:r>
              <a:rPr lang="zh-CN" altLang="en-US" b="0" baseline="-25000">
                <a:latin typeface="Times New Roman" pitchFamily="18" charset="0"/>
                <a:ea typeface="宋体" pitchFamily="2" charset="-122"/>
              </a:rPr>
              <a:t>、</a:t>
            </a:r>
            <a:r>
              <a:rPr lang="en-US" altLang="zh-CN" b="0" i="1">
                <a:latin typeface="Times New Roman" pitchFamily="18" charset="0"/>
                <a:ea typeface="宋体" pitchFamily="2" charset="-122"/>
              </a:rPr>
              <a:t>i</a:t>
            </a:r>
            <a:r>
              <a:rPr lang="en-US" altLang="zh-CN" b="0" baseline="-25000">
                <a:latin typeface="Times New Roman" pitchFamily="18" charset="0"/>
                <a:ea typeface="宋体" pitchFamily="2" charset="-122"/>
              </a:rPr>
              <a:t>2</a:t>
            </a:r>
            <a:endParaRPr lang="en-US" altLang="zh-CN" b="0"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49158" name="Text Box 6"/>
          <p:cNvSpPr txBox="1">
            <a:spLocks noChangeArrowheads="1"/>
          </p:cNvSpPr>
          <p:nvPr/>
        </p:nvSpPr>
        <p:spPr bwMode="auto">
          <a:xfrm>
            <a:off x="468313" y="1125538"/>
            <a:ext cx="576262" cy="519112"/>
          </a:xfrm>
          <a:prstGeom prst="rect">
            <a:avLst/>
          </a:prstGeom>
          <a:solidFill>
            <a:srgbClr val="990033"/>
          </a:solidFill>
          <a:ln w="9525">
            <a:noFill/>
            <a:miter lim="800000"/>
            <a:headEnd/>
            <a:tailEnd/>
          </a:ln>
        </p:spPr>
        <p:txBody>
          <a:bodyPr lIns="90000" tIns="46800" rIns="90000" bIns="46800" anchor="ctr">
            <a:spAutoFit/>
          </a:bodyPr>
          <a:lstStyle/>
          <a:p>
            <a:pPr algn="ctr"/>
            <a:r>
              <a:rPr lang="zh-CN" altLang="en-US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解</a:t>
            </a:r>
            <a:endParaRPr lang="zh-CN" altLang="en-US" i="1">
              <a:solidFill>
                <a:schemeClr val="bg1"/>
              </a:solidFill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49159" name="Text Box 7"/>
          <p:cNvSpPr txBox="1">
            <a:spLocks noChangeArrowheads="1"/>
          </p:cNvSpPr>
          <p:nvPr/>
        </p:nvSpPr>
        <p:spPr bwMode="auto">
          <a:xfrm>
            <a:off x="1331913" y="1125538"/>
            <a:ext cx="2160587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/>
              <a:t>三要素为：</a:t>
            </a:r>
          </a:p>
        </p:txBody>
      </p:sp>
      <p:graphicFrame>
        <p:nvGraphicFramePr>
          <p:cNvPr id="49193" name="Object 41"/>
          <p:cNvGraphicFramePr>
            <a:graphicFrameLocks noChangeAspect="1"/>
          </p:cNvGraphicFramePr>
          <p:nvPr/>
        </p:nvGraphicFramePr>
        <p:xfrm>
          <a:off x="468313" y="2924175"/>
          <a:ext cx="4660900" cy="500063"/>
        </p:xfrm>
        <a:graphic>
          <a:graphicData uri="http://schemas.openxmlformats.org/presentationml/2006/ole">
            <p:oleObj spid="_x0000_s86021" r:id="rId4" imgW="1807560" imgH="196200" progId="Equation.3">
              <p:embed/>
            </p:oleObj>
          </a:graphicData>
        </a:graphic>
      </p:graphicFrame>
      <p:graphicFrame>
        <p:nvGraphicFramePr>
          <p:cNvPr id="49194" name="Object 42"/>
          <p:cNvGraphicFramePr>
            <a:graphicFrameLocks noChangeAspect="1"/>
          </p:cNvGraphicFramePr>
          <p:nvPr/>
        </p:nvGraphicFramePr>
        <p:xfrm>
          <a:off x="554038" y="1803400"/>
          <a:ext cx="4146550" cy="563563"/>
        </p:xfrm>
        <a:graphic>
          <a:graphicData uri="http://schemas.openxmlformats.org/presentationml/2006/ole">
            <p:oleObj spid="_x0000_s86022" r:id="rId5" imgW="1738080" imgH="207720" progId="Equation.3">
              <p:embed/>
            </p:oleObj>
          </a:graphicData>
        </a:graphic>
      </p:graphicFrame>
      <p:graphicFrame>
        <p:nvGraphicFramePr>
          <p:cNvPr id="49210" name="Object 58"/>
          <p:cNvGraphicFramePr>
            <a:graphicFrameLocks noChangeAspect="1"/>
          </p:cNvGraphicFramePr>
          <p:nvPr/>
        </p:nvGraphicFramePr>
        <p:xfrm>
          <a:off x="539750" y="2349500"/>
          <a:ext cx="4327525" cy="565150"/>
        </p:xfrm>
        <a:graphic>
          <a:graphicData uri="http://schemas.openxmlformats.org/presentationml/2006/ole">
            <p:oleObj spid="_x0000_s86023" r:id="rId6" imgW="1668600" imgH="207720" progId="Equation.3">
              <p:embed/>
            </p:oleObj>
          </a:graphicData>
        </a:graphic>
      </p:graphicFrame>
      <p:grpSp>
        <p:nvGrpSpPr>
          <p:cNvPr id="86024" name="Group 69"/>
          <p:cNvGrpSpPr>
            <a:grpSpLocks/>
          </p:cNvGrpSpPr>
          <p:nvPr/>
        </p:nvGrpSpPr>
        <p:grpSpPr bwMode="auto"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86025" name="Picture 70" descr="78900"/>
            <p:cNvPicPr>
              <a:picLocks noChangeAspect="1" noChangeArrowheads="1"/>
            </p:cNvPicPr>
            <p:nvPr/>
          </p:nvPicPr>
          <p:blipFill>
            <a:blip r:embed="rId7"/>
            <a:srcRect/>
            <a:stretch>
              <a:fillRect/>
            </a:stretch>
          </p:blipFill>
          <p:spPr bwMode="auto"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86026" name="Text Box 71">
              <a:hlinkClick r:id="" action="ppaction://hlinkshowjump?jump=nextslide"/>
            </p:cNvPr>
            <p:cNvSpPr txBox="1">
              <a:spLocks noChangeArrowheads="1"/>
            </p:cNvSpPr>
            <p:nvPr/>
          </p:nvSpPr>
          <p:spPr bwMode="auto"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0">
                  <a:solidFill>
                    <a:schemeClr val="bg1"/>
                  </a:solidFill>
                  <a:latin typeface="隶书" pitchFamily="49" charset="-122"/>
                  <a:ea typeface="隶书" pitchFamily="49" charset="-122"/>
                </a:rPr>
                <a:t>下 页</a:t>
              </a:r>
            </a:p>
          </p:txBody>
        </p:sp>
      </p:grpSp>
      <p:grpSp>
        <p:nvGrpSpPr>
          <p:cNvPr id="86027" name="Group 72"/>
          <p:cNvGrpSpPr>
            <a:grpSpLocks/>
          </p:cNvGrpSpPr>
          <p:nvPr/>
        </p:nvGrpSpPr>
        <p:grpSpPr bwMode="auto">
          <a:xfrm>
            <a:off x="7453313" y="6446838"/>
            <a:ext cx="792162" cy="366712"/>
            <a:chOff x="4649" y="4020"/>
            <a:chExt cx="499" cy="231"/>
          </a:xfrm>
        </p:grpSpPr>
        <p:pic>
          <p:nvPicPr>
            <p:cNvPr id="86028" name="Picture 73" descr="78900"/>
            <p:cNvPicPr>
              <a:picLocks noChangeAspect="1" noChangeArrowheads="1"/>
            </p:cNvPicPr>
            <p:nvPr/>
          </p:nvPicPr>
          <p:blipFill>
            <a:blip r:embed="rId7"/>
            <a:srcRect/>
            <a:stretch>
              <a:fillRect/>
            </a:stretch>
          </p:blipFill>
          <p:spPr bwMode="auto"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86029" name="Text Box 74">
              <a:hlinkClick r:id="" action="ppaction://hlinkshowjump?jump=previousslide"/>
            </p:cNvPr>
            <p:cNvSpPr txBox="1">
              <a:spLocks noChangeArrowheads="1"/>
            </p:cNvSpPr>
            <p:nvPr/>
          </p:nvSpPr>
          <p:spPr bwMode="auto"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0">
                  <a:solidFill>
                    <a:schemeClr val="bg1"/>
                  </a:solidFill>
                  <a:latin typeface="隶书" pitchFamily="49" charset="-122"/>
                  <a:ea typeface="隶书" pitchFamily="49" charset="-122"/>
                </a:rPr>
                <a:t>上 页</a:t>
              </a:r>
            </a:p>
          </p:txBody>
        </p:sp>
      </p:grpSp>
      <p:grpSp>
        <p:nvGrpSpPr>
          <p:cNvPr id="49230" name="Group 78"/>
          <p:cNvGrpSpPr>
            <a:grpSpLocks/>
          </p:cNvGrpSpPr>
          <p:nvPr/>
        </p:nvGrpSpPr>
        <p:grpSpPr bwMode="auto">
          <a:xfrm>
            <a:off x="5076825" y="1125538"/>
            <a:ext cx="3816350" cy="2046287"/>
            <a:chOff x="2789" y="2277"/>
            <a:chExt cx="2404" cy="1289"/>
          </a:xfrm>
        </p:grpSpPr>
        <p:sp>
          <p:nvSpPr>
            <p:cNvPr id="86031" name="Oval 79"/>
            <p:cNvSpPr>
              <a:spLocks noChangeArrowheads="1"/>
            </p:cNvSpPr>
            <p:nvPr/>
          </p:nvSpPr>
          <p:spPr bwMode="auto">
            <a:xfrm>
              <a:off x="4830" y="2886"/>
              <a:ext cx="363" cy="363"/>
            </a:xfrm>
            <a:prstGeom prst="ellipse">
              <a:avLst/>
            </a:prstGeom>
            <a:gradFill rotWithShape="1">
              <a:gsLst>
                <a:gs pos="0">
                  <a:srgbClr val="0099FF"/>
                </a:gs>
                <a:gs pos="100000">
                  <a:srgbClr val="004776"/>
                </a:gs>
              </a:gsLst>
              <a:path path="shape">
                <a:fillToRect l="50000" t="50000" r="50000" b="50000"/>
              </a:path>
            </a:gradFill>
            <a:ln w="38100">
              <a:solidFill>
                <a:srgbClr val="FF99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6032" name="Oval 80"/>
            <p:cNvSpPr>
              <a:spLocks noChangeArrowheads="1"/>
            </p:cNvSpPr>
            <p:nvPr/>
          </p:nvSpPr>
          <p:spPr bwMode="auto">
            <a:xfrm>
              <a:off x="2789" y="2886"/>
              <a:ext cx="363" cy="363"/>
            </a:xfrm>
            <a:prstGeom prst="ellipse">
              <a:avLst/>
            </a:prstGeom>
            <a:gradFill rotWithShape="1">
              <a:gsLst>
                <a:gs pos="0">
                  <a:srgbClr val="0099FF"/>
                </a:gs>
                <a:gs pos="100000">
                  <a:srgbClr val="004776"/>
                </a:gs>
              </a:gsLst>
              <a:path path="shape">
                <a:fillToRect l="50000" t="50000" r="50000" b="50000"/>
              </a:path>
            </a:gradFill>
            <a:ln w="38100">
              <a:solidFill>
                <a:srgbClr val="FF99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6033" name="Line 81"/>
            <p:cNvSpPr>
              <a:spLocks noChangeShapeType="1"/>
            </p:cNvSpPr>
            <p:nvPr/>
          </p:nvSpPr>
          <p:spPr bwMode="auto">
            <a:xfrm>
              <a:off x="2971" y="2659"/>
              <a:ext cx="1497" cy="0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 type="oval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6034" name="Line 82"/>
            <p:cNvSpPr>
              <a:spLocks noChangeShapeType="1"/>
            </p:cNvSpPr>
            <p:nvPr/>
          </p:nvSpPr>
          <p:spPr bwMode="auto">
            <a:xfrm>
              <a:off x="3606" y="2704"/>
              <a:ext cx="0" cy="317"/>
            </a:xfrm>
            <a:prstGeom prst="line">
              <a:avLst/>
            </a:prstGeom>
            <a:noFill/>
            <a:ln w="28575">
              <a:solidFill>
                <a:srgbClr val="00FFFF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6035" name="Text Box 83"/>
            <p:cNvSpPr txBox="1">
              <a:spLocks noChangeArrowheads="1"/>
            </p:cNvSpPr>
            <p:nvPr/>
          </p:nvSpPr>
          <p:spPr bwMode="auto">
            <a:xfrm>
              <a:off x="3800" y="2723"/>
              <a:ext cx="263" cy="327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i</a:t>
              </a:r>
              <a:r>
                <a:rPr lang="en-US" altLang="zh-CN" b="0" i="1" baseline="-2500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L</a:t>
              </a:r>
              <a:endParaRPr lang="en-US" altLang="zh-CN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86036" name="Text Box 84"/>
            <p:cNvSpPr txBox="1">
              <a:spLocks noChangeArrowheads="1"/>
            </p:cNvSpPr>
            <p:nvPr/>
          </p:nvSpPr>
          <p:spPr bwMode="auto">
            <a:xfrm>
              <a:off x="3061" y="2685"/>
              <a:ext cx="257" cy="327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+</a:t>
              </a:r>
            </a:p>
          </p:txBody>
        </p:sp>
        <p:sp>
          <p:nvSpPr>
            <p:cNvPr id="86037" name="Text Box 85"/>
            <p:cNvSpPr txBox="1">
              <a:spLocks noChangeArrowheads="1"/>
            </p:cNvSpPr>
            <p:nvPr/>
          </p:nvSpPr>
          <p:spPr bwMode="auto">
            <a:xfrm>
              <a:off x="3016" y="3230"/>
              <a:ext cx="243" cy="327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–</a:t>
              </a:r>
            </a:p>
          </p:txBody>
        </p:sp>
        <p:sp>
          <p:nvSpPr>
            <p:cNvPr id="86038" name="Text Box 86"/>
            <p:cNvSpPr txBox="1">
              <a:spLocks noChangeArrowheads="1"/>
            </p:cNvSpPr>
            <p:nvPr/>
          </p:nvSpPr>
          <p:spPr bwMode="auto">
            <a:xfrm>
              <a:off x="4377" y="3048"/>
              <a:ext cx="590" cy="327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20V</a:t>
              </a:r>
              <a:endParaRPr lang="en-US" altLang="zh-CN" b="0" baseline="-2500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86039" name="Text Box 87"/>
            <p:cNvSpPr txBox="1">
              <a:spLocks noChangeArrowheads="1"/>
            </p:cNvSpPr>
            <p:nvPr/>
          </p:nvSpPr>
          <p:spPr bwMode="auto">
            <a:xfrm>
              <a:off x="3761" y="3139"/>
              <a:ext cx="558" cy="327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0.5H</a:t>
              </a:r>
            </a:p>
          </p:txBody>
        </p:sp>
        <p:sp>
          <p:nvSpPr>
            <p:cNvPr id="86040" name="Line 88"/>
            <p:cNvSpPr>
              <a:spLocks noChangeShapeType="1"/>
            </p:cNvSpPr>
            <p:nvPr/>
          </p:nvSpPr>
          <p:spPr bwMode="auto">
            <a:xfrm>
              <a:off x="2971" y="3566"/>
              <a:ext cx="2057" cy="0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6041" name="Line 89"/>
            <p:cNvSpPr>
              <a:spLocks noChangeShapeType="1"/>
            </p:cNvSpPr>
            <p:nvPr/>
          </p:nvSpPr>
          <p:spPr bwMode="auto">
            <a:xfrm flipH="1" flipV="1">
              <a:off x="3696" y="3294"/>
              <a:ext cx="0" cy="272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 type="oval" w="med" len="med"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6042" name="Line 90"/>
            <p:cNvSpPr>
              <a:spLocks noChangeShapeType="1"/>
            </p:cNvSpPr>
            <p:nvPr/>
          </p:nvSpPr>
          <p:spPr bwMode="auto">
            <a:xfrm flipH="1">
              <a:off x="3696" y="2659"/>
              <a:ext cx="6" cy="227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 type="oval" w="med" len="med"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6043" name="Line 91"/>
            <p:cNvSpPr>
              <a:spLocks noChangeShapeType="1"/>
            </p:cNvSpPr>
            <p:nvPr/>
          </p:nvSpPr>
          <p:spPr bwMode="auto">
            <a:xfrm flipV="1">
              <a:off x="4468" y="2458"/>
              <a:ext cx="363" cy="201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6044" name="Line 92"/>
            <p:cNvSpPr>
              <a:spLocks noChangeShapeType="1"/>
            </p:cNvSpPr>
            <p:nvPr/>
          </p:nvSpPr>
          <p:spPr bwMode="auto">
            <a:xfrm flipH="1" flipV="1">
              <a:off x="4468" y="2387"/>
              <a:ext cx="85" cy="226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 type="triangle" w="med" len="med"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6045" name="Line 93"/>
            <p:cNvSpPr>
              <a:spLocks noChangeShapeType="1"/>
            </p:cNvSpPr>
            <p:nvPr/>
          </p:nvSpPr>
          <p:spPr bwMode="auto">
            <a:xfrm>
              <a:off x="2971" y="2659"/>
              <a:ext cx="0" cy="907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6046" name="Text Box 94"/>
            <p:cNvSpPr txBox="1">
              <a:spLocks noChangeArrowheads="1"/>
            </p:cNvSpPr>
            <p:nvPr/>
          </p:nvSpPr>
          <p:spPr bwMode="auto">
            <a:xfrm>
              <a:off x="3178" y="2277"/>
              <a:ext cx="400" cy="327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5</a:t>
              </a:r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  <a:sym typeface="Symbol" pitchFamily="18" charset="2"/>
                </a:rPr>
                <a:t></a:t>
              </a:r>
              <a:endParaRPr lang="en-US" altLang="zh-CN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86047" name="Text Box 95"/>
            <p:cNvSpPr txBox="1">
              <a:spLocks noChangeArrowheads="1"/>
            </p:cNvSpPr>
            <p:nvPr/>
          </p:nvSpPr>
          <p:spPr bwMode="auto">
            <a:xfrm>
              <a:off x="3949" y="2307"/>
              <a:ext cx="400" cy="327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5</a:t>
              </a:r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  <a:sym typeface="Symbol" pitchFamily="18" charset="2"/>
                </a:rPr>
                <a:t></a:t>
              </a:r>
              <a:endParaRPr lang="en-US" altLang="zh-CN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86048" name="Line 96"/>
            <p:cNvSpPr>
              <a:spLocks noChangeShapeType="1"/>
            </p:cNvSpPr>
            <p:nvPr/>
          </p:nvSpPr>
          <p:spPr bwMode="auto">
            <a:xfrm flipV="1">
              <a:off x="4694" y="2659"/>
              <a:ext cx="318" cy="1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 type="oval" w="med" len="med"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6049" name="Text Box 97"/>
            <p:cNvSpPr txBox="1">
              <a:spLocks noChangeArrowheads="1"/>
            </p:cNvSpPr>
            <p:nvPr/>
          </p:nvSpPr>
          <p:spPr bwMode="auto">
            <a:xfrm>
              <a:off x="4694" y="2640"/>
              <a:ext cx="257" cy="327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+</a:t>
              </a:r>
            </a:p>
          </p:txBody>
        </p:sp>
        <p:sp>
          <p:nvSpPr>
            <p:cNvPr id="86050" name="Text Box 98"/>
            <p:cNvSpPr txBox="1">
              <a:spLocks noChangeArrowheads="1"/>
            </p:cNvSpPr>
            <p:nvPr/>
          </p:nvSpPr>
          <p:spPr bwMode="auto">
            <a:xfrm>
              <a:off x="4604" y="3230"/>
              <a:ext cx="363" cy="327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–</a:t>
              </a:r>
            </a:p>
          </p:txBody>
        </p:sp>
        <p:sp>
          <p:nvSpPr>
            <p:cNvPr id="86051" name="Line 99"/>
            <p:cNvSpPr>
              <a:spLocks noChangeShapeType="1"/>
            </p:cNvSpPr>
            <p:nvPr/>
          </p:nvSpPr>
          <p:spPr bwMode="auto">
            <a:xfrm>
              <a:off x="5012" y="2659"/>
              <a:ext cx="0" cy="907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6052" name="Text Box 100"/>
            <p:cNvSpPr txBox="1">
              <a:spLocks noChangeArrowheads="1"/>
            </p:cNvSpPr>
            <p:nvPr/>
          </p:nvSpPr>
          <p:spPr bwMode="auto">
            <a:xfrm>
              <a:off x="3061" y="3094"/>
              <a:ext cx="590" cy="327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10V</a:t>
              </a:r>
              <a:endParaRPr lang="en-US" altLang="zh-CN" b="0" baseline="-2500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86053" name="Line 101"/>
            <p:cNvSpPr>
              <a:spLocks noChangeShapeType="1"/>
            </p:cNvSpPr>
            <p:nvPr/>
          </p:nvSpPr>
          <p:spPr bwMode="auto">
            <a:xfrm flipV="1">
              <a:off x="2880" y="2614"/>
              <a:ext cx="0" cy="272"/>
            </a:xfrm>
            <a:prstGeom prst="line">
              <a:avLst/>
            </a:prstGeom>
            <a:noFill/>
            <a:ln w="28575">
              <a:solidFill>
                <a:srgbClr val="00FFFF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6054" name="Line 102"/>
            <p:cNvSpPr>
              <a:spLocks noChangeShapeType="1"/>
            </p:cNvSpPr>
            <p:nvPr/>
          </p:nvSpPr>
          <p:spPr bwMode="auto">
            <a:xfrm flipV="1">
              <a:off x="5057" y="2659"/>
              <a:ext cx="0" cy="181"/>
            </a:xfrm>
            <a:prstGeom prst="line">
              <a:avLst/>
            </a:prstGeom>
            <a:noFill/>
            <a:ln w="28575">
              <a:solidFill>
                <a:srgbClr val="00FFFF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6055" name="Text Box 103"/>
            <p:cNvSpPr txBox="1">
              <a:spLocks noChangeArrowheads="1"/>
            </p:cNvSpPr>
            <p:nvPr/>
          </p:nvSpPr>
          <p:spPr bwMode="auto">
            <a:xfrm>
              <a:off x="4820" y="2322"/>
              <a:ext cx="254" cy="327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i</a:t>
              </a:r>
              <a:r>
                <a:rPr lang="en-US" altLang="zh-CN" b="0" baseline="-2500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2</a:t>
              </a:r>
              <a:endParaRPr lang="en-US" altLang="zh-CN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86056" name="Text Box 104"/>
            <p:cNvSpPr txBox="1">
              <a:spLocks noChangeArrowheads="1"/>
            </p:cNvSpPr>
            <p:nvPr/>
          </p:nvSpPr>
          <p:spPr bwMode="auto">
            <a:xfrm>
              <a:off x="2835" y="2277"/>
              <a:ext cx="318" cy="327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i</a:t>
              </a:r>
              <a:r>
                <a:rPr lang="en-US" altLang="zh-CN" b="0" baseline="-2500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1</a:t>
              </a:r>
              <a:endParaRPr lang="en-US" altLang="zh-CN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grpSp>
          <p:nvGrpSpPr>
            <p:cNvPr id="86057" name="Group 105"/>
            <p:cNvGrpSpPr>
              <a:grpSpLocks/>
            </p:cNvGrpSpPr>
            <p:nvPr/>
          </p:nvGrpSpPr>
          <p:grpSpPr bwMode="auto">
            <a:xfrm rot="5400000">
              <a:off x="3240" y="2792"/>
              <a:ext cx="499" cy="590"/>
              <a:chOff x="476" y="663"/>
              <a:chExt cx="771" cy="862"/>
            </a:xfrm>
          </p:grpSpPr>
          <p:sp>
            <p:nvSpPr>
              <p:cNvPr id="86058" name="AutoShape 106"/>
              <p:cNvSpPr>
                <a:spLocks noChangeArrowheads="1"/>
              </p:cNvSpPr>
              <p:nvPr/>
            </p:nvSpPr>
            <p:spPr bwMode="auto">
              <a:xfrm>
                <a:off x="476" y="663"/>
                <a:ext cx="317" cy="862"/>
              </a:xfrm>
              <a:custGeom>
                <a:avLst/>
                <a:gdLst/>
                <a:ahLst/>
                <a:cxnLst>
                  <a:cxn ang="0">
                    <a:pos x="2646" y="3717"/>
                  </a:cxn>
                  <a:cxn ang="0">
                    <a:pos x="10800" y="0"/>
                  </a:cxn>
                  <a:cxn ang="0">
                    <a:pos x="18953" y="3717"/>
                  </a:cxn>
                  <a:cxn ang="0">
                    <a:pos x="10799" y="0"/>
                  </a:cxn>
                  <a:cxn ang="0">
                    <a:pos x="2646" y="3717"/>
                  </a:cxn>
                </a:cxnLst>
                <a:rect l="0" t="0" r="r" b="b"/>
                <a:pathLst>
                  <a:path w="21600" h="21600">
                    <a:moveTo>
                      <a:pt x="2646" y="3717"/>
                    </a:moveTo>
                    <a:cubicBezTo>
                      <a:pt x="4698" y="1356"/>
                      <a:pt x="7672" y="-1"/>
                      <a:pt x="10800" y="0"/>
                    </a:cubicBezTo>
                    <a:cubicBezTo>
                      <a:pt x="13927" y="0"/>
                      <a:pt x="16901" y="1356"/>
                      <a:pt x="18953" y="3717"/>
                    </a:cubicBezTo>
                    <a:cubicBezTo>
                      <a:pt x="16901" y="1356"/>
                      <a:pt x="13927" y="-1"/>
                      <a:pt x="10799" y="0"/>
                    </a:cubicBezTo>
                    <a:cubicBezTo>
                      <a:pt x="7672" y="0"/>
                      <a:pt x="4698" y="1356"/>
                      <a:pt x="2646" y="3717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764700"/>
                  </a:gs>
                  <a:gs pos="50000">
                    <a:srgbClr val="FF9900"/>
                  </a:gs>
                  <a:gs pos="100000">
                    <a:srgbClr val="764700"/>
                  </a:gs>
                </a:gsLst>
                <a:lin ang="5400000" scaled="1"/>
              </a:gradFill>
              <a:ln w="38100">
                <a:solidFill>
                  <a:srgbClr val="FF99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6059" name="AutoShape 107"/>
              <p:cNvSpPr>
                <a:spLocks noChangeArrowheads="1"/>
              </p:cNvSpPr>
              <p:nvPr/>
            </p:nvSpPr>
            <p:spPr bwMode="auto">
              <a:xfrm>
                <a:off x="703" y="663"/>
                <a:ext cx="317" cy="862"/>
              </a:xfrm>
              <a:custGeom>
                <a:avLst/>
                <a:gdLst/>
                <a:ahLst/>
                <a:cxnLst>
                  <a:cxn ang="0">
                    <a:pos x="2646" y="3717"/>
                  </a:cxn>
                  <a:cxn ang="0">
                    <a:pos x="10800" y="0"/>
                  </a:cxn>
                  <a:cxn ang="0">
                    <a:pos x="18953" y="3717"/>
                  </a:cxn>
                  <a:cxn ang="0">
                    <a:pos x="10799" y="0"/>
                  </a:cxn>
                  <a:cxn ang="0">
                    <a:pos x="2646" y="3717"/>
                  </a:cxn>
                </a:cxnLst>
                <a:rect l="0" t="0" r="r" b="b"/>
                <a:pathLst>
                  <a:path w="21600" h="21600">
                    <a:moveTo>
                      <a:pt x="2646" y="3717"/>
                    </a:moveTo>
                    <a:cubicBezTo>
                      <a:pt x="4698" y="1356"/>
                      <a:pt x="7672" y="-1"/>
                      <a:pt x="10800" y="0"/>
                    </a:cubicBezTo>
                    <a:cubicBezTo>
                      <a:pt x="13927" y="0"/>
                      <a:pt x="16901" y="1356"/>
                      <a:pt x="18953" y="3717"/>
                    </a:cubicBezTo>
                    <a:cubicBezTo>
                      <a:pt x="16901" y="1356"/>
                      <a:pt x="13927" y="-1"/>
                      <a:pt x="10799" y="0"/>
                    </a:cubicBezTo>
                    <a:cubicBezTo>
                      <a:pt x="7672" y="0"/>
                      <a:pt x="4698" y="1356"/>
                      <a:pt x="2646" y="3717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764700"/>
                  </a:gs>
                  <a:gs pos="50000">
                    <a:srgbClr val="FF9900"/>
                  </a:gs>
                  <a:gs pos="100000">
                    <a:srgbClr val="764700"/>
                  </a:gs>
                </a:gsLst>
                <a:lin ang="5400000" scaled="1"/>
              </a:gradFill>
              <a:ln w="38100">
                <a:solidFill>
                  <a:srgbClr val="FF99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6060" name="AutoShape 108"/>
              <p:cNvSpPr>
                <a:spLocks noChangeArrowheads="1"/>
              </p:cNvSpPr>
              <p:nvPr/>
            </p:nvSpPr>
            <p:spPr bwMode="auto">
              <a:xfrm>
                <a:off x="930" y="663"/>
                <a:ext cx="317" cy="862"/>
              </a:xfrm>
              <a:custGeom>
                <a:avLst/>
                <a:gdLst/>
                <a:ahLst/>
                <a:cxnLst>
                  <a:cxn ang="0">
                    <a:pos x="2646" y="3717"/>
                  </a:cxn>
                  <a:cxn ang="0">
                    <a:pos x="10800" y="0"/>
                  </a:cxn>
                  <a:cxn ang="0">
                    <a:pos x="18953" y="3717"/>
                  </a:cxn>
                  <a:cxn ang="0">
                    <a:pos x="10799" y="0"/>
                  </a:cxn>
                  <a:cxn ang="0">
                    <a:pos x="2646" y="3717"/>
                  </a:cxn>
                </a:cxnLst>
                <a:rect l="0" t="0" r="r" b="b"/>
                <a:pathLst>
                  <a:path w="21600" h="21600">
                    <a:moveTo>
                      <a:pt x="2646" y="3717"/>
                    </a:moveTo>
                    <a:cubicBezTo>
                      <a:pt x="4698" y="1356"/>
                      <a:pt x="7672" y="-1"/>
                      <a:pt x="10800" y="0"/>
                    </a:cubicBezTo>
                    <a:cubicBezTo>
                      <a:pt x="13927" y="0"/>
                      <a:pt x="16901" y="1356"/>
                      <a:pt x="18953" y="3717"/>
                    </a:cubicBezTo>
                    <a:cubicBezTo>
                      <a:pt x="16901" y="1356"/>
                      <a:pt x="13927" y="-1"/>
                      <a:pt x="10799" y="0"/>
                    </a:cubicBezTo>
                    <a:cubicBezTo>
                      <a:pt x="7672" y="0"/>
                      <a:pt x="4698" y="1356"/>
                      <a:pt x="2646" y="3717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764700"/>
                  </a:gs>
                  <a:gs pos="50000">
                    <a:srgbClr val="FF9900"/>
                  </a:gs>
                  <a:gs pos="100000">
                    <a:srgbClr val="764700"/>
                  </a:gs>
                </a:gsLst>
                <a:lin ang="5400000" scaled="1"/>
              </a:gradFill>
              <a:ln w="38100">
                <a:solidFill>
                  <a:srgbClr val="FF99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86061" name="Rectangle 109"/>
            <p:cNvSpPr>
              <a:spLocks noChangeArrowheads="1"/>
            </p:cNvSpPr>
            <p:nvPr/>
          </p:nvSpPr>
          <p:spPr bwMode="auto">
            <a:xfrm>
              <a:off x="4014" y="2568"/>
              <a:ext cx="317" cy="136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</a:gradFill>
            <a:ln w="2857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6062" name="Rectangle 110"/>
            <p:cNvSpPr>
              <a:spLocks noChangeArrowheads="1"/>
            </p:cNvSpPr>
            <p:nvPr/>
          </p:nvSpPr>
          <p:spPr bwMode="auto">
            <a:xfrm>
              <a:off x="3198" y="2568"/>
              <a:ext cx="317" cy="136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</a:gradFill>
            <a:ln w="2857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49263" name="Group 111"/>
          <p:cNvGrpSpPr>
            <a:grpSpLocks/>
          </p:cNvGrpSpPr>
          <p:nvPr/>
        </p:nvGrpSpPr>
        <p:grpSpPr bwMode="auto">
          <a:xfrm>
            <a:off x="250825" y="3213100"/>
            <a:ext cx="8058150" cy="879475"/>
            <a:chOff x="204" y="2069"/>
            <a:chExt cx="5076" cy="554"/>
          </a:xfrm>
        </p:grpSpPr>
        <p:graphicFrame>
          <p:nvGraphicFramePr>
            <p:cNvPr id="86064" name="Object 112"/>
            <p:cNvGraphicFramePr>
              <a:graphicFrameLocks noChangeAspect="1"/>
            </p:cNvGraphicFramePr>
            <p:nvPr/>
          </p:nvGraphicFramePr>
          <p:xfrm>
            <a:off x="1729" y="2069"/>
            <a:ext cx="3551" cy="547"/>
          </p:xfrm>
          <a:graphic>
            <a:graphicData uri="http://schemas.openxmlformats.org/presentationml/2006/ole">
              <p:oleObj spid="_x0000_s86064" r:id="rId8" imgW="2085840" imgH="311400" progId="Equation.3">
                <p:embed/>
              </p:oleObj>
            </a:graphicData>
          </a:graphic>
        </p:graphicFrame>
        <p:sp>
          <p:nvSpPr>
            <p:cNvPr id="86065" name="Text Box 113"/>
            <p:cNvSpPr txBox="1">
              <a:spLocks noChangeArrowheads="1"/>
            </p:cNvSpPr>
            <p:nvPr/>
          </p:nvSpPr>
          <p:spPr bwMode="auto">
            <a:xfrm>
              <a:off x="204" y="2296"/>
              <a:ext cx="1497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/>
                <a:t>三要素公式</a:t>
              </a:r>
            </a:p>
          </p:txBody>
        </p:sp>
      </p:grpSp>
      <p:graphicFrame>
        <p:nvGraphicFramePr>
          <p:cNvPr id="49266" name="Object 114"/>
          <p:cNvGraphicFramePr>
            <a:graphicFrameLocks noChangeAspect="1"/>
          </p:cNvGraphicFramePr>
          <p:nvPr/>
        </p:nvGraphicFramePr>
        <p:xfrm>
          <a:off x="722313" y="4149725"/>
          <a:ext cx="7089775" cy="641350"/>
        </p:xfrm>
        <a:graphic>
          <a:graphicData uri="http://schemas.openxmlformats.org/presentationml/2006/ole">
            <p:oleObj spid="_x0000_s86066" r:id="rId9" imgW="2387160" imgH="219240" progId="Equation.3">
              <p:embed/>
            </p:oleObj>
          </a:graphicData>
        </a:graphic>
      </p:graphicFrame>
      <p:graphicFrame>
        <p:nvGraphicFramePr>
          <p:cNvPr id="49267" name="Object 115"/>
          <p:cNvGraphicFramePr>
            <a:graphicFrameLocks noChangeAspect="1"/>
          </p:cNvGraphicFramePr>
          <p:nvPr/>
        </p:nvGraphicFramePr>
        <p:xfrm>
          <a:off x="685800" y="4581525"/>
          <a:ext cx="7847013" cy="1071563"/>
        </p:xfrm>
        <a:graphic>
          <a:graphicData uri="http://schemas.openxmlformats.org/presentationml/2006/ole">
            <p:oleObj spid="_x0000_s86067" r:id="rId10" imgW="2838960" imgH="403560" progId="Equation.3">
              <p:embed/>
            </p:oleObj>
          </a:graphicData>
        </a:graphic>
      </p:graphicFrame>
      <p:graphicFrame>
        <p:nvGraphicFramePr>
          <p:cNvPr id="49268" name="Object 116"/>
          <p:cNvGraphicFramePr>
            <a:graphicFrameLocks noChangeAspect="1"/>
          </p:cNvGraphicFramePr>
          <p:nvPr/>
        </p:nvGraphicFramePr>
        <p:xfrm>
          <a:off x="711200" y="5516563"/>
          <a:ext cx="4940300" cy="595312"/>
        </p:xfrm>
        <a:graphic>
          <a:graphicData uri="http://schemas.openxmlformats.org/presentationml/2006/ole">
            <p:oleObj spid="_x0000_s86068" r:id="rId11" imgW="1935000" imgH="219240" progId="Equation.3">
              <p:embed/>
            </p:oleObj>
          </a:graphicData>
        </a:graphic>
      </p:graphicFrame>
      <p:graphicFrame>
        <p:nvGraphicFramePr>
          <p:cNvPr id="49269" name="Object 117"/>
          <p:cNvGraphicFramePr>
            <a:graphicFrameLocks noChangeAspect="1"/>
          </p:cNvGraphicFramePr>
          <p:nvPr/>
        </p:nvGraphicFramePr>
        <p:xfrm>
          <a:off x="701675" y="6073775"/>
          <a:ext cx="5454650" cy="595313"/>
        </p:xfrm>
        <a:graphic>
          <a:graphicData uri="http://schemas.openxmlformats.org/presentationml/2006/ole">
            <p:oleObj spid="_x0000_s86069" r:id="rId12" imgW="1969920" imgH="219240" progId="Equation.3">
              <p:embed/>
            </p:oleObj>
          </a:graphicData>
        </a:graphic>
      </p:graphicFrame>
      <p:grpSp>
        <p:nvGrpSpPr>
          <p:cNvPr id="86070" name="Group 118"/>
          <p:cNvGrpSpPr>
            <a:grpSpLocks/>
          </p:cNvGrpSpPr>
          <p:nvPr/>
        </p:nvGrpSpPr>
        <p:grpSpPr bwMode="auto">
          <a:xfrm>
            <a:off x="6588125" y="6446838"/>
            <a:ext cx="792163" cy="366712"/>
            <a:chOff x="4649" y="4020"/>
            <a:chExt cx="499" cy="231"/>
          </a:xfrm>
        </p:grpSpPr>
        <p:pic>
          <p:nvPicPr>
            <p:cNvPr id="86071" name="Picture 119" descr="78900"/>
            <p:cNvPicPr>
              <a:picLocks noChangeAspect="1" noChangeArrowheads="1"/>
            </p:cNvPicPr>
            <p:nvPr/>
          </p:nvPicPr>
          <p:blipFill>
            <a:blip r:embed="rId7"/>
            <a:srcRect/>
            <a:stretch>
              <a:fillRect/>
            </a:stretch>
          </p:blipFill>
          <p:spPr bwMode="auto"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86072" name="Text Box 120">
              <a:hlinkClick r:id="rId13" action="ppaction://hlinksldjump"/>
            </p:cNvPr>
            <p:cNvSpPr txBox="1">
              <a:spLocks noChangeArrowheads="1"/>
            </p:cNvSpPr>
            <p:nvPr/>
          </p:nvSpPr>
          <p:spPr bwMode="auto"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0">
                  <a:solidFill>
                    <a:schemeClr val="bg1"/>
                  </a:solidFill>
                  <a:latin typeface="隶书" pitchFamily="49" charset="-122"/>
                  <a:ea typeface="隶书" pitchFamily="49" charset="-122"/>
                </a:rPr>
                <a:t>返 回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491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91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91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491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" dur="500"/>
                                        <p:tgtEl>
                                          <p:spTgt spid="49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500"/>
                            </p:stCondLst>
                            <p:childTnLst>
                              <p:par>
                                <p:cTn id="16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91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91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491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491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491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491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000"/>
                            </p:stCondLst>
                            <p:childTnLst>
                              <p:par>
                                <p:cTn id="29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491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491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49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3000"/>
                                        <p:tgtEl>
                                          <p:spTgt spid="49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3000"/>
                                        <p:tgtEl>
                                          <p:spTgt spid="492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3000"/>
                                        <p:tgtEl>
                                          <p:spTgt spid="49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2000"/>
                                        <p:tgtEl>
                                          <p:spTgt spid="492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3000"/>
                                        <p:tgtEl>
                                          <p:spTgt spid="492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3000"/>
                                        <p:tgtEl>
                                          <p:spTgt spid="492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3000"/>
                                        <p:tgtEl>
                                          <p:spTgt spid="492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3000"/>
                                        <p:tgtEl>
                                          <p:spTgt spid="492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156" grpId="0"/>
      <p:bldP spid="49157" grpId="0"/>
      <p:bldP spid="49158" grpId="0" animBg="1"/>
      <p:bldP spid="49159" grpId="0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7" name="Text Box 5"/>
          <p:cNvSpPr txBox="1">
            <a:spLocks noChangeArrowheads="1"/>
          </p:cNvSpPr>
          <p:nvPr/>
        </p:nvSpPr>
        <p:spPr bwMode="auto">
          <a:xfrm>
            <a:off x="468313" y="388938"/>
            <a:ext cx="2160587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/>
              <a:t>三要素为：</a:t>
            </a:r>
          </a:p>
        </p:txBody>
      </p:sp>
      <p:graphicFrame>
        <p:nvGraphicFramePr>
          <p:cNvPr id="105478" name="Object 6"/>
          <p:cNvGraphicFramePr>
            <a:graphicFrameLocks noChangeAspect="1"/>
          </p:cNvGraphicFramePr>
          <p:nvPr/>
        </p:nvGraphicFramePr>
        <p:xfrm>
          <a:off x="439738" y="2276475"/>
          <a:ext cx="4564062" cy="488950"/>
        </p:xfrm>
        <a:graphic>
          <a:graphicData uri="http://schemas.openxmlformats.org/presentationml/2006/ole">
            <p:oleObj spid="_x0000_s88066" r:id="rId3" imgW="1807560" imgH="196200" progId="Equation.3">
              <p:embed/>
            </p:oleObj>
          </a:graphicData>
        </a:graphic>
      </p:graphicFrame>
      <p:graphicFrame>
        <p:nvGraphicFramePr>
          <p:cNvPr id="105479" name="Object 7"/>
          <p:cNvGraphicFramePr>
            <a:graphicFrameLocks noChangeAspect="1"/>
          </p:cNvGraphicFramePr>
          <p:nvPr/>
        </p:nvGraphicFramePr>
        <p:xfrm>
          <a:off x="468313" y="908050"/>
          <a:ext cx="4295775" cy="622300"/>
        </p:xfrm>
        <a:graphic>
          <a:graphicData uri="http://schemas.openxmlformats.org/presentationml/2006/ole">
            <p:oleObj spid="_x0000_s88067" r:id="rId4" imgW="1749600" imgH="230760" progId="Equation.3">
              <p:embed/>
            </p:oleObj>
          </a:graphicData>
        </a:graphic>
      </p:graphicFrame>
      <p:graphicFrame>
        <p:nvGraphicFramePr>
          <p:cNvPr id="105517" name="Object 45"/>
          <p:cNvGraphicFramePr>
            <a:graphicFrameLocks noChangeAspect="1"/>
          </p:cNvGraphicFramePr>
          <p:nvPr/>
        </p:nvGraphicFramePr>
        <p:xfrm>
          <a:off x="468313" y="1557338"/>
          <a:ext cx="4032250" cy="565150"/>
        </p:xfrm>
        <a:graphic>
          <a:graphicData uri="http://schemas.openxmlformats.org/presentationml/2006/ole">
            <p:oleObj spid="_x0000_s88068" r:id="rId5" imgW="1668600" imgH="207720" progId="Equation.3">
              <p:embed/>
            </p:oleObj>
          </a:graphicData>
        </a:graphic>
      </p:graphicFrame>
      <p:graphicFrame>
        <p:nvGraphicFramePr>
          <p:cNvPr id="105521" name="Object 49"/>
          <p:cNvGraphicFramePr>
            <a:graphicFrameLocks noChangeAspect="1"/>
          </p:cNvGraphicFramePr>
          <p:nvPr/>
        </p:nvGraphicFramePr>
        <p:xfrm>
          <a:off x="612775" y="4581525"/>
          <a:ext cx="5903913" cy="604838"/>
        </p:xfrm>
        <a:graphic>
          <a:graphicData uri="http://schemas.openxmlformats.org/presentationml/2006/ole">
            <p:oleObj spid="_x0000_s88069" r:id="rId6" imgW="2387160" imgH="219240" progId="Equation.3">
              <p:embed/>
            </p:oleObj>
          </a:graphicData>
        </a:graphic>
      </p:graphicFrame>
      <p:graphicFrame>
        <p:nvGraphicFramePr>
          <p:cNvPr id="105523" name="Object 51"/>
          <p:cNvGraphicFramePr>
            <a:graphicFrameLocks noChangeAspect="1"/>
          </p:cNvGraphicFramePr>
          <p:nvPr/>
        </p:nvGraphicFramePr>
        <p:xfrm>
          <a:off x="571500" y="5229225"/>
          <a:ext cx="5656263" cy="581025"/>
        </p:xfrm>
        <a:graphic>
          <a:graphicData uri="http://schemas.openxmlformats.org/presentationml/2006/ole">
            <p:oleObj spid="_x0000_s88070" r:id="rId7" imgW="2085840" imgH="219240" progId="Equation.3">
              <p:embed/>
            </p:oleObj>
          </a:graphicData>
        </a:graphic>
      </p:graphicFrame>
      <p:graphicFrame>
        <p:nvGraphicFramePr>
          <p:cNvPr id="105524" name="Object 52"/>
          <p:cNvGraphicFramePr>
            <a:graphicFrameLocks noChangeAspect="1"/>
          </p:cNvGraphicFramePr>
          <p:nvPr/>
        </p:nvGraphicFramePr>
        <p:xfrm>
          <a:off x="555625" y="5949950"/>
          <a:ext cx="5672138" cy="579438"/>
        </p:xfrm>
        <a:graphic>
          <a:graphicData uri="http://schemas.openxmlformats.org/presentationml/2006/ole">
            <p:oleObj spid="_x0000_s88071" r:id="rId8" imgW="2108880" imgH="219240" progId="Equation.3">
              <p:embed/>
            </p:oleObj>
          </a:graphicData>
        </a:graphic>
      </p:graphicFrame>
      <p:graphicFrame>
        <p:nvGraphicFramePr>
          <p:cNvPr id="105533" name="Object 61"/>
          <p:cNvGraphicFramePr>
            <a:graphicFrameLocks noChangeAspect="1"/>
          </p:cNvGraphicFramePr>
          <p:nvPr/>
        </p:nvGraphicFramePr>
        <p:xfrm>
          <a:off x="479425" y="2767013"/>
          <a:ext cx="4237038" cy="973137"/>
        </p:xfrm>
        <a:graphic>
          <a:graphicData uri="http://schemas.openxmlformats.org/presentationml/2006/ole">
            <p:oleObj spid="_x0000_s88072" r:id="rId9" imgW="1680120" imgH="403560" progId="Equation.3">
              <p:embed/>
            </p:oleObj>
          </a:graphicData>
        </a:graphic>
      </p:graphicFrame>
      <p:graphicFrame>
        <p:nvGraphicFramePr>
          <p:cNvPr id="105534" name="Object 62"/>
          <p:cNvGraphicFramePr>
            <a:graphicFrameLocks noChangeAspect="1"/>
          </p:cNvGraphicFramePr>
          <p:nvPr/>
        </p:nvGraphicFramePr>
        <p:xfrm>
          <a:off x="504825" y="3632200"/>
          <a:ext cx="4211638" cy="955675"/>
        </p:xfrm>
        <a:graphic>
          <a:graphicData uri="http://schemas.openxmlformats.org/presentationml/2006/ole">
            <p:oleObj spid="_x0000_s88073" r:id="rId10" imgW="1703520" imgH="403560" progId="Equation.3">
              <p:embed/>
            </p:oleObj>
          </a:graphicData>
        </a:graphic>
      </p:graphicFrame>
      <p:graphicFrame>
        <p:nvGraphicFramePr>
          <p:cNvPr id="105535" name="Object 63"/>
          <p:cNvGraphicFramePr>
            <a:graphicFrameLocks noChangeAspect="1"/>
          </p:cNvGraphicFramePr>
          <p:nvPr/>
        </p:nvGraphicFramePr>
        <p:xfrm>
          <a:off x="5292725" y="2997200"/>
          <a:ext cx="3095625" cy="536575"/>
        </p:xfrm>
        <a:graphic>
          <a:graphicData uri="http://schemas.openxmlformats.org/presentationml/2006/ole">
            <p:oleObj spid="_x0000_s88074" r:id="rId11" imgW="1170360" imgH="207720" progId="Equation.3">
              <p:embed/>
            </p:oleObj>
          </a:graphicData>
        </a:graphic>
      </p:graphicFrame>
      <p:graphicFrame>
        <p:nvGraphicFramePr>
          <p:cNvPr id="105536" name="Object 64"/>
          <p:cNvGraphicFramePr>
            <a:graphicFrameLocks noChangeAspect="1"/>
          </p:cNvGraphicFramePr>
          <p:nvPr/>
        </p:nvGraphicFramePr>
        <p:xfrm>
          <a:off x="5292725" y="3716338"/>
          <a:ext cx="3095625" cy="520700"/>
        </p:xfrm>
        <a:graphic>
          <a:graphicData uri="http://schemas.openxmlformats.org/presentationml/2006/ole">
            <p:oleObj spid="_x0000_s88075" r:id="rId12" imgW="1205280" imgH="207720" progId="Equation.3">
              <p:embed/>
            </p:oleObj>
          </a:graphicData>
        </a:graphic>
      </p:graphicFrame>
      <p:grpSp>
        <p:nvGrpSpPr>
          <p:cNvPr id="88076" name="Group 66"/>
          <p:cNvGrpSpPr>
            <a:grpSpLocks/>
          </p:cNvGrpSpPr>
          <p:nvPr/>
        </p:nvGrpSpPr>
        <p:grpSpPr bwMode="auto"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88077" name="Picture 67" descr="78900"/>
            <p:cNvPicPr>
              <a:picLocks noChangeAspect="1" noChangeArrowheads="1"/>
            </p:cNvPicPr>
            <p:nvPr/>
          </p:nvPicPr>
          <p:blipFill>
            <a:blip r:embed="rId13"/>
            <a:srcRect/>
            <a:stretch>
              <a:fillRect/>
            </a:stretch>
          </p:blipFill>
          <p:spPr bwMode="auto"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88078" name="Text Box 68">
              <a:hlinkClick r:id="" action="ppaction://hlinkshowjump?jump=nextslide"/>
            </p:cNvPr>
            <p:cNvSpPr txBox="1">
              <a:spLocks noChangeArrowheads="1"/>
            </p:cNvSpPr>
            <p:nvPr/>
          </p:nvSpPr>
          <p:spPr bwMode="auto"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0">
                  <a:solidFill>
                    <a:schemeClr val="bg1"/>
                  </a:solidFill>
                  <a:latin typeface="隶书" pitchFamily="49" charset="-122"/>
                  <a:ea typeface="隶书" pitchFamily="49" charset="-122"/>
                </a:rPr>
                <a:t>下 页</a:t>
              </a:r>
            </a:p>
          </p:txBody>
        </p:sp>
      </p:grpSp>
      <p:grpSp>
        <p:nvGrpSpPr>
          <p:cNvPr id="88079" name="Group 69"/>
          <p:cNvGrpSpPr>
            <a:grpSpLocks/>
          </p:cNvGrpSpPr>
          <p:nvPr/>
        </p:nvGrpSpPr>
        <p:grpSpPr bwMode="auto">
          <a:xfrm>
            <a:off x="7453313" y="6446838"/>
            <a:ext cx="792162" cy="366712"/>
            <a:chOff x="4649" y="4020"/>
            <a:chExt cx="499" cy="231"/>
          </a:xfrm>
        </p:grpSpPr>
        <p:pic>
          <p:nvPicPr>
            <p:cNvPr id="88080" name="Picture 70" descr="78900"/>
            <p:cNvPicPr>
              <a:picLocks noChangeAspect="1" noChangeArrowheads="1"/>
            </p:cNvPicPr>
            <p:nvPr/>
          </p:nvPicPr>
          <p:blipFill>
            <a:blip r:embed="rId13"/>
            <a:srcRect/>
            <a:stretch>
              <a:fillRect/>
            </a:stretch>
          </p:blipFill>
          <p:spPr bwMode="auto"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88081" name="Text Box 71">
              <a:hlinkClick r:id="" action="ppaction://hlinkshowjump?jump=previousslide"/>
            </p:cNvPr>
            <p:cNvSpPr txBox="1">
              <a:spLocks noChangeArrowheads="1"/>
            </p:cNvSpPr>
            <p:nvPr/>
          </p:nvSpPr>
          <p:spPr bwMode="auto"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0">
                  <a:solidFill>
                    <a:schemeClr val="bg1"/>
                  </a:solidFill>
                  <a:latin typeface="隶书" pitchFamily="49" charset="-122"/>
                  <a:ea typeface="隶书" pitchFamily="49" charset="-122"/>
                </a:rPr>
                <a:t>上 页</a:t>
              </a:r>
            </a:p>
          </p:txBody>
        </p:sp>
      </p:grpSp>
      <p:sp>
        <p:nvSpPr>
          <p:cNvPr id="88082" name="Text Box 101"/>
          <p:cNvSpPr txBox="1">
            <a:spLocks noChangeArrowheads="1"/>
          </p:cNvSpPr>
          <p:nvPr/>
        </p:nvSpPr>
        <p:spPr bwMode="auto">
          <a:xfrm>
            <a:off x="5724525" y="2492375"/>
            <a:ext cx="2376488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0">
                <a:latin typeface="Times New Roman" pitchFamily="18" charset="0"/>
              </a:rPr>
              <a:t>0</a:t>
            </a:r>
            <a:r>
              <a:rPr lang="zh-CN" altLang="en-US" b="0" baseline="-25000">
                <a:latin typeface="Times New Roman" pitchFamily="18" charset="0"/>
              </a:rPr>
              <a:t>＋</a:t>
            </a:r>
            <a:r>
              <a:rPr lang="zh-CN" altLang="en-US">
                <a:latin typeface="楷体_GB2312" pitchFamily="49" charset="-122"/>
              </a:rPr>
              <a:t>等效电路</a:t>
            </a:r>
          </a:p>
        </p:txBody>
      </p:sp>
      <p:grpSp>
        <p:nvGrpSpPr>
          <p:cNvPr id="88083" name="Group 102"/>
          <p:cNvGrpSpPr>
            <a:grpSpLocks/>
          </p:cNvGrpSpPr>
          <p:nvPr/>
        </p:nvGrpSpPr>
        <p:grpSpPr bwMode="auto">
          <a:xfrm>
            <a:off x="6588125" y="6446838"/>
            <a:ext cx="792163" cy="366712"/>
            <a:chOff x="4649" y="4020"/>
            <a:chExt cx="499" cy="231"/>
          </a:xfrm>
        </p:grpSpPr>
        <p:pic>
          <p:nvPicPr>
            <p:cNvPr id="88084" name="Picture 103" descr="78900"/>
            <p:cNvPicPr>
              <a:picLocks noChangeAspect="1" noChangeArrowheads="1"/>
            </p:cNvPicPr>
            <p:nvPr/>
          </p:nvPicPr>
          <p:blipFill>
            <a:blip r:embed="rId13"/>
            <a:srcRect/>
            <a:stretch>
              <a:fillRect/>
            </a:stretch>
          </p:blipFill>
          <p:spPr bwMode="auto"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88085" name="Text Box 104">
              <a:hlinkClick r:id="rId14" action="ppaction://hlinksldjump"/>
            </p:cNvPr>
            <p:cNvSpPr txBox="1">
              <a:spLocks noChangeArrowheads="1"/>
            </p:cNvSpPr>
            <p:nvPr/>
          </p:nvSpPr>
          <p:spPr bwMode="auto"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0">
                  <a:solidFill>
                    <a:schemeClr val="bg1"/>
                  </a:solidFill>
                  <a:latin typeface="隶书" pitchFamily="49" charset="-122"/>
                  <a:ea typeface="隶书" pitchFamily="49" charset="-122"/>
                </a:rPr>
                <a:t>返 回</a:t>
              </a:r>
            </a:p>
          </p:txBody>
        </p:sp>
      </p:grpSp>
      <p:grpSp>
        <p:nvGrpSpPr>
          <p:cNvPr id="88086" name="Group 106"/>
          <p:cNvGrpSpPr>
            <a:grpSpLocks/>
          </p:cNvGrpSpPr>
          <p:nvPr/>
        </p:nvGrpSpPr>
        <p:grpSpPr bwMode="auto">
          <a:xfrm>
            <a:off x="5003800" y="404813"/>
            <a:ext cx="3816350" cy="2046287"/>
            <a:chOff x="3152" y="255"/>
            <a:chExt cx="2404" cy="1289"/>
          </a:xfrm>
        </p:grpSpPr>
        <p:sp>
          <p:nvSpPr>
            <p:cNvPr id="88087" name="Line 76"/>
            <p:cNvSpPr>
              <a:spLocks noChangeShapeType="1"/>
            </p:cNvSpPr>
            <p:nvPr/>
          </p:nvSpPr>
          <p:spPr bwMode="auto">
            <a:xfrm flipH="1" flipV="1">
              <a:off x="4059" y="618"/>
              <a:ext cx="0" cy="926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 type="oval" w="med" len="med"/>
              <a:tailEnd type="oval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8088" name="Line 78"/>
            <p:cNvSpPr>
              <a:spLocks noChangeShapeType="1"/>
            </p:cNvSpPr>
            <p:nvPr/>
          </p:nvSpPr>
          <p:spPr bwMode="auto">
            <a:xfrm>
              <a:off x="3334" y="618"/>
              <a:ext cx="2041" cy="0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8089" name="Oval 80"/>
            <p:cNvSpPr>
              <a:spLocks noChangeArrowheads="1"/>
            </p:cNvSpPr>
            <p:nvPr/>
          </p:nvSpPr>
          <p:spPr bwMode="auto">
            <a:xfrm>
              <a:off x="5193" y="864"/>
              <a:ext cx="363" cy="363"/>
            </a:xfrm>
            <a:prstGeom prst="ellipse">
              <a:avLst/>
            </a:prstGeom>
            <a:gradFill rotWithShape="1">
              <a:gsLst>
                <a:gs pos="0">
                  <a:srgbClr val="0099FF"/>
                </a:gs>
                <a:gs pos="100000">
                  <a:srgbClr val="004776"/>
                </a:gs>
              </a:gsLst>
              <a:path path="shape">
                <a:fillToRect l="50000" t="50000" r="50000" b="50000"/>
              </a:path>
            </a:gradFill>
            <a:ln w="38100">
              <a:solidFill>
                <a:srgbClr val="FF99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8090" name="Oval 81"/>
            <p:cNvSpPr>
              <a:spLocks noChangeArrowheads="1"/>
            </p:cNvSpPr>
            <p:nvPr/>
          </p:nvSpPr>
          <p:spPr bwMode="auto">
            <a:xfrm>
              <a:off x="3152" y="864"/>
              <a:ext cx="363" cy="363"/>
            </a:xfrm>
            <a:prstGeom prst="ellipse">
              <a:avLst/>
            </a:prstGeom>
            <a:gradFill rotWithShape="1">
              <a:gsLst>
                <a:gs pos="0">
                  <a:srgbClr val="0099FF"/>
                </a:gs>
                <a:gs pos="100000">
                  <a:srgbClr val="004776"/>
                </a:gs>
              </a:gsLst>
              <a:path path="shape">
                <a:fillToRect l="50000" t="50000" r="50000" b="50000"/>
              </a:path>
            </a:gradFill>
            <a:ln w="38100">
              <a:solidFill>
                <a:srgbClr val="FF99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8091" name="Line 82"/>
            <p:cNvSpPr>
              <a:spLocks noChangeShapeType="1"/>
            </p:cNvSpPr>
            <p:nvPr/>
          </p:nvSpPr>
          <p:spPr bwMode="auto">
            <a:xfrm>
              <a:off x="4059" y="1117"/>
              <a:ext cx="0" cy="317"/>
            </a:xfrm>
            <a:prstGeom prst="line">
              <a:avLst/>
            </a:prstGeom>
            <a:noFill/>
            <a:ln w="28575">
              <a:solidFill>
                <a:srgbClr val="00FFFF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8092" name="Text Box 83"/>
            <p:cNvSpPr txBox="1">
              <a:spLocks noChangeArrowheads="1"/>
            </p:cNvSpPr>
            <p:nvPr/>
          </p:nvSpPr>
          <p:spPr bwMode="auto">
            <a:xfrm>
              <a:off x="3424" y="663"/>
              <a:ext cx="257" cy="327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+</a:t>
              </a:r>
            </a:p>
          </p:txBody>
        </p:sp>
        <p:sp>
          <p:nvSpPr>
            <p:cNvPr id="88093" name="Text Box 84"/>
            <p:cNvSpPr txBox="1">
              <a:spLocks noChangeArrowheads="1"/>
            </p:cNvSpPr>
            <p:nvPr/>
          </p:nvSpPr>
          <p:spPr bwMode="auto">
            <a:xfrm>
              <a:off x="3379" y="1208"/>
              <a:ext cx="243" cy="327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–</a:t>
              </a:r>
            </a:p>
          </p:txBody>
        </p:sp>
        <p:sp>
          <p:nvSpPr>
            <p:cNvPr id="88094" name="Text Box 85"/>
            <p:cNvSpPr txBox="1">
              <a:spLocks noChangeArrowheads="1"/>
            </p:cNvSpPr>
            <p:nvPr/>
          </p:nvSpPr>
          <p:spPr bwMode="auto">
            <a:xfrm>
              <a:off x="4694" y="890"/>
              <a:ext cx="590" cy="327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20V</a:t>
              </a:r>
              <a:endParaRPr lang="en-US" altLang="zh-CN" b="0" baseline="-2500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88095" name="Text Box 86"/>
            <p:cNvSpPr txBox="1">
              <a:spLocks noChangeArrowheads="1"/>
            </p:cNvSpPr>
            <p:nvPr/>
          </p:nvSpPr>
          <p:spPr bwMode="auto">
            <a:xfrm>
              <a:off x="4078" y="1107"/>
              <a:ext cx="390" cy="327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2A</a:t>
              </a:r>
            </a:p>
          </p:txBody>
        </p:sp>
        <p:sp>
          <p:nvSpPr>
            <p:cNvPr id="88096" name="Line 87"/>
            <p:cNvSpPr>
              <a:spLocks noChangeShapeType="1"/>
            </p:cNvSpPr>
            <p:nvPr/>
          </p:nvSpPr>
          <p:spPr bwMode="auto">
            <a:xfrm>
              <a:off x="3334" y="1544"/>
              <a:ext cx="2057" cy="0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8097" name="Line 88"/>
            <p:cNvSpPr>
              <a:spLocks noChangeShapeType="1"/>
            </p:cNvSpPr>
            <p:nvPr/>
          </p:nvSpPr>
          <p:spPr bwMode="auto">
            <a:xfrm>
              <a:off x="3334" y="637"/>
              <a:ext cx="0" cy="907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8098" name="Text Box 89"/>
            <p:cNvSpPr txBox="1">
              <a:spLocks noChangeArrowheads="1"/>
            </p:cNvSpPr>
            <p:nvPr/>
          </p:nvSpPr>
          <p:spPr bwMode="auto">
            <a:xfrm>
              <a:off x="3541" y="255"/>
              <a:ext cx="400" cy="327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5</a:t>
              </a:r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  <a:sym typeface="Symbol" pitchFamily="18" charset="2"/>
                </a:rPr>
                <a:t></a:t>
              </a:r>
              <a:endParaRPr lang="en-US" altLang="zh-CN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88099" name="Text Box 90"/>
            <p:cNvSpPr txBox="1">
              <a:spLocks noChangeArrowheads="1"/>
            </p:cNvSpPr>
            <p:nvPr/>
          </p:nvSpPr>
          <p:spPr bwMode="auto">
            <a:xfrm>
              <a:off x="4430" y="255"/>
              <a:ext cx="400" cy="327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5</a:t>
              </a:r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  <a:sym typeface="Symbol" pitchFamily="18" charset="2"/>
                </a:rPr>
                <a:t></a:t>
              </a:r>
              <a:endParaRPr lang="en-US" altLang="zh-CN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88100" name="Text Box 91"/>
            <p:cNvSpPr txBox="1">
              <a:spLocks noChangeArrowheads="1"/>
            </p:cNvSpPr>
            <p:nvPr/>
          </p:nvSpPr>
          <p:spPr bwMode="auto">
            <a:xfrm>
              <a:off x="5012" y="572"/>
              <a:ext cx="257" cy="327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+</a:t>
              </a:r>
            </a:p>
          </p:txBody>
        </p:sp>
        <p:sp>
          <p:nvSpPr>
            <p:cNvPr id="88101" name="Text Box 92"/>
            <p:cNvSpPr txBox="1">
              <a:spLocks noChangeArrowheads="1"/>
            </p:cNvSpPr>
            <p:nvPr/>
          </p:nvSpPr>
          <p:spPr bwMode="auto">
            <a:xfrm>
              <a:off x="4966" y="1207"/>
              <a:ext cx="363" cy="327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–</a:t>
              </a:r>
            </a:p>
          </p:txBody>
        </p:sp>
        <p:sp>
          <p:nvSpPr>
            <p:cNvPr id="88102" name="Line 93"/>
            <p:cNvSpPr>
              <a:spLocks noChangeShapeType="1"/>
            </p:cNvSpPr>
            <p:nvPr/>
          </p:nvSpPr>
          <p:spPr bwMode="auto">
            <a:xfrm>
              <a:off x="5375" y="637"/>
              <a:ext cx="0" cy="907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8103" name="Text Box 94"/>
            <p:cNvSpPr txBox="1">
              <a:spLocks noChangeArrowheads="1"/>
            </p:cNvSpPr>
            <p:nvPr/>
          </p:nvSpPr>
          <p:spPr bwMode="auto">
            <a:xfrm>
              <a:off x="3379" y="1026"/>
              <a:ext cx="590" cy="327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10V</a:t>
              </a:r>
              <a:endParaRPr lang="en-US" altLang="zh-CN" b="0" baseline="-2500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88104" name="Line 95"/>
            <p:cNvSpPr>
              <a:spLocks noChangeShapeType="1"/>
            </p:cNvSpPr>
            <p:nvPr/>
          </p:nvSpPr>
          <p:spPr bwMode="auto">
            <a:xfrm flipV="1">
              <a:off x="3243" y="592"/>
              <a:ext cx="0" cy="272"/>
            </a:xfrm>
            <a:prstGeom prst="line">
              <a:avLst/>
            </a:prstGeom>
            <a:noFill/>
            <a:ln w="28575">
              <a:solidFill>
                <a:srgbClr val="00FFFF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8105" name="Line 96"/>
            <p:cNvSpPr>
              <a:spLocks noChangeShapeType="1"/>
            </p:cNvSpPr>
            <p:nvPr/>
          </p:nvSpPr>
          <p:spPr bwMode="auto">
            <a:xfrm flipV="1">
              <a:off x="5420" y="637"/>
              <a:ext cx="0" cy="181"/>
            </a:xfrm>
            <a:prstGeom prst="line">
              <a:avLst/>
            </a:prstGeom>
            <a:noFill/>
            <a:ln w="28575">
              <a:solidFill>
                <a:srgbClr val="00FFFF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8106" name="Text Box 97"/>
            <p:cNvSpPr txBox="1">
              <a:spLocks noChangeArrowheads="1"/>
            </p:cNvSpPr>
            <p:nvPr/>
          </p:nvSpPr>
          <p:spPr bwMode="auto">
            <a:xfrm>
              <a:off x="5183" y="300"/>
              <a:ext cx="254" cy="327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i</a:t>
              </a:r>
              <a:r>
                <a:rPr lang="en-US" altLang="zh-CN" b="0" baseline="-2500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2</a:t>
              </a:r>
              <a:endParaRPr lang="en-US" altLang="zh-CN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88107" name="Text Box 98"/>
            <p:cNvSpPr txBox="1">
              <a:spLocks noChangeArrowheads="1"/>
            </p:cNvSpPr>
            <p:nvPr/>
          </p:nvSpPr>
          <p:spPr bwMode="auto">
            <a:xfrm>
              <a:off x="3198" y="255"/>
              <a:ext cx="318" cy="327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i</a:t>
              </a:r>
              <a:r>
                <a:rPr lang="en-US" altLang="zh-CN" b="0" baseline="-2500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1</a:t>
              </a:r>
              <a:endParaRPr lang="en-US" altLang="zh-CN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88108" name="Rectangle 99"/>
            <p:cNvSpPr>
              <a:spLocks noChangeArrowheads="1"/>
            </p:cNvSpPr>
            <p:nvPr/>
          </p:nvSpPr>
          <p:spPr bwMode="auto">
            <a:xfrm>
              <a:off x="4513" y="546"/>
              <a:ext cx="317" cy="136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</a:gradFill>
            <a:ln w="2857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8109" name="Rectangle 100"/>
            <p:cNvSpPr>
              <a:spLocks noChangeArrowheads="1"/>
            </p:cNvSpPr>
            <p:nvPr/>
          </p:nvSpPr>
          <p:spPr bwMode="auto">
            <a:xfrm>
              <a:off x="3561" y="546"/>
              <a:ext cx="317" cy="136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</a:gradFill>
            <a:ln w="2857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88110" name="Group 105"/>
            <p:cNvGrpSpPr>
              <a:grpSpLocks/>
            </p:cNvGrpSpPr>
            <p:nvPr/>
          </p:nvGrpSpPr>
          <p:grpSpPr bwMode="auto">
            <a:xfrm>
              <a:off x="3878" y="754"/>
              <a:ext cx="363" cy="363"/>
              <a:chOff x="3878" y="844"/>
              <a:chExt cx="363" cy="363"/>
            </a:xfrm>
          </p:grpSpPr>
          <p:sp>
            <p:nvSpPr>
              <p:cNvPr id="88111" name="Oval 77"/>
              <p:cNvSpPr>
                <a:spLocks noChangeArrowheads="1"/>
              </p:cNvSpPr>
              <p:nvPr/>
            </p:nvSpPr>
            <p:spPr bwMode="auto">
              <a:xfrm>
                <a:off x="3878" y="844"/>
                <a:ext cx="363" cy="363"/>
              </a:xfrm>
              <a:prstGeom prst="ellipse">
                <a:avLst/>
              </a:prstGeom>
              <a:gradFill rotWithShape="1">
                <a:gsLst>
                  <a:gs pos="0">
                    <a:srgbClr val="0099FF"/>
                  </a:gs>
                  <a:gs pos="100000">
                    <a:srgbClr val="004776"/>
                  </a:gs>
                </a:gsLst>
                <a:path path="shape">
                  <a:fillToRect l="50000" t="50000" r="50000" b="50000"/>
                </a:path>
              </a:gradFill>
              <a:ln w="38100">
                <a:solidFill>
                  <a:srgbClr val="FF99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88112" name="Line 79"/>
              <p:cNvSpPr>
                <a:spLocks noChangeShapeType="1"/>
              </p:cNvSpPr>
              <p:nvPr/>
            </p:nvSpPr>
            <p:spPr bwMode="auto">
              <a:xfrm>
                <a:off x="3878" y="1026"/>
                <a:ext cx="363" cy="0"/>
              </a:xfrm>
              <a:prstGeom prst="line">
                <a:avLst/>
              </a:prstGeom>
              <a:noFill/>
              <a:ln w="38100">
                <a:solidFill>
                  <a:srgbClr val="FF99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0547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547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1054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1000"/>
                                        <p:tgtEl>
                                          <p:spTgt spid="1054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1000"/>
                                        <p:tgtEl>
                                          <p:spTgt spid="1055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1000"/>
                                        <p:tgtEl>
                                          <p:spTgt spid="1054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3000"/>
                                        <p:tgtEl>
                                          <p:spTgt spid="1055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3000"/>
                                        <p:tgtEl>
                                          <p:spTgt spid="1055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3000"/>
                                        <p:tgtEl>
                                          <p:spTgt spid="1055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3000"/>
                                        <p:tgtEl>
                                          <p:spTgt spid="1055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5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3000"/>
                                        <p:tgtEl>
                                          <p:spTgt spid="1055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3000"/>
                                        <p:tgtEl>
                                          <p:spTgt spid="1055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5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3000"/>
                                        <p:tgtEl>
                                          <p:spTgt spid="1055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5477" grpId="0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4" name="Text Box 2"/>
          <p:cNvSpPr txBox="1">
            <a:spLocks noChangeArrowheads="1"/>
          </p:cNvSpPr>
          <p:nvPr/>
        </p:nvSpPr>
        <p:spPr bwMode="auto">
          <a:xfrm>
            <a:off x="468313" y="476250"/>
            <a:ext cx="901700" cy="579438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r>
              <a:rPr lang="zh-CN" altLang="en-US" sz="320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例</a:t>
            </a:r>
            <a:r>
              <a:rPr lang="en-US" altLang="zh-CN" sz="3200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3</a:t>
            </a:r>
          </a:p>
        </p:txBody>
      </p:sp>
      <p:sp>
        <p:nvSpPr>
          <p:cNvPr id="125955" name="Text Box 3"/>
          <p:cNvSpPr txBox="1">
            <a:spLocks noChangeArrowheads="1"/>
          </p:cNvSpPr>
          <p:nvPr/>
        </p:nvSpPr>
        <p:spPr bwMode="auto">
          <a:xfrm>
            <a:off x="1476375" y="404813"/>
            <a:ext cx="7343775" cy="579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r>
              <a:rPr lang="zh-CN" altLang="en-US">
                <a:latin typeface="楷体_GB2312" pitchFamily="49" charset="-122"/>
              </a:rPr>
              <a:t>已知：</a:t>
            </a:r>
            <a:r>
              <a:rPr lang="en-US" altLang="zh-CN" sz="3200" b="0" i="1">
                <a:solidFill>
                  <a:schemeClr val="bg1"/>
                </a:solidFill>
                <a:latin typeface="Times New Roman" pitchFamily="18" charset="0"/>
                <a:ea typeface="仿宋_GB2312" pitchFamily="49" charset="-122"/>
              </a:rPr>
              <a:t>t</a:t>
            </a:r>
            <a:r>
              <a:rPr lang="en-US" altLang="zh-CN" sz="3200" b="0">
                <a:solidFill>
                  <a:schemeClr val="bg1"/>
                </a:solidFill>
                <a:latin typeface="Times New Roman" pitchFamily="18" charset="0"/>
                <a:ea typeface="仿宋_GB2312" pitchFamily="49" charset="-122"/>
              </a:rPr>
              <a:t>=0</a:t>
            </a:r>
            <a:r>
              <a:rPr lang="zh-CN" altLang="en-US">
                <a:latin typeface="楷体_GB2312" pitchFamily="49" charset="-122"/>
              </a:rPr>
              <a:t>时开关由</a:t>
            </a:r>
            <a:r>
              <a:rPr lang="en-US" altLang="zh-CN" b="0">
                <a:solidFill>
                  <a:schemeClr val="bg1"/>
                </a:solidFill>
                <a:latin typeface="Times New Roman" pitchFamily="18" charset="0"/>
                <a:ea typeface="仿宋_GB2312" pitchFamily="49" charset="-122"/>
              </a:rPr>
              <a:t>1→2</a:t>
            </a:r>
            <a:r>
              <a:rPr lang="zh-CN" altLang="en-US">
                <a:latin typeface="仿宋_GB2312" pitchFamily="49" charset="-122"/>
                <a:ea typeface="仿宋_GB2312" pitchFamily="49" charset="-122"/>
              </a:rPr>
              <a:t>，</a:t>
            </a:r>
            <a:r>
              <a:rPr lang="zh-CN" altLang="en-US">
                <a:latin typeface="楷体_GB2312" pitchFamily="49" charset="-122"/>
              </a:rPr>
              <a:t>求换路后的</a:t>
            </a:r>
            <a:r>
              <a:rPr lang="en-US" altLang="zh-CN" b="0" i="1">
                <a:solidFill>
                  <a:schemeClr val="bg1"/>
                </a:solidFill>
                <a:latin typeface="Times New Roman" pitchFamily="18" charset="0"/>
                <a:ea typeface="仿宋_GB2312" pitchFamily="49" charset="-122"/>
              </a:rPr>
              <a:t>u</a:t>
            </a:r>
            <a:r>
              <a:rPr lang="en-US" altLang="zh-CN" b="0" i="1" baseline="-25000">
                <a:solidFill>
                  <a:schemeClr val="bg1"/>
                </a:solidFill>
                <a:latin typeface="Times New Roman" pitchFamily="18" charset="0"/>
                <a:ea typeface="仿宋_GB2312" pitchFamily="49" charset="-122"/>
              </a:rPr>
              <a:t>C</a:t>
            </a:r>
            <a:r>
              <a:rPr lang="en-US" altLang="zh-CN" b="0">
                <a:solidFill>
                  <a:schemeClr val="bg1"/>
                </a:solidFill>
                <a:latin typeface="Times New Roman" pitchFamily="18" charset="0"/>
                <a:ea typeface="仿宋_GB2312" pitchFamily="49" charset="-122"/>
              </a:rPr>
              <a:t>(</a:t>
            </a:r>
            <a:r>
              <a:rPr lang="en-US" altLang="zh-CN" b="0" i="1">
                <a:solidFill>
                  <a:schemeClr val="bg1"/>
                </a:solidFill>
                <a:latin typeface="Times New Roman" pitchFamily="18" charset="0"/>
                <a:ea typeface="仿宋_GB2312" pitchFamily="49" charset="-122"/>
              </a:rPr>
              <a:t>t</a:t>
            </a:r>
            <a:r>
              <a:rPr lang="en-US" altLang="zh-CN" b="0">
                <a:solidFill>
                  <a:schemeClr val="bg1"/>
                </a:solidFill>
                <a:latin typeface="Times New Roman" pitchFamily="18" charset="0"/>
                <a:ea typeface="仿宋_GB2312" pitchFamily="49" charset="-122"/>
              </a:rPr>
              <a:t>)</a:t>
            </a:r>
            <a:endParaRPr lang="en-US" altLang="zh-CN">
              <a:latin typeface="仿宋_GB2312" pitchFamily="49" charset="-122"/>
              <a:ea typeface="仿宋_GB2312" pitchFamily="49" charset="-122"/>
            </a:endParaRPr>
          </a:p>
        </p:txBody>
      </p:sp>
      <p:sp>
        <p:nvSpPr>
          <p:cNvPr id="125998" name="Text Box 46"/>
          <p:cNvSpPr txBox="1">
            <a:spLocks noChangeArrowheads="1"/>
          </p:cNvSpPr>
          <p:nvPr/>
        </p:nvSpPr>
        <p:spPr bwMode="auto">
          <a:xfrm>
            <a:off x="539750" y="3573463"/>
            <a:ext cx="576263" cy="519112"/>
          </a:xfrm>
          <a:prstGeom prst="rect">
            <a:avLst/>
          </a:prstGeom>
          <a:solidFill>
            <a:srgbClr val="990033"/>
          </a:solidFill>
          <a:ln w="9525">
            <a:noFill/>
            <a:miter lim="800000"/>
            <a:headEnd/>
            <a:tailEnd/>
          </a:ln>
        </p:spPr>
        <p:txBody>
          <a:bodyPr lIns="90000" tIns="46800" rIns="90000" bIns="46800" anchor="ctr">
            <a:spAutoFit/>
          </a:bodyPr>
          <a:lstStyle/>
          <a:p>
            <a:pPr algn="ctr"/>
            <a:r>
              <a:rPr lang="zh-CN" altLang="en-US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解</a:t>
            </a:r>
            <a:endParaRPr lang="zh-CN" altLang="en-US" i="1">
              <a:solidFill>
                <a:schemeClr val="bg1"/>
              </a:solidFill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125999" name="Text Box 47"/>
          <p:cNvSpPr txBox="1">
            <a:spLocks noChangeArrowheads="1"/>
          </p:cNvSpPr>
          <p:nvPr/>
        </p:nvSpPr>
        <p:spPr bwMode="auto">
          <a:xfrm>
            <a:off x="1476375" y="3644900"/>
            <a:ext cx="2160588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/>
              <a:t>三要素为：</a:t>
            </a:r>
          </a:p>
        </p:txBody>
      </p:sp>
      <p:graphicFrame>
        <p:nvGraphicFramePr>
          <p:cNvPr id="126001" name="Object 49"/>
          <p:cNvGraphicFramePr>
            <a:graphicFrameLocks noChangeAspect="1"/>
          </p:cNvGraphicFramePr>
          <p:nvPr/>
        </p:nvGraphicFramePr>
        <p:xfrm>
          <a:off x="1347788" y="4868863"/>
          <a:ext cx="4976812" cy="565150"/>
        </p:xfrm>
        <a:graphic>
          <a:graphicData uri="http://schemas.openxmlformats.org/presentationml/2006/ole">
            <p:oleObj spid="_x0000_s89093" r:id="rId3" imgW="1796040" imgH="207720" progId="Equation.3">
              <p:embed/>
            </p:oleObj>
          </a:graphicData>
        </a:graphic>
      </p:graphicFrame>
      <p:graphicFrame>
        <p:nvGraphicFramePr>
          <p:cNvPr id="126021" name="Object 69"/>
          <p:cNvGraphicFramePr>
            <a:graphicFrameLocks noChangeAspect="1"/>
          </p:cNvGraphicFramePr>
          <p:nvPr/>
        </p:nvGraphicFramePr>
        <p:xfrm>
          <a:off x="1331913" y="4149725"/>
          <a:ext cx="3848100" cy="622300"/>
        </p:xfrm>
        <a:graphic>
          <a:graphicData uri="http://schemas.openxmlformats.org/presentationml/2006/ole">
            <p:oleObj spid="_x0000_s89094" r:id="rId4" imgW="1471680" imgH="230760" progId="Equation.3">
              <p:embed/>
            </p:oleObj>
          </a:graphicData>
        </a:graphic>
      </p:graphicFrame>
      <p:grpSp>
        <p:nvGrpSpPr>
          <p:cNvPr id="89095" name="Group 75"/>
          <p:cNvGrpSpPr>
            <a:grpSpLocks/>
          </p:cNvGrpSpPr>
          <p:nvPr/>
        </p:nvGrpSpPr>
        <p:grpSpPr bwMode="auto"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89096" name="Picture 76" descr="78900"/>
            <p:cNvPicPr>
              <a:picLocks noChangeAspect="1" noChangeArrowheads="1"/>
            </p:cNvPicPr>
            <p:nvPr/>
          </p:nvPicPr>
          <p:blipFill>
            <a:blip r:embed="rId5"/>
            <a:srcRect/>
            <a:stretch>
              <a:fillRect/>
            </a:stretch>
          </p:blipFill>
          <p:spPr bwMode="auto"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89097" name="Text Box 77">
              <a:hlinkClick r:id="" action="ppaction://hlinkshowjump?jump=nextslide"/>
            </p:cNvPr>
            <p:cNvSpPr txBox="1">
              <a:spLocks noChangeArrowheads="1"/>
            </p:cNvSpPr>
            <p:nvPr/>
          </p:nvSpPr>
          <p:spPr bwMode="auto"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0">
                  <a:solidFill>
                    <a:schemeClr val="bg1"/>
                  </a:solidFill>
                  <a:latin typeface="隶书" pitchFamily="49" charset="-122"/>
                  <a:ea typeface="隶书" pitchFamily="49" charset="-122"/>
                </a:rPr>
                <a:t>下 页</a:t>
              </a:r>
            </a:p>
          </p:txBody>
        </p:sp>
      </p:grpSp>
      <p:grpSp>
        <p:nvGrpSpPr>
          <p:cNvPr id="89098" name="Group 78"/>
          <p:cNvGrpSpPr>
            <a:grpSpLocks/>
          </p:cNvGrpSpPr>
          <p:nvPr/>
        </p:nvGrpSpPr>
        <p:grpSpPr bwMode="auto">
          <a:xfrm>
            <a:off x="7453313" y="6446838"/>
            <a:ext cx="792162" cy="366712"/>
            <a:chOff x="4649" y="4020"/>
            <a:chExt cx="499" cy="231"/>
          </a:xfrm>
        </p:grpSpPr>
        <p:pic>
          <p:nvPicPr>
            <p:cNvPr id="89099" name="Picture 79" descr="78900"/>
            <p:cNvPicPr>
              <a:picLocks noChangeAspect="1" noChangeArrowheads="1"/>
            </p:cNvPicPr>
            <p:nvPr/>
          </p:nvPicPr>
          <p:blipFill>
            <a:blip r:embed="rId5"/>
            <a:srcRect/>
            <a:stretch>
              <a:fillRect/>
            </a:stretch>
          </p:blipFill>
          <p:spPr bwMode="auto"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89100" name="Text Box 80">
              <a:hlinkClick r:id="" action="ppaction://hlinkshowjump?jump=previousslide"/>
            </p:cNvPr>
            <p:cNvSpPr txBox="1">
              <a:spLocks noChangeArrowheads="1"/>
            </p:cNvSpPr>
            <p:nvPr/>
          </p:nvSpPr>
          <p:spPr bwMode="auto"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0">
                  <a:solidFill>
                    <a:schemeClr val="bg1"/>
                  </a:solidFill>
                  <a:latin typeface="隶书" pitchFamily="49" charset="-122"/>
                  <a:ea typeface="隶书" pitchFamily="49" charset="-122"/>
                </a:rPr>
                <a:t>上 页</a:t>
              </a:r>
            </a:p>
          </p:txBody>
        </p:sp>
      </p:grpSp>
      <p:grpSp>
        <p:nvGrpSpPr>
          <p:cNvPr id="126135" name="Group 183"/>
          <p:cNvGrpSpPr>
            <a:grpSpLocks/>
          </p:cNvGrpSpPr>
          <p:nvPr/>
        </p:nvGrpSpPr>
        <p:grpSpPr bwMode="auto">
          <a:xfrm>
            <a:off x="5795963" y="1268413"/>
            <a:ext cx="3021012" cy="2160587"/>
            <a:chOff x="3651" y="799"/>
            <a:chExt cx="1903" cy="1361"/>
          </a:xfrm>
        </p:grpSpPr>
        <p:sp>
          <p:nvSpPr>
            <p:cNvPr id="89102" name="Oval 123"/>
            <p:cNvSpPr>
              <a:spLocks noChangeArrowheads="1"/>
            </p:cNvSpPr>
            <p:nvPr/>
          </p:nvSpPr>
          <p:spPr bwMode="auto">
            <a:xfrm>
              <a:off x="4967" y="1161"/>
              <a:ext cx="363" cy="363"/>
            </a:xfrm>
            <a:prstGeom prst="ellipse">
              <a:avLst/>
            </a:prstGeom>
            <a:gradFill rotWithShape="1">
              <a:gsLst>
                <a:gs pos="0">
                  <a:srgbClr val="0099FF"/>
                </a:gs>
                <a:gs pos="100000">
                  <a:srgbClr val="004776"/>
                </a:gs>
              </a:gsLst>
              <a:path path="shape">
                <a:fillToRect l="50000" t="50000" r="50000" b="50000"/>
              </a:path>
            </a:gradFill>
            <a:ln w="38100">
              <a:solidFill>
                <a:srgbClr val="FF99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9103" name="AutoShape 124"/>
            <p:cNvSpPr>
              <a:spLocks noChangeArrowheads="1"/>
            </p:cNvSpPr>
            <p:nvPr/>
          </p:nvSpPr>
          <p:spPr bwMode="auto">
            <a:xfrm>
              <a:off x="4286" y="1797"/>
              <a:ext cx="453" cy="363"/>
            </a:xfrm>
            <a:prstGeom prst="diamond">
              <a:avLst/>
            </a:prstGeom>
            <a:gradFill rotWithShape="1">
              <a:gsLst>
                <a:gs pos="0">
                  <a:srgbClr val="0099FF"/>
                </a:gs>
                <a:gs pos="100000">
                  <a:srgbClr val="004776"/>
                </a:gs>
              </a:gsLst>
              <a:path path="shape">
                <a:fillToRect l="50000" t="50000" r="50000" b="50000"/>
              </a:path>
            </a:gradFill>
            <a:ln w="38100">
              <a:solidFill>
                <a:srgbClr val="FF99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9104" name="Line 125"/>
            <p:cNvSpPr>
              <a:spLocks noChangeShapeType="1"/>
            </p:cNvSpPr>
            <p:nvPr/>
          </p:nvSpPr>
          <p:spPr bwMode="auto">
            <a:xfrm>
              <a:off x="3923" y="889"/>
              <a:ext cx="0" cy="1089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9105" name="Line 126"/>
            <p:cNvSpPr>
              <a:spLocks noChangeShapeType="1"/>
            </p:cNvSpPr>
            <p:nvPr/>
          </p:nvSpPr>
          <p:spPr bwMode="auto">
            <a:xfrm>
              <a:off x="3923" y="1978"/>
              <a:ext cx="1225" cy="0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9106" name="Text Box 127"/>
            <p:cNvSpPr txBox="1">
              <a:spLocks noChangeArrowheads="1"/>
            </p:cNvSpPr>
            <p:nvPr/>
          </p:nvSpPr>
          <p:spPr bwMode="auto">
            <a:xfrm>
              <a:off x="4221" y="870"/>
              <a:ext cx="400" cy="327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4</a:t>
              </a:r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  <a:sym typeface="Symbol" pitchFamily="18" charset="2"/>
                </a:rPr>
                <a:t></a:t>
              </a:r>
              <a:endParaRPr lang="en-US" altLang="zh-CN" b="0">
                <a:ea typeface="仿宋_GB2312" pitchFamily="49" charset="-122"/>
              </a:endParaRPr>
            </a:p>
          </p:txBody>
        </p:sp>
        <p:sp>
          <p:nvSpPr>
            <p:cNvPr id="89107" name="Line 128"/>
            <p:cNvSpPr>
              <a:spLocks noChangeShapeType="1"/>
            </p:cNvSpPr>
            <p:nvPr/>
          </p:nvSpPr>
          <p:spPr bwMode="auto">
            <a:xfrm>
              <a:off x="5148" y="889"/>
              <a:ext cx="1" cy="1088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9108" name="Text Box 129"/>
            <p:cNvSpPr txBox="1">
              <a:spLocks noChangeArrowheads="1"/>
            </p:cNvSpPr>
            <p:nvPr/>
          </p:nvSpPr>
          <p:spPr bwMode="auto">
            <a:xfrm>
              <a:off x="4014" y="1661"/>
              <a:ext cx="244" cy="327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+</a:t>
              </a:r>
              <a:endParaRPr lang="en-US" altLang="zh-CN">
                <a:ea typeface="仿宋_GB2312" pitchFamily="49" charset="-122"/>
              </a:endParaRPr>
            </a:p>
          </p:txBody>
        </p:sp>
        <p:sp>
          <p:nvSpPr>
            <p:cNvPr id="89109" name="Line 130"/>
            <p:cNvSpPr>
              <a:spLocks noChangeShapeType="1"/>
            </p:cNvSpPr>
            <p:nvPr/>
          </p:nvSpPr>
          <p:spPr bwMode="auto">
            <a:xfrm flipV="1">
              <a:off x="3923" y="889"/>
              <a:ext cx="1224" cy="0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9110" name="Text Box 131"/>
            <p:cNvSpPr txBox="1">
              <a:spLocks noChangeArrowheads="1"/>
            </p:cNvSpPr>
            <p:nvPr/>
          </p:nvSpPr>
          <p:spPr bwMode="auto">
            <a:xfrm>
              <a:off x="4665" y="1725"/>
              <a:ext cx="308" cy="288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zh-CN" altLang="en-US" sz="240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－</a:t>
              </a:r>
              <a:endParaRPr lang="zh-CN" altLang="en-US" sz="2400">
                <a:ea typeface="仿宋_GB2312" pitchFamily="49" charset="-122"/>
              </a:endParaRPr>
            </a:p>
          </p:txBody>
        </p:sp>
        <p:sp>
          <p:nvSpPr>
            <p:cNvPr id="89111" name="Text Box 132"/>
            <p:cNvSpPr txBox="1">
              <a:spLocks noChangeArrowheads="1"/>
            </p:cNvSpPr>
            <p:nvPr/>
          </p:nvSpPr>
          <p:spPr bwMode="auto">
            <a:xfrm>
              <a:off x="3969" y="1253"/>
              <a:ext cx="400" cy="327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4</a:t>
              </a:r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  <a:sym typeface="Symbol" pitchFamily="18" charset="2"/>
                </a:rPr>
                <a:t></a:t>
              </a:r>
              <a:endParaRPr lang="en-US" altLang="zh-CN" b="0">
                <a:ea typeface="仿宋_GB2312" pitchFamily="49" charset="-122"/>
              </a:endParaRPr>
            </a:p>
          </p:txBody>
        </p:sp>
        <p:sp>
          <p:nvSpPr>
            <p:cNvPr id="89112" name="Line 133"/>
            <p:cNvSpPr>
              <a:spLocks noChangeShapeType="1"/>
            </p:cNvSpPr>
            <p:nvPr/>
          </p:nvSpPr>
          <p:spPr bwMode="auto">
            <a:xfrm>
              <a:off x="4014" y="935"/>
              <a:ext cx="0" cy="272"/>
            </a:xfrm>
            <a:prstGeom prst="line">
              <a:avLst/>
            </a:prstGeom>
            <a:noFill/>
            <a:ln w="28575">
              <a:solidFill>
                <a:srgbClr val="00FFFF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9113" name="Text Box 134"/>
            <p:cNvSpPr txBox="1">
              <a:spLocks noChangeArrowheads="1"/>
            </p:cNvSpPr>
            <p:nvPr/>
          </p:nvSpPr>
          <p:spPr bwMode="auto">
            <a:xfrm>
              <a:off x="3651" y="890"/>
              <a:ext cx="364" cy="327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pPr algn="ctr"/>
              <a:r>
                <a:rPr lang="en-US" altLang="zh-CN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i</a:t>
              </a:r>
              <a:r>
                <a:rPr lang="en-US" altLang="zh-CN" baseline="-2500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1</a:t>
              </a:r>
              <a:endParaRPr lang="en-US" altLang="zh-CN">
                <a:ea typeface="仿宋_GB2312" pitchFamily="49" charset="-122"/>
              </a:endParaRPr>
            </a:p>
          </p:txBody>
        </p:sp>
        <p:sp>
          <p:nvSpPr>
            <p:cNvPr id="89114" name="Text Box 135"/>
            <p:cNvSpPr txBox="1">
              <a:spLocks noChangeArrowheads="1"/>
            </p:cNvSpPr>
            <p:nvPr/>
          </p:nvSpPr>
          <p:spPr bwMode="auto">
            <a:xfrm>
              <a:off x="4286" y="1480"/>
              <a:ext cx="545" cy="327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pPr algn="ctr"/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2</a:t>
              </a:r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i</a:t>
              </a:r>
              <a:r>
                <a:rPr lang="en-US" altLang="zh-CN" b="0" baseline="-2500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1</a:t>
              </a:r>
              <a:endParaRPr lang="en-US" altLang="zh-CN" b="0">
                <a:ea typeface="仿宋_GB2312" pitchFamily="49" charset="-122"/>
              </a:endParaRPr>
            </a:p>
          </p:txBody>
        </p:sp>
        <p:sp>
          <p:nvSpPr>
            <p:cNvPr id="89115" name="Text Box 136"/>
            <p:cNvSpPr txBox="1">
              <a:spLocks noChangeArrowheads="1"/>
            </p:cNvSpPr>
            <p:nvPr/>
          </p:nvSpPr>
          <p:spPr bwMode="auto">
            <a:xfrm>
              <a:off x="5326" y="1188"/>
              <a:ext cx="228" cy="327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u</a:t>
              </a:r>
              <a:endParaRPr lang="en-US" altLang="zh-CN" b="0" i="1">
                <a:ea typeface="仿宋_GB2312" pitchFamily="49" charset="-122"/>
              </a:endParaRPr>
            </a:p>
          </p:txBody>
        </p:sp>
        <p:sp>
          <p:nvSpPr>
            <p:cNvPr id="89116" name="Text Box 137"/>
            <p:cNvSpPr txBox="1">
              <a:spLocks noChangeArrowheads="1"/>
            </p:cNvSpPr>
            <p:nvPr/>
          </p:nvSpPr>
          <p:spPr bwMode="auto">
            <a:xfrm>
              <a:off x="5139" y="870"/>
              <a:ext cx="244" cy="327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+</a:t>
              </a:r>
              <a:endParaRPr lang="en-US" altLang="zh-CN">
                <a:ea typeface="仿宋_GB2312" pitchFamily="49" charset="-122"/>
              </a:endParaRPr>
            </a:p>
          </p:txBody>
        </p:sp>
        <p:sp>
          <p:nvSpPr>
            <p:cNvPr id="89117" name="Text Box 138"/>
            <p:cNvSpPr txBox="1">
              <a:spLocks noChangeArrowheads="1"/>
            </p:cNvSpPr>
            <p:nvPr/>
          </p:nvSpPr>
          <p:spPr bwMode="auto">
            <a:xfrm>
              <a:off x="5071" y="1532"/>
              <a:ext cx="341" cy="327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zh-CN" altLang="en-US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－</a:t>
              </a:r>
              <a:endParaRPr lang="zh-CN" altLang="en-US">
                <a:ea typeface="仿宋_GB2312" pitchFamily="49" charset="-122"/>
              </a:endParaRPr>
            </a:p>
          </p:txBody>
        </p:sp>
        <p:sp>
          <p:nvSpPr>
            <p:cNvPr id="89118" name="Rectangle 139"/>
            <p:cNvSpPr>
              <a:spLocks noChangeArrowheads="1"/>
            </p:cNvSpPr>
            <p:nvPr/>
          </p:nvSpPr>
          <p:spPr bwMode="auto">
            <a:xfrm>
              <a:off x="4286" y="799"/>
              <a:ext cx="317" cy="136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</a:gradFill>
            <a:ln w="2857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9119" name="Rectangle 140"/>
            <p:cNvSpPr>
              <a:spLocks noChangeArrowheads="1"/>
            </p:cNvSpPr>
            <p:nvPr/>
          </p:nvSpPr>
          <p:spPr bwMode="auto">
            <a:xfrm>
              <a:off x="3878" y="1252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</a:gradFill>
            <a:ln w="2857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aphicFrame>
        <p:nvGraphicFramePr>
          <p:cNvPr id="126093" name="Object 141"/>
          <p:cNvGraphicFramePr>
            <a:graphicFrameLocks noChangeAspect="1"/>
          </p:cNvGraphicFramePr>
          <p:nvPr/>
        </p:nvGraphicFramePr>
        <p:xfrm>
          <a:off x="1331913" y="5589588"/>
          <a:ext cx="4914900" cy="622300"/>
        </p:xfrm>
        <a:graphic>
          <a:graphicData uri="http://schemas.openxmlformats.org/presentationml/2006/ole">
            <p:oleObj spid="_x0000_s89120" r:id="rId6" imgW="1773000" imgH="230760" progId="Equation.3">
              <p:embed/>
            </p:oleObj>
          </a:graphicData>
        </a:graphic>
      </p:graphicFrame>
      <p:grpSp>
        <p:nvGrpSpPr>
          <p:cNvPr id="126140" name="Group 188"/>
          <p:cNvGrpSpPr>
            <a:grpSpLocks/>
          </p:cNvGrpSpPr>
          <p:nvPr/>
        </p:nvGrpSpPr>
        <p:grpSpPr bwMode="auto">
          <a:xfrm>
            <a:off x="684213" y="1125538"/>
            <a:ext cx="4773612" cy="2447925"/>
            <a:chOff x="431" y="709"/>
            <a:chExt cx="3007" cy="1542"/>
          </a:xfrm>
        </p:grpSpPr>
        <p:sp>
          <p:nvSpPr>
            <p:cNvPr id="89122" name="Line 144"/>
            <p:cNvSpPr>
              <a:spLocks noChangeShapeType="1"/>
            </p:cNvSpPr>
            <p:nvPr/>
          </p:nvSpPr>
          <p:spPr bwMode="auto">
            <a:xfrm flipV="1">
              <a:off x="612" y="755"/>
              <a:ext cx="0" cy="1315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9123" name="Oval 146"/>
            <p:cNvSpPr>
              <a:spLocks noChangeArrowheads="1"/>
            </p:cNvSpPr>
            <p:nvPr/>
          </p:nvSpPr>
          <p:spPr bwMode="auto">
            <a:xfrm>
              <a:off x="2245" y="1526"/>
              <a:ext cx="363" cy="363"/>
            </a:xfrm>
            <a:prstGeom prst="ellipse">
              <a:avLst/>
            </a:prstGeom>
            <a:gradFill rotWithShape="1">
              <a:gsLst>
                <a:gs pos="0">
                  <a:srgbClr val="0099FF"/>
                </a:gs>
                <a:gs pos="100000">
                  <a:srgbClr val="004776"/>
                </a:gs>
              </a:gsLst>
              <a:path path="shape">
                <a:fillToRect l="50000" t="50000" r="50000" b="50000"/>
              </a:path>
            </a:gradFill>
            <a:ln w="38100">
              <a:solidFill>
                <a:srgbClr val="FF99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9124" name="Line 147"/>
            <p:cNvSpPr>
              <a:spLocks noChangeShapeType="1"/>
            </p:cNvSpPr>
            <p:nvPr/>
          </p:nvSpPr>
          <p:spPr bwMode="auto">
            <a:xfrm>
              <a:off x="3334" y="755"/>
              <a:ext cx="0" cy="680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9125" name="AutoShape 148"/>
            <p:cNvSpPr>
              <a:spLocks noChangeArrowheads="1"/>
            </p:cNvSpPr>
            <p:nvPr/>
          </p:nvSpPr>
          <p:spPr bwMode="auto">
            <a:xfrm>
              <a:off x="1429" y="1888"/>
              <a:ext cx="454" cy="363"/>
            </a:xfrm>
            <a:prstGeom prst="diamond">
              <a:avLst/>
            </a:prstGeom>
            <a:gradFill rotWithShape="1">
              <a:gsLst>
                <a:gs pos="0">
                  <a:srgbClr val="0099FF"/>
                </a:gs>
                <a:gs pos="100000">
                  <a:srgbClr val="004776"/>
                </a:gs>
              </a:gsLst>
              <a:path path="shape">
                <a:fillToRect l="50000" t="50000" r="50000" b="50000"/>
              </a:path>
            </a:gradFill>
            <a:ln w="38100">
              <a:solidFill>
                <a:srgbClr val="FF99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9126" name="Line 149"/>
            <p:cNvSpPr>
              <a:spLocks noChangeShapeType="1"/>
            </p:cNvSpPr>
            <p:nvPr/>
          </p:nvSpPr>
          <p:spPr bwMode="auto">
            <a:xfrm>
              <a:off x="1111" y="755"/>
              <a:ext cx="0" cy="1315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 type="oval" w="med" len="med"/>
              <a:tailEnd type="oval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9127" name="Line 150"/>
            <p:cNvSpPr>
              <a:spLocks noChangeShapeType="1"/>
            </p:cNvSpPr>
            <p:nvPr/>
          </p:nvSpPr>
          <p:spPr bwMode="auto">
            <a:xfrm flipH="1" flipV="1">
              <a:off x="612" y="890"/>
              <a:ext cx="5" cy="408"/>
            </a:xfrm>
            <a:prstGeom prst="line">
              <a:avLst/>
            </a:prstGeom>
            <a:noFill/>
            <a:ln w="28575">
              <a:solidFill>
                <a:srgbClr val="00FFFF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9128" name="Line 151"/>
            <p:cNvSpPr>
              <a:spLocks noChangeShapeType="1"/>
            </p:cNvSpPr>
            <p:nvPr/>
          </p:nvSpPr>
          <p:spPr bwMode="auto">
            <a:xfrm flipV="1">
              <a:off x="612" y="2069"/>
              <a:ext cx="2722" cy="1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9129" name="Text Box 152"/>
            <p:cNvSpPr txBox="1">
              <a:spLocks noChangeArrowheads="1"/>
            </p:cNvSpPr>
            <p:nvPr/>
          </p:nvSpPr>
          <p:spPr bwMode="auto">
            <a:xfrm>
              <a:off x="630" y="926"/>
              <a:ext cx="390" cy="327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2A</a:t>
              </a:r>
              <a:endParaRPr lang="en-US" altLang="zh-CN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endParaRPr>
            </a:p>
          </p:txBody>
        </p:sp>
        <p:sp>
          <p:nvSpPr>
            <p:cNvPr id="89130" name="Text Box 153"/>
            <p:cNvSpPr txBox="1">
              <a:spLocks noChangeArrowheads="1"/>
            </p:cNvSpPr>
            <p:nvPr/>
          </p:nvSpPr>
          <p:spPr bwMode="auto">
            <a:xfrm>
              <a:off x="1429" y="799"/>
              <a:ext cx="400" cy="327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4</a:t>
              </a:r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  <a:sym typeface="Symbol" pitchFamily="18" charset="2"/>
                </a:rPr>
                <a:t></a:t>
              </a:r>
              <a:endParaRPr lang="en-US" altLang="zh-CN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grpSp>
          <p:nvGrpSpPr>
            <p:cNvPr id="89131" name="Group 187"/>
            <p:cNvGrpSpPr>
              <a:grpSpLocks/>
            </p:cNvGrpSpPr>
            <p:nvPr/>
          </p:nvGrpSpPr>
          <p:grpSpPr bwMode="auto">
            <a:xfrm>
              <a:off x="431" y="1298"/>
              <a:ext cx="363" cy="363"/>
              <a:chOff x="431" y="1253"/>
              <a:chExt cx="363" cy="363"/>
            </a:xfrm>
          </p:grpSpPr>
          <p:sp>
            <p:nvSpPr>
              <p:cNvPr id="89132" name="Oval 145"/>
              <p:cNvSpPr>
                <a:spLocks noChangeArrowheads="1"/>
              </p:cNvSpPr>
              <p:nvPr/>
            </p:nvSpPr>
            <p:spPr bwMode="auto">
              <a:xfrm>
                <a:off x="431" y="1253"/>
                <a:ext cx="363" cy="363"/>
              </a:xfrm>
              <a:prstGeom prst="ellipse">
                <a:avLst/>
              </a:prstGeom>
              <a:gradFill rotWithShape="1">
                <a:gsLst>
                  <a:gs pos="0">
                    <a:srgbClr val="0099FF"/>
                  </a:gs>
                  <a:gs pos="100000">
                    <a:srgbClr val="004776"/>
                  </a:gs>
                </a:gsLst>
                <a:path path="shape">
                  <a:fillToRect l="50000" t="50000" r="50000" b="50000"/>
                </a:path>
              </a:gradFill>
              <a:ln w="38100">
                <a:solidFill>
                  <a:srgbClr val="FF99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89133" name="Line 154"/>
              <p:cNvSpPr>
                <a:spLocks noChangeShapeType="1"/>
              </p:cNvSpPr>
              <p:nvPr/>
            </p:nvSpPr>
            <p:spPr bwMode="auto">
              <a:xfrm>
                <a:off x="431" y="1435"/>
                <a:ext cx="362" cy="0"/>
              </a:xfrm>
              <a:prstGeom prst="line">
                <a:avLst/>
              </a:prstGeom>
              <a:noFill/>
              <a:ln w="38100">
                <a:solidFill>
                  <a:srgbClr val="FF99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89134" name="Line 155"/>
            <p:cNvSpPr>
              <a:spLocks noChangeShapeType="1"/>
            </p:cNvSpPr>
            <p:nvPr/>
          </p:nvSpPr>
          <p:spPr bwMode="auto">
            <a:xfrm flipV="1">
              <a:off x="2427" y="755"/>
              <a:ext cx="363" cy="136"/>
            </a:xfrm>
            <a:prstGeom prst="line">
              <a:avLst/>
            </a:prstGeom>
            <a:noFill/>
            <a:ln w="38100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9135" name="Line 156"/>
            <p:cNvSpPr>
              <a:spLocks noChangeShapeType="1"/>
            </p:cNvSpPr>
            <p:nvPr/>
          </p:nvSpPr>
          <p:spPr bwMode="auto">
            <a:xfrm>
              <a:off x="2427" y="891"/>
              <a:ext cx="0" cy="1179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 type="oval" w="med" len="med"/>
              <a:tailEnd type="oval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9136" name="Line 157"/>
            <p:cNvSpPr>
              <a:spLocks noChangeShapeType="1"/>
            </p:cNvSpPr>
            <p:nvPr/>
          </p:nvSpPr>
          <p:spPr bwMode="auto">
            <a:xfrm>
              <a:off x="2290" y="709"/>
              <a:ext cx="409" cy="226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 type="triangle" w="med" len="med"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9137" name="Text Box 158"/>
            <p:cNvSpPr txBox="1">
              <a:spLocks noChangeArrowheads="1"/>
            </p:cNvSpPr>
            <p:nvPr/>
          </p:nvSpPr>
          <p:spPr bwMode="auto">
            <a:xfrm>
              <a:off x="1973" y="1026"/>
              <a:ext cx="400" cy="327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1</a:t>
              </a:r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  <a:sym typeface="Symbol" pitchFamily="18" charset="2"/>
                </a:rPr>
                <a:t></a:t>
              </a:r>
            </a:p>
          </p:txBody>
        </p:sp>
        <p:sp>
          <p:nvSpPr>
            <p:cNvPr id="89138" name="Text Box 159"/>
            <p:cNvSpPr txBox="1">
              <a:spLocks noChangeArrowheads="1"/>
            </p:cNvSpPr>
            <p:nvPr/>
          </p:nvSpPr>
          <p:spPr bwMode="auto">
            <a:xfrm>
              <a:off x="2835" y="935"/>
              <a:ext cx="521" cy="327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0.1F</a:t>
              </a:r>
            </a:p>
          </p:txBody>
        </p:sp>
        <p:sp>
          <p:nvSpPr>
            <p:cNvPr id="89139" name="Text Box 160"/>
            <p:cNvSpPr txBox="1">
              <a:spLocks noChangeArrowheads="1"/>
            </p:cNvSpPr>
            <p:nvPr/>
          </p:nvSpPr>
          <p:spPr bwMode="auto">
            <a:xfrm>
              <a:off x="1202" y="1752"/>
              <a:ext cx="242" cy="327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+</a:t>
              </a:r>
            </a:p>
          </p:txBody>
        </p:sp>
        <p:sp>
          <p:nvSpPr>
            <p:cNvPr id="89140" name="Text Box 161"/>
            <p:cNvSpPr txBox="1">
              <a:spLocks noChangeArrowheads="1"/>
            </p:cNvSpPr>
            <p:nvPr/>
          </p:nvSpPr>
          <p:spPr bwMode="auto">
            <a:xfrm>
              <a:off x="2880" y="1253"/>
              <a:ext cx="329" cy="327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u</a:t>
              </a:r>
              <a:r>
                <a:rPr lang="en-US" altLang="zh-CN" b="0" i="1" baseline="-2500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C</a:t>
              </a:r>
              <a:endParaRPr lang="en-US" altLang="zh-CN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89141" name="Line 162"/>
            <p:cNvSpPr>
              <a:spLocks noChangeShapeType="1"/>
            </p:cNvSpPr>
            <p:nvPr/>
          </p:nvSpPr>
          <p:spPr bwMode="auto">
            <a:xfrm flipV="1">
              <a:off x="612" y="754"/>
              <a:ext cx="1633" cy="1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 type="oval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9142" name="Line 163"/>
            <p:cNvSpPr>
              <a:spLocks noChangeShapeType="1"/>
            </p:cNvSpPr>
            <p:nvPr/>
          </p:nvSpPr>
          <p:spPr bwMode="auto">
            <a:xfrm>
              <a:off x="2790" y="755"/>
              <a:ext cx="544" cy="0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 type="oval" w="med" len="med"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9143" name="Line 164"/>
            <p:cNvSpPr>
              <a:spLocks noChangeShapeType="1"/>
            </p:cNvSpPr>
            <p:nvPr/>
          </p:nvSpPr>
          <p:spPr bwMode="auto">
            <a:xfrm>
              <a:off x="3334" y="1526"/>
              <a:ext cx="0" cy="544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9144" name="Text Box 165"/>
            <p:cNvSpPr txBox="1">
              <a:spLocks noChangeArrowheads="1"/>
            </p:cNvSpPr>
            <p:nvPr/>
          </p:nvSpPr>
          <p:spPr bwMode="auto">
            <a:xfrm>
              <a:off x="1928" y="1752"/>
              <a:ext cx="340" cy="327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zh-CN" altLang="en-US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－</a:t>
              </a:r>
            </a:p>
          </p:txBody>
        </p:sp>
        <p:sp>
          <p:nvSpPr>
            <p:cNvPr id="89145" name="Text Box 166"/>
            <p:cNvSpPr txBox="1">
              <a:spLocks noChangeArrowheads="1"/>
            </p:cNvSpPr>
            <p:nvPr/>
          </p:nvSpPr>
          <p:spPr bwMode="auto">
            <a:xfrm>
              <a:off x="3062" y="1117"/>
              <a:ext cx="242" cy="327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+</a:t>
              </a:r>
            </a:p>
          </p:txBody>
        </p:sp>
        <p:sp>
          <p:nvSpPr>
            <p:cNvPr id="89146" name="Text Box 167"/>
            <p:cNvSpPr txBox="1">
              <a:spLocks noChangeArrowheads="1"/>
            </p:cNvSpPr>
            <p:nvPr/>
          </p:nvSpPr>
          <p:spPr bwMode="auto">
            <a:xfrm>
              <a:off x="3017" y="1616"/>
              <a:ext cx="340" cy="327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zh-CN" altLang="en-US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－</a:t>
              </a:r>
            </a:p>
          </p:txBody>
        </p:sp>
        <p:sp>
          <p:nvSpPr>
            <p:cNvPr id="89147" name="Text Box 168"/>
            <p:cNvSpPr txBox="1">
              <a:spLocks noChangeArrowheads="1"/>
            </p:cNvSpPr>
            <p:nvPr/>
          </p:nvSpPr>
          <p:spPr bwMode="auto">
            <a:xfrm>
              <a:off x="1182" y="1280"/>
              <a:ext cx="400" cy="327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4</a:t>
              </a:r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  <a:sym typeface="Symbol" pitchFamily="18" charset="2"/>
                </a:rPr>
                <a:t></a:t>
              </a:r>
              <a:endParaRPr lang="en-US" altLang="zh-CN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89148" name="Line 169"/>
            <p:cNvSpPr>
              <a:spLocks noChangeShapeType="1"/>
            </p:cNvSpPr>
            <p:nvPr/>
          </p:nvSpPr>
          <p:spPr bwMode="auto">
            <a:xfrm>
              <a:off x="1202" y="936"/>
              <a:ext cx="0" cy="272"/>
            </a:xfrm>
            <a:prstGeom prst="line">
              <a:avLst/>
            </a:prstGeom>
            <a:noFill/>
            <a:ln w="28575">
              <a:solidFill>
                <a:srgbClr val="00FFFF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9149" name="Text Box 170"/>
            <p:cNvSpPr txBox="1">
              <a:spLocks noChangeArrowheads="1"/>
            </p:cNvSpPr>
            <p:nvPr/>
          </p:nvSpPr>
          <p:spPr bwMode="auto">
            <a:xfrm>
              <a:off x="1157" y="845"/>
              <a:ext cx="364" cy="327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pPr algn="ctr"/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i</a:t>
              </a:r>
              <a:r>
                <a:rPr lang="en-US" altLang="zh-CN" b="0" baseline="-2500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1</a:t>
              </a:r>
            </a:p>
          </p:txBody>
        </p:sp>
        <p:sp>
          <p:nvSpPr>
            <p:cNvPr id="89150" name="Text Box 171"/>
            <p:cNvSpPr txBox="1">
              <a:spLocks noChangeArrowheads="1"/>
            </p:cNvSpPr>
            <p:nvPr/>
          </p:nvSpPr>
          <p:spPr bwMode="auto">
            <a:xfrm>
              <a:off x="1474" y="1570"/>
              <a:ext cx="545" cy="327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pPr algn="ctr"/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2</a:t>
              </a:r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i</a:t>
              </a:r>
              <a:r>
                <a:rPr lang="en-US" altLang="zh-CN" b="0" baseline="-2500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1</a:t>
              </a:r>
            </a:p>
          </p:txBody>
        </p:sp>
        <p:sp>
          <p:nvSpPr>
            <p:cNvPr id="89151" name="Text Box 172"/>
            <p:cNvSpPr txBox="1">
              <a:spLocks noChangeArrowheads="1"/>
            </p:cNvSpPr>
            <p:nvPr/>
          </p:nvSpPr>
          <p:spPr bwMode="auto">
            <a:xfrm>
              <a:off x="2589" y="1507"/>
              <a:ext cx="390" cy="327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8V</a:t>
              </a:r>
            </a:p>
          </p:txBody>
        </p:sp>
        <p:sp>
          <p:nvSpPr>
            <p:cNvPr id="89152" name="Text Box 173"/>
            <p:cNvSpPr txBox="1">
              <a:spLocks noChangeArrowheads="1"/>
            </p:cNvSpPr>
            <p:nvPr/>
          </p:nvSpPr>
          <p:spPr bwMode="auto">
            <a:xfrm>
              <a:off x="2509" y="1779"/>
              <a:ext cx="242" cy="327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+</a:t>
              </a:r>
            </a:p>
          </p:txBody>
        </p:sp>
        <p:sp>
          <p:nvSpPr>
            <p:cNvPr id="89153" name="Text Box 174"/>
            <p:cNvSpPr txBox="1">
              <a:spLocks noChangeArrowheads="1"/>
            </p:cNvSpPr>
            <p:nvPr/>
          </p:nvSpPr>
          <p:spPr bwMode="auto">
            <a:xfrm>
              <a:off x="2440" y="1261"/>
              <a:ext cx="340" cy="327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zh-CN" altLang="en-US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－</a:t>
              </a:r>
            </a:p>
          </p:txBody>
        </p:sp>
        <p:sp>
          <p:nvSpPr>
            <p:cNvPr id="89154" name="Text Box 175"/>
            <p:cNvSpPr txBox="1">
              <a:spLocks noChangeArrowheads="1"/>
            </p:cNvSpPr>
            <p:nvPr/>
          </p:nvSpPr>
          <p:spPr bwMode="auto">
            <a:xfrm>
              <a:off x="2472" y="845"/>
              <a:ext cx="227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0">
                  <a:latin typeface="Times New Roman" pitchFamily="18" charset="0"/>
                  <a:ea typeface="仿宋_GB2312" pitchFamily="49" charset="-122"/>
                </a:rPr>
                <a:t>1</a:t>
              </a:r>
            </a:p>
          </p:txBody>
        </p:sp>
        <p:sp>
          <p:nvSpPr>
            <p:cNvPr id="89155" name="Text Box 176"/>
            <p:cNvSpPr txBox="1">
              <a:spLocks noChangeArrowheads="1"/>
            </p:cNvSpPr>
            <p:nvPr/>
          </p:nvSpPr>
          <p:spPr bwMode="auto">
            <a:xfrm>
              <a:off x="2064" y="709"/>
              <a:ext cx="227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0">
                  <a:latin typeface="Times New Roman" pitchFamily="18" charset="0"/>
                  <a:ea typeface="仿宋_GB2312" pitchFamily="49" charset="-122"/>
                </a:rPr>
                <a:t>2</a:t>
              </a:r>
            </a:p>
          </p:txBody>
        </p:sp>
        <p:sp>
          <p:nvSpPr>
            <p:cNvPr id="89156" name="Rectangle 177"/>
            <p:cNvSpPr>
              <a:spLocks noChangeArrowheads="1"/>
            </p:cNvSpPr>
            <p:nvPr/>
          </p:nvSpPr>
          <p:spPr bwMode="auto">
            <a:xfrm>
              <a:off x="1429" y="709"/>
              <a:ext cx="317" cy="136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</a:gradFill>
            <a:ln w="2857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9157" name="Rectangle 178"/>
            <p:cNvSpPr>
              <a:spLocks noChangeArrowheads="1"/>
            </p:cNvSpPr>
            <p:nvPr/>
          </p:nvSpPr>
          <p:spPr bwMode="auto">
            <a:xfrm>
              <a:off x="2381" y="1027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</a:gradFill>
            <a:ln w="2857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9158" name="Rectangle 179"/>
            <p:cNvSpPr>
              <a:spLocks noChangeArrowheads="1"/>
            </p:cNvSpPr>
            <p:nvPr/>
          </p:nvSpPr>
          <p:spPr bwMode="auto">
            <a:xfrm>
              <a:off x="1066" y="1299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</a:gradFill>
            <a:ln w="2857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89159" name="Group 180"/>
            <p:cNvGrpSpPr>
              <a:grpSpLocks/>
            </p:cNvGrpSpPr>
            <p:nvPr/>
          </p:nvGrpSpPr>
          <p:grpSpPr bwMode="auto">
            <a:xfrm>
              <a:off x="3198" y="1435"/>
              <a:ext cx="240" cy="90"/>
              <a:chOff x="4604" y="2478"/>
              <a:chExt cx="240" cy="90"/>
            </a:xfrm>
          </p:grpSpPr>
          <p:sp>
            <p:nvSpPr>
              <p:cNvPr id="89160" name="Line 181"/>
              <p:cNvSpPr>
                <a:spLocks noChangeShapeType="1"/>
              </p:cNvSpPr>
              <p:nvPr/>
            </p:nvSpPr>
            <p:spPr bwMode="auto">
              <a:xfrm>
                <a:off x="4604" y="2478"/>
                <a:ext cx="240" cy="0"/>
              </a:xfrm>
              <a:prstGeom prst="line">
                <a:avLst/>
              </a:prstGeom>
              <a:noFill/>
              <a:ln w="57150">
                <a:solidFill>
                  <a:srgbClr val="FF99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9161" name="Line 182"/>
              <p:cNvSpPr>
                <a:spLocks noChangeShapeType="1"/>
              </p:cNvSpPr>
              <p:nvPr/>
            </p:nvSpPr>
            <p:spPr bwMode="auto">
              <a:xfrm>
                <a:off x="4604" y="2568"/>
                <a:ext cx="240" cy="0"/>
              </a:xfrm>
              <a:prstGeom prst="line">
                <a:avLst/>
              </a:prstGeom>
              <a:noFill/>
              <a:ln w="57150">
                <a:solidFill>
                  <a:srgbClr val="FF99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grpSp>
        <p:nvGrpSpPr>
          <p:cNvPr id="89162" name="Group 184"/>
          <p:cNvGrpSpPr>
            <a:grpSpLocks/>
          </p:cNvGrpSpPr>
          <p:nvPr/>
        </p:nvGrpSpPr>
        <p:grpSpPr bwMode="auto">
          <a:xfrm>
            <a:off x="6588125" y="6446838"/>
            <a:ext cx="792163" cy="366712"/>
            <a:chOff x="4649" y="4020"/>
            <a:chExt cx="499" cy="231"/>
          </a:xfrm>
        </p:grpSpPr>
        <p:pic>
          <p:nvPicPr>
            <p:cNvPr id="89163" name="Picture 185" descr="78900"/>
            <p:cNvPicPr>
              <a:picLocks noChangeAspect="1" noChangeArrowheads="1"/>
            </p:cNvPicPr>
            <p:nvPr/>
          </p:nvPicPr>
          <p:blipFill>
            <a:blip r:embed="rId5"/>
            <a:srcRect/>
            <a:stretch>
              <a:fillRect/>
            </a:stretch>
          </p:blipFill>
          <p:spPr bwMode="auto"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89164" name="Text Box 186">
              <a:hlinkClick r:id="rId7" action="ppaction://hlinksldjump"/>
            </p:cNvPr>
            <p:cNvSpPr txBox="1">
              <a:spLocks noChangeArrowheads="1"/>
            </p:cNvSpPr>
            <p:nvPr/>
          </p:nvSpPr>
          <p:spPr bwMode="auto"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0">
                  <a:solidFill>
                    <a:schemeClr val="bg1"/>
                  </a:solidFill>
                  <a:latin typeface="隶书" pitchFamily="49" charset="-122"/>
                  <a:ea typeface="隶书" pitchFamily="49" charset="-122"/>
                </a:rPr>
                <a:t>返 回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259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259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259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1259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" dur="500"/>
                                        <p:tgtEl>
                                          <p:spTgt spid="126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500"/>
                            </p:stCondLst>
                            <p:childTnLst>
                              <p:par>
                                <p:cTn id="1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1259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2599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2599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259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259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000"/>
                            </p:stCondLst>
                            <p:childTnLst>
                              <p:par>
                                <p:cTn id="28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2599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2599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259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0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3000"/>
                                        <p:tgtEl>
                                          <p:spTgt spid="1260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0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3000"/>
                                        <p:tgtEl>
                                          <p:spTgt spid="1260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126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0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3000"/>
                                        <p:tgtEl>
                                          <p:spTgt spid="1260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5954" grpId="0"/>
      <p:bldP spid="125955" grpId="0"/>
      <p:bldP spid="125998" grpId="0" animBg="1"/>
      <p:bldP spid="125999" grpId="0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8236" name="Object 108"/>
          <p:cNvGraphicFramePr>
            <a:graphicFrameLocks noChangeAspect="1"/>
          </p:cNvGraphicFramePr>
          <p:nvPr/>
        </p:nvGraphicFramePr>
        <p:xfrm>
          <a:off x="981075" y="908050"/>
          <a:ext cx="6073775" cy="868363"/>
        </p:xfrm>
        <a:graphic>
          <a:graphicData uri="http://schemas.openxmlformats.org/presentationml/2006/ole">
            <p:oleObj spid="_x0000_s90113" r:id="rId3" imgW="2247840" imgH="311400" progId="Equation.3">
              <p:embed/>
            </p:oleObj>
          </a:graphicData>
        </a:graphic>
      </p:graphicFrame>
      <p:graphicFrame>
        <p:nvGraphicFramePr>
          <p:cNvPr id="48238" name="Object 110"/>
          <p:cNvGraphicFramePr>
            <a:graphicFrameLocks noChangeAspect="1"/>
          </p:cNvGraphicFramePr>
          <p:nvPr/>
        </p:nvGraphicFramePr>
        <p:xfrm>
          <a:off x="1027113" y="1844675"/>
          <a:ext cx="6542087" cy="619125"/>
        </p:xfrm>
        <a:graphic>
          <a:graphicData uri="http://schemas.openxmlformats.org/presentationml/2006/ole">
            <p:oleObj spid="_x0000_s90114" r:id="rId4" imgW="2421720" imgH="219240" progId="Equation.3">
              <p:embed/>
            </p:oleObj>
          </a:graphicData>
        </a:graphic>
      </p:graphicFrame>
      <p:grpSp>
        <p:nvGrpSpPr>
          <p:cNvPr id="90115" name="Group 115"/>
          <p:cNvGrpSpPr>
            <a:grpSpLocks/>
          </p:cNvGrpSpPr>
          <p:nvPr/>
        </p:nvGrpSpPr>
        <p:grpSpPr bwMode="auto"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90116" name="Picture 116" descr="78900"/>
            <p:cNvPicPr>
              <a:picLocks noChangeAspect="1" noChangeArrowheads="1"/>
            </p:cNvPicPr>
            <p:nvPr/>
          </p:nvPicPr>
          <p:blipFill>
            <a:blip r:embed="rId5"/>
            <a:srcRect/>
            <a:stretch>
              <a:fillRect/>
            </a:stretch>
          </p:blipFill>
          <p:spPr bwMode="auto"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90117" name="Text Box 117">
              <a:hlinkClick r:id="" action="ppaction://hlinkshowjump?jump=nextslide"/>
            </p:cNvPr>
            <p:cNvSpPr txBox="1">
              <a:spLocks noChangeArrowheads="1"/>
            </p:cNvSpPr>
            <p:nvPr/>
          </p:nvSpPr>
          <p:spPr bwMode="auto"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0">
                  <a:solidFill>
                    <a:schemeClr val="bg1"/>
                  </a:solidFill>
                  <a:latin typeface="隶书" pitchFamily="49" charset="-122"/>
                  <a:ea typeface="隶书" pitchFamily="49" charset="-122"/>
                </a:rPr>
                <a:t>下 页</a:t>
              </a:r>
            </a:p>
          </p:txBody>
        </p:sp>
      </p:grpSp>
      <p:grpSp>
        <p:nvGrpSpPr>
          <p:cNvPr id="90118" name="Group 118"/>
          <p:cNvGrpSpPr>
            <a:grpSpLocks/>
          </p:cNvGrpSpPr>
          <p:nvPr/>
        </p:nvGrpSpPr>
        <p:grpSpPr bwMode="auto">
          <a:xfrm>
            <a:off x="7453313" y="6446838"/>
            <a:ext cx="792162" cy="366712"/>
            <a:chOff x="4649" y="4020"/>
            <a:chExt cx="499" cy="231"/>
          </a:xfrm>
        </p:grpSpPr>
        <p:pic>
          <p:nvPicPr>
            <p:cNvPr id="90119" name="Picture 119" descr="78900"/>
            <p:cNvPicPr>
              <a:picLocks noChangeAspect="1" noChangeArrowheads="1"/>
            </p:cNvPicPr>
            <p:nvPr/>
          </p:nvPicPr>
          <p:blipFill>
            <a:blip r:embed="rId5"/>
            <a:srcRect/>
            <a:stretch>
              <a:fillRect/>
            </a:stretch>
          </p:blipFill>
          <p:spPr bwMode="auto"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90120" name="Text Box 120">
              <a:hlinkClick r:id="" action="ppaction://hlinkshowjump?jump=previousslide"/>
            </p:cNvPr>
            <p:cNvSpPr txBox="1">
              <a:spLocks noChangeArrowheads="1"/>
            </p:cNvSpPr>
            <p:nvPr/>
          </p:nvSpPr>
          <p:spPr bwMode="auto"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0">
                  <a:solidFill>
                    <a:schemeClr val="bg1"/>
                  </a:solidFill>
                  <a:latin typeface="隶书" pitchFamily="49" charset="-122"/>
                  <a:ea typeface="隶书" pitchFamily="49" charset="-122"/>
                </a:rPr>
                <a:t>上 页</a:t>
              </a:r>
            </a:p>
          </p:txBody>
        </p:sp>
      </p:grpSp>
      <p:graphicFrame>
        <p:nvGraphicFramePr>
          <p:cNvPr id="48252" name="Object 124"/>
          <p:cNvGraphicFramePr>
            <a:graphicFrameLocks noChangeAspect="1"/>
          </p:cNvGraphicFramePr>
          <p:nvPr/>
        </p:nvGraphicFramePr>
        <p:xfrm>
          <a:off x="1866900" y="620713"/>
          <a:ext cx="4049713" cy="622300"/>
        </p:xfrm>
        <a:graphic>
          <a:graphicData uri="http://schemas.openxmlformats.org/presentationml/2006/ole">
            <p:oleObj spid="_x0000_s90121" r:id="rId6" imgW="1460160" imgH="230760" progId="Equation.3">
              <p:embed/>
            </p:oleObj>
          </a:graphicData>
        </a:graphic>
      </p:graphicFrame>
      <p:sp>
        <p:nvSpPr>
          <p:cNvPr id="48253" name="AutoShape 125"/>
          <p:cNvSpPr>
            <a:spLocks noChangeArrowheads="1"/>
          </p:cNvSpPr>
          <p:nvPr/>
        </p:nvSpPr>
        <p:spPr bwMode="auto">
          <a:xfrm>
            <a:off x="971550" y="836613"/>
            <a:ext cx="792163" cy="144462"/>
          </a:xfrm>
          <a:prstGeom prst="rightArrow">
            <a:avLst>
              <a:gd name="adj1" fmla="val 50000"/>
              <a:gd name="adj2" fmla="val 137012"/>
            </a:avLst>
          </a:prstGeom>
          <a:solidFill>
            <a:srgbClr val="0099FF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8254" name="Text Box 126"/>
          <p:cNvSpPr txBox="1">
            <a:spLocks noChangeArrowheads="1"/>
          </p:cNvSpPr>
          <p:nvPr/>
        </p:nvSpPr>
        <p:spPr bwMode="auto">
          <a:xfrm>
            <a:off x="539750" y="2708275"/>
            <a:ext cx="974725" cy="579438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r>
              <a:rPr lang="zh-CN" altLang="en-US" sz="320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例</a:t>
            </a:r>
            <a:r>
              <a:rPr lang="en-US" altLang="zh-CN" sz="3200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4</a:t>
            </a:r>
          </a:p>
        </p:txBody>
      </p:sp>
      <p:sp>
        <p:nvSpPr>
          <p:cNvPr id="48255" name="Text Box 127"/>
          <p:cNvSpPr txBox="1">
            <a:spLocks noChangeArrowheads="1"/>
          </p:cNvSpPr>
          <p:nvPr/>
        </p:nvSpPr>
        <p:spPr bwMode="auto">
          <a:xfrm>
            <a:off x="1331913" y="2781300"/>
            <a:ext cx="7416800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r>
              <a:rPr lang="zh-CN" altLang="en-US">
                <a:latin typeface="楷体_GB2312" pitchFamily="49" charset="-122"/>
              </a:rPr>
              <a:t>已知：</a:t>
            </a:r>
            <a:r>
              <a:rPr lang="en-US" altLang="zh-CN" sz="3200" b="0" i="1">
                <a:solidFill>
                  <a:schemeClr val="bg1"/>
                </a:solidFill>
                <a:latin typeface="Times New Roman" pitchFamily="18" charset="0"/>
                <a:ea typeface="仿宋_GB2312" pitchFamily="49" charset="-122"/>
              </a:rPr>
              <a:t>t</a:t>
            </a:r>
            <a:r>
              <a:rPr lang="en-US" altLang="zh-CN" sz="3200" b="0">
                <a:solidFill>
                  <a:schemeClr val="bg1"/>
                </a:solidFill>
                <a:latin typeface="Times New Roman" pitchFamily="18" charset="0"/>
                <a:ea typeface="仿宋_GB2312" pitchFamily="49" charset="-122"/>
              </a:rPr>
              <a:t>=0</a:t>
            </a:r>
            <a:r>
              <a:rPr lang="zh-CN" altLang="en-US">
                <a:latin typeface="楷体_GB2312" pitchFamily="49" charset="-122"/>
              </a:rPr>
              <a:t>时开关闭合，求换路后的电流</a:t>
            </a:r>
            <a:r>
              <a:rPr lang="en-US" altLang="zh-CN" sz="3200" b="0" i="1">
                <a:solidFill>
                  <a:schemeClr val="bg1"/>
                </a:solidFill>
                <a:latin typeface="Times New Roman" pitchFamily="18" charset="0"/>
                <a:ea typeface="仿宋_GB2312" pitchFamily="49" charset="-122"/>
              </a:rPr>
              <a:t>i</a:t>
            </a:r>
            <a:r>
              <a:rPr lang="en-US" altLang="zh-CN" sz="3200" b="0">
                <a:solidFill>
                  <a:schemeClr val="bg1"/>
                </a:solidFill>
                <a:latin typeface="Times New Roman" pitchFamily="18" charset="0"/>
                <a:ea typeface="仿宋_GB2312" pitchFamily="49" charset="-122"/>
              </a:rPr>
              <a:t>(</a:t>
            </a:r>
            <a:r>
              <a:rPr lang="en-US" altLang="zh-CN" sz="3200" b="0" i="1">
                <a:solidFill>
                  <a:schemeClr val="bg1"/>
                </a:solidFill>
                <a:latin typeface="Times New Roman" pitchFamily="18" charset="0"/>
                <a:ea typeface="仿宋_GB2312" pitchFamily="49" charset="-122"/>
              </a:rPr>
              <a:t>t</a:t>
            </a:r>
            <a:r>
              <a:rPr lang="en-US" altLang="zh-CN" sz="3200" b="0">
                <a:solidFill>
                  <a:schemeClr val="bg1"/>
                </a:solidFill>
                <a:latin typeface="Times New Roman" pitchFamily="18" charset="0"/>
                <a:ea typeface="仿宋_GB2312" pitchFamily="49" charset="-122"/>
              </a:rPr>
              <a:t>)</a:t>
            </a:r>
            <a:r>
              <a:rPr lang="en-US" altLang="zh-CN" sz="2400">
                <a:latin typeface="仿宋_GB2312" pitchFamily="49" charset="-122"/>
                <a:ea typeface="仿宋_GB2312" pitchFamily="49" charset="-122"/>
              </a:rPr>
              <a:t> </a:t>
            </a:r>
            <a:r>
              <a:rPr lang="zh-CN" altLang="en-US" sz="2400">
                <a:latin typeface="仿宋_GB2312" pitchFamily="49" charset="-122"/>
                <a:ea typeface="仿宋_GB2312" pitchFamily="49" charset="-122"/>
              </a:rPr>
              <a:t>。</a:t>
            </a:r>
          </a:p>
        </p:txBody>
      </p:sp>
      <p:grpSp>
        <p:nvGrpSpPr>
          <p:cNvPr id="48256" name="Group 128"/>
          <p:cNvGrpSpPr>
            <a:grpSpLocks/>
          </p:cNvGrpSpPr>
          <p:nvPr/>
        </p:nvGrpSpPr>
        <p:grpSpPr bwMode="auto">
          <a:xfrm>
            <a:off x="4716463" y="3500438"/>
            <a:ext cx="4079875" cy="2016125"/>
            <a:chOff x="2971" y="1389"/>
            <a:chExt cx="2570" cy="1270"/>
          </a:xfrm>
        </p:grpSpPr>
        <p:sp>
          <p:nvSpPr>
            <p:cNvPr id="90126" name="Oval 129"/>
            <p:cNvSpPr>
              <a:spLocks noChangeArrowheads="1"/>
            </p:cNvSpPr>
            <p:nvPr/>
          </p:nvSpPr>
          <p:spPr bwMode="auto">
            <a:xfrm>
              <a:off x="2971" y="1888"/>
              <a:ext cx="363" cy="363"/>
            </a:xfrm>
            <a:prstGeom prst="ellipse">
              <a:avLst/>
            </a:prstGeom>
            <a:gradFill rotWithShape="1">
              <a:gsLst>
                <a:gs pos="0">
                  <a:srgbClr val="0099FF"/>
                </a:gs>
                <a:gs pos="100000">
                  <a:srgbClr val="004776"/>
                </a:gs>
              </a:gsLst>
              <a:path path="shape">
                <a:fillToRect l="50000" t="50000" r="50000" b="50000"/>
              </a:path>
            </a:gradFill>
            <a:ln w="38100">
              <a:solidFill>
                <a:srgbClr val="FF99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0127" name="Line 130"/>
            <p:cNvSpPr>
              <a:spLocks noChangeShapeType="1"/>
            </p:cNvSpPr>
            <p:nvPr/>
          </p:nvSpPr>
          <p:spPr bwMode="auto">
            <a:xfrm>
              <a:off x="3878" y="1480"/>
              <a:ext cx="1407" cy="0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0128" name="Line 131"/>
            <p:cNvSpPr>
              <a:spLocks noChangeShapeType="1"/>
            </p:cNvSpPr>
            <p:nvPr/>
          </p:nvSpPr>
          <p:spPr bwMode="auto">
            <a:xfrm>
              <a:off x="4740" y="1480"/>
              <a:ext cx="0" cy="861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 type="oval" w="med" len="med"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0129" name="Line 132"/>
            <p:cNvSpPr>
              <a:spLocks noChangeShapeType="1"/>
            </p:cNvSpPr>
            <p:nvPr/>
          </p:nvSpPr>
          <p:spPr bwMode="auto">
            <a:xfrm flipH="1" flipV="1">
              <a:off x="4740" y="2433"/>
              <a:ext cx="0" cy="226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 type="oval" w="med" len="med"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0130" name="Line 133"/>
            <p:cNvSpPr>
              <a:spLocks noChangeShapeType="1"/>
            </p:cNvSpPr>
            <p:nvPr/>
          </p:nvSpPr>
          <p:spPr bwMode="auto">
            <a:xfrm>
              <a:off x="5284" y="1480"/>
              <a:ext cx="0" cy="453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 type="oval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0131" name="Line 134"/>
            <p:cNvSpPr>
              <a:spLocks noChangeShapeType="1"/>
            </p:cNvSpPr>
            <p:nvPr/>
          </p:nvSpPr>
          <p:spPr bwMode="auto">
            <a:xfrm>
              <a:off x="5193" y="1570"/>
              <a:ext cx="0" cy="317"/>
            </a:xfrm>
            <a:prstGeom prst="line">
              <a:avLst/>
            </a:prstGeom>
            <a:noFill/>
            <a:ln w="28575">
              <a:solidFill>
                <a:srgbClr val="00FFFF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0132" name="Text Box 135"/>
            <p:cNvSpPr txBox="1">
              <a:spLocks noChangeArrowheads="1"/>
            </p:cNvSpPr>
            <p:nvPr/>
          </p:nvSpPr>
          <p:spPr bwMode="auto">
            <a:xfrm>
              <a:off x="3152" y="1597"/>
              <a:ext cx="257" cy="327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+</a:t>
              </a:r>
            </a:p>
          </p:txBody>
        </p:sp>
        <p:sp>
          <p:nvSpPr>
            <p:cNvPr id="90133" name="Text Box 136"/>
            <p:cNvSpPr txBox="1">
              <a:spLocks noChangeArrowheads="1"/>
            </p:cNvSpPr>
            <p:nvPr/>
          </p:nvSpPr>
          <p:spPr bwMode="auto">
            <a:xfrm>
              <a:off x="3198" y="2186"/>
              <a:ext cx="243" cy="327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–</a:t>
              </a:r>
            </a:p>
          </p:txBody>
        </p:sp>
        <p:sp>
          <p:nvSpPr>
            <p:cNvPr id="90134" name="Text Box 137"/>
            <p:cNvSpPr txBox="1">
              <a:spLocks noChangeArrowheads="1"/>
            </p:cNvSpPr>
            <p:nvPr/>
          </p:nvSpPr>
          <p:spPr bwMode="auto">
            <a:xfrm>
              <a:off x="3379" y="1461"/>
              <a:ext cx="590" cy="327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1H</a:t>
              </a:r>
              <a:endParaRPr lang="en-US" altLang="zh-CN" b="0" baseline="-2500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90135" name="Text Box 138"/>
            <p:cNvSpPr txBox="1">
              <a:spLocks noChangeArrowheads="1"/>
            </p:cNvSpPr>
            <p:nvPr/>
          </p:nvSpPr>
          <p:spPr bwMode="auto">
            <a:xfrm>
              <a:off x="4073" y="2232"/>
              <a:ext cx="633" cy="327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0.25F</a:t>
              </a:r>
            </a:p>
          </p:txBody>
        </p:sp>
        <p:sp>
          <p:nvSpPr>
            <p:cNvPr id="90136" name="Line 139"/>
            <p:cNvSpPr>
              <a:spLocks noChangeShapeType="1"/>
            </p:cNvSpPr>
            <p:nvPr/>
          </p:nvSpPr>
          <p:spPr bwMode="auto">
            <a:xfrm>
              <a:off x="3152" y="2659"/>
              <a:ext cx="2132" cy="0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0137" name="Line 140"/>
            <p:cNvSpPr>
              <a:spLocks noChangeShapeType="1"/>
            </p:cNvSpPr>
            <p:nvPr/>
          </p:nvSpPr>
          <p:spPr bwMode="auto">
            <a:xfrm flipV="1">
              <a:off x="5284" y="1842"/>
              <a:ext cx="227" cy="338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0138" name="Line 141"/>
            <p:cNvSpPr>
              <a:spLocks noChangeShapeType="1"/>
            </p:cNvSpPr>
            <p:nvPr/>
          </p:nvSpPr>
          <p:spPr bwMode="auto">
            <a:xfrm flipH="1" flipV="1">
              <a:off x="5284" y="1933"/>
              <a:ext cx="181" cy="227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0139" name="Line 142"/>
            <p:cNvSpPr>
              <a:spLocks noChangeShapeType="1"/>
            </p:cNvSpPr>
            <p:nvPr/>
          </p:nvSpPr>
          <p:spPr bwMode="auto">
            <a:xfrm flipH="1">
              <a:off x="3152" y="1480"/>
              <a:ext cx="0" cy="1179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0140" name="Text Box 143"/>
            <p:cNvSpPr txBox="1">
              <a:spLocks noChangeArrowheads="1"/>
            </p:cNvSpPr>
            <p:nvPr/>
          </p:nvSpPr>
          <p:spPr bwMode="auto">
            <a:xfrm>
              <a:off x="4175" y="1461"/>
              <a:ext cx="400" cy="327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5</a:t>
              </a:r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  <a:sym typeface="Symbol" pitchFamily="18" charset="2"/>
                </a:rPr>
                <a:t></a:t>
              </a:r>
              <a:endParaRPr lang="en-US" altLang="zh-CN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90141" name="Text Box 144"/>
            <p:cNvSpPr txBox="1">
              <a:spLocks noChangeArrowheads="1"/>
            </p:cNvSpPr>
            <p:nvPr/>
          </p:nvSpPr>
          <p:spPr bwMode="auto">
            <a:xfrm>
              <a:off x="4312" y="1778"/>
              <a:ext cx="400" cy="327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2</a:t>
              </a:r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  <a:sym typeface="Symbol" pitchFamily="18" charset="2"/>
                </a:rPr>
                <a:t></a:t>
              </a:r>
              <a:endParaRPr lang="en-US" altLang="zh-CN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90142" name="Line 145"/>
            <p:cNvSpPr>
              <a:spLocks noChangeShapeType="1"/>
            </p:cNvSpPr>
            <p:nvPr/>
          </p:nvSpPr>
          <p:spPr bwMode="auto">
            <a:xfrm>
              <a:off x="5283" y="2160"/>
              <a:ext cx="1" cy="499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 type="oval" w="med" len="med"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0143" name="Text Box 146"/>
            <p:cNvSpPr txBox="1">
              <a:spLocks noChangeArrowheads="1"/>
            </p:cNvSpPr>
            <p:nvPr/>
          </p:nvSpPr>
          <p:spPr bwMode="auto">
            <a:xfrm>
              <a:off x="5284" y="2141"/>
              <a:ext cx="257" cy="327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S</a:t>
              </a:r>
            </a:p>
          </p:txBody>
        </p:sp>
        <p:sp>
          <p:nvSpPr>
            <p:cNvPr id="90144" name="Text Box 147"/>
            <p:cNvSpPr txBox="1">
              <a:spLocks noChangeArrowheads="1"/>
            </p:cNvSpPr>
            <p:nvPr/>
          </p:nvSpPr>
          <p:spPr bwMode="auto">
            <a:xfrm>
              <a:off x="3243" y="1914"/>
              <a:ext cx="590" cy="327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10V</a:t>
              </a:r>
              <a:endParaRPr lang="en-US" altLang="zh-CN" b="0" baseline="-2500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90145" name="Text Box 148"/>
            <p:cNvSpPr txBox="1">
              <a:spLocks noChangeArrowheads="1"/>
            </p:cNvSpPr>
            <p:nvPr/>
          </p:nvSpPr>
          <p:spPr bwMode="auto">
            <a:xfrm>
              <a:off x="5008" y="1642"/>
              <a:ext cx="178" cy="327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i</a:t>
              </a:r>
              <a:endParaRPr lang="en-US" altLang="zh-CN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90146" name="Line 149"/>
            <p:cNvSpPr>
              <a:spLocks noChangeShapeType="1"/>
            </p:cNvSpPr>
            <p:nvPr/>
          </p:nvSpPr>
          <p:spPr bwMode="auto">
            <a:xfrm>
              <a:off x="3152" y="1480"/>
              <a:ext cx="319" cy="0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90147" name="Group 150"/>
            <p:cNvGrpSpPr>
              <a:grpSpLocks/>
            </p:cNvGrpSpPr>
            <p:nvPr/>
          </p:nvGrpSpPr>
          <p:grpSpPr bwMode="auto">
            <a:xfrm>
              <a:off x="3424" y="1389"/>
              <a:ext cx="499" cy="590"/>
              <a:chOff x="476" y="663"/>
              <a:chExt cx="771" cy="862"/>
            </a:xfrm>
          </p:grpSpPr>
          <p:sp>
            <p:nvSpPr>
              <p:cNvPr id="90148" name="AutoShape 151"/>
              <p:cNvSpPr>
                <a:spLocks noChangeArrowheads="1"/>
              </p:cNvSpPr>
              <p:nvPr/>
            </p:nvSpPr>
            <p:spPr bwMode="auto">
              <a:xfrm>
                <a:off x="476" y="663"/>
                <a:ext cx="317" cy="862"/>
              </a:xfrm>
              <a:custGeom>
                <a:avLst/>
                <a:gdLst/>
                <a:ahLst/>
                <a:cxnLst>
                  <a:cxn ang="0">
                    <a:pos x="2646" y="3717"/>
                  </a:cxn>
                  <a:cxn ang="0">
                    <a:pos x="10800" y="0"/>
                  </a:cxn>
                  <a:cxn ang="0">
                    <a:pos x="18953" y="3717"/>
                  </a:cxn>
                  <a:cxn ang="0">
                    <a:pos x="10799" y="0"/>
                  </a:cxn>
                  <a:cxn ang="0">
                    <a:pos x="2646" y="3717"/>
                  </a:cxn>
                </a:cxnLst>
                <a:rect l="0" t="0" r="r" b="b"/>
                <a:pathLst>
                  <a:path w="21600" h="21600">
                    <a:moveTo>
                      <a:pt x="2646" y="3717"/>
                    </a:moveTo>
                    <a:cubicBezTo>
                      <a:pt x="4698" y="1356"/>
                      <a:pt x="7672" y="-1"/>
                      <a:pt x="10800" y="0"/>
                    </a:cubicBezTo>
                    <a:cubicBezTo>
                      <a:pt x="13927" y="0"/>
                      <a:pt x="16901" y="1356"/>
                      <a:pt x="18953" y="3717"/>
                    </a:cubicBezTo>
                    <a:cubicBezTo>
                      <a:pt x="16901" y="1356"/>
                      <a:pt x="13927" y="-1"/>
                      <a:pt x="10799" y="0"/>
                    </a:cubicBezTo>
                    <a:cubicBezTo>
                      <a:pt x="7672" y="0"/>
                      <a:pt x="4698" y="1356"/>
                      <a:pt x="2646" y="3717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764700"/>
                  </a:gs>
                  <a:gs pos="50000">
                    <a:srgbClr val="FF9900"/>
                  </a:gs>
                  <a:gs pos="100000">
                    <a:srgbClr val="764700"/>
                  </a:gs>
                </a:gsLst>
                <a:lin ang="5400000" scaled="1"/>
              </a:gradFill>
              <a:ln w="38100">
                <a:solidFill>
                  <a:srgbClr val="FF99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0149" name="AutoShape 152"/>
              <p:cNvSpPr>
                <a:spLocks noChangeArrowheads="1"/>
              </p:cNvSpPr>
              <p:nvPr/>
            </p:nvSpPr>
            <p:spPr bwMode="auto">
              <a:xfrm>
                <a:off x="703" y="663"/>
                <a:ext cx="317" cy="862"/>
              </a:xfrm>
              <a:custGeom>
                <a:avLst/>
                <a:gdLst/>
                <a:ahLst/>
                <a:cxnLst>
                  <a:cxn ang="0">
                    <a:pos x="2646" y="3717"/>
                  </a:cxn>
                  <a:cxn ang="0">
                    <a:pos x="10800" y="0"/>
                  </a:cxn>
                  <a:cxn ang="0">
                    <a:pos x="18953" y="3717"/>
                  </a:cxn>
                  <a:cxn ang="0">
                    <a:pos x="10799" y="0"/>
                  </a:cxn>
                  <a:cxn ang="0">
                    <a:pos x="2646" y="3717"/>
                  </a:cxn>
                </a:cxnLst>
                <a:rect l="0" t="0" r="r" b="b"/>
                <a:pathLst>
                  <a:path w="21600" h="21600">
                    <a:moveTo>
                      <a:pt x="2646" y="3717"/>
                    </a:moveTo>
                    <a:cubicBezTo>
                      <a:pt x="4698" y="1356"/>
                      <a:pt x="7672" y="-1"/>
                      <a:pt x="10800" y="0"/>
                    </a:cubicBezTo>
                    <a:cubicBezTo>
                      <a:pt x="13927" y="0"/>
                      <a:pt x="16901" y="1356"/>
                      <a:pt x="18953" y="3717"/>
                    </a:cubicBezTo>
                    <a:cubicBezTo>
                      <a:pt x="16901" y="1356"/>
                      <a:pt x="13927" y="-1"/>
                      <a:pt x="10799" y="0"/>
                    </a:cubicBezTo>
                    <a:cubicBezTo>
                      <a:pt x="7672" y="0"/>
                      <a:pt x="4698" y="1356"/>
                      <a:pt x="2646" y="3717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764700"/>
                  </a:gs>
                  <a:gs pos="50000">
                    <a:srgbClr val="FF9900"/>
                  </a:gs>
                  <a:gs pos="100000">
                    <a:srgbClr val="764700"/>
                  </a:gs>
                </a:gsLst>
                <a:lin ang="5400000" scaled="1"/>
              </a:gradFill>
              <a:ln w="38100">
                <a:solidFill>
                  <a:srgbClr val="FF99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0150" name="AutoShape 153"/>
              <p:cNvSpPr>
                <a:spLocks noChangeArrowheads="1"/>
              </p:cNvSpPr>
              <p:nvPr/>
            </p:nvSpPr>
            <p:spPr bwMode="auto">
              <a:xfrm>
                <a:off x="930" y="663"/>
                <a:ext cx="317" cy="862"/>
              </a:xfrm>
              <a:custGeom>
                <a:avLst/>
                <a:gdLst/>
                <a:ahLst/>
                <a:cxnLst>
                  <a:cxn ang="0">
                    <a:pos x="2646" y="3717"/>
                  </a:cxn>
                  <a:cxn ang="0">
                    <a:pos x="10800" y="0"/>
                  </a:cxn>
                  <a:cxn ang="0">
                    <a:pos x="18953" y="3717"/>
                  </a:cxn>
                  <a:cxn ang="0">
                    <a:pos x="10799" y="0"/>
                  </a:cxn>
                  <a:cxn ang="0">
                    <a:pos x="2646" y="3717"/>
                  </a:cxn>
                </a:cxnLst>
                <a:rect l="0" t="0" r="r" b="b"/>
                <a:pathLst>
                  <a:path w="21600" h="21600">
                    <a:moveTo>
                      <a:pt x="2646" y="3717"/>
                    </a:moveTo>
                    <a:cubicBezTo>
                      <a:pt x="4698" y="1356"/>
                      <a:pt x="7672" y="-1"/>
                      <a:pt x="10800" y="0"/>
                    </a:cubicBezTo>
                    <a:cubicBezTo>
                      <a:pt x="13927" y="0"/>
                      <a:pt x="16901" y="1356"/>
                      <a:pt x="18953" y="3717"/>
                    </a:cubicBezTo>
                    <a:cubicBezTo>
                      <a:pt x="16901" y="1356"/>
                      <a:pt x="13927" y="-1"/>
                      <a:pt x="10799" y="0"/>
                    </a:cubicBezTo>
                    <a:cubicBezTo>
                      <a:pt x="7672" y="0"/>
                      <a:pt x="4698" y="1356"/>
                      <a:pt x="2646" y="3717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764700"/>
                  </a:gs>
                  <a:gs pos="50000">
                    <a:srgbClr val="FF9900"/>
                  </a:gs>
                  <a:gs pos="100000">
                    <a:srgbClr val="764700"/>
                  </a:gs>
                </a:gsLst>
                <a:lin ang="5400000" scaled="1"/>
              </a:gradFill>
              <a:ln w="38100">
                <a:solidFill>
                  <a:srgbClr val="FF99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90151" name="Rectangle 154"/>
            <p:cNvSpPr>
              <a:spLocks noChangeArrowheads="1"/>
            </p:cNvSpPr>
            <p:nvPr/>
          </p:nvSpPr>
          <p:spPr bwMode="auto">
            <a:xfrm>
              <a:off x="4195" y="1389"/>
              <a:ext cx="317" cy="136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</a:gradFill>
            <a:ln w="2857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0152" name="Rectangle 155"/>
            <p:cNvSpPr>
              <a:spLocks noChangeArrowheads="1"/>
            </p:cNvSpPr>
            <p:nvPr/>
          </p:nvSpPr>
          <p:spPr bwMode="auto">
            <a:xfrm>
              <a:off x="4694" y="1752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</a:gradFill>
            <a:ln w="2857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90153" name="Group 156"/>
            <p:cNvGrpSpPr>
              <a:grpSpLocks/>
            </p:cNvGrpSpPr>
            <p:nvPr/>
          </p:nvGrpSpPr>
          <p:grpSpPr bwMode="auto">
            <a:xfrm>
              <a:off x="4649" y="2341"/>
              <a:ext cx="240" cy="90"/>
              <a:chOff x="4604" y="2478"/>
              <a:chExt cx="240" cy="90"/>
            </a:xfrm>
          </p:grpSpPr>
          <p:sp>
            <p:nvSpPr>
              <p:cNvPr id="90154" name="Line 157"/>
              <p:cNvSpPr>
                <a:spLocks noChangeShapeType="1"/>
              </p:cNvSpPr>
              <p:nvPr/>
            </p:nvSpPr>
            <p:spPr bwMode="auto">
              <a:xfrm>
                <a:off x="4604" y="2478"/>
                <a:ext cx="240" cy="0"/>
              </a:xfrm>
              <a:prstGeom prst="line">
                <a:avLst/>
              </a:prstGeom>
              <a:noFill/>
              <a:ln w="57150">
                <a:solidFill>
                  <a:srgbClr val="FF99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0155" name="Line 158"/>
              <p:cNvSpPr>
                <a:spLocks noChangeShapeType="1"/>
              </p:cNvSpPr>
              <p:nvPr/>
            </p:nvSpPr>
            <p:spPr bwMode="auto">
              <a:xfrm>
                <a:off x="4604" y="2568"/>
                <a:ext cx="240" cy="0"/>
              </a:xfrm>
              <a:prstGeom prst="line">
                <a:avLst/>
              </a:prstGeom>
              <a:noFill/>
              <a:ln w="57150">
                <a:solidFill>
                  <a:srgbClr val="FF99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sp>
        <p:nvSpPr>
          <p:cNvPr id="48287" name="Text Box 159"/>
          <p:cNvSpPr txBox="1">
            <a:spLocks noChangeArrowheads="1"/>
          </p:cNvSpPr>
          <p:nvPr/>
        </p:nvSpPr>
        <p:spPr bwMode="auto">
          <a:xfrm>
            <a:off x="539750" y="3429000"/>
            <a:ext cx="576263" cy="519113"/>
          </a:xfrm>
          <a:prstGeom prst="rect">
            <a:avLst/>
          </a:prstGeom>
          <a:solidFill>
            <a:srgbClr val="990033"/>
          </a:solidFill>
          <a:ln w="9525">
            <a:noFill/>
            <a:miter lim="800000"/>
            <a:headEnd/>
            <a:tailEnd/>
          </a:ln>
        </p:spPr>
        <p:txBody>
          <a:bodyPr lIns="90000" tIns="46800" rIns="90000" bIns="46800" anchor="ctr">
            <a:spAutoFit/>
          </a:bodyPr>
          <a:lstStyle/>
          <a:p>
            <a:pPr algn="ctr"/>
            <a:r>
              <a:rPr lang="zh-CN" altLang="en-US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解</a:t>
            </a:r>
            <a:endParaRPr lang="zh-CN" altLang="en-US" i="1">
              <a:solidFill>
                <a:schemeClr val="bg1"/>
              </a:solidFill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48288" name="Text Box 160"/>
          <p:cNvSpPr txBox="1">
            <a:spLocks noChangeArrowheads="1"/>
          </p:cNvSpPr>
          <p:nvPr/>
        </p:nvSpPr>
        <p:spPr bwMode="auto">
          <a:xfrm>
            <a:off x="1331913" y="3429000"/>
            <a:ext cx="2160587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/>
              <a:t>三要素为：</a:t>
            </a:r>
          </a:p>
        </p:txBody>
      </p:sp>
      <p:graphicFrame>
        <p:nvGraphicFramePr>
          <p:cNvPr id="48289" name="Object 161"/>
          <p:cNvGraphicFramePr>
            <a:graphicFrameLocks noChangeAspect="1"/>
          </p:cNvGraphicFramePr>
          <p:nvPr/>
        </p:nvGraphicFramePr>
        <p:xfrm>
          <a:off x="684213" y="4149725"/>
          <a:ext cx="3675062" cy="520700"/>
        </p:xfrm>
        <a:graphic>
          <a:graphicData uri="http://schemas.openxmlformats.org/presentationml/2006/ole">
            <p:oleObj spid="_x0000_s90158" r:id="rId7" imgW="1436760" imgH="207720" progId="Equation.3">
              <p:embed/>
            </p:oleObj>
          </a:graphicData>
        </a:graphic>
      </p:graphicFrame>
      <p:graphicFrame>
        <p:nvGraphicFramePr>
          <p:cNvPr id="48290" name="Object 162"/>
          <p:cNvGraphicFramePr>
            <a:graphicFrameLocks noChangeAspect="1"/>
          </p:cNvGraphicFramePr>
          <p:nvPr/>
        </p:nvGraphicFramePr>
        <p:xfrm>
          <a:off x="684213" y="4797425"/>
          <a:ext cx="1847850" cy="565150"/>
        </p:xfrm>
        <a:graphic>
          <a:graphicData uri="http://schemas.openxmlformats.org/presentationml/2006/ole">
            <p:oleObj spid="_x0000_s90159" r:id="rId8" imgW="660600" imgH="207720" progId="Equation.3">
              <p:embed/>
            </p:oleObj>
          </a:graphicData>
        </a:graphic>
      </p:graphicFrame>
      <p:graphicFrame>
        <p:nvGraphicFramePr>
          <p:cNvPr id="48291" name="Object 163"/>
          <p:cNvGraphicFramePr>
            <a:graphicFrameLocks noChangeAspect="1"/>
          </p:cNvGraphicFramePr>
          <p:nvPr/>
        </p:nvGraphicFramePr>
        <p:xfrm>
          <a:off x="684213" y="5445125"/>
          <a:ext cx="4111625" cy="554038"/>
        </p:xfrm>
        <a:graphic>
          <a:graphicData uri="http://schemas.openxmlformats.org/presentationml/2006/ole">
            <p:oleObj spid="_x0000_s90160" r:id="rId9" imgW="1668600" imgH="230760" progId="Equation.3">
              <p:embed/>
            </p:oleObj>
          </a:graphicData>
        </a:graphic>
      </p:graphicFrame>
      <p:grpSp>
        <p:nvGrpSpPr>
          <p:cNvPr id="90161" name="Group 164"/>
          <p:cNvGrpSpPr>
            <a:grpSpLocks/>
          </p:cNvGrpSpPr>
          <p:nvPr/>
        </p:nvGrpSpPr>
        <p:grpSpPr bwMode="auto">
          <a:xfrm>
            <a:off x="6588125" y="6446838"/>
            <a:ext cx="792163" cy="366712"/>
            <a:chOff x="4649" y="4020"/>
            <a:chExt cx="499" cy="231"/>
          </a:xfrm>
        </p:grpSpPr>
        <p:pic>
          <p:nvPicPr>
            <p:cNvPr id="90162" name="Picture 165" descr="78900"/>
            <p:cNvPicPr>
              <a:picLocks noChangeAspect="1" noChangeArrowheads="1"/>
            </p:cNvPicPr>
            <p:nvPr/>
          </p:nvPicPr>
          <p:blipFill>
            <a:blip r:embed="rId5"/>
            <a:srcRect/>
            <a:stretch>
              <a:fillRect/>
            </a:stretch>
          </p:blipFill>
          <p:spPr bwMode="auto"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90163" name="Text Box 166">
              <a:hlinkClick r:id="rId10" action="ppaction://hlinksldjump"/>
            </p:cNvPr>
            <p:cNvSpPr txBox="1">
              <a:spLocks noChangeArrowheads="1"/>
            </p:cNvSpPr>
            <p:nvPr/>
          </p:nvSpPr>
          <p:spPr bwMode="auto"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0">
                  <a:solidFill>
                    <a:schemeClr val="bg1"/>
                  </a:solidFill>
                  <a:latin typeface="隶书" pitchFamily="49" charset="-122"/>
                  <a:ea typeface="隶书" pitchFamily="49" charset="-122"/>
                </a:rPr>
                <a:t>返 回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" dur="500"/>
                                        <p:tgtEl>
                                          <p:spTgt spid="482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3000"/>
                                        <p:tgtEl>
                                          <p:spTgt spid="482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482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1000"/>
                                        <p:tgtEl>
                                          <p:spTgt spid="482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482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482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482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482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000"/>
                            </p:stCondLst>
                            <p:childTnLst>
                              <p:par>
                                <p:cTn id="31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482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500"/>
                            </p:stCondLst>
                            <p:childTnLst>
                              <p:par>
                                <p:cTn id="3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482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4828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4828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482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482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1000"/>
                            </p:stCondLst>
                            <p:childTnLst>
                              <p:par>
                                <p:cTn id="47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4828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4828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482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2000"/>
                                        <p:tgtEl>
                                          <p:spTgt spid="482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2000"/>
                                        <p:tgtEl>
                                          <p:spTgt spid="482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2000"/>
                                        <p:tgtEl>
                                          <p:spTgt spid="482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253" grpId="0" animBg="1"/>
      <p:bldP spid="48254" grpId="0"/>
      <p:bldP spid="48255" grpId="0"/>
      <p:bldP spid="48287" grpId="0" animBg="1"/>
      <p:bldP spid="48288" grpId="0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336" name="Object 120"/>
          <p:cNvGraphicFramePr>
            <a:graphicFrameLocks noChangeAspect="1"/>
          </p:cNvGraphicFramePr>
          <p:nvPr/>
        </p:nvGraphicFramePr>
        <p:xfrm>
          <a:off x="611188" y="2781300"/>
          <a:ext cx="7789862" cy="868363"/>
        </p:xfrm>
        <a:graphic>
          <a:graphicData uri="http://schemas.openxmlformats.org/presentationml/2006/ole">
            <p:oleObj spid="_x0000_s91137" r:id="rId3" imgW="2885400" imgH="311400" progId="Equation.3">
              <p:embed/>
            </p:oleObj>
          </a:graphicData>
        </a:graphic>
      </p:graphicFrame>
      <p:graphicFrame>
        <p:nvGraphicFramePr>
          <p:cNvPr id="9339" name="Object 123"/>
          <p:cNvGraphicFramePr>
            <a:graphicFrameLocks noChangeAspect="1"/>
          </p:cNvGraphicFramePr>
          <p:nvPr/>
        </p:nvGraphicFramePr>
        <p:xfrm>
          <a:off x="755650" y="930275"/>
          <a:ext cx="3000375" cy="519113"/>
        </p:xfrm>
        <a:graphic>
          <a:graphicData uri="http://schemas.openxmlformats.org/presentationml/2006/ole">
            <p:oleObj spid="_x0000_s91138" r:id="rId4" imgW="1170360" imgH="207720" progId="Equation.3">
              <p:embed/>
            </p:oleObj>
          </a:graphicData>
        </a:graphic>
      </p:graphicFrame>
      <p:graphicFrame>
        <p:nvGraphicFramePr>
          <p:cNvPr id="9340" name="Object 124"/>
          <p:cNvGraphicFramePr>
            <a:graphicFrameLocks noChangeAspect="1"/>
          </p:cNvGraphicFramePr>
          <p:nvPr/>
        </p:nvGraphicFramePr>
        <p:xfrm>
          <a:off x="684213" y="1506538"/>
          <a:ext cx="3074987" cy="523875"/>
        </p:xfrm>
        <a:graphic>
          <a:graphicData uri="http://schemas.openxmlformats.org/presentationml/2006/ole">
            <p:oleObj spid="_x0000_s91139" r:id="rId5" imgW="1193400" imgH="207720" progId="Equation.3">
              <p:embed/>
            </p:oleObj>
          </a:graphicData>
        </a:graphic>
      </p:graphicFrame>
      <p:graphicFrame>
        <p:nvGraphicFramePr>
          <p:cNvPr id="9341" name="Object 125"/>
          <p:cNvGraphicFramePr>
            <a:graphicFrameLocks noChangeAspect="1"/>
          </p:cNvGraphicFramePr>
          <p:nvPr/>
        </p:nvGraphicFramePr>
        <p:xfrm>
          <a:off x="725488" y="2154238"/>
          <a:ext cx="3657600" cy="554037"/>
        </p:xfrm>
        <a:graphic>
          <a:graphicData uri="http://schemas.openxmlformats.org/presentationml/2006/ole">
            <p:oleObj spid="_x0000_s91140" r:id="rId6" imgW="1483200" imgH="230760" progId="Equation.3">
              <p:embed/>
            </p:oleObj>
          </a:graphicData>
        </a:graphic>
      </p:graphicFrame>
      <p:graphicFrame>
        <p:nvGraphicFramePr>
          <p:cNvPr id="9342" name="Object 126"/>
          <p:cNvGraphicFramePr>
            <a:graphicFrameLocks noChangeAspect="1"/>
          </p:cNvGraphicFramePr>
          <p:nvPr/>
        </p:nvGraphicFramePr>
        <p:xfrm>
          <a:off x="611188" y="3500438"/>
          <a:ext cx="7818437" cy="847725"/>
        </p:xfrm>
        <a:graphic>
          <a:graphicData uri="http://schemas.openxmlformats.org/presentationml/2006/ole">
            <p:oleObj spid="_x0000_s91141" r:id="rId7" imgW="2966400" imgH="311400" progId="Equation.3">
              <p:embed/>
            </p:oleObj>
          </a:graphicData>
        </a:graphic>
      </p:graphicFrame>
      <p:graphicFrame>
        <p:nvGraphicFramePr>
          <p:cNvPr id="9343" name="Object 127"/>
          <p:cNvGraphicFramePr>
            <a:graphicFrameLocks noChangeAspect="1"/>
          </p:cNvGraphicFramePr>
          <p:nvPr/>
        </p:nvGraphicFramePr>
        <p:xfrm>
          <a:off x="539750" y="4292600"/>
          <a:ext cx="7010400" cy="1085850"/>
        </p:xfrm>
        <a:graphic>
          <a:graphicData uri="http://schemas.openxmlformats.org/presentationml/2006/ole">
            <p:oleObj spid="_x0000_s91142" r:id="rId8" imgW="2595600" imgH="392040" progId="Equation.3">
              <p:embed/>
            </p:oleObj>
          </a:graphicData>
        </a:graphic>
      </p:graphicFrame>
      <p:grpSp>
        <p:nvGrpSpPr>
          <p:cNvPr id="91143" name="Group 133"/>
          <p:cNvGrpSpPr>
            <a:grpSpLocks/>
          </p:cNvGrpSpPr>
          <p:nvPr/>
        </p:nvGrpSpPr>
        <p:grpSpPr bwMode="auto"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91144" name="Picture 134" descr="78900"/>
            <p:cNvPicPr>
              <a:picLocks noChangeAspect="1" noChangeArrowheads="1"/>
            </p:cNvPicPr>
            <p:nvPr/>
          </p:nvPicPr>
          <p:blipFill>
            <a:blip r:embed="rId9"/>
            <a:srcRect/>
            <a:stretch>
              <a:fillRect/>
            </a:stretch>
          </p:blipFill>
          <p:spPr bwMode="auto"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91145" name="Text Box 135">
              <a:hlinkClick r:id="" action="ppaction://hlinkshowjump?jump=nextslide"/>
            </p:cNvPr>
            <p:cNvSpPr txBox="1">
              <a:spLocks noChangeArrowheads="1"/>
            </p:cNvSpPr>
            <p:nvPr/>
          </p:nvSpPr>
          <p:spPr bwMode="auto"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0">
                  <a:solidFill>
                    <a:schemeClr val="bg1"/>
                  </a:solidFill>
                  <a:latin typeface="隶书" pitchFamily="49" charset="-122"/>
                  <a:ea typeface="隶书" pitchFamily="49" charset="-122"/>
                </a:rPr>
                <a:t>下 页</a:t>
              </a:r>
            </a:p>
          </p:txBody>
        </p:sp>
      </p:grpSp>
      <p:grpSp>
        <p:nvGrpSpPr>
          <p:cNvPr id="91146" name="Group 136"/>
          <p:cNvGrpSpPr>
            <a:grpSpLocks/>
          </p:cNvGrpSpPr>
          <p:nvPr/>
        </p:nvGrpSpPr>
        <p:grpSpPr bwMode="auto">
          <a:xfrm>
            <a:off x="7453313" y="6446838"/>
            <a:ext cx="792162" cy="366712"/>
            <a:chOff x="4649" y="4020"/>
            <a:chExt cx="499" cy="231"/>
          </a:xfrm>
        </p:grpSpPr>
        <p:pic>
          <p:nvPicPr>
            <p:cNvPr id="91147" name="Picture 137" descr="78900"/>
            <p:cNvPicPr>
              <a:picLocks noChangeAspect="1" noChangeArrowheads="1"/>
            </p:cNvPicPr>
            <p:nvPr/>
          </p:nvPicPr>
          <p:blipFill>
            <a:blip r:embed="rId9"/>
            <a:srcRect/>
            <a:stretch>
              <a:fillRect/>
            </a:stretch>
          </p:blipFill>
          <p:spPr bwMode="auto"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91148" name="Text Box 138">
              <a:hlinkClick r:id="" action="ppaction://hlinkshowjump?jump=previousslide"/>
            </p:cNvPr>
            <p:cNvSpPr txBox="1">
              <a:spLocks noChangeArrowheads="1"/>
            </p:cNvSpPr>
            <p:nvPr/>
          </p:nvSpPr>
          <p:spPr bwMode="auto"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0">
                  <a:solidFill>
                    <a:schemeClr val="bg1"/>
                  </a:solidFill>
                  <a:latin typeface="隶书" pitchFamily="49" charset="-122"/>
                  <a:ea typeface="隶书" pitchFamily="49" charset="-122"/>
                </a:rPr>
                <a:t>上 页</a:t>
              </a:r>
            </a:p>
          </p:txBody>
        </p:sp>
      </p:grpSp>
      <p:grpSp>
        <p:nvGrpSpPr>
          <p:cNvPr id="91149" name="Group 142"/>
          <p:cNvGrpSpPr>
            <a:grpSpLocks/>
          </p:cNvGrpSpPr>
          <p:nvPr/>
        </p:nvGrpSpPr>
        <p:grpSpPr bwMode="auto">
          <a:xfrm>
            <a:off x="4572000" y="692150"/>
            <a:ext cx="4079875" cy="2016125"/>
            <a:chOff x="2971" y="1389"/>
            <a:chExt cx="2570" cy="1270"/>
          </a:xfrm>
        </p:grpSpPr>
        <p:sp>
          <p:nvSpPr>
            <p:cNvPr id="91150" name="Oval 143"/>
            <p:cNvSpPr>
              <a:spLocks noChangeArrowheads="1"/>
            </p:cNvSpPr>
            <p:nvPr/>
          </p:nvSpPr>
          <p:spPr bwMode="auto">
            <a:xfrm>
              <a:off x="2971" y="1888"/>
              <a:ext cx="363" cy="363"/>
            </a:xfrm>
            <a:prstGeom prst="ellipse">
              <a:avLst/>
            </a:prstGeom>
            <a:gradFill rotWithShape="1">
              <a:gsLst>
                <a:gs pos="0">
                  <a:srgbClr val="0099FF"/>
                </a:gs>
                <a:gs pos="100000">
                  <a:srgbClr val="004776"/>
                </a:gs>
              </a:gsLst>
              <a:path path="shape">
                <a:fillToRect l="50000" t="50000" r="50000" b="50000"/>
              </a:path>
            </a:gradFill>
            <a:ln w="38100">
              <a:solidFill>
                <a:srgbClr val="FF99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1151" name="Line 144"/>
            <p:cNvSpPr>
              <a:spLocks noChangeShapeType="1"/>
            </p:cNvSpPr>
            <p:nvPr/>
          </p:nvSpPr>
          <p:spPr bwMode="auto">
            <a:xfrm>
              <a:off x="3878" y="1480"/>
              <a:ext cx="1407" cy="0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152" name="Line 145"/>
            <p:cNvSpPr>
              <a:spLocks noChangeShapeType="1"/>
            </p:cNvSpPr>
            <p:nvPr/>
          </p:nvSpPr>
          <p:spPr bwMode="auto">
            <a:xfrm>
              <a:off x="4740" y="1480"/>
              <a:ext cx="0" cy="861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 type="oval" w="med" len="med"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153" name="Line 146"/>
            <p:cNvSpPr>
              <a:spLocks noChangeShapeType="1"/>
            </p:cNvSpPr>
            <p:nvPr/>
          </p:nvSpPr>
          <p:spPr bwMode="auto">
            <a:xfrm flipH="1" flipV="1">
              <a:off x="4740" y="2433"/>
              <a:ext cx="0" cy="226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 type="oval" w="med" len="med"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154" name="Line 147"/>
            <p:cNvSpPr>
              <a:spLocks noChangeShapeType="1"/>
            </p:cNvSpPr>
            <p:nvPr/>
          </p:nvSpPr>
          <p:spPr bwMode="auto">
            <a:xfrm>
              <a:off x="5284" y="1480"/>
              <a:ext cx="0" cy="453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 type="oval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155" name="Line 148"/>
            <p:cNvSpPr>
              <a:spLocks noChangeShapeType="1"/>
            </p:cNvSpPr>
            <p:nvPr/>
          </p:nvSpPr>
          <p:spPr bwMode="auto">
            <a:xfrm>
              <a:off x="5193" y="1570"/>
              <a:ext cx="0" cy="317"/>
            </a:xfrm>
            <a:prstGeom prst="line">
              <a:avLst/>
            </a:prstGeom>
            <a:noFill/>
            <a:ln w="28575">
              <a:solidFill>
                <a:srgbClr val="00FFFF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156" name="Text Box 149"/>
            <p:cNvSpPr txBox="1">
              <a:spLocks noChangeArrowheads="1"/>
            </p:cNvSpPr>
            <p:nvPr/>
          </p:nvSpPr>
          <p:spPr bwMode="auto">
            <a:xfrm>
              <a:off x="3152" y="1597"/>
              <a:ext cx="257" cy="327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+</a:t>
              </a:r>
            </a:p>
          </p:txBody>
        </p:sp>
        <p:sp>
          <p:nvSpPr>
            <p:cNvPr id="91157" name="Text Box 150"/>
            <p:cNvSpPr txBox="1">
              <a:spLocks noChangeArrowheads="1"/>
            </p:cNvSpPr>
            <p:nvPr/>
          </p:nvSpPr>
          <p:spPr bwMode="auto">
            <a:xfrm>
              <a:off x="3198" y="2186"/>
              <a:ext cx="243" cy="327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–</a:t>
              </a:r>
            </a:p>
          </p:txBody>
        </p:sp>
        <p:sp>
          <p:nvSpPr>
            <p:cNvPr id="91158" name="Text Box 151"/>
            <p:cNvSpPr txBox="1">
              <a:spLocks noChangeArrowheads="1"/>
            </p:cNvSpPr>
            <p:nvPr/>
          </p:nvSpPr>
          <p:spPr bwMode="auto">
            <a:xfrm>
              <a:off x="3379" y="1461"/>
              <a:ext cx="590" cy="327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1H</a:t>
              </a:r>
              <a:endParaRPr lang="en-US" altLang="zh-CN" b="0" baseline="-2500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91159" name="Text Box 152"/>
            <p:cNvSpPr txBox="1">
              <a:spLocks noChangeArrowheads="1"/>
            </p:cNvSpPr>
            <p:nvPr/>
          </p:nvSpPr>
          <p:spPr bwMode="auto">
            <a:xfrm>
              <a:off x="4073" y="2232"/>
              <a:ext cx="633" cy="327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0.25F</a:t>
              </a:r>
            </a:p>
          </p:txBody>
        </p:sp>
        <p:sp>
          <p:nvSpPr>
            <p:cNvPr id="91160" name="Line 153"/>
            <p:cNvSpPr>
              <a:spLocks noChangeShapeType="1"/>
            </p:cNvSpPr>
            <p:nvPr/>
          </p:nvSpPr>
          <p:spPr bwMode="auto">
            <a:xfrm>
              <a:off x="3152" y="2659"/>
              <a:ext cx="2132" cy="0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161" name="Line 154"/>
            <p:cNvSpPr>
              <a:spLocks noChangeShapeType="1"/>
            </p:cNvSpPr>
            <p:nvPr/>
          </p:nvSpPr>
          <p:spPr bwMode="auto">
            <a:xfrm flipV="1">
              <a:off x="5284" y="1842"/>
              <a:ext cx="227" cy="338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162" name="Line 155"/>
            <p:cNvSpPr>
              <a:spLocks noChangeShapeType="1"/>
            </p:cNvSpPr>
            <p:nvPr/>
          </p:nvSpPr>
          <p:spPr bwMode="auto">
            <a:xfrm flipH="1" flipV="1">
              <a:off x="5284" y="1933"/>
              <a:ext cx="181" cy="227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163" name="Line 156"/>
            <p:cNvSpPr>
              <a:spLocks noChangeShapeType="1"/>
            </p:cNvSpPr>
            <p:nvPr/>
          </p:nvSpPr>
          <p:spPr bwMode="auto">
            <a:xfrm flipH="1">
              <a:off x="3152" y="1480"/>
              <a:ext cx="0" cy="1179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164" name="Text Box 157"/>
            <p:cNvSpPr txBox="1">
              <a:spLocks noChangeArrowheads="1"/>
            </p:cNvSpPr>
            <p:nvPr/>
          </p:nvSpPr>
          <p:spPr bwMode="auto">
            <a:xfrm>
              <a:off x="4175" y="1461"/>
              <a:ext cx="400" cy="327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5</a:t>
              </a:r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  <a:sym typeface="Symbol" pitchFamily="18" charset="2"/>
                </a:rPr>
                <a:t></a:t>
              </a:r>
              <a:endParaRPr lang="en-US" altLang="zh-CN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91165" name="Text Box 158"/>
            <p:cNvSpPr txBox="1">
              <a:spLocks noChangeArrowheads="1"/>
            </p:cNvSpPr>
            <p:nvPr/>
          </p:nvSpPr>
          <p:spPr bwMode="auto">
            <a:xfrm>
              <a:off x="4312" y="1778"/>
              <a:ext cx="400" cy="327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2</a:t>
              </a:r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  <a:sym typeface="Symbol" pitchFamily="18" charset="2"/>
                </a:rPr>
                <a:t></a:t>
              </a:r>
              <a:endParaRPr lang="en-US" altLang="zh-CN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91166" name="Line 159"/>
            <p:cNvSpPr>
              <a:spLocks noChangeShapeType="1"/>
            </p:cNvSpPr>
            <p:nvPr/>
          </p:nvSpPr>
          <p:spPr bwMode="auto">
            <a:xfrm>
              <a:off x="5283" y="2160"/>
              <a:ext cx="1" cy="499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 type="oval" w="med" len="med"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167" name="Text Box 160"/>
            <p:cNvSpPr txBox="1">
              <a:spLocks noChangeArrowheads="1"/>
            </p:cNvSpPr>
            <p:nvPr/>
          </p:nvSpPr>
          <p:spPr bwMode="auto">
            <a:xfrm>
              <a:off x="5284" y="2141"/>
              <a:ext cx="257" cy="327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S</a:t>
              </a:r>
            </a:p>
          </p:txBody>
        </p:sp>
        <p:sp>
          <p:nvSpPr>
            <p:cNvPr id="91168" name="Text Box 161"/>
            <p:cNvSpPr txBox="1">
              <a:spLocks noChangeArrowheads="1"/>
            </p:cNvSpPr>
            <p:nvPr/>
          </p:nvSpPr>
          <p:spPr bwMode="auto">
            <a:xfrm>
              <a:off x="3243" y="1914"/>
              <a:ext cx="590" cy="327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10V</a:t>
              </a:r>
              <a:endParaRPr lang="en-US" altLang="zh-CN" b="0" baseline="-2500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91169" name="Text Box 162"/>
            <p:cNvSpPr txBox="1">
              <a:spLocks noChangeArrowheads="1"/>
            </p:cNvSpPr>
            <p:nvPr/>
          </p:nvSpPr>
          <p:spPr bwMode="auto">
            <a:xfrm>
              <a:off x="5008" y="1642"/>
              <a:ext cx="178" cy="327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i</a:t>
              </a:r>
              <a:endParaRPr lang="en-US" altLang="zh-CN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91170" name="Line 163"/>
            <p:cNvSpPr>
              <a:spLocks noChangeShapeType="1"/>
            </p:cNvSpPr>
            <p:nvPr/>
          </p:nvSpPr>
          <p:spPr bwMode="auto">
            <a:xfrm>
              <a:off x="3152" y="1480"/>
              <a:ext cx="319" cy="0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91171" name="Group 164"/>
            <p:cNvGrpSpPr>
              <a:grpSpLocks/>
            </p:cNvGrpSpPr>
            <p:nvPr/>
          </p:nvGrpSpPr>
          <p:grpSpPr bwMode="auto">
            <a:xfrm>
              <a:off x="3424" y="1389"/>
              <a:ext cx="499" cy="590"/>
              <a:chOff x="476" y="663"/>
              <a:chExt cx="771" cy="862"/>
            </a:xfrm>
          </p:grpSpPr>
          <p:sp>
            <p:nvSpPr>
              <p:cNvPr id="91172" name="AutoShape 165"/>
              <p:cNvSpPr>
                <a:spLocks noChangeArrowheads="1"/>
              </p:cNvSpPr>
              <p:nvPr/>
            </p:nvSpPr>
            <p:spPr bwMode="auto">
              <a:xfrm>
                <a:off x="476" y="663"/>
                <a:ext cx="317" cy="862"/>
              </a:xfrm>
              <a:custGeom>
                <a:avLst/>
                <a:gdLst/>
                <a:ahLst/>
                <a:cxnLst>
                  <a:cxn ang="0">
                    <a:pos x="2646" y="3717"/>
                  </a:cxn>
                  <a:cxn ang="0">
                    <a:pos x="10800" y="0"/>
                  </a:cxn>
                  <a:cxn ang="0">
                    <a:pos x="18953" y="3717"/>
                  </a:cxn>
                  <a:cxn ang="0">
                    <a:pos x="10799" y="0"/>
                  </a:cxn>
                  <a:cxn ang="0">
                    <a:pos x="2646" y="3717"/>
                  </a:cxn>
                </a:cxnLst>
                <a:rect l="0" t="0" r="r" b="b"/>
                <a:pathLst>
                  <a:path w="21600" h="21600">
                    <a:moveTo>
                      <a:pt x="2646" y="3717"/>
                    </a:moveTo>
                    <a:cubicBezTo>
                      <a:pt x="4698" y="1356"/>
                      <a:pt x="7672" y="-1"/>
                      <a:pt x="10800" y="0"/>
                    </a:cubicBezTo>
                    <a:cubicBezTo>
                      <a:pt x="13927" y="0"/>
                      <a:pt x="16901" y="1356"/>
                      <a:pt x="18953" y="3717"/>
                    </a:cubicBezTo>
                    <a:cubicBezTo>
                      <a:pt x="16901" y="1356"/>
                      <a:pt x="13927" y="-1"/>
                      <a:pt x="10799" y="0"/>
                    </a:cubicBezTo>
                    <a:cubicBezTo>
                      <a:pt x="7672" y="0"/>
                      <a:pt x="4698" y="1356"/>
                      <a:pt x="2646" y="3717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764700"/>
                  </a:gs>
                  <a:gs pos="50000">
                    <a:srgbClr val="FF9900"/>
                  </a:gs>
                  <a:gs pos="100000">
                    <a:srgbClr val="764700"/>
                  </a:gs>
                </a:gsLst>
                <a:lin ang="5400000" scaled="1"/>
              </a:gradFill>
              <a:ln w="38100">
                <a:solidFill>
                  <a:srgbClr val="FF99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1173" name="AutoShape 166"/>
              <p:cNvSpPr>
                <a:spLocks noChangeArrowheads="1"/>
              </p:cNvSpPr>
              <p:nvPr/>
            </p:nvSpPr>
            <p:spPr bwMode="auto">
              <a:xfrm>
                <a:off x="703" y="663"/>
                <a:ext cx="317" cy="862"/>
              </a:xfrm>
              <a:custGeom>
                <a:avLst/>
                <a:gdLst/>
                <a:ahLst/>
                <a:cxnLst>
                  <a:cxn ang="0">
                    <a:pos x="2646" y="3717"/>
                  </a:cxn>
                  <a:cxn ang="0">
                    <a:pos x="10800" y="0"/>
                  </a:cxn>
                  <a:cxn ang="0">
                    <a:pos x="18953" y="3717"/>
                  </a:cxn>
                  <a:cxn ang="0">
                    <a:pos x="10799" y="0"/>
                  </a:cxn>
                  <a:cxn ang="0">
                    <a:pos x="2646" y="3717"/>
                  </a:cxn>
                </a:cxnLst>
                <a:rect l="0" t="0" r="r" b="b"/>
                <a:pathLst>
                  <a:path w="21600" h="21600">
                    <a:moveTo>
                      <a:pt x="2646" y="3717"/>
                    </a:moveTo>
                    <a:cubicBezTo>
                      <a:pt x="4698" y="1356"/>
                      <a:pt x="7672" y="-1"/>
                      <a:pt x="10800" y="0"/>
                    </a:cubicBezTo>
                    <a:cubicBezTo>
                      <a:pt x="13927" y="0"/>
                      <a:pt x="16901" y="1356"/>
                      <a:pt x="18953" y="3717"/>
                    </a:cubicBezTo>
                    <a:cubicBezTo>
                      <a:pt x="16901" y="1356"/>
                      <a:pt x="13927" y="-1"/>
                      <a:pt x="10799" y="0"/>
                    </a:cubicBezTo>
                    <a:cubicBezTo>
                      <a:pt x="7672" y="0"/>
                      <a:pt x="4698" y="1356"/>
                      <a:pt x="2646" y="3717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764700"/>
                  </a:gs>
                  <a:gs pos="50000">
                    <a:srgbClr val="FF9900"/>
                  </a:gs>
                  <a:gs pos="100000">
                    <a:srgbClr val="764700"/>
                  </a:gs>
                </a:gsLst>
                <a:lin ang="5400000" scaled="1"/>
              </a:gradFill>
              <a:ln w="38100">
                <a:solidFill>
                  <a:srgbClr val="FF99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1174" name="AutoShape 167"/>
              <p:cNvSpPr>
                <a:spLocks noChangeArrowheads="1"/>
              </p:cNvSpPr>
              <p:nvPr/>
            </p:nvSpPr>
            <p:spPr bwMode="auto">
              <a:xfrm>
                <a:off x="930" y="663"/>
                <a:ext cx="317" cy="862"/>
              </a:xfrm>
              <a:custGeom>
                <a:avLst/>
                <a:gdLst/>
                <a:ahLst/>
                <a:cxnLst>
                  <a:cxn ang="0">
                    <a:pos x="2646" y="3717"/>
                  </a:cxn>
                  <a:cxn ang="0">
                    <a:pos x="10800" y="0"/>
                  </a:cxn>
                  <a:cxn ang="0">
                    <a:pos x="18953" y="3717"/>
                  </a:cxn>
                  <a:cxn ang="0">
                    <a:pos x="10799" y="0"/>
                  </a:cxn>
                  <a:cxn ang="0">
                    <a:pos x="2646" y="3717"/>
                  </a:cxn>
                </a:cxnLst>
                <a:rect l="0" t="0" r="r" b="b"/>
                <a:pathLst>
                  <a:path w="21600" h="21600">
                    <a:moveTo>
                      <a:pt x="2646" y="3717"/>
                    </a:moveTo>
                    <a:cubicBezTo>
                      <a:pt x="4698" y="1356"/>
                      <a:pt x="7672" y="-1"/>
                      <a:pt x="10800" y="0"/>
                    </a:cubicBezTo>
                    <a:cubicBezTo>
                      <a:pt x="13927" y="0"/>
                      <a:pt x="16901" y="1356"/>
                      <a:pt x="18953" y="3717"/>
                    </a:cubicBezTo>
                    <a:cubicBezTo>
                      <a:pt x="16901" y="1356"/>
                      <a:pt x="13927" y="-1"/>
                      <a:pt x="10799" y="0"/>
                    </a:cubicBezTo>
                    <a:cubicBezTo>
                      <a:pt x="7672" y="0"/>
                      <a:pt x="4698" y="1356"/>
                      <a:pt x="2646" y="3717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764700"/>
                  </a:gs>
                  <a:gs pos="50000">
                    <a:srgbClr val="FF9900"/>
                  </a:gs>
                  <a:gs pos="100000">
                    <a:srgbClr val="764700"/>
                  </a:gs>
                </a:gsLst>
                <a:lin ang="5400000" scaled="1"/>
              </a:gradFill>
              <a:ln w="38100">
                <a:solidFill>
                  <a:srgbClr val="FF99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91175" name="Rectangle 168"/>
            <p:cNvSpPr>
              <a:spLocks noChangeArrowheads="1"/>
            </p:cNvSpPr>
            <p:nvPr/>
          </p:nvSpPr>
          <p:spPr bwMode="auto">
            <a:xfrm>
              <a:off x="4195" y="1389"/>
              <a:ext cx="317" cy="136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</a:gradFill>
            <a:ln w="2857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1176" name="Rectangle 169"/>
            <p:cNvSpPr>
              <a:spLocks noChangeArrowheads="1"/>
            </p:cNvSpPr>
            <p:nvPr/>
          </p:nvSpPr>
          <p:spPr bwMode="auto">
            <a:xfrm>
              <a:off x="4694" y="1752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</a:gradFill>
            <a:ln w="2857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91177" name="Group 170"/>
            <p:cNvGrpSpPr>
              <a:grpSpLocks/>
            </p:cNvGrpSpPr>
            <p:nvPr/>
          </p:nvGrpSpPr>
          <p:grpSpPr bwMode="auto">
            <a:xfrm>
              <a:off x="4649" y="2341"/>
              <a:ext cx="240" cy="90"/>
              <a:chOff x="4604" y="2478"/>
              <a:chExt cx="240" cy="90"/>
            </a:xfrm>
          </p:grpSpPr>
          <p:sp>
            <p:nvSpPr>
              <p:cNvPr id="91178" name="Line 171"/>
              <p:cNvSpPr>
                <a:spLocks noChangeShapeType="1"/>
              </p:cNvSpPr>
              <p:nvPr/>
            </p:nvSpPr>
            <p:spPr bwMode="auto">
              <a:xfrm>
                <a:off x="4604" y="2478"/>
                <a:ext cx="240" cy="0"/>
              </a:xfrm>
              <a:prstGeom prst="line">
                <a:avLst/>
              </a:prstGeom>
              <a:noFill/>
              <a:ln w="57150">
                <a:solidFill>
                  <a:srgbClr val="FF99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1179" name="Line 172"/>
              <p:cNvSpPr>
                <a:spLocks noChangeShapeType="1"/>
              </p:cNvSpPr>
              <p:nvPr/>
            </p:nvSpPr>
            <p:spPr bwMode="auto">
              <a:xfrm>
                <a:off x="4604" y="2568"/>
                <a:ext cx="240" cy="0"/>
              </a:xfrm>
              <a:prstGeom prst="line">
                <a:avLst/>
              </a:prstGeom>
              <a:noFill/>
              <a:ln w="57150">
                <a:solidFill>
                  <a:srgbClr val="FF99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grpSp>
        <p:nvGrpSpPr>
          <p:cNvPr id="91180" name="Group 173"/>
          <p:cNvGrpSpPr>
            <a:grpSpLocks/>
          </p:cNvGrpSpPr>
          <p:nvPr/>
        </p:nvGrpSpPr>
        <p:grpSpPr bwMode="auto">
          <a:xfrm>
            <a:off x="6588125" y="6446838"/>
            <a:ext cx="792163" cy="366712"/>
            <a:chOff x="4649" y="4020"/>
            <a:chExt cx="499" cy="231"/>
          </a:xfrm>
        </p:grpSpPr>
        <p:pic>
          <p:nvPicPr>
            <p:cNvPr id="91181" name="Picture 174" descr="78900"/>
            <p:cNvPicPr>
              <a:picLocks noChangeAspect="1" noChangeArrowheads="1"/>
            </p:cNvPicPr>
            <p:nvPr/>
          </p:nvPicPr>
          <p:blipFill>
            <a:blip r:embed="rId9"/>
            <a:srcRect/>
            <a:stretch>
              <a:fillRect/>
            </a:stretch>
          </p:blipFill>
          <p:spPr bwMode="auto"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91182" name="Text Box 175">
              <a:hlinkClick r:id="rId10" action="ppaction://hlinksldjump"/>
            </p:cNvPr>
            <p:cNvSpPr txBox="1">
              <a:spLocks noChangeArrowheads="1"/>
            </p:cNvSpPr>
            <p:nvPr/>
          </p:nvSpPr>
          <p:spPr bwMode="auto"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0">
                  <a:solidFill>
                    <a:schemeClr val="bg1"/>
                  </a:solidFill>
                  <a:latin typeface="隶书" pitchFamily="49" charset="-122"/>
                  <a:ea typeface="隶书" pitchFamily="49" charset="-122"/>
                </a:rPr>
                <a:t>返 回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93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93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000"/>
                                        <p:tgtEl>
                                          <p:spTgt spid="93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2000"/>
                                        <p:tgtEl>
                                          <p:spTgt spid="93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2000"/>
                                        <p:tgtEl>
                                          <p:spTgt spid="93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2000"/>
                                        <p:tgtEl>
                                          <p:spTgt spid="93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Text Box 2"/>
          <p:cNvSpPr txBox="1">
            <a:spLocks noChangeArrowheads="1"/>
          </p:cNvSpPr>
          <p:nvPr/>
        </p:nvSpPr>
        <p:spPr bwMode="auto">
          <a:xfrm>
            <a:off x="1547813" y="404813"/>
            <a:ext cx="7056437" cy="1165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>
              <a:lnSpc>
                <a:spcPct val="110000"/>
              </a:lnSpc>
            </a:pPr>
            <a:r>
              <a:rPr lang="zh-CN" altLang="en-US">
                <a:latin typeface="楷体_GB2312" pitchFamily="49" charset="-122"/>
              </a:rPr>
              <a:t>已知：电感无初始储能</a:t>
            </a:r>
            <a:r>
              <a:rPr lang="en-US" altLang="zh-CN" sz="3200" b="0" i="1">
                <a:latin typeface="Times New Roman" pitchFamily="18" charset="0"/>
                <a:ea typeface="仿宋_GB2312" pitchFamily="49" charset="-122"/>
              </a:rPr>
              <a:t>t </a:t>
            </a:r>
            <a:r>
              <a:rPr lang="en-US" altLang="zh-CN" sz="3200" b="0">
                <a:latin typeface="Times New Roman" pitchFamily="18" charset="0"/>
                <a:ea typeface="仿宋_GB2312" pitchFamily="49" charset="-122"/>
              </a:rPr>
              <a:t>= 0</a:t>
            </a:r>
            <a:r>
              <a:rPr lang="en-US" altLang="zh-CN">
                <a:latin typeface="仿宋_GB2312" pitchFamily="49" charset="-122"/>
                <a:ea typeface="仿宋_GB2312" pitchFamily="49" charset="-122"/>
              </a:rPr>
              <a:t> </a:t>
            </a:r>
            <a:r>
              <a:rPr lang="zh-CN" altLang="en-US">
                <a:latin typeface="楷体_GB2312" pitchFamily="49" charset="-122"/>
              </a:rPr>
              <a:t>时合</a:t>
            </a:r>
            <a:r>
              <a:rPr lang="en-US" altLang="zh-CN" b="0">
                <a:latin typeface="Times New Roman" pitchFamily="18" charset="0"/>
                <a:ea typeface="仿宋_GB2312" pitchFamily="49" charset="-122"/>
              </a:rPr>
              <a:t>S</a:t>
            </a:r>
            <a:r>
              <a:rPr lang="en-US" altLang="zh-CN" b="0" baseline="-25000">
                <a:latin typeface="Times New Roman" pitchFamily="18" charset="0"/>
                <a:ea typeface="仿宋_GB2312" pitchFamily="49" charset="-122"/>
              </a:rPr>
              <a:t>1</a:t>
            </a:r>
            <a:r>
              <a:rPr lang="en-US" altLang="zh-CN" baseline="-25000">
                <a:latin typeface="Times New Roman" pitchFamily="18" charset="0"/>
                <a:ea typeface="仿宋_GB2312" pitchFamily="49" charset="-122"/>
              </a:rPr>
              <a:t> </a:t>
            </a:r>
            <a:r>
              <a:rPr lang="en-US" altLang="zh-CN">
                <a:latin typeface="Times New Roman" pitchFamily="18" charset="0"/>
                <a:ea typeface="仿宋_GB2312" pitchFamily="49" charset="-122"/>
              </a:rPr>
              <a:t>, </a:t>
            </a:r>
            <a:r>
              <a:rPr lang="en-US" altLang="zh-CN" sz="3200" b="0" i="1">
                <a:latin typeface="Times New Roman" pitchFamily="18" charset="0"/>
                <a:ea typeface="仿宋_GB2312" pitchFamily="49" charset="-122"/>
              </a:rPr>
              <a:t>t </a:t>
            </a:r>
            <a:r>
              <a:rPr lang="en-US" altLang="zh-CN" sz="3200" b="0">
                <a:latin typeface="Times New Roman" pitchFamily="18" charset="0"/>
                <a:ea typeface="仿宋_GB2312" pitchFamily="49" charset="-122"/>
              </a:rPr>
              <a:t>=0.2s</a:t>
            </a:r>
            <a:r>
              <a:rPr lang="zh-CN" altLang="en-US">
                <a:latin typeface="楷体_GB2312" pitchFamily="49" charset="-122"/>
              </a:rPr>
              <a:t>时合</a:t>
            </a:r>
            <a:r>
              <a:rPr lang="en-US" altLang="zh-CN" b="0">
                <a:latin typeface="Times New Roman" pitchFamily="18" charset="0"/>
                <a:ea typeface="仿宋_GB2312" pitchFamily="49" charset="-122"/>
              </a:rPr>
              <a:t>S</a:t>
            </a:r>
            <a:r>
              <a:rPr lang="en-US" altLang="zh-CN" b="0" baseline="-25000">
                <a:latin typeface="Times New Roman" pitchFamily="18" charset="0"/>
                <a:ea typeface="仿宋_GB2312" pitchFamily="49" charset="-122"/>
              </a:rPr>
              <a:t>2 </a:t>
            </a:r>
            <a:r>
              <a:rPr lang="zh-CN" altLang="en-US">
                <a:latin typeface="楷体_GB2312" pitchFamily="49" charset="-122"/>
              </a:rPr>
              <a:t>，求两次换路后的电感电流</a:t>
            </a:r>
            <a:r>
              <a:rPr lang="en-US" altLang="zh-CN" sz="3200" b="0" i="1">
                <a:solidFill>
                  <a:schemeClr val="bg1"/>
                </a:solidFill>
                <a:latin typeface="Times New Roman" pitchFamily="18" charset="0"/>
                <a:ea typeface="仿宋_GB2312" pitchFamily="49" charset="-122"/>
              </a:rPr>
              <a:t>i</a:t>
            </a:r>
            <a:r>
              <a:rPr lang="en-US" altLang="zh-CN" sz="3200" b="0">
                <a:solidFill>
                  <a:schemeClr val="bg1"/>
                </a:solidFill>
                <a:latin typeface="Times New Roman" pitchFamily="18" charset="0"/>
                <a:ea typeface="仿宋_GB2312" pitchFamily="49" charset="-122"/>
              </a:rPr>
              <a:t>(</a:t>
            </a:r>
            <a:r>
              <a:rPr lang="en-US" altLang="zh-CN" sz="3200" b="0" i="1">
                <a:solidFill>
                  <a:schemeClr val="bg1"/>
                </a:solidFill>
                <a:latin typeface="Times New Roman" pitchFamily="18" charset="0"/>
                <a:ea typeface="仿宋_GB2312" pitchFamily="49" charset="-122"/>
              </a:rPr>
              <a:t>t</a:t>
            </a:r>
            <a:r>
              <a:rPr lang="en-US" altLang="zh-CN" sz="3200" b="0">
                <a:solidFill>
                  <a:schemeClr val="bg1"/>
                </a:solidFill>
                <a:latin typeface="Times New Roman" pitchFamily="18" charset="0"/>
                <a:ea typeface="仿宋_GB2312" pitchFamily="49" charset="-122"/>
              </a:rPr>
              <a:t>)</a:t>
            </a:r>
            <a:r>
              <a:rPr lang="zh-CN" altLang="en-US">
                <a:latin typeface="Times New Roman" pitchFamily="18" charset="0"/>
                <a:ea typeface="仿宋_GB2312" pitchFamily="49" charset="-122"/>
              </a:rPr>
              <a:t>。</a:t>
            </a:r>
          </a:p>
        </p:txBody>
      </p:sp>
      <p:sp>
        <p:nvSpPr>
          <p:cNvPr id="128003" name="Text Box 3" descr="绿色大理石"/>
          <p:cNvSpPr txBox="1">
            <a:spLocks noChangeArrowheads="1"/>
          </p:cNvSpPr>
          <p:nvPr/>
        </p:nvSpPr>
        <p:spPr bwMode="auto">
          <a:xfrm>
            <a:off x="1476375" y="1773238"/>
            <a:ext cx="2030413" cy="579437"/>
          </a:xfrm>
          <a:prstGeom prst="rect">
            <a:avLst/>
          </a:prstGeom>
          <a:blipFill dpi="0" rotWithShape="1">
            <a:blip r:embed="rId3"/>
            <a:srcRect/>
            <a:tile tx="0" ty="0" sx="100000" sy="100000" flip="none" algn="tl"/>
          </a:blipFill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en-US" altLang="zh-CN" sz="3200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0 &lt; </a:t>
            </a:r>
            <a:r>
              <a:rPr lang="en-US" altLang="zh-CN" sz="3200" b="0" i="1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t</a:t>
            </a:r>
            <a:r>
              <a:rPr lang="en-US" altLang="zh-CN" sz="3200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 &lt; 0.2s</a:t>
            </a:r>
          </a:p>
        </p:txBody>
      </p:sp>
      <p:graphicFrame>
        <p:nvGraphicFramePr>
          <p:cNvPr id="128004" name="Object 4"/>
          <p:cNvGraphicFramePr>
            <a:graphicFrameLocks noChangeAspect="1"/>
          </p:cNvGraphicFramePr>
          <p:nvPr/>
        </p:nvGraphicFramePr>
        <p:xfrm>
          <a:off x="730250" y="4508500"/>
          <a:ext cx="2833688" cy="603250"/>
        </p:xfrm>
        <a:graphic>
          <a:graphicData uri="http://schemas.openxmlformats.org/presentationml/2006/ole">
            <p:oleObj spid="_x0000_s92163" r:id="rId4" imgW="1077480" imgH="219240" progId="Equation.3">
              <p:embed/>
            </p:oleObj>
          </a:graphicData>
        </a:graphic>
      </p:graphicFrame>
      <p:graphicFrame>
        <p:nvGraphicFramePr>
          <p:cNvPr id="128006" name="Object 6"/>
          <p:cNvGraphicFramePr>
            <a:graphicFrameLocks noChangeAspect="1"/>
          </p:cNvGraphicFramePr>
          <p:nvPr/>
        </p:nvGraphicFramePr>
        <p:xfrm>
          <a:off x="730250" y="2611438"/>
          <a:ext cx="3748088" cy="1766887"/>
        </p:xfrm>
        <a:graphic>
          <a:graphicData uri="http://schemas.openxmlformats.org/presentationml/2006/ole">
            <p:oleObj spid="_x0000_s92164" r:id="rId5" imgW="1413720" imgH="657360" progId="Equation.3">
              <p:embed/>
            </p:oleObj>
          </a:graphicData>
        </a:graphic>
      </p:graphicFrame>
      <p:sp>
        <p:nvSpPr>
          <p:cNvPr id="128010" name="Text Box 10"/>
          <p:cNvSpPr txBox="1">
            <a:spLocks noChangeArrowheads="1"/>
          </p:cNvSpPr>
          <p:nvPr/>
        </p:nvSpPr>
        <p:spPr bwMode="auto">
          <a:xfrm>
            <a:off x="539750" y="1773238"/>
            <a:ext cx="647700" cy="519112"/>
          </a:xfrm>
          <a:prstGeom prst="rect">
            <a:avLst/>
          </a:prstGeom>
          <a:solidFill>
            <a:srgbClr val="990033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>
                <a:solidFill>
                  <a:schemeClr val="bg1"/>
                </a:solidFill>
                <a:ea typeface="宋体" pitchFamily="2" charset="-122"/>
              </a:rPr>
              <a:t>解</a:t>
            </a:r>
          </a:p>
        </p:txBody>
      </p:sp>
      <p:grpSp>
        <p:nvGrpSpPr>
          <p:cNvPr id="92166" name="Group 11"/>
          <p:cNvGrpSpPr>
            <a:grpSpLocks/>
          </p:cNvGrpSpPr>
          <p:nvPr/>
        </p:nvGrpSpPr>
        <p:grpSpPr bwMode="auto"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92167" name="Picture 12" descr="78900"/>
            <p:cNvPicPr>
              <a:picLocks noChangeAspect="1" noChangeArrowheads="1"/>
            </p:cNvPicPr>
            <p:nvPr/>
          </p:nvPicPr>
          <p:blipFill>
            <a:blip r:embed="rId6"/>
            <a:srcRect/>
            <a:stretch>
              <a:fillRect/>
            </a:stretch>
          </p:blipFill>
          <p:spPr bwMode="auto"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92168" name="Text Box 13">
              <a:hlinkClick r:id="" action="ppaction://hlinkshowjump?jump=nextslide"/>
            </p:cNvPr>
            <p:cNvSpPr txBox="1">
              <a:spLocks noChangeArrowheads="1"/>
            </p:cNvSpPr>
            <p:nvPr/>
          </p:nvSpPr>
          <p:spPr bwMode="auto"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0">
                  <a:solidFill>
                    <a:schemeClr val="bg1"/>
                  </a:solidFill>
                  <a:latin typeface="隶书" pitchFamily="49" charset="-122"/>
                  <a:ea typeface="隶书" pitchFamily="49" charset="-122"/>
                </a:rPr>
                <a:t>下 页</a:t>
              </a:r>
            </a:p>
          </p:txBody>
        </p:sp>
      </p:grpSp>
      <p:grpSp>
        <p:nvGrpSpPr>
          <p:cNvPr id="92169" name="Group 14"/>
          <p:cNvGrpSpPr>
            <a:grpSpLocks/>
          </p:cNvGrpSpPr>
          <p:nvPr/>
        </p:nvGrpSpPr>
        <p:grpSpPr bwMode="auto">
          <a:xfrm>
            <a:off x="7453313" y="6446838"/>
            <a:ext cx="792162" cy="366712"/>
            <a:chOff x="4649" y="4020"/>
            <a:chExt cx="499" cy="231"/>
          </a:xfrm>
        </p:grpSpPr>
        <p:pic>
          <p:nvPicPr>
            <p:cNvPr id="92170" name="Picture 15" descr="78900"/>
            <p:cNvPicPr>
              <a:picLocks noChangeAspect="1" noChangeArrowheads="1"/>
            </p:cNvPicPr>
            <p:nvPr/>
          </p:nvPicPr>
          <p:blipFill>
            <a:blip r:embed="rId6"/>
            <a:srcRect/>
            <a:stretch>
              <a:fillRect/>
            </a:stretch>
          </p:blipFill>
          <p:spPr bwMode="auto"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92171" name="Text Box 16">
              <a:hlinkClick r:id="" action="ppaction://hlinkshowjump?jump=previousslide"/>
            </p:cNvPr>
            <p:cNvSpPr txBox="1">
              <a:spLocks noChangeArrowheads="1"/>
            </p:cNvSpPr>
            <p:nvPr/>
          </p:nvSpPr>
          <p:spPr bwMode="auto"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0">
                  <a:solidFill>
                    <a:schemeClr val="bg1"/>
                  </a:solidFill>
                  <a:latin typeface="隶书" pitchFamily="49" charset="-122"/>
                  <a:ea typeface="隶书" pitchFamily="49" charset="-122"/>
                </a:rPr>
                <a:t>上 页</a:t>
              </a:r>
            </a:p>
          </p:txBody>
        </p:sp>
      </p:grpSp>
      <p:sp>
        <p:nvSpPr>
          <p:cNvPr id="128017" name="Text Box 17"/>
          <p:cNvSpPr txBox="1">
            <a:spLocks noChangeArrowheads="1"/>
          </p:cNvSpPr>
          <p:nvPr/>
        </p:nvSpPr>
        <p:spPr bwMode="auto">
          <a:xfrm>
            <a:off x="468313" y="519113"/>
            <a:ext cx="1008062" cy="579437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r>
              <a:rPr lang="zh-CN" altLang="en-US" sz="320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例</a:t>
            </a:r>
            <a:r>
              <a:rPr lang="en-US" altLang="zh-CN" sz="3200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5</a:t>
            </a:r>
          </a:p>
        </p:txBody>
      </p:sp>
      <p:grpSp>
        <p:nvGrpSpPr>
          <p:cNvPr id="128018" name="Group 18"/>
          <p:cNvGrpSpPr>
            <a:grpSpLocks/>
          </p:cNvGrpSpPr>
          <p:nvPr/>
        </p:nvGrpSpPr>
        <p:grpSpPr bwMode="auto">
          <a:xfrm>
            <a:off x="4643438" y="1773238"/>
            <a:ext cx="3751262" cy="2949575"/>
            <a:chOff x="2971" y="746"/>
            <a:chExt cx="2363" cy="1858"/>
          </a:xfrm>
        </p:grpSpPr>
        <p:sp>
          <p:nvSpPr>
            <p:cNvPr id="92174" name="Oval 19"/>
            <p:cNvSpPr>
              <a:spLocks noChangeArrowheads="1"/>
            </p:cNvSpPr>
            <p:nvPr/>
          </p:nvSpPr>
          <p:spPr bwMode="auto">
            <a:xfrm>
              <a:off x="2971" y="1434"/>
              <a:ext cx="363" cy="363"/>
            </a:xfrm>
            <a:prstGeom prst="ellipse">
              <a:avLst/>
            </a:prstGeom>
            <a:gradFill rotWithShape="1">
              <a:gsLst>
                <a:gs pos="0">
                  <a:srgbClr val="0099FF"/>
                </a:gs>
                <a:gs pos="100000">
                  <a:srgbClr val="004776"/>
                </a:gs>
              </a:gsLst>
              <a:path path="shape">
                <a:fillToRect l="50000" t="50000" r="50000" b="50000"/>
              </a:path>
            </a:gradFill>
            <a:ln w="38100">
              <a:solidFill>
                <a:srgbClr val="FF99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2175" name="Line 20"/>
            <p:cNvSpPr>
              <a:spLocks noChangeShapeType="1"/>
            </p:cNvSpPr>
            <p:nvPr/>
          </p:nvSpPr>
          <p:spPr bwMode="auto">
            <a:xfrm>
              <a:off x="3152" y="890"/>
              <a:ext cx="240" cy="0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 type="oval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176" name="Line 21"/>
            <p:cNvSpPr>
              <a:spLocks noChangeShapeType="1"/>
            </p:cNvSpPr>
            <p:nvPr/>
          </p:nvSpPr>
          <p:spPr bwMode="auto">
            <a:xfrm>
              <a:off x="3152" y="890"/>
              <a:ext cx="0" cy="1422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177" name="Line 22"/>
            <p:cNvSpPr>
              <a:spLocks noChangeShapeType="1"/>
            </p:cNvSpPr>
            <p:nvPr/>
          </p:nvSpPr>
          <p:spPr bwMode="auto">
            <a:xfrm>
              <a:off x="3152" y="2296"/>
              <a:ext cx="1860" cy="0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178" name="Line 23"/>
            <p:cNvSpPr>
              <a:spLocks noChangeShapeType="1"/>
            </p:cNvSpPr>
            <p:nvPr/>
          </p:nvSpPr>
          <p:spPr bwMode="auto">
            <a:xfrm>
              <a:off x="4558" y="890"/>
              <a:ext cx="0" cy="226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179" name="Line 24"/>
            <p:cNvSpPr>
              <a:spLocks noChangeShapeType="1"/>
            </p:cNvSpPr>
            <p:nvPr/>
          </p:nvSpPr>
          <p:spPr bwMode="auto">
            <a:xfrm flipV="1">
              <a:off x="3379" y="746"/>
              <a:ext cx="192" cy="144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180" name="Line 25"/>
            <p:cNvSpPr>
              <a:spLocks noChangeShapeType="1"/>
            </p:cNvSpPr>
            <p:nvPr/>
          </p:nvSpPr>
          <p:spPr bwMode="auto">
            <a:xfrm>
              <a:off x="3696" y="890"/>
              <a:ext cx="862" cy="0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 type="oval" w="med" len="med"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181" name="Line 26"/>
            <p:cNvSpPr>
              <a:spLocks noChangeShapeType="1"/>
            </p:cNvSpPr>
            <p:nvPr/>
          </p:nvSpPr>
          <p:spPr bwMode="auto">
            <a:xfrm>
              <a:off x="3379" y="754"/>
              <a:ext cx="192" cy="144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182" name="Line 27"/>
            <p:cNvSpPr>
              <a:spLocks noChangeShapeType="1"/>
            </p:cNvSpPr>
            <p:nvPr/>
          </p:nvSpPr>
          <p:spPr bwMode="auto">
            <a:xfrm>
              <a:off x="4558" y="1525"/>
              <a:ext cx="0" cy="771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 type="oval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183" name="Line 28"/>
            <p:cNvSpPr>
              <a:spLocks noChangeShapeType="1"/>
            </p:cNvSpPr>
            <p:nvPr/>
          </p:nvSpPr>
          <p:spPr bwMode="auto">
            <a:xfrm>
              <a:off x="4558" y="1661"/>
              <a:ext cx="480" cy="0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 type="oval" w="med" len="med"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184" name="Line 29"/>
            <p:cNvSpPr>
              <a:spLocks noChangeShapeType="1"/>
            </p:cNvSpPr>
            <p:nvPr/>
          </p:nvSpPr>
          <p:spPr bwMode="auto">
            <a:xfrm>
              <a:off x="5012" y="1661"/>
              <a:ext cx="0" cy="227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 type="oval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185" name="Line 30"/>
            <p:cNvSpPr>
              <a:spLocks noChangeShapeType="1"/>
            </p:cNvSpPr>
            <p:nvPr/>
          </p:nvSpPr>
          <p:spPr bwMode="auto">
            <a:xfrm flipH="1">
              <a:off x="5012" y="1979"/>
              <a:ext cx="144" cy="144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186" name="Line 31"/>
            <p:cNvSpPr>
              <a:spLocks noChangeShapeType="1"/>
            </p:cNvSpPr>
            <p:nvPr/>
          </p:nvSpPr>
          <p:spPr bwMode="auto">
            <a:xfrm>
              <a:off x="5012" y="2115"/>
              <a:ext cx="0" cy="192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 type="oval" w="med" len="med"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187" name="Line 32"/>
            <p:cNvSpPr>
              <a:spLocks noChangeShapeType="1"/>
            </p:cNvSpPr>
            <p:nvPr/>
          </p:nvSpPr>
          <p:spPr bwMode="auto">
            <a:xfrm flipH="1" flipV="1">
              <a:off x="5012" y="1933"/>
              <a:ext cx="144" cy="192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188" name="Line 33"/>
            <p:cNvSpPr>
              <a:spLocks noChangeShapeType="1"/>
            </p:cNvSpPr>
            <p:nvPr/>
          </p:nvSpPr>
          <p:spPr bwMode="auto">
            <a:xfrm>
              <a:off x="4286" y="981"/>
              <a:ext cx="240" cy="0"/>
            </a:xfrm>
            <a:prstGeom prst="line">
              <a:avLst/>
            </a:prstGeom>
            <a:noFill/>
            <a:ln w="38100">
              <a:solidFill>
                <a:srgbClr val="00FFFF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189" name="Text Box 34"/>
            <p:cNvSpPr txBox="1">
              <a:spLocks noChangeArrowheads="1"/>
            </p:cNvSpPr>
            <p:nvPr/>
          </p:nvSpPr>
          <p:spPr bwMode="auto">
            <a:xfrm>
              <a:off x="4332" y="935"/>
              <a:ext cx="178" cy="327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i</a:t>
              </a:r>
              <a:endParaRPr lang="en-US" altLang="zh-CN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92190" name="Text Box 35"/>
            <p:cNvSpPr txBox="1">
              <a:spLocks noChangeArrowheads="1"/>
            </p:cNvSpPr>
            <p:nvPr/>
          </p:nvSpPr>
          <p:spPr bwMode="auto">
            <a:xfrm>
              <a:off x="3307" y="1461"/>
              <a:ext cx="502" cy="327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10V</a:t>
              </a:r>
            </a:p>
          </p:txBody>
        </p:sp>
        <p:sp>
          <p:nvSpPr>
            <p:cNvPr id="92191" name="Text Box 36"/>
            <p:cNvSpPr txBox="1">
              <a:spLocks noChangeArrowheads="1"/>
            </p:cNvSpPr>
            <p:nvPr/>
          </p:nvSpPr>
          <p:spPr bwMode="auto">
            <a:xfrm>
              <a:off x="3234" y="1188"/>
              <a:ext cx="244" cy="327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+</a:t>
              </a:r>
            </a:p>
          </p:txBody>
        </p:sp>
        <p:sp>
          <p:nvSpPr>
            <p:cNvPr id="92192" name="Text Box 37"/>
            <p:cNvSpPr txBox="1">
              <a:spLocks noChangeArrowheads="1"/>
            </p:cNvSpPr>
            <p:nvPr/>
          </p:nvSpPr>
          <p:spPr bwMode="auto">
            <a:xfrm>
              <a:off x="3151" y="871"/>
              <a:ext cx="767" cy="327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S</a:t>
              </a:r>
              <a:r>
                <a:rPr lang="en-US" altLang="zh-CN" b="0" baseline="-2500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1</a:t>
              </a:r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(</a:t>
              </a:r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t</a:t>
              </a:r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=0)</a:t>
              </a:r>
            </a:p>
          </p:txBody>
        </p:sp>
        <p:sp>
          <p:nvSpPr>
            <p:cNvPr id="92193" name="Text Box 38"/>
            <p:cNvSpPr txBox="1">
              <a:spLocks noChangeArrowheads="1"/>
            </p:cNvSpPr>
            <p:nvPr/>
          </p:nvSpPr>
          <p:spPr bwMode="auto">
            <a:xfrm>
              <a:off x="4312" y="2277"/>
              <a:ext cx="1022" cy="327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S</a:t>
              </a:r>
              <a:r>
                <a:rPr lang="en-US" altLang="zh-CN" b="0" baseline="-2500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2</a:t>
              </a:r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(</a:t>
              </a:r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t</a:t>
              </a:r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=0.2s)</a:t>
              </a:r>
            </a:p>
          </p:txBody>
        </p:sp>
        <p:sp>
          <p:nvSpPr>
            <p:cNvPr id="92194" name="Rectangle 39"/>
            <p:cNvSpPr>
              <a:spLocks noChangeArrowheads="1"/>
            </p:cNvSpPr>
            <p:nvPr/>
          </p:nvSpPr>
          <p:spPr bwMode="auto">
            <a:xfrm>
              <a:off x="4130" y="1778"/>
              <a:ext cx="400" cy="327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3</a:t>
              </a:r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  <a:sym typeface="Symbol" pitchFamily="18" charset="2"/>
                </a:rPr>
                <a:t></a:t>
              </a:r>
            </a:p>
          </p:txBody>
        </p:sp>
        <p:sp>
          <p:nvSpPr>
            <p:cNvPr id="92195" name="Text Box 40"/>
            <p:cNvSpPr txBox="1">
              <a:spLocks noChangeArrowheads="1"/>
            </p:cNvSpPr>
            <p:nvPr/>
          </p:nvSpPr>
          <p:spPr bwMode="auto">
            <a:xfrm>
              <a:off x="3903" y="916"/>
              <a:ext cx="400" cy="327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2</a:t>
              </a:r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  <a:sym typeface="Symbol" pitchFamily="18" charset="2"/>
                </a:rPr>
                <a:t></a:t>
              </a:r>
            </a:p>
          </p:txBody>
        </p:sp>
        <p:sp>
          <p:nvSpPr>
            <p:cNvPr id="92196" name="Rectangle 41"/>
            <p:cNvSpPr>
              <a:spLocks noChangeArrowheads="1"/>
            </p:cNvSpPr>
            <p:nvPr/>
          </p:nvSpPr>
          <p:spPr bwMode="auto">
            <a:xfrm>
              <a:off x="3969" y="845"/>
              <a:ext cx="317" cy="136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</a:gradFill>
            <a:ln w="2857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2197" name="Rectangle 42"/>
            <p:cNvSpPr>
              <a:spLocks noChangeArrowheads="1"/>
            </p:cNvSpPr>
            <p:nvPr/>
          </p:nvSpPr>
          <p:spPr bwMode="auto">
            <a:xfrm>
              <a:off x="4513" y="1797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</a:gradFill>
            <a:ln w="2857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92198" name="Group 43"/>
            <p:cNvGrpSpPr>
              <a:grpSpLocks/>
            </p:cNvGrpSpPr>
            <p:nvPr/>
          </p:nvGrpSpPr>
          <p:grpSpPr bwMode="auto">
            <a:xfrm rot="5400000">
              <a:off x="4101" y="1023"/>
              <a:ext cx="499" cy="590"/>
              <a:chOff x="476" y="663"/>
              <a:chExt cx="771" cy="862"/>
            </a:xfrm>
          </p:grpSpPr>
          <p:sp>
            <p:nvSpPr>
              <p:cNvPr id="92199" name="AutoShape 44"/>
              <p:cNvSpPr>
                <a:spLocks noChangeArrowheads="1"/>
              </p:cNvSpPr>
              <p:nvPr/>
            </p:nvSpPr>
            <p:spPr bwMode="auto">
              <a:xfrm>
                <a:off x="476" y="663"/>
                <a:ext cx="317" cy="862"/>
              </a:xfrm>
              <a:custGeom>
                <a:avLst/>
                <a:gdLst/>
                <a:ahLst/>
                <a:cxnLst>
                  <a:cxn ang="0">
                    <a:pos x="2646" y="3717"/>
                  </a:cxn>
                  <a:cxn ang="0">
                    <a:pos x="10800" y="0"/>
                  </a:cxn>
                  <a:cxn ang="0">
                    <a:pos x="18953" y="3717"/>
                  </a:cxn>
                  <a:cxn ang="0">
                    <a:pos x="10799" y="0"/>
                  </a:cxn>
                  <a:cxn ang="0">
                    <a:pos x="2646" y="3717"/>
                  </a:cxn>
                </a:cxnLst>
                <a:rect l="0" t="0" r="r" b="b"/>
                <a:pathLst>
                  <a:path w="21600" h="21600">
                    <a:moveTo>
                      <a:pt x="2646" y="3717"/>
                    </a:moveTo>
                    <a:cubicBezTo>
                      <a:pt x="4698" y="1356"/>
                      <a:pt x="7672" y="-1"/>
                      <a:pt x="10800" y="0"/>
                    </a:cubicBezTo>
                    <a:cubicBezTo>
                      <a:pt x="13927" y="0"/>
                      <a:pt x="16901" y="1356"/>
                      <a:pt x="18953" y="3717"/>
                    </a:cubicBezTo>
                    <a:cubicBezTo>
                      <a:pt x="16901" y="1356"/>
                      <a:pt x="13927" y="-1"/>
                      <a:pt x="10799" y="0"/>
                    </a:cubicBezTo>
                    <a:cubicBezTo>
                      <a:pt x="7672" y="0"/>
                      <a:pt x="4698" y="1356"/>
                      <a:pt x="2646" y="3717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764700"/>
                  </a:gs>
                  <a:gs pos="50000">
                    <a:srgbClr val="FF9900"/>
                  </a:gs>
                  <a:gs pos="100000">
                    <a:srgbClr val="764700"/>
                  </a:gs>
                </a:gsLst>
                <a:lin ang="5400000" scaled="1"/>
              </a:gradFill>
              <a:ln w="38100">
                <a:solidFill>
                  <a:srgbClr val="FF99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2200" name="AutoShape 45"/>
              <p:cNvSpPr>
                <a:spLocks noChangeArrowheads="1"/>
              </p:cNvSpPr>
              <p:nvPr/>
            </p:nvSpPr>
            <p:spPr bwMode="auto">
              <a:xfrm>
                <a:off x="703" y="663"/>
                <a:ext cx="317" cy="862"/>
              </a:xfrm>
              <a:custGeom>
                <a:avLst/>
                <a:gdLst/>
                <a:ahLst/>
                <a:cxnLst>
                  <a:cxn ang="0">
                    <a:pos x="2646" y="3717"/>
                  </a:cxn>
                  <a:cxn ang="0">
                    <a:pos x="10800" y="0"/>
                  </a:cxn>
                  <a:cxn ang="0">
                    <a:pos x="18953" y="3717"/>
                  </a:cxn>
                  <a:cxn ang="0">
                    <a:pos x="10799" y="0"/>
                  </a:cxn>
                  <a:cxn ang="0">
                    <a:pos x="2646" y="3717"/>
                  </a:cxn>
                </a:cxnLst>
                <a:rect l="0" t="0" r="r" b="b"/>
                <a:pathLst>
                  <a:path w="21600" h="21600">
                    <a:moveTo>
                      <a:pt x="2646" y="3717"/>
                    </a:moveTo>
                    <a:cubicBezTo>
                      <a:pt x="4698" y="1356"/>
                      <a:pt x="7672" y="-1"/>
                      <a:pt x="10800" y="0"/>
                    </a:cubicBezTo>
                    <a:cubicBezTo>
                      <a:pt x="13927" y="0"/>
                      <a:pt x="16901" y="1356"/>
                      <a:pt x="18953" y="3717"/>
                    </a:cubicBezTo>
                    <a:cubicBezTo>
                      <a:pt x="16901" y="1356"/>
                      <a:pt x="13927" y="-1"/>
                      <a:pt x="10799" y="0"/>
                    </a:cubicBezTo>
                    <a:cubicBezTo>
                      <a:pt x="7672" y="0"/>
                      <a:pt x="4698" y="1356"/>
                      <a:pt x="2646" y="3717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764700"/>
                  </a:gs>
                  <a:gs pos="50000">
                    <a:srgbClr val="FF9900"/>
                  </a:gs>
                  <a:gs pos="100000">
                    <a:srgbClr val="764700"/>
                  </a:gs>
                </a:gsLst>
                <a:lin ang="5400000" scaled="1"/>
              </a:gradFill>
              <a:ln w="38100">
                <a:solidFill>
                  <a:srgbClr val="FF99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2201" name="AutoShape 46"/>
              <p:cNvSpPr>
                <a:spLocks noChangeArrowheads="1"/>
              </p:cNvSpPr>
              <p:nvPr/>
            </p:nvSpPr>
            <p:spPr bwMode="auto">
              <a:xfrm>
                <a:off x="930" y="663"/>
                <a:ext cx="317" cy="862"/>
              </a:xfrm>
              <a:custGeom>
                <a:avLst/>
                <a:gdLst/>
                <a:ahLst/>
                <a:cxnLst>
                  <a:cxn ang="0">
                    <a:pos x="2646" y="3717"/>
                  </a:cxn>
                  <a:cxn ang="0">
                    <a:pos x="10800" y="0"/>
                  </a:cxn>
                  <a:cxn ang="0">
                    <a:pos x="18953" y="3717"/>
                  </a:cxn>
                  <a:cxn ang="0">
                    <a:pos x="10799" y="0"/>
                  </a:cxn>
                  <a:cxn ang="0">
                    <a:pos x="2646" y="3717"/>
                  </a:cxn>
                </a:cxnLst>
                <a:rect l="0" t="0" r="r" b="b"/>
                <a:pathLst>
                  <a:path w="21600" h="21600">
                    <a:moveTo>
                      <a:pt x="2646" y="3717"/>
                    </a:moveTo>
                    <a:cubicBezTo>
                      <a:pt x="4698" y="1356"/>
                      <a:pt x="7672" y="-1"/>
                      <a:pt x="10800" y="0"/>
                    </a:cubicBezTo>
                    <a:cubicBezTo>
                      <a:pt x="13927" y="0"/>
                      <a:pt x="16901" y="1356"/>
                      <a:pt x="18953" y="3717"/>
                    </a:cubicBezTo>
                    <a:cubicBezTo>
                      <a:pt x="16901" y="1356"/>
                      <a:pt x="13927" y="-1"/>
                      <a:pt x="10799" y="0"/>
                    </a:cubicBezTo>
                    <a:cubicBezTo>
                      <a:pt x="7672" y="0"/>
                      <a:pt x="4698" y="1356"/>
                      <a:pt x="2646" y="3717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764700"/>
                  </a:gs>
                  <a:gs pos="50000">
                    <a:srgbClr val="FF9900"/>
                  </a:gs>
                  <a:gs pos="100000">
                    <a:srgbClr val="764700"/>
                  </a:gs>
                </a:gsLst>
                <a:lin ang="5400000" scaled="1"/>
              </a:gradFill>
              <a:ln w="38100">
                <a:solidFill>
                  <a:srgbClr val="FF99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92202" name="Text Box 47"/>
            <p:cNvSpPr txBox="1">
              <a:spLocks noChangeArrowheads="1"/>
            </p:cNvSpPr>
            <p:nvPr/>
          </p:nvSpPr>
          <p:spPr bwMode="auto">
            <a:xfrm>
              <a:off x="3190" y="1823"/>
              <a:ext cx="229" cy="327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b="0">
                  <a:solidFill>
                    <a:schemeClr val="bg1"/>
                  </a:solidFill>
                  <a:latin typeface="宋体" pitchFamily="2" charset="-122"/>
                  <a:ea typeface="宋体" pitchFamily="2" charset="-122"/>
                </a:rPr>
                <a:t>-</a:t>
              </a:r>
            </a:p>
          </p:txBody>
        </p:sp>
      </p:grpSp>
      <p:grpSp>
        <p:nvGrpSpPr>
          <p:cNvPr id="92203" name="Group 48"/>
          <p:cNvGrpSpPr>
            <a:grpSpLocks/>
          </p:cNvGrpSpPr>
          <p:nvPr/>
        </p:nvGrpSpPr>
        <p:grpSpPr bwMode="auto">
          <a:xfrm>
            <a:off x="6588125" y="6446838"/>
            <a:ext cx="792163" cy="366712"/>
            <a:chOff x="4649" y="4020"/>
            <a:chExt cx="499" cy="231"/>
          </a:xfrm>
        </p:grpSpPr>
        <p:pic>
          <p:nvPicPr>
            <p:cNvPr id="92204" name="Picture 49" descr="78900"/>
            <p:cNvPicPr>
              <a:picLocks noChangeAspect="1" noChangeArrowheads="1"/>
            </p:cNvPicPr>
            <p:nvPr/>
          </p:nvPicPr>
          <p:blipFill>
            <a:blip r:embed="rId6"/>
            <a:srcRect/>
            <a:stretch>
              <a:fillRect/>
            </a:stretch>
          </p:blipFill>
          <p:spPr bwMode="auto"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92205" name="Text Box 50">
              <a:hlinkClick r:id="rId7" action="ppaction://hlinksldjump"/>
            </p:cNvPr>
            <p:cNvSpPr txBox="1">
              <a:spLocks noChangeArrowheads="1"/>
            </p:cNvSpPr>
            <p:nvPr/>
          </p:nvSpPr>
          <p:spPr bwMode="auto"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0">
                  <a:solidFill>
                    <a:schemeClr val="bg1"/>
                  </a:solidFill>
                  <a:latin typeface="隶书" pitchFamily="49" charset="-122"/>
                  <a:ea typeface="隶书" pitchFamily="49" charset="-122"/>
                </a:rPr>
                <a:t>返 回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280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280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280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1280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1280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500"/>
                            </p:stCondLst>
                            <p:childTnLst>
                              <p:par>
                                <p:cTn id="16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1280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280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280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280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280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280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280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3000"/>
                                        <p:tgtEl>
                                          <p:spTgt spid="1280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3000"/>
                                        <p:tgtEl>
                                          <p:spTgt spid="1280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8002" grpId="0" build="p"/>
      <p:bldP spid="128003" grpId="0" animBg="1"/>
      <p:bldP spid="128010" grpId="0" animBg="1"/>
      <p:bldP spid="128017" grpId="0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49" name="Text Box 45" descr="绿色大理石"/>
          <p:cNvSpPr txBox="1">
            <a:spLocks noChangeArrowheads="1"/>
          </p:cNvSpPr>
          <p:nvPr/>
        </p:nvSpPr>
        <p:spPr bwMode="auto">
          <a:xfrm>
            <a:off x="971550" y="617538"/>
            <a:ext cx="1398588" cy="579437"/>
          </a:xfrm>
          <a:prstGeom prst="rect">
            <a:avLst/>
          </a:prstGeom>
          <a:blipFill dpi="0" rotWithShape="1">
            <a:blip r:embed="rId3"/>
            <a:srcRect/>
            <a:tile tx="0" ty="0" sx="100000" sy="100000" flip="none" algn="tl"/>
          </a:blipFill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lang="en-US" altLang="zh-CN" sz="3200" b="0" i="1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t</a:t>
            </a:r>
            <a:r>
              <a:rPr lang="en-US" altLang="zh-CN" sz="3200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 &gt; 0.2s</a:t>
            </a:r>
          </a:p>
        </p:txBody>
      </p:sp>
      <p:graphicFrame>
        <p:nvGraphicFramePr>
          <p:cNvPr id="47151" name="Object 47"/>
          <p:cNvGraphicFramePr>
            <a:graphicFrameLocks noChangeAspect="1"/>
          </p:cNvGraphicFramePr>
          <p:nvPr/>
        </p:nvGraphicFramePr>
        <p:xfrm>
          <a:off x="971550" y="2133600"/>
          <a:ext cx="3590925" cy="1776413"/>
        </p:xfrm>
        <a:graphic>
          <a:graphicData uri="http://schemas.openxmlformats.org/presentationml/2006/ole">
            <p:oleObj spid="_x0000_s93186" r:id="rId4" imgW="1344240" imgH="657360" progId="Equation.3">
              <p:embed/>
            </p:oleObj>
          </a:graphicData>
        </a:graphic>
      </p:graphicFrame>
      <p:graphicFrame>
        <p:nvGraphicFramePr>
          <p:cNvPr id="47152" name="Object 48"/>
          <p:cNvGraphicFramePr>
            <a:graphicFrameLocks noChangeAspect="1"/>
          </p:cNvGraphicFramePr>
          <p:nvPr/>
        </p:nvGraphicFramePr>
        <p:xfrm>
          <a:off x="1042988" y="1412875"/>
          <a:ext cx="4391025" cy="598488"/>
        </p:xfrm>
        <a:graphic>
          <a:graphicData uri="http://schemas.openxmlformats.org/presentationml/2006/ole">
            <p:oleObj spid="_x0000_s93187" r:id="rId5" imgW="1691640" imgH="219240" progId="Equation.3">
              <p:embed/>
            </p:oleObj>
          </a:graphicData>
        </a:graphic>
      </p:graphicFrame>
      <p:graphicFrame>
        <p:nvGraphicFramePr>
          <p:cNvPr id="47153" name="Object 49"/>
          <p:cNvGraphicFramePr>
            <a:graphicFrameLocks noChangeAspect="1"/>
          </p:cNvGraphicFramePr>
          <p:nvPr/>
        </p:nvGraphicFramePr>
        <p:xfrm>
          <a:off x="971550" y="4005263"/>
          <a:ext cx="4017963" cy="623887"/>
        </p:xfrm>
        <a:graphic>
          <a:graphicData uri="http://schemas.openxmlformats.org/presentationml/2006/ole">
            <p:oleObj spid="_x0000_s93188" r:id="rId6" imgW="1483200" imgH="219240" progId="Equation.3">
              <p:embed/>
            </p:oleObj>
          </a:graphicData>
        </a:graphic>
      </p:graphicFrame>
      <p:grpSp>
        <p:nvGrpSpPr>
          <p:cNvPr id="93189" name="Group 57"/>
          <p:cNvGrpSpPr>
            <a:grpSpLocks/>
          </p:cNvGrpSpPr>
          <p:nvPr/>
        </p:nvGrpSpPr>
        <p:grpSpPr bwMode="auto"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93190" name="Picture 58" descr="78900"/>
            <p:cNvPicPr>
              <a:picLocks noChangeAspect="1" noChangeArrowheads="1"/>
            </p:cNvPicPr>
            <p:nvPr/>
          </p:nvPicPr>
          <p:blipFill>
            <a:blip r:embed="rId7"/>
            <a:srcRect/>
            <a:stretch>
              <a:fillRect/>
            </a:stretch>
          </p:blipFill>
          <p:spPr bwMode="auto"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93191" name="Text Box 59">
              <a:hlinkClick r:id="" action="ppaction://hlinkshowjump?jump=nextslide"/>
            </p:cNvPr>
            <p:cNvSpPr txBox="1">
              <a:spLocks noChangeArrowheads="1"/>
            </p:cNvSpPr>
            <p:nvPr/>
          </p:nvSpPr>
          <p:spPr bwMode="auto"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0">
                  <a:solidFill>
                    <a:schemeClr val="bg1"/>
                  </a:solidFill>
                  <a:latin typeface="隶书" pitchFamily="49" charset="-122"/>
                  <a:ea typeface="隶书" pitchFamily="49" charset="-122"/>
                </a:rPr>
                <a:t>下 页</a:t>
              </a:r>
            </a:p>
          </p:txBody>
        </p:sp>
      </p:grpSp>
      <p:grpSp>
        <p:nvGrpSpPr>
          <p:cNvPr id="93192" name="Group 60"/>
          <p:cNvGrpSpPr>
            <a:grpSpLocks/>
          </p:cNvGrpSpPr>
          <p:nvPr/>
        </p:nvGrpSpPr>
        <p:grpSpPr bwMode="auto">
          <a:xfrm>
            <a:off x="7453313" y="6446838"/>
            <a:ext cx="792162" cy="366712"/>
            <a:chOff x="4649" y="4020"/>
            <a:chExt cx="499" cy="231"/>
          </a:xfrm>
        </p:grpSpPr>
        <p:pic>
          <p:nvPicPr>
            <p:cNvPr id="93193" name="Picture 61" descr="78900"/>
            <p:cNvPicPr>
              <a:picLocks noChangeAspect="1" noChangeArrowheads="1"/>
            </p:cNvPicPr>
            <p:nvPr/>
          </p:nvPicPr>
          <p:blipFill>
            <a:blip r:embed="rId7"/>
            <a:srcRect/>
            <a:stretch>
              <a:fillRect/>
            </a:stretch>
          </p:blipFill>
          <p:spPr bwMode="auto"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93194" name="Text Box 62">
              <a:hlinkClick r:id="" action="ppaction://hlinkshowjump?jump=previousslide"/>
            </p:cNvPr>
            <p:cNvSpPr txBox="1">
              <a:spLocks noChangeArrowheads="1"/>
            </p:cNvSpPr>
            <p:nvPr/>
          </p:nvSpPr>
          <p:spPr bwMode="auto"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0">
                  <a:solidFill>
                    <a:schemeClr val="bg1"/>
                  </a:solidFill>
                  <a:latin typeface="隶书" pitchFamily="49" charset="-122"/>
                  <a:ea typeface="隶书" pitchFamily="49" charset="-122"/>
                </a:rPr>
                <a:t>上 页</a:t>
              </a:r>
            </a:p>
          </p:txBody>
        </p:sp>
      </p:grpSp>
      <p:grpSp>
        <p:nvGrpSpPr>
          <p:cNvPr id="93195" name="Group 67"/>
          <p:cNvGrpSpPr>
            <a:grpSpLocks/>
          </p:cNvGrpSpPr>
          <p:nvPr/>
        </p:nvGrpSpPr>
        <p:grpSpPr bwMode="auto">
          <a:xfrm>
            <a:off x="5003800" y="1989138"/>
            <a:ext cx="3751263" cy="2949575"/>
            <a:chOff x="2971" y="746"/>
            <a:chExt cx="2363" cy="1858"/>
          </a:xfrm>
        </p:grpSpPr>
        <p:sp>
          <p:nvSpPr>
            <p:cNvPr id="93196" name="Oval 68"/>
            <p:cNvSpPr>
              <a:spLocks noChangeArrowheads="1"/>
            </p:cNvSpPr>
            <p:nvPr/>
          </p:nvSpPr>
          <p:spPr bwMode="auto">
            <a:xfrm>
              <a:off x="2971" y="1434"/>
              <a:ext cx="363" cy="363"/>
            </a:xfrm>
            <a:prstGeom prst="ellipse">
              <a:avLst/>
            </a:prstGeom>
            <a:gradFill rotWithShape="1">
              <a:gsLst>
                <a:gs pos="0">
                  <a:srgbClr val="0099FF"/>
                </a:gs>
                <a:gs pos="100000">
                  <a:srgbClr val="004776"/>
                </a:gs>
              </a:gsLst>
              <a:path path="shape">
                <a:fillToRect l="50000" t="50000" r="50000" b="50000"/>
              </a:path>
            </a:gradFill>
            <a:ln w="38100">
              <a:solidFill>
                <a:srgbClr val="FF99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3197" name="Line 69"/>
            <p:cNvSpPr>
              <a:spLocks noChangeShapeType="1"/>
            </p:cNvSpPr>
            <p:nvPr/>
          </p:nvSpPr>
          <p:spPr bwMode="auto">
            <a:xfrm>
              <a:off x="3152" y="890"/>
              <a:ext cx="240" cy="0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 type="oval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3198" name="Line 70"/>
            <p:cNvSpPr>
              <a:spLocks noChangeShapeType="1"/>
            </p:cNvSpPr>
            <p:nvPr/>
          </p:nvSpPr>
          <p:spPr bwMode="auto">
            <a:xfrm>
              <a:off x="3152" y="890"/>
              <a:ext cx="0" cy="1422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3199" name="Line 71"/>
            <p:cNvSpPr>
              <a:spLocks noChangeShapeType="1"/>
            </p:cNvSpPr>
            <p:nvPr/>
          </p:nvSpPr>
          <p:spPr bwMode="auto">
            <a:xfrm>
              <a:off x="3152" y="2296"/>
              <a:ext cx="1860" cy="0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3200" name="Line 72"/>
            <p:cNvSpPr>
              <a:spLocks noChangeShapeType="1"/>
            </p:cNvSpPr>
            <p:nvPr/>
          </p:nvSpPr>
          <p:spPr bwMode="auto">
            <a:xfrm>
              <a:off x="4558" y="890"/>
              <a:ext cx="0" cy="226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3201" name="Line 73"/>
            <p:cNvSpPr>
              <a:spLocks noChangeShapeType="1"/>
            </p:cNvSpPr>
            <p:nvPr/>
          </p:nvSpPr>
          <p:spPr bwMode="auto">
            <a:xfrm flipV="1">
              <a:off x="3379" y="746"/>
              <a:ext cx="192" cy="144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3202" name="Line 74"/>
            <p:cNvSpPr>
              <a:spLocks noChangeShapeType="1"/>
            </p:cNvSpPr>
            <p:nvPr/>
          </p:nvSpPr>
          <p:spPr bwMode="auto">
            <a:xfrm>
              <a:off x="3696" y="890"/>
              <a:ext cx="862" cy="0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 type="oval" w="med" len="med"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3203" name="Line 75"/>
            <p:cNvSpPr>
              <a:spLocks noChangeShapeType="1"/>
            </p:cNvSpPr>
            <p:nvPr/>
          </p:nvSpPr>
          <p:spPr bwMode="auto">
            <a:xfrm>
              <a:off x="3379" y="754"/>
              <a:ext cx="192" cy="144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3204" name="Line 76"/>
            <p:cNvSpPr>
              <a:spLocks noChangeShapeType="1"/>
            </p:cNvSpPr>
            <p:nvPr/>
          </p:nvSpPr>
          <p:spPr bwMode="auto">
            <a:xfrm>
              <a:off x="4558" y="1525"/>
              <a:ext cx="0" cy="771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 type="oval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3205" name="Line 77"/>
            <p:cNvSpPr>
              <a:spLocks noChangeShapeType="1"/>
            </p:cNvSpPr>
            <p:nvPr/>
          </p:nvSpPr>
          <p:spPr bwMode="auto">
            <a:xfrm>
              <a:off x="4558" y="1661"/>
              <a:ext cx="480" cy="0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 type="oval" w="med" len="med"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3206" name="Line 78"/>
            <p:cNvSpPr>
              <a:spLocks noChangeShapeType="1"/>
            </p:cNvSpPr>
            <p:nvPr/>
          </p:nvSpPr>
          <p:spPr bwMode="auto">
            <a:xfrm>
              <a:off x="5012" y="1661"/>
              <a:ext cx="0" cy="227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 type="oval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3207" name="Line 79"/>
            <p:cNvSpPr>
              <a:spLocks noChangeShapeType="1"/>
            </p:cNvSpPr>
            <p:nvPr/>
          </p:nvSpPr>
          <p:spPr bwMode="auto">
            <a:xfrm flipH="1">
              <a:off x="5012" y="1979"/>
              <a:ext cx="144" cy="144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3208" name="Line 80"/>
            <p:cNvSpPr>
              <a:spLocks noChangeShapeType="1"/>
            </p:cNvSpPr>
            <p:nvPr/>
          </p:nvSpPr>
          <p:spPr bwMode="auto">
            <a:xfrm>
              <a:off x="5012" y="2115"/>
              <a:ext cx="0" cy="192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 type="oval" w="med" len="med"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3209" name="Line 81"/>
            <p:cNvSpPr>
              <a:spLocks noChangeShapeType="1"/>
            </p:cNvSpPr>
            <p:nvPr/>
          </p:nvSpPr>
          <p:spPr bwMode="auto">
            <a:xfrm flipH="1" flipV="1">
              <a:off x="5012" y="1933"/>
              <a:ext cx="144" cy="192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3210" name="Line 82"/>
            <p:cNvSpPr>
              <a:spLocks noChangeShapeType="1"/>
            </p:cNvSpPr>
            <p:nvPr/>
          </p:nvSpPr>
          <p:spPr bwMode="auto">
            <a:xfrm>
              <a:off x="4286" y="981"/>
              <a:ext cx="240" cy="0"/>
            </a:xfrm>
            <a:prstGeom prst="line">
              <a:avLst/>
            </a:prstGeom>
            <a:noFill/>
            <a:ln w="38100">
              <a:solidFill>
                <a:srgbClr val="00FFFF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3211" name="Text Box 83"/>
            <p:cNvSpPr txBox="1">
              <a:spLocks noChangeArrowheads="1"/>
            </p:cNvSpPr>
            <p:nvPr/>
          </p:nvSpPr>
          <p:spPr bwMode="auto">
            <a:xfrm>
              <a:off x="4332" y="935"/>
              <a:ext cx="178" cy="327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i</a:t>
              </a:r>
              <a:endParaRPr lang="en-US" altLang="zh-CN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93212" name="Text Box 84"/>
            <p:cNvSpPr txBox="1">
              <a:spLocks noChangeArrowheads="1"/>
            </p:cNvSpPr>
            <p:nvPr/>
          </p:nvSpPr>
          <p:spPr bwMode="auto">
            <a:xfrm>
              <a:off x="3307" y="1461"/>
              <a:ext cx="502" cy="327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10V</a:t>
              </a:r>
            </a:p>
          </p:txBody>
        </p:sp>
        <p:sp>
          <p:nvSpPr>
            <p:cNvPr id="93213" name="Text Box 85"/>
            <p:cNvSpPr txBox="1">
              <a:spLocks noChangeArrowheads="1"/>
            </p:cNvSpPr>
            <p:nvPr/>
          </p:nvSpPr>
          <p:spPr bwMode="auto">
            <a:xfrm>
              <a:off x="3234" y="1188"/>
              <a:ext cx="244" cy="327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+</a:t>
              </a:r>
            </a:p>
          </p:txBody>
        </p:sp>
        <p:sp>
          <p:nvSpPr>
            <p:cNvPr id="93214" name="Text Box 86"/>
            <p:cNvSpPr txBox="1">
              <a:spLocks noChangeArrowheads="1"/>
            </p:cNvSpPr>
            <p:nvPr/>
          </p:nvSpPr>
          <p:spPr bwMode="auto">
            <a:xfrm>
              <a:off x="3151" y="871"/>
              <a:ext cx="767" cy="327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S</a:t>
              </a:r>
              <a:r>
                <a:rPr lang="en-US" altLang="zh-CN" b="0" baseline="-2500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1</a:t>
              </a:r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(</a:t>
              </a:r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t</a:t>
              </a:r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=0)</a:t>
              </a:r>
            </a:p>
          </p:txBody>
        </p:sp>
        <p:sp>
          <p:nvSpPr>
            <p:cNvPr id="93215" name="Text Box 87"/>
            <p:cNvSpPr txBox="1">
              <a:spLocks noChangeArrowheads="1"/>
            </p:cNvSpPr>
            <p:nvPr/>
          </p:nvSpPr>
          <p:spPr bwMode="auto">
            <a:xfrm>
              <a:off x="4312" y="2277"/>
              <a:ext cx="1022" cy="327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S</a:t>
              </a:r>
              <a:r>
                <a:rPr lang="en-US" altLang="zh-CN" b="0" baseline="-2500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2</a:t>
              </a:r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(</a:t>
              </a:r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t</a:t>
              </a:r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=0.2s)</a:t>
              </a:r>
            </a:p>
          </p:txBody>
        </p:sp>
        <p:sp>
          <p:nvSpPr>
            <p:cNvPr id="93216" name="Rectangle 88"/>
            <p:cNvSpPr>
              <a:spLocks noChangeArrowheads="1"/>
            </p:cNvSpPr>
            <p:nvPr/>
          </p:nvSpPr>
          <p:spPr bwMode="auto">
            <a:xfrm>
              <a:off x="4130" y="1778"/>
              <a:ext cx="400" cy="327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3</a:t>
              </a:r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  <a:sym typeface="Symbol" pitchFamily="18" charset="2"/>
                </a:rPr>
                <a:t></a:t>
              </a:r>
            </a:p>
          </p:txBody>
        </p:sp>
        <p:sp>
          <p:nvSpPr>
            <p:cNvPr id="93217" name="Text Box 89"/>
            <p:cNvSpPr txBox="1">
              <a:spLocks noChangeArrowheads="1"/>
            </p:cNvSpPr>
            <p:nvPr/>
          </p:nvSpPr>
          <p:spPr bwMode="auto">
            <a:xfrm>
              <a:off x="3903" y="916"/>
              <a:ext cx="400" cy="327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2</a:t>
              </a:r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  <a:sym typeface="Symbol" pitchFamily="18" charset="2"/>
                </a:rPr>
                <a:t></a:t>
              </a:r>
            </a:p>
          </p:txBody>
        </p:sp>
        <p:sp>
          <p:nvSpPr>
            <p:cNvPr id="93218" name="Rectangle 90"/>
            <p:cNvSpPr>
              <a:spLocks noChangeArrowheads="1"/>
            </p:cNvSpPr>
            <p:nvPr/>
          </p:nvSpPr>
          <p:spPr bwMode="auto">
            <a:xfrm>
              <a:off x="3969" y="845"/>
              <a:ext cx="317" cy="136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</a:gradFill>
            <a:ln w="2857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3219" name="Rectangle 91"/>
            <p:cNvSpPr>
              <a:spLocks noChangeArrowheads="1"/>
            </p:cNvSpPr>
            <p:nvPr/>
          </p:nvSpPr>
          <p:spPr bwMode="auto">
            <a:xfrm>
              <a:off x="4513" y="1797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</a:gradFill>
            <a:ln w="2857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93220" name="Group 92"/>
            <p:cNvGrpSpPr>
              <a:grpSpLocks/>
            </p:cNvGrpSpPr>
            <p:nvPr/>
          </p:nvGrpSpPr>
          <p:grpSpPr bwMode="auto">
            <a:xfrm rot="5400000">
              <a:off x="4101" y="1023"/>
              <a:ext cx="499" cy="590"/>
              <a:chOff x="476" y="663"/>
              <a:chExt cx="771" cy="862"/>
            </a:xfrm>
          </p:grpSpPr>
          <p:sp>
            <p:nvSpPr>
              <p:cNvPr id="93221" name="AutoShape 93"/>
              <p:cNvSpPr>
                <a:spLocks noChangeArrowheads="1"/>
              </p:cNvSpPr>
              <p:nvPr/>
            </p:nvSpPr>
            <p:spPr bwMode="auto">
              <a:xfrm>
                <a:off x="476" y="663"/>
                <a:ext cx="317" cy="862"/>
              </a:xfrm>
              <a:custGeom>
                <a:avLst/>
                <a:gdLst/>
                <a:ahLst/>
                <a:cxnLst>
                  <a:cxn ang="0">
                    <a:pos x="2646" y="3717"/>
                  </a:cxn>
                  <a:cxn ang="0">
                    <a:pos x="10800" y="0"/>
                  </a:cxn>
                  <a:cxn ang="0">
                    <a:pos x="18953" y="3717"/>
                  </a:cxn>
                  <a:cxn ang="0">
                    <a:pos x="10799" y="0"/>
                  </a:cxn>
                  <a:cxn ang="0">
                    <a:pos x="2646" y="3717"/>
                  </a:cxn>
                </a:cxnLst>
                <a:rect l="0" t="0" r="r" b="b"/>
                <a:pathLst>
                  <a:path w="21600" h="21600">
                    <a:moveTo>
                      <a:pt x="2646" y="3717"/>
                    </a:moveTo>
                    <a:cubicBezTo>
                      <a:pt x="4698" y="1356"/>
                      <a:pt x="7672" y="-1"/>
                      <a:pt x="10800" y="0"/>
                    </a:cubicBezTo>
                    <a:cubicBezTo>
                      <a:pt x="13927" y="0"/>
                      <a:pt x="16901" y="1356"/>
                      <a:pt x="18953" y="3717"/>
                    </a:cubicBezTo>
                    <a:cubicBezTo>
                      <a:pt x="16901" y="1356"/>
                      <a:pt x="13927" y="-1"/>
                      <a:pt x="10799" y="0"/>
                    </a:cubicBezTo>
                    <a:cubicBezTo>
                      <a:pt x="7672" y="0"/>
                      <a:pt x="4698" y="1356"/>
                      <a:pt x="2646" y="3717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764700"/>
                  </a:gs>
                  <a:gs pos="50000">
                    <a:srgbClr val="FF9900"/>
                  </a:gs>
                  <a:gs pos="100000">
                    <a:srgbClr val="764700"/>
                  </a:gs>
                </a:gsLst>
                <a:lin ang="5400000" scaled="1"/>
              </a:gradFill>
              <a:ln w="38100">
                <a:solidFill>
                  <a:srgbClr val="FF99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3222" name="AutoShape 94"/>
              <p:cNvSpPr>
                <a:spLocks noChangeArrowheads="1"/>
              </p:cNvSpPr>
              <p:nvPr/>
            </p:nvSpPr>
            <p:spPr bwMode="auto">
              <a:xfrm>
                <a:off x="703" y="663"/>
                <a:ext cx="317" cy="862"/>
              </a:xfrm>
              <a:custGeom>
                <a:avLst/>
                <a:gdLst/>
                <a:ahLst/>
                <a:cxnLst>
                  <a:cxn ang="0">
                    <a:pos x="2646" y="3717"/>
                  </a:cxn>
                  <a:cxn ang="0">
                    <a:pos x="10800" y="0"/>
                  </a:cxn>
                  <a:cxn ang="0">
                    <a:pos x="18953" y="3717"/>
                  </a:cxn>
                  <a:cxn ang="0">
                    <a:pos x="10799" y="0"/>
                  </a:cxn>
                  <a:cxn ang="0">
                    <a:pos x="2646" y="3717"/>
                  </a:cxn>
                </a:cxnLst>
                <a:rect l="0" t="0" r="r" b="b"/>
                <a:pathLst>
                  <a:path w="21600" h="21600">
                    <a:moveTo>
                      <a:pt x="2646" y="3717"/>
                    </a:moveTo>
                    <a:cubicBezTo>
                      <a:pt x="4698" y="1356"/>
                      <a:pt x="7672" y="-1"/>
                      <a:pt x="10800" y="0"/>
                    </a:cubicBezTo>
                    <a:cubicBezTo>
                      <a:pt x="13927" y="0"/>
                      <a:pt x="16901" y="1356"/>
                      <a:pt x="18953" y="3717"/>
                    </a:cubicBezTo>
                    <a:cubicBezTo>
                      <a:pt x="16901" y="1356"/>
                      <a:pt x="13927" y="-1"/>
                      <a:pt x="10799" y="0"/>
                    </a:cubicBezTo>
                    <a:cubicBezTo>
                      <a:pt x="7672" y="0"/>
                      <a:pt x="4698" y="1356"/>
                      <a:pt x="2646" y="3717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764700"/>
                  </a:gs>
                  <a:gs pos="50000">
                    <a:srgbClr val="FF9900"/>
                  </a:gs>
                  <a:gs pos="100000">
                    <a:srgbClr val="764700"/>
                  </a:gs>
                </a:gsLst>
                <a:lin ang="5400000" scaled="1"/>
              </a:gradFill>
              <a:ln w="38100">
                <a:solidFill>
                  <a:srgbClr val="FF99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3223" name="AutoShape 95"/>
              <p:cNvSpPr>
                <a:spLocks noChangeArrowheads="1"/>
              </p:cNvSpPr>
              <p:nvPr/>
            </p:nvSpPr>
            <p:spPr bwMode="auto">
              <a:xfrm>
                <a:off x="930" y="663"/>
                <a:ext cx="317" cy="862"/>
              </a:xfrm>
              <a:custGeom>
                <a:avLst/>
                <a:gdLst/>
                <a:ahLst/>
                <a:cxnLst>
                  <a:cxn ang="0">
                    <a:pos x="2646" y="3717"/>
                  </a:cxn>
                  <a:cxn ang="0">
                    <a:pos x="10800" y="0"/>
                  </a:cxn>
                  <a:cxn ang="0">
                    <a:pos x="18953" y="3717"/>
                  </a:cxn>
                  <a:cxn ang="0">
                    <a:pos x="10799" y="0"/>
                  </a:cxn>
                  <a:cxn ang="0">
                    <a:pos x="2646" y="3717"/>
                  </a:cxn>
                </a:cxnLst>
                <a:rect l="0" t="0" r="r" b="b"/>
                <a:pathLst>
                  <a:path w="21600" h="21600">
                    <a:moveTo>
                      <a:pt x="2646" y="3717"/>
                    </a:moveTo>
                    <a:cubicBezTo>
                      <a:pt x="4698" y="1356"/>
                      <a:pt x="7672" y="-1"/>
                      <a:pt x="10800" y="0"/>
                    </a:cubicBezTo>
                    <a:cubicBezTo>
                      <a:pt x="13927" y="0"/>
                      <a:pt x="16901" y="1356"/>
                      <a:pt x="18953" y="3717"/>
                    </a:cubicBezTo>
                    <a:cubicBezTo>
                      <a:pt x="16901" y="1356"/>
                      <a:pt x="13927" y="-1"/>
                      <a:pt x="10799" y="0"/>
                    </a:cubicBezTo>
                    <a:cubicBezTo>
                      <a:pt x="7672" y="0"/>
                      <a:pt x="4698" y="1356"/>
                      <a:pt x="2646" y="3717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764700"/>
                  </a:gs>
                  <a:gs pos="50000">
                    <a:srgbClr val="FF9900"/>
                  </a:gs>
                  <a:gs pos="100000">
                    <a:srgbClr val="764700"/>
                  </a:gs>
                </a:gsLst>
                <a:lin ang="5400000" scaled="1"/>
              </a:gradFill>
              <a:ln w="38100">
                <a:solidFill>
                  <a:srgbClr val="FF99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93224" name="Text Box 96"/>
            <p:cNvSpPr txBox="1">
              <a:spLocks noChangeArrowheads="1"/>
            </p:cNvSpPr>
            <p:nvPr/>
          </p:nvSpPr>
          <p:spPr bwMode="auto">
            <a:xfrm>
              <a:off x="3190" y="1823"/>
              <a:ext cx="229" cy="327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b="0">
                  <a:solidFill>
                    <a:schemeClr val="bg1"/>
                  </a:solidFill>
                  <a:latin typeface="宋体" pitchFamily="2" charset="-122"/>
                  <a:ea typeface="宋体" pitchFamily="2" charset="-122"/>
                </a:rPr>
                <a:t>-</a:t>
              </a:r>
            </a:p>
          </p:txBody>
        </p:sp>
      </p:grpSp>
      <p:grpSp>
        <p:nvGrpSpPr>
          <p:cNvPr id="93225" name="Group 97"/>
          <p:cNvGrpSpPr>
            <a:grpSpLocks/>
          </p:cNvGrpSpPr>
          <p:nvPr/>
        </p:nvGrpSpPr>
        <p:grpSpPr bwMode="auto">
          <a:xfrm>
            <a:off x="6588125" y="6446838"/>
            <a:ext cx="792163" cy="366712"/>
            <a:chOff x="4649" y="4020"/>
            <a:chExt cx="499" cy="231"/>
          </a:xfrm>
        </p:grpSpPr>
        <p:pic>
          <p:nvPicPr>
            <p:cNvPr id="93226" name="Picture 98" descr="78900"/>
            <p:cNvPicPr>
              <a:picLocks noChangeAspect="1" noChangeArrowheads="1"/>
            </p:cNvPicPr>
            <p:nvPr/>
          </p:nvPicPr>
          <p:blipFill>
            <a:blip r:embed="rId7"/>
            <a:srcRect/>
            <a:stretch>
              <a:fillRect/>
            </a:stretch>
          </p:blipFill>
          <p:spPr bwMode="auto"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93227" name="Text Box 99">
              <a:hlinkClick r:id="rId8" action="ppaction://hlinksldjump"/>
            </p:cNvPr>
            <p:cNvSpPr txBox="1">
              <a:spLocks noChangeArrowheads="1"/>
            </p:cNvSpPr>
            <p:nvPr/>
          </p:nvSpPr>
          <p:spPr bwMode="auto"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0">
                  <a:solidFill>
                    <a:schemeClr val="bg1"/>
                  </a:solidFill>
                  <a:latin typeface="隶书" pitchFamily="49" charset="-122"/>
                  <a:ea typeface="隶书" pitchFamily="49" charset="-122"/>
                </a:rPr>
                <a:t>返 回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71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71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3000"/>
                                        <p:tgtEl>
                                          <p:spTgt spid="47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3000"/>
                                        <p:tgtEl>
                                          <p:spTgt spid="47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3000"/>
                                        <p:tgtEl>
                                          <p:spTgt spid="47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149" grpId="0" animBg="1"/>
    </p:bld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4209" name="Object 6"/>
          <p:cNvGraphicFramePr>
            <a:graphicFrameLocks noChangeAspect="1"/>
          </p:cNvGraphicFramePr>
          <p:nvPr/>
        </p:nvGraphicFramePr>
        <p:xfrm>
          <a:off x="1331913" y="765175"/>
          <a:ext cx="2143125" cy="557213"/>
        </p:xfrm>
        <a:graphic>
          <a:graphicData uri="http://schemas.openxmlformats.org/presentationml/2006/ole">
            <p:oleObj spid="_x0000_s94209" r:id="rId3" imgW="741600" imgH="184680" progId="Equation.3">
              <p:embed/>
            </p:oleObj>
          </a:graphicData>
        </a:graphic>
      </p:graphicFrame>
      <p:sp>
        <p:nvSpPr>
          <p:cNvPr id="94210" name="Rectangle 7"/>
          <p:cNvSpPr>
            <a:spLocks noChangeArrowheads="1"/>
          </p:cNvSpPr>
          <p:nvPr/>
        </p:nvSpPr>
        <p:spPr bwMode="auto">
          <a:xfrm>
            <a:off x="5580063" y="692150"/>
            <a:ext cx="2295525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lang="en-US" altLang="zh-CN" sz="3200" b="0">
                <a:latin typeface="Times New Roman" pitchFamily="18" charset="0"/>
                <a:ea typeface="宋体" pitchFamily="2" charset="-122"/>
              </a:rPr>
              <a:t>(0 &lt;</a:t>
            </a:r>
            <a:r>
              <a:rPr lang="en-US" altLang="zh-CN" sz="3200" b="0" i="1">
                <a:latin typeface="Times New Roman" pitchFamily="18" charset="0"/>
                <a:ea typeface="宋体" pitchFamily="2" charset="-122"/>
              </a:rPr>
              <a:t> t</a:t>
            </a:r>
            <a:r>
              <a:rPr lang="en-US" altLang="zh-CN" sz="3200" b="0">
                <a:latin typeface="Times New Roman" pitchFamily="18" charset="0"/>
                <a:ea typeface="宋体" pitchFamily="2" charset="-122"/>
              </a:rPr>
              <a:t> </a:t>
            </a:r>
            <a:r>
              <a:rPr lang="en-US" altLang="zh-CN" sz="3200" b="0">
                <a:latin typeface="Times New Roman" pitchFamily="18" charset="0"/>
                <a:ea typeface="宋体" pitchFamily="2" charset="-122"/>
                <a:sym typeface="Symbol" pitchFamily="18" charset="2"/>
              </a:rPr>
              <a:t></a:t>
            </a:r>
            <a:r>
              <a:rPr lang="en-US" altLang="zh-CN" sz="3200" b="0">
                <a:latin typeface="Times New Roman" pitchFamily="18" charset="0"/>
                <a:ea typeface="宋体" pitchFamily="2" charset="-122"/>
              </a:rPr>
              <a:t> 0.2s)</a:t>
            </a:r>
          </a:p>
        </p:txBody>
      </p:sp>
      <p:graphicFrame>
        <p:nvGraphicFramePr>
          <p:cNvPr id="94211" name="Object 5"/>
          <p:cNvGraphicFramePr>
            <a:graphicFrameLocks noChangeAspect="1"/>
          </p:cNvGraphicFramePr>
          <p:nvPr/>
        </p:nvGraphicFramePr>
        <p:xfrm>
          <a:off x="1331913" y="1484313"/>
          <a:ext cx="3436937" cy="522287"/>
        </p:xfrm>
        <a:graphic>
          <a:graphicData uri="http://schemas.openxmlformats.org/presentationml/2006/ole">
            <p:oleObj spid="_x0000_s94211" r:id="rId4" imgW="1158840" imgH="184680" progId="Equation.3">
              <p:embed/>
            </p:oleObj>
          </a:graphicData>
        </a:graphic>
      </p:graphicFrame>
      <p:sp>
        <p:nvSpPr>
          <p:cNvPr id="94212" name="Rectangle 8"/>
          <p:cNvSpPr>
            <a:spLocks noChangeArrowheads="1"/>
          </p:cNvSpPr>
          <p:nvPr/>
        </p:nvSpPr>
        <p:spPr bwMode="auto">
          <a:xfrm>
            <a:off x="5651500" y="1484313"/>
            <a:ext cx="1762125" cy="579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lang="en-US" altLang="zh-CN" sz="3200" b="0">
                <a:latin typeface="Times New Roman" pitchFamily="18" charset="0"/>
                <a:ea typeface="宋体" pitchFamily="2" charset="-122"/>
              </a:rPr>
              <a:t>(</a:t>
            </a:r>
            <a:r>
              <a:rPr lang="en-US" altLang="zh-CN" sz="3200" b="0" i="1">
                <a:latin typeface="Times New Roman" pitchFamily="18" charset="0"/>
                <a:ea typeface="宋体" pitchFamily="2" charset="-122"/>
              </a:rPr>
              <a:t> t</a:t>
            </a:r>
            <a:r>
              <a:rPr lang="en-US" altLang="zh-CN" sz="3200" b="0">
                <a:latin typeface="Times New Roman" pitchFamily="18" charset="0"/>
                <a:ea typeface="宋体" pitchFamily="2" charset="-122"/>
              </a:rPr>
              <a:t> </a:t>
            </a:r>
            <a:r>
              <a:rPr lang="en-US" altLang="zh-CN" sz="3200" b="0">
                <a:latin typeface="Times New Roman" pitchFamily="18" charset="0"/>
                <a:ea typeface="宋体" pitchFamily="2" charset="-122"/>
                <a:sym typeface="Symbol" pitchFamily="18" charset="2"/>
              </a:rPr>
              <a:t> </a:t>
            </a:r>
            <a:r>
              <a:rPr lang="en-US" altLang="zh-CN" sz="3200" b="0">
                <a:latin typeface="Times New Roman" pitchFamily="18" charset="0"/>
                <a:ea typeface="宋体" pitchFamily="2" charset="-122"/>
              </a:rPr>
              <a:t>0.2s)</a:t>
            </a:r>
          </a:p>
        </p:txBody>
      </p:sp>
      <p:grpSp>
        <p:nvGrpSpPr>
          <p:cNvPr id="94213" name="Group 33"/>
          <p:cNvGrpSpPr>
            <a:grpSpLocks/>
          </p:cNvGrpSpPr>
          <p:nvPr/>
        </p:nvGrpSpPr>
        <p:grpSpPr bwMode="auto"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94214" name="Picture 34" descr="78900"/>
            <p:cNvPicPr>
              <a:picLocks noChangeAspect="1" noChangeArrowheads="1"/>
            </p:cNvPicPr>
            <p:nvPr/>
          </p:nvPicPr>
          <p:blipFill>
            <a:blip r:embed="rId5"/>
            <a:srcRect/>
            <a:stretch>
              <a:fillRect/>
            </a:stretch>
          </p:blipFill>
          <p:spPr bwMode="auto"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94215" name="Text Box 35">
              <a:hlinkClick r:id="" action="ppaction://hlinkshowjump?jump=nextslide"/>
            </p:cNvPr>
            <p:cNvSpPr txBox="1">
              <a:spLocks noChangeArrowheads="1"/>
            </p:cNvSpPr>
            <p:nvPr/>
          </p:nvSpPr>
          <p:spPr bwMode="auto"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0">
                  <a:solidFill>
                    <a:schemeClr val="bg1"/>
                  </a:solidFill>
                  <a:latin typeface="隶书" pitchFamily="49" charset="-122"/>
                  <a:ea typeface="隶书" pitchFamily="49" charset="-122"/>
                </a:rPr>
                <a:t>下 页</a:t>
              </a:r>
            </a:p>
          </p:txBody>
        </p:sp>
      </p:grpSp>
      <p:grpSp>
        <p:nvGrpSpPr>
          <p:cNvPr id="94216" name="Group 36"/>
          <p:cNvGrpSpPr>
            <a:grpSpLocks/>
          </p:cNvGrpSpPr>
          <p:nvPr/>
        </p:nvGrpSpPr>
        <p:grpSpPr bwMode="auto">
          <a:xfrm>
            <a:off x="7453313" y="6446838"/>
            <a:ext cx="792162" cy="366712"/>
            <a:chOff x="4649" y="4020"/>
            <a:chExt cx="499" cy="231"/>
          </a:xfrm>
        </p:grpSpPr>
        <p:pic>
          <p:nvPicPr>
            <p:cNvPr id="94217" name="Picture 37" descr="78900"/>
            <p:cNvPicPr>
              <a:picLocks noChangeAspect="1" noChangeArrowheads="1"/>
            </p:cNvPicPr>
            <p:nvPr/>
          </p:nvPicPr>
          <p:blipFill>
            <a:blip r:embed="rId5"/>
            <a:srcRect/>
            <a:stretch>
              <a:fillRect/>
            </a:stretch>
          </p:blipFill>
          <p:spPr bwMode="auto"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94218" name="Text Box 38">
              <a:hlinkClick r:id="" action="ppaction://hlinkshowjump?jump=previousslide"/>
            </p:cNvPr>
            <p:cNvSpPr txBox="1">
              <a:spLocks noChangeArrowheads="1"/>
            </p:cNvSpPr>
            <p:nvPr/>
          </p:nvSpPr>
          <p:spPr bwMode="auto"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0">
                  <a:solidFill>
                    <a:schemeClr val="bg1"/>
                  </a:solidFill>
                  <a:latin typeface="隶书" pitchFamily="49" charset="-122"/>
                  <a:ea typeface="隶书" pitchFamily="49" charset="-122"/>
                </a:rPr>
                <a:t>上 页</a:t>
              </a:r>
            </a:p>
          </p:txBody>
        </p:sp>
      </p:grpSp>
      <p:grpSp>
        <p:nvGrpSpPr>
          <p:cNvPr id="46123" name="Group 43"/>
          <p:cNvGrpSpPr>
            <a:grpSpLocks/>
          </p:cNvGrpSpPr>
          <p:nvPr/>
        </p:nvGrpSpPr>
        <p:grpSpPr bwMode="auto">
          <a:xfrm>
            <a:off x="1763713" y="2205038"/>
            <a:ext cx="5016500" cy="3140075"/>
            <a:chOff x="1111" y="1389"/>
            <a:chExt cx="3160" cy="1978"/>
          </a:xfrm>
        </p:grpSpPr>
        <p:grpSp>
          <p:nvGrpSpPr>
            <p:cNvPr id="94220" name="Group 9"/>
            <p:cNvGrpSpPr>
              <a:grpSpLocks/>
            </p:cNvGrpSpPr>
            <p:nvPr/>
          </p:nvGrpSpPr>
          <p:grpSpPr bwMode="auto">
            <a:xfrm>
              <a:off x="1111" y="1389"/>
              <a:ext cx="3160" cy="1978"/>
              <a:chOff x="3601" y="21"/>
              <a:chExt cx="1957" cy="1493"/>
            </a:xfrm>
          </p:grpSpPr>
          <p:sp>
            <p:nvSpPr>
              <p:cNvPr id="94221" name="Text Box 10"/>
              <p:cNvSpPr txBox="1">
                <a:spLocks noChangeArrowheads="1"/>
              </p:cNvSpPr>
              <p:nvPr/>
            </p:nvSpPr>
            <p:spPr bwMode="auto">
              <a:xfrm>
                <a:off x="3917" y="21"/>
                <a:ext cx="111" cy="247"/>
              </a:xfrm>
              <a:prstGeom prst="rect">
                <a:avLst/>
              </a:prstGeom>
              <a:noFill/>
              <a:ln w="28575">
                <a:noFill/>
                <a:miter lim="800000"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pPr algn="ctr"/>
                <a:r>
                  <a:rPr lang="en-US" altLang="zh-CN" b="0" i="1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rPr>
                  <a:t>i</a:t>
                </a:r>
                <a:endPara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endParaRPr>
              </a:p>
            </p:txBody>
          </p:sp>
          <p:grpSp>
            <p:nvGrpSpPr>
              <p:cNvPr id="94222" name="Group 11"/>
              <p:cNvGrpSpPr>
                <a:grpSpLocks/>
              </p:cNvGrpSpPr>
              <p:nvPr/>
            </p:nvGrpSpPr>
            <p:grpSpPr bwMode="auto">
              <a:xfrm>
                <a:off x="3601" y="21"/>
                <a:ext cx="1957" cy="1493"/>
                <a:chOff x="3601" y="21"/>
                <a:chExt cx="1957" cy="1493"/>
              </a:xfrm>
            </p:grpSpPr>
            <p:sp>
              <p:nvSpPr>
                <p:cNvPr id="94223" name="Line 12"/>
                <p:cNvSpPr>
                  <a:spLocks noChangeShapeType="1"/>
                </p:cNvSpPr>
                <p:nvPr/>
              </p:nvSpPr>
              <p:spPr bwMode="auto">
                <a:xfrm>
                  <a:off x="3648" y="1296"/>
                  <a:ext cx="1632" cy="0"/>
                </a:xfrm>
                <a:prstGeom prst="line">
                  <a:avLst/>
                </a:prstGeom>
                <a:noFill/>
                <a:ln w="28575">
                  <a:solidFill>
                    <a:srgbClr val="FFFF00"/>
                  </a:solidFill>
                  <a:round/>
                  <a:headEnd/>
                  <a:tailEnd type="triangl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94224" name="Line 13"/>
                <p:cNvSpPr>
                  <a:spLocks noChangeShapeType="1"/>
                </p:cNvSpPr>
                <p:nvPr/>
              </p:nvSpPr>
              <p:spPr bwMode="auto">
                <a:xfrm flipV="1">
                  <a:off x="3792" y="192"/>
                  <a:ext cx="0" cy="1296"/>
                </a:xfrm>
                <a:prstGeom prst="line">
                  <a:avLst/>
                </a:prstGeom>
                <a:noFill/>
                <a:ln w="28575">
                  <a:solidFill>
                    <a:srgbClr val="FFFF00"/>
                  </a:solidFill>
                  <a:round/>
                  <a:headEnd/>
                  <a:tailEnd type="triangl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94225" name="Line 14"/>
                <p:cNvSpPr>
                  <a:spLocks noChangeShapeType="1"/>
                </p:cNvSpPr>
                <p:nvPr/>
              </p:nvSpPr>
              <p:spPr bwMode="auto">
                <a:xfrm>
                  <a:off x="3810" y="932"/>
                  <a:ext cx="1154" cy="0"/>
                </a:xfrm>
                <a:prstGeom prst="line">
                  <a:avLst/>
                </a:prstGeom>
                <a:noFill/>
                <a:ln w="28575">
                  <a:solidFill>
                    <a:srgbClr val="00FFFF"/>
                  </a:solidFill>
                  <a:prstDash val="dash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94226" name="Freeform 15"/>
                <p:cNvSpPr>
                  <a:spLocks noChangeArrowheads="1"/>
                </p:cNvSpPr>
                <p:nvPr/>
              </p:nvSpPr>
              <p:spPr bwMode="auto">
                <a:xfrm>
                  <a:off x="3792" y="1008"/>
                  <a:ext cx="376" cy="304"/>
                </a:xfrm>
                <a:custGeom>
                  <a:avLst/>
                  <a:gdLst/>
                  <a:ahLst/>
                  <a:cxnLst>
                    <a:cxn ang="0">
                      <a:pos x="0" y="304"/>
                    </a:cxn>
                    <a:cxn ang="0">
                      <a:pos x="48" y="208"/>
                    </a:cxn>
                    <a:cxn ang="0">
                      <a:pos x="216" y="80"/>
                    </a:cxn>
                    <a:cxn ang="0">
                      <a:pos x="376" y="0"/>
                    </a:cxn>
                  </a:cxnLst>
                  <a:rect l="0" t="0" r="r" b="b"/>
                  <a:pathLst>
                    <a:path w="376" h="304">
                      <a:moveTo>
                        <a:pt x="0" y="304"/>
                      </a:moveTo>
                      <a:cubicBezTo>
                        <a:pt x="8" y="276"/>
                        <a:pt x="12" y="245"/>
                        <a:pt x="48" y="208"/>
                      </a:cubicBezTo>
                      <a:cubicBezTo>
                        <a:pt x="84" y="171"/>
                        <a:pt x="161" y="115"/>
                        <a:pt x="216" y="80"/>
                      </a:cubicBezTo>
                      <a:cubicBezTo>
                        <a:pt x="271" y="45"/>
                        <a:pt x="343" y="17"/>
                        <a:pt x="376" y="0"/>
                      </a:cubicBezTo>
                    </a:path>
                  </a:pathLst>
                </a:custGeom>
                <a:noFill/>
                <a:ln w="28575">
                  <a:solidFill>
                    <a:srgbClr val="FF99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94227" name="Line 16"/>
                <p:cNvSpPr>
                  <a:spLocks noChangeShapeType="1"/>
                </p:cNvSpPr>
                <p:nvPr/>
              </p:nvSpPr>
              <p:spPr bwMode="auto">
                <a:xfrm>
                  <a:off x="4176" y="1008"/>
                  <a:ext cx="0" cy="288"/>
                </a:xfrm>
                <a:prstGeom prst="line">
                  <a:avLst/>
                </a:prstGeom>
                <a:noFill/>
                <a:ln w="28575">
                  <a:solidFill>
                    <a:srgbClr val="00FFFF"/>
                  </a:solidFill>
                  <a:prstDash val="dash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94228" name="Line 17"/>
                <p:cNvSpPr>
                  <a:spLocks noChangeShapeType="1"/>
                </p:cNvSpPr>
                <p:nvPr/>
              </p:nvSpPr>
              <p:spPr bwMode="auto">
                <a:xfrm>
                  <a:off x="3792" y="384"/>
                  <a:ext cx="1440" cy="0"/>
                </a:xfrm>
                <a:prstGeom prst="line">
                  <a:avLst/>
                </a:prstGeom>
                <a:noFill/>
                <a:ln w="28575">
                  <a:solidFill>
                    <a:srgbClr val="00FFFF"/>
                  </a:solidFill>
                  <a:prstDash val="dash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94229" name="Freeform 18"/>
                <p:cNvSpPr>
                  <a:spLocks noChangeArrowheads="1"/>
                </p:cNvSpPr>
                <p:nvPr/>
              </p:nvSpPr>
              <p:spPr bwMode="auto">
                <a:xfrm>
                  <a:off x="4176" y="440"/>
                  <a:ext cx="984" cy="568"/>
                </a:xfrm>
                <a:custGeom>
                  <a:avLst/>
                  <a:gdLst/>
                  <a:ahLst/>
                  <a:cxnLst>
                    <a:cxn ang="0">
                      <a:pos x="0" y="568"/>
                    </a:cxn>
                    <a:cxn ang="0">
                      <a:pos x="96" y="376"/>
                    </a:cxn>
                    <a:cxn ang="0">
                      <a:pos x="312" y="128"/>
                    </a:cxn>
                    <a:cxn ang="0">
                      <a:pos x="528" y="48"/>
                    </a:cxn>
                    <a:cxn ang="0">
                      <a:pos x="744" y="16"/>
                    </a:cxn>
                    <a:cxn ang="0">
                      <a:pos x="984" y="0"/>
                    </a:cxn>
                  </a:cxnLst>
                  <a:rect l="0" t="0" r="r" b="b"/>
                  <a:pathLst>
                    <a:path w="984" h="568">
                      <a:moveTo>
                        <a:pt x="0" y="568"/>
                      </a:moveTo>
                      <a:cubicBezTo>
                        <a:pt x="24" y="504"/>
                        <a:pt x="44" y="449"/>
                        <a:pt x="96" y="376"/>
                      </a:cubicBezTo>
                      <a:cubicBezTo>
                        <a:pt x="148" y="303"/>
                        <a:pt x="240" y="183"/>
                        <a:pt x="312" y="128"/>
                      </a:cubicBezTo>
                      <a:cubicBezTo>
                        <a:pt x="384" y="73"/>
                        <a:pt x="456" y="67"/>
                        <a:pt x="528" y="48"/>
                      </a:cubicBezTo>
                      <a:cubicBezTo>
                        <a:pt x="600" y="29"/>
                        <a:pt x="668" y="24"/>
                        <a:pt x="744" y="16"/>
                      </a:cubicBezTo>
                      <a:cubicBezTo>
                        <a:pt x="820" y="8"/>
                        <a:pt x="934" y="3"/>
                        <a:pt x="984" y="0"/>
                      </a:cubicBezTo>
                    </a:path>
                  </a:pathLst>
                </a:custGeom>
                <a:noFill/>
                <a:ln w="28575">
                  <a:solidFill>
                    <a:srgbClr val="FF33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94230" name="Text Box 19"/>
                <p:cNvSpPr txBox="1">
                  <a:spLocks noChangeArrowheads="1"/>
                </p:cNvSpPr>
                <p:nvPr/>
              </p:nvSpPr>
              <p:spPr bwMode="auto">
                <a:xfrm>
                  <a:off x="5267" y="1220"/>
                  <a:ext cx="291" cy="246"/>
                </a:xfrm>
                <a:prstGeom prst="rect">
                  <a:avLst/>
                </a:prstGeom>
                <a:noFill/>
                <a:ln w="28575">
                  <a:noFill/>
                  <a:miter lim="800000"/>
                  <a:headEnd/>
                  <a:tailEnd/>
                </a:ln>
              </p:spPr>
              <p:txBody>
                <a:bodyPr anchor="ctr">
                  <a:spAutoFit/>
                </a:bodyPr>
                <a:lstStyle/>
                <a:p>
                  <a:pPr algn="ctr"/>
                  <a:r>
                    <a:rPr lang="en-US" altLang="zh-CN" b="0" i="1">
                      <a:solidFill>
                        <a:schemeClr val="bg1"/>
                      </a:solidFill>
                      <a:latin typeface="Times New Roman" pitchFamily="18" charset="0"/>
                      <a:ea typeface="宋体" pitchFamily="2" charset="-122"/>
                    </a:rPr>
                    <a:t>t</a:t>
                  </a:r>
                  <a:r>
                    <a:rPr lang="en-US" altLang="zh-CN" b="0">
                      <a:solidFill>
                        <a:schemeClr val="bg1"/>
                      </a:solidFill>
                      <a:latin typeface="Times New Roman" pitchFamily="18" charset="0"/>
                      <a:ea typeface="宋体" pitchFamily="2" charset="-122"/>
                    </a:rPr>
                    <a:t>(s)</a:t>
                  </a:r>
                </a:p>
              </p:txBody>
            </p:sp>
            <p:sp>
              <p:nvSpPr>
                <p:cNvPr id="94231" name="Text Box 20"/>
                <p:cNvSpPr txBox="1">
                  <a:spLocks noChangeArrowheads="1"/>
                </p:cNvSpPr>
                <p:nvPr/>
              </p:nvSpPr>
              <p:spPr bwMode="auto">
                <a:xfrm>
                  <a:off x="4038" y="1268"/>
                  <a:ext cx="246" cy="246"/>
                </a:xfrm>
                <a:prstGeom prst="rect">
                  <a:avLst/>
                </a:prstGeom>
                <a:noFill/>
                <a:ln w="28575">
                  <a:noFill/>
                  <a:miter lim="800000"/>
                  <a:headEnd/>
                  <a:tailEnd/>
                </a:ln>
              </p:spPr>
              <p:txBody>
                <a:bodyPr wrap="none" anchor="ctr">
                  <a:spAutoFit/>
                </a:bodyPr>
                <a:lstStyle/>
                <a:p>
                  <a:pPr algn="ctr"/>
                  <a:r>
                    <a:rPr lang="en-US" altLang="zh-CN" b="0">
                      <a:solidFill>
                        <a:schemeClr val="bg1"/>
                      </a:solidFill>
                      <a:latin typeface="Times New Roman" pitchFamily="18" charset="0"/>
                      <a:ea typeface="宋体" pitchFamily="2" charset="-122"/>
                    </a:rPr>
                    <a:t>0.2</a:t>
                  </a:r>
                </a:p>
              </p:txBody>
            </p:sp>
            <p:sp>
              <p:nvSpPr>
                <p:cNvPr id="94232" name="Text Box 21"/>
                <p:cNvSpPr txBox="1">
                  <a:spLocks noChangeArrowheads="1"/>
                </p:cNvSpPr>
                <p:nvPr/>
              </p:nvSpPr>
              <p:spPr bwMode="auto">
                <a:xfrm>
                  <a:off x="3636" y="308"/>
                  <a:ext cx="141" cy="247"/>
                </a:xfrm>
                <a:prstGeom prst="rect">
                  <a:avLst/>
                </a:prstGeom>
                <a:noFill/>
                <a:ln w="28575">
                  <a:noFill/>
                  <a:miter lim="800000"/>
                  <a:headEnd/>
                  <a:tailEnd/>
                </a:ln>
              </p:spPr>
              <p:txBody>
                <a:bodyPr wrap="none" anchor="ctr">
                  <a:spAutoFit/>
                </a:bodyPr>
                <a:lstStyle/>
                <a:p>
                  <a:pPr algn="ctr"/>
                  <a:r>
                    <a:rPr lang="en-US" altLang="zh-CN" b="0">
                      <a:solidFill>
                        <a:schemeClr val="bg1"/>
                      </a:solidFill>
                      <a:latin typeface="Times New Roman" pitchFamily="18" charset="0"/>
                      <a:ea typeface="宋体" pitchFamily="2" charset="-122"/>
                    </a:rPr>
                    <a:t>5</a:t>
                  </a:r>
                </a:p>
              </p:txBody>
            </p:sp>
            <p:sp>
              <p:nvSpPr>
                <p:cNvPr id="94233" name="Text Box 22"/>
                <p:cNvSpPr txBox="1">
                  <a:spLocks noChangeArrowheads="1"/>
                </p:cNvSpPr>
                <p:nvPr/>
              </p:nvSpPr>
              <p:spPr bwMode="auto">
                <a:xfrm>
                  <a:off x="4051" y="21"/>
                  <a:ext cx="265" cy="247"/>
                </a:xfrm>
                <a:prstGeom prst="rect">
                  <a:avLst/>
                </a:prstGeom>
                <a:noFill/>
                <a:ln w="28575">
                  <a:noFill/>
                  <a:miter lim="800000"/>
                  <a:headEnd/>
                  <a:tailEnd/>
                </a:ln>
              </p:spPr>
              <p:txBody>
                <a:bodyPr wrap="none" anchor="ctr">
                  <a:spAutoFit/>
                </a:bodyPr>
                <a:lstStyle/>
                <a:p>
                  <a:pPr algn="ctr"/>
                  <a:r>
                    <a:rPr lang="en-US" altLang="zh-CN" b="0">
                      <a:solidFill>
                        <a:schemeClr val="bg1"/>
                      </a:solidFill>
                      <a:latin typeface="Times New Roman" pitchFamily="18" charset="0"/>
                      <a:ea typeface="宋体" pitchFamily="2" charset="-122"/>
                    </a:rPr>
                    <a:t>(A)</a:t>
                  </a:r>
                </a:p>
              </p:txBody>
            </p:sp>
            <p:sp>
              <p:nvSpPr>
                <p:cNvPr id="94234" name="Text Box 23"/>
                <p:cNvSpPr txBox="1">
                  <a:spLocks noChangeArrowheads="1"/>
                </p:cNvSpPr>
                <p:nvPr/>
              </p:nvSpPr>
              <p:spPr bwMode="auto">
                <a:xfrm>
                  <a:off x="4298" y="930"/>
                  <a:ext cx="314" cy="247"/>
                </a:xfrm>
                <a:prstGeom prst="rect">
                  <a:avLst/>
                </a:prstGeom>
                <a:noFill/>
                <a:ln w="28575">
                  <a:noFill/>
                  <a:miter lim="800000"/>
                  <a:headEnd/>
                  <a:tailEnd/>
                </a:ln>
              </p:spPr>
              <p:txBody>
                <a:bodyPr wrap="none" anchor="ctr">
                  <a:spAutoFit/>
                </a:bodyPr>
                <a:lstStyle/>
                <a:p>
                  <a:pPr algn="ctr"/>
                  <a:r>
                    <a:rPr lang="en-US" altLang="zh-CN" b="0">
                      <a:solidFill>
                        <a:schemeClr val="bg1"/>
                      </a:solidFill>
                      <a:latin typeface="Times New Roman" pitchFamily="18" charset="0"/>
                      <a:ea typeface="宋体" pitchFamily="2" charset="-122"/>
                    </a:rPr>
                    <a:t>1.26</a:t>
                  </a:r>
                </a:p>
              </p:txBody>
            </p:sp>
            <p:sp>
              <p:nvSpPr>
                <p:cNvPr id="94235" name="Oval 24"/>
                <p:cNvSpPr>
                  <a:spLocks noChangeArrowheads="1"/>
                </p:cNvSpPr>
                <p:nvPr/>
              </p:nvSpPr>
              <p:spPr bwMode="auto">
                <a:xfrm>
                  <a:off x="4151" y="982"/>
                  <a:ext cx="45" cy="45"/>
                </a:xfrm>
                <a:prstGeom prst="ellipse">
                  <a:avLst/>
                </a:prstGeom>
                <a:solidFill>
                  <a:schemeClr val="bg1"/>
                </a:solidFill>
                <a:ln w="28575">
                  <a:noFill/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94236" name="Text Box 25"/>
                <p:cNvSpPr txBox="1">
                  <a:spLocks noChangeArrowheads="1"/>
                </p:cNvSpPr>
                <p:nvPr/>
              </p:nvSpPr>
              <p:spPr bwMode="auto">
                <a:xfrm>
                  <a:off x="3601" y="767"/>
                  <a:ext cx="141" cy="246"/>
                </a:xfrm>
                <a:prstGeom prst="rect">
                  <a:avLst/>
                </a:prstGeom>
                <a:noFill/>
                <a:ln w="28575">
                  <a:noFill/>
                  <a:miter lim="800000"/>
                  <a:headEnd/>
                  <a:tailEnd/>
                </a:ln>
              </p:spPr>
              <p:txBody>
                <a:bodyPr wrap="none" anchor="ctr">
                  <a:spAutoFit/>
                </a:bodyPr>
                <a:lstStyle/>
                <a:p>
                  <a:pPr algn="ctr"/>
                  <a:r>
                    <a:rPr lang="en-US" altLang="zh-CN" b="0">
                      <a:solidFill>
                        <a:schemeClr val="bg1"/>
                      </a:solidFill>
                      <a:latin typeface="Times New Roman" pitchFamily="18" charset="0"/>
                      <a:ea typeface="宋体" pitchFamily="2" charset="-122"/>
                    </a:rPr>
                    <a:t>2</a:t>
                  </a:r>
                </a:p>
              </p:txBody>
            </p:sp>
          </p:grpSp>
        </p:grpSp>
        <p:sp>
          <p:nvSpPr>
            <p:cNvPr id="94237" name="Text Box 42"/>
            <p:cNvSpPr txBox="1">
              <a:spLocks noChangeArrowheads="1"/>
            </p:cNvSpPr>
            <p:nvPr/>
          </p:nvSpPr>
          <p:spPr bwMode="auto">
            <a:xfrm>
              <a:off x="1156" y="3022"/>
              <a:ext cx="409" cy="327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仿宋_GB2312" pitchFamily="49" charset="-122"/>
                </a:rPr>
                <a:t>0</a:t>
              </a:r>
            </a:p>
          </p:txBody>
        </p:sp>
      </p:grpSp>
      <p:grpSp>
        <p:nvGrpSpPr>
          <p:cNvPr id="94238" name="Group 44"/>
          <p:cNvGrpSpPr>
            <a:grpSpLocks/>
          </p:cNvGrpSpPr>
          <p:nvPr/>
        </p:nvGrpSpPr>
        <p:grpSpPr bwMode="auto">
          <a:xfrm>
            <a:off x="6588125" y="6446838"/>
            <a:ext cx="792163" cy="366712"/>
            <a:chOff x="4649" y="4020"/>
            <a:chExt cx="499" cy="231"/>
          </a:xfrm>
        </p:grpSpPr>
        <p:pic>
          <p:nvPicPr>
            <p:cNvPr id="94239" name="Picture 45" descr="78900"/>
            <p:cNvPicPr>
              <a:picLocks noChangeAspect="1" noChangeArrowheads="1"/>
            </p:cNvPicPr>
            <p:nvPr/>
          </p:nvPicPr>
          <p:blipFill>
            <a:blip r:embed="rId5"/>
            <a:srcRect/>
            <a:stretch>
              <a:fillRect/>
            </a:stretch>
          </p:blipFill>
          <p:spPr bwMode="auto"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94240" name="Text Box 46">
              <a:hlinkClick r:id="rId6" action="ppaction://hlinksldjump"/>
            </p:cNvPr>
            <p:cNvSpPr txBox="1">
              <a:spLocks noChangeArrowheads="1"/>
            </p:cNvSpPr>
            <p:nvPr/>
          </p:nvSpPr>
          <p:spPr bwMode="auto"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0">
                  <a:solidFill>
                    <a:schemeClr val="bg1"/>
                  </a:solidFill>
                  <a:latin typeface="隶书" pitchFamily="49" charset="-122"/>
                  <a:ea typeface="隶书" pitchFamily="49" charset="-122"/>
                </a:rPr>
                <a:t>返 回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6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058" name="Rectangle 2"/>
          <p:cNvSpPr>
            <a:spLocks noChangeArrowheads="1"/>
          </p:cNvSpPr>
          <p:nvPr/>
        </p:nvSpPr>
        <p:spPr bwMode="auto">
          <a:xfrm>
            <a:off x="1476375" y="404813"/>
            <a:ext cx="6280150" cy="701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altLang="zh-CN" sz="4000">
                <a:solidFill>
                  <a:schemeClr val="bg1"/>
                </a:solidFill>
                <a:latin typeface="楷体_GB2312" pitchFamily="49" charset="-122"/>
              </a:rPr>
              <a:t>7.5 </a:t>
            </a:r>
            <a:r>
              <a:rPr lang="zh-CN" altLang="en-US" sz="4000">
                <a:solidFill>
                  <a:schemeClr val="bg1"/>
                </a:solidFill>
                <a:latin typeface="楷体_GB2312" pitchFamily="49" charset="-122"/>
              </a:rPr>
              <a:t>二阶电路的零输入响应</a:t>
            </a:r>
          </a:p>
        </p:txBody>
      </p:sp>
      <p:sp>
        <p:nvSpPr>
          <p:cNvPr id="173059" name="Text Box 3"/>
          <p:cNvSpPr txBox="1">
            <a:spLocks noChangeArrowheads="1"/>
          </p:cNvSpPr>
          <p:nvPr/>
        </p:nvSpPr>
        <p:spPr bwMode="auto">
          <a:xfrm>
            <a:off x="4932363" y="1844675"/>
            <a:ext cx="3317875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altLang="zh-CN" sz="3200" b="0" i="1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u</a:t>
            </a:r>
            <a:r>
              <a:rPr lang="en-US" altLang="zh-CN" sz="3200" b="0" i="1" baseline="-2500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C</a:t>
            </a:r>
            <a:r>
              <a:rPr lang="en-US" altLang="zh-CN" sz="3200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(0</a:t>
            </a:r>
            <a:r>
              <a:rPr lang="en-US" altLang="zh-CN" sz="3200" b="0" baseline="-2500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+</a:t>
            </a:r>
            <a:r>
              <a:rPr lang="en-US" altLang="zh-CN" sz="3200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)=</a:t>
            </a:r>
            <a:r>
              <a:rPr lang="en-US" altLang="zh-CN" sz="3200" b="0" i="1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U</a:t>
            </a:r>
            <a:r>
              <a:rPr lang="en-US" altLang="zh-CN" sz="3200" b="0" baseline="-2500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0</a:t>
            </a:r>
            <a:r>
              <a:rPr lang="en-US" altLang="zh-CN" sz="3200" b="0" i="1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   i</a:t>
            </a:r>
            <a:r>
              <a:rPr lang="en-US" altLang="zh-CN" sz="3200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(0</a:t>
            </a:r>
            <a:r>
              <a:rPr lang="en-US" altLang="zh-CN" sz="3200" b="0" baseline="-2500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+</a:t>
            </a:r>
            <a:r>
              <a:rPr lang="en-US" altLang="zh-CN" sz="3200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)=0</a:t>
            </a:r>
          </a:p>
        </p:txBody>
      </p:sp>
      <p:graphicFrame>
        <p:nvGraphicFramePr>
          <p:cNvPr id="173060" name="Object 4"/>
          <p:cNvGraphicFramePr>
            <a:graphicFrameLocks noChangeAspect="1"/>
          </p:cNvGraphicFramePr>
          <p:nvPr/>
        </p:nvGraphicFramePr>
        <p:xfrm>
          <a:off x="3851275" y="4005263"/>
          <a:ext cx="4681538" cy="1141412"/>
        </p:xfrm>
        <a:graphic>
          <a:graphicData uri="http://schemas.openxmlformats.org/presentationml/2006/ole">
            <p:oleObj spid="_x0000_s99331" r:id="rId3" imgW="1749600" imgH="415080" progId="Equation.3">
              <p:embed/>
            </p:oleObj>
          </a:graphicData>
        </a:graphic>
      </p:graphicFrame>
      <p:sp>
        <p:nvSpPr>
          <p:cNvPr id="173061" name="Text Box 5"/>
          <p:cNvSpPr txBox="1">
            <a:spLocks noChangeArrowheads="1"/>
          </p:cNvSpPr>
          <p:nvPr/>
        </p:nvSpPr>
        <p:spPr bwMode="auto">
          <a:xfrm>
            <a:off x="3419475" y="1844675"/>
            <a:ext cx="1255713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zh-CN" altLang="en-US">
                <a:latin typeface="Times New Roman" pitchFamily="18" charset="0"/>
              </a:rPr>
              <a:t>已知：</a:t>
            </a:r>
          </a:p>
        </p:txBody>
      </p:sp>
      <p:sp>
        <p:nvSpPr>
          <p:cNvPr id="173062" name="Rectangle 6"/>
          <p:cNvSpPr>
            <a:spLocks noChangeArrowheads="1"/>
          </p:cNvSpPr>
          <p:nvPr/>
        </p:nvSpPr>
        <p:spPr bwMode="auto">
          <a:xfrm>
            <a:off x="611188" y="1268413"/>
            <a:ext cx="5256212" cy="579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/>
            <a:r>
              <a:rPr lang="en-US" altLang="zh-CN" sz="3200">
                <a:solidFill>
                  <a:schemeClr val="bg1"/>
                </a:solidFill>
                <a:latin typeface="楷体_GB2312" pitchFamily="49" charset="-122"/>
              </a:rPr>
              <a:t>1. </a:t>
            </a:r>
            <a:r>
              <a:rPr lang="zh-CN" altLang="en-US" sz="3200">
                <a:solidFill>
                  <a:schemeClr val="bg1"/>
                </a:solidFill>
                <a:latin typeface="楷体_GB2312" pitchFamily="49" charset="-122"/>
              </a:rPr>
              <a:t>二阶电路的零输入响应</a:t>
            </a:r>
          </a:p>
        </p:txBody>
      </p:sp>
      <p:sp>
        <p:nvSpPr>
          <p:cNvPr id="173063" name="Text Box 7"/>
          <p:cNvSpPr txBox="1">
            <a:spLocks noChangeArrowheads="1"/>
          </p:cNvSpPr>
          <p:nvPr/>
        </p:nvSpPr>
        <p:spPr bwMode="auto">
          <a:xfrm>
            <a:off x="468313" y="4365625"/>
            <a:ext cx="338455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zh-CN" altLang="en-US">
                <a:latin typeface="Times New Roman" pitchFamily="18" charset="0"/>
              </a:rPr>
              <a:t>以电容电压为变量：</a:t>
            </a:r>
          </a:p>
        </p:txBody>
      </p:sp>
      <p:sp>
        <p:nvSpPr>
          <p:cNvPr id="173064" name="Text Box 8"/>
          <p:cNvSpPr txBox="1">
            <a:spLocks noChangeArrowheads="1"/>
          </p:cNvSpPr>
          <p:nvPr/>
        </p:nvSpPr>
        <p:spPr bwMode="auto">
          <a:xfrm>
            <a:off x="3419475" y="2492375"/>
            <a:ext cx="1970088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zh-CN" altLang="en-US">
                <a:latin typeface="Times New Roman" pitchFamily="18" charset="0"/>
              </a:rPr>
              <a:t>电路方程：</a:t>
            </a:r>
          </a:p>
        </p:txBody>
      </p:sp>
      <p:graphicFrame>
        <p:nvGraphicFramePr>
          <p:cNvPr id="173065" name="Object 9"/>
          <p:cNvGraphicFramePr>
            <a:graphicFrameLocks noChangeAspect="1"/>
          </p:cNvGraphicFramePr>
          <p:nvPr/>
        </p:nvGraphicFramePr>
        <p:xfrm>
          <a:off x="5292725" y="2492375"/>
          <a:ext cx="2663825" cy="569913"/>
        </p:xfrm>
        <a:graphic>
          <a:graphicData uri="http://schemas.openxmlformats.org/presentationml/2006/ole">
            <p:oleObj spid="_x0000_s99336" r:id="rId4" imgW="1019880" imgH="207720" progId="Equation.3">
              <p:embed/>
            </p:oleObj>
          </a:graphicData>
        </a:graphic>
      </p:graphicFrame>
      <p:graphicFrame>
        <p:nvGraphicFramePr>
          <p:cNvPr id="173066" name="Object 10"/>
          <p:cNvGraphicFramePr>
            <a:graphicFrameLocks noChangeAspect="1"/>
          </p:cNvGraphicFramePr>
          <p:nvPr/>
        </p:nvGraphicFramePr>
        <p:xfrm>
          <a:off x="4067175" y="3068638"/>
          <a:ext cx="3787775" cy="1014412"/>
        </p:xfrm>
        <a:graphic>
          <a:graphicData uri="http://schemas.openxmlformats.org/presentationml/2006/ole">
            <p:oleObj spid="_x0000_s99337" r:id="rId5" imgW="1552680" imgH="403560" progId="Equation.3">
              <p:embed/>
            </p:oleObj>
          </a:graphicData>
        </a:graphic>
      </p:graphicFrame>
      <p:sp>
        <p:nvSpPr>
          <p:cNvPr id="173067" name="Text Box 11"/>
          <p:cNvSpPr txBox="1">
            <a:spLocks noChangeArrowheads="1"/>
          </p:cNvSpPr>
          <p:nvPr/>
        </p:nvSpPr>
        <p:spPr bwMode="auto">
          <a:xfrm>
            <a:off x="525463" y="5373688"/>
            <a:ext cx="3384550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zh-CN" altLang="en-US">
                <a:latin typeface="Times New Roman" pitchFamily="18" charset="0"/>
              </a:rPr>
              <a:t>以电感电流为变量：</a:t>
            </a:r>
          </a:p>
        </p:txBody>
      </p:sp>
      <p:graphicFrame>
        <p:nvGraphicFramePr>
          <p:cNvPr id="173068" name="Object 12"/>
          <p:cNvGraphicFramePr>
            <a:graphicFrameLocks noChangeAspect="1"/>
          </p:cNvGraphicFramePr>
          <p:nvPr/>
        </p:nvGraphicFramePr>
        <p:xfrm>
          <a:off x="3924300" y="5157788"/>
          <a:ext cx="3671888" cy="1089025"/>
        </p:xfrm>
        <a:graphic>
          <a:graphicData uri="http://schemas.openxmlformats.org/presentationml/2006/ole">
            <p:oleObj spid="_x0000_s99339" r:id="rId6" imgW="1436760" imgH="415080" progId="Equation.3">
              <p:embed/>
            </p:oleObj>
          </a:graphicData>
        </a:graphic>
      </p:graphicFrame>
      <p:grpSp>
        <p:nvGrpSpPr>
          <p:cNvPr id="99340" name="Group 13"/>
          <p:cNvGrpSpPr>
            <a:grpSpLocks/>
          </p:cNvGrpSpPr>
          <p:nvPr/>
        </p:nvGrpSpPr>
        <p:grpSpPr bwMode="auto"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99341" name="Picture 14" descr="78900"/>
            <p:cNvPicPr>
              <a:picLocks noChangeAspect="1" noChangeArrowheads="1"/>
            </p:cNvPicPr>
            <p:nvPr/>
          </p:nvPicPr>
          <p:blipFill>
            <a:blip r:embed="rId7"/>
            <a:srcRect/>
            <a:stretch>
              <a:fillRect/>
            </a:stretch>
          </p:blipFill>
          <p:spPr bwMode="auto"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99342" name="Text Box 15">
              <a:hlinkClick r:id="" action="ppaction://hlinkshowjump?jump=nextslide"/>
            </p:cNvPr>
            <p:cNvSpPr txBox="1">
              <a:spLocks noChangeArrowheads="1"/>
            </p:cNvSpPr>
            <p:nvPr/>
          </p:nvSpPr>
          <p:spPr bwMode="auto"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0">
                  <a:solidFill>
                    <a:schemeClr val="bg1"/>
                  </a:solidFill>
                  <a:latin typeface="隶书" pitchFamily="49" charset="-122"/>
                  <a:ea typeface="隶书" pitchFamily="49" charset="-122"/>
                </a:rPr>
                <a:t>下 页</a:t>
              </a:r>
            </a:p>
          </p:txBody>
        </p:sp>
      </p:grpSp>
      <p:grpSp>
        <p:nvGrpSpPr>
          <p:cNvPr id="99343" name="Group 16"/>
          <p:cNvGrpSpPr>
            <a:grpSpLocks/>
          </p:cNvGrpSpPr>
          <p:nvPr/>
        </p:nvGrpSpPr>
        <p:grpSpPr bwMode="auto">
          <a:xfrm>
            <a:off x="7453313" y="6446838"/>
            <a:ext cx="792162" cy="366712"/>
            <a:chOff x="4649" y="4020"/>
            <a:chExt cx="499" cy="231"/>
          </a:xfrm>
        </p:grpSpPr>
        <p:pic>
          <p:nvPicPr>
            <p:cNvPr id="99344" name="Picture 17" descr="78900"/>
            <p:cNvPicPr>
              <a:picLocks noChangeAspect="1" noChangeArrowheads="1"/>
            </p:cNvPicPr>
            <p:nvPr/>
          </p:nvPicPr>
          <p:blipFill>
            <a:blip r:embed="rId7"/>
            <a:srcRect/>
            <a:stretch>
              <a:fillRect/>
            </a:stretch>
          </p:blipFill>
          <p:spPr bwMode="auto"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99345" name="Text Box 18">
              <a:hlinkClick r:id="" action="ppaction://hlinkshowjump?jump=previousslide"/>
            </p:cNvPr>
            <p:cNvSpPr txBox="1">
              <a:spLocks noChangeArrowheads="1"/>
            </p:cNvSpPr>
            <p:nvPr/>
          </p:nvSpPr>
          <p:spPr bwMode="auto"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0">
                  <a:solidFill>
                    <a:schemeClr val="bg1"/>
                  </a:solidFill>
                  <a:latin typeface="隶书" pitchFamily="49" charset="-122"/>
                  <a:ea typeface="隶书" pitchFamily="49" charset="-122"/>
                </a:rPr>
                <a:t>上 页</a:t>
              </a:r>
            </a:p>
          </p:txBody>
        </p:sp>
      </p:grpSp>
      <p:grpSp>
        <p:nvGrpSpPr>
          <p:cNvPr id="173075" name="Group 19"/>
          <p:cNvGrpSpPr>
            <a:grpSpLocks/>
          </p:cNvGrpSpPr>
          <p:nvPr/>
        </p:nvGrpSpPr>
        <p:grpSpPr bwMode="auto">
          <a:xfrm>
            <a:off x="684213" y="1844675"/>
            <a:ext cx="2376487" cy="2016125"/>
            <a:chOff x="3107" y="754"/>
            <a:chExt cx="1497" cy="1270"/>
          </a:xfrm>
        </p:grpSpPr>
        <p:sp>
          <p:nvSpPr>
            <p:cNvPr id="99347" name="Line 20"/>
            <p:cNvSpPr>
              <a:spLocks noChangeShapeType="1"/>
            </p:cNvSpPr>
            <p:nvPr/>
          </p:nvSpPr>
          <p:spPr bwMode="auto">
            <a:xfrm>
              <a:off x="4513" y="1026"/>
              <a:ext cx="1" cy="289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9348" name="Line 21"/>
            <p:cNvSpPr>
              <a:spLocks noChangeShapeType="1"/>
            </p:cNvSpPr>
            <p:nvPr/>
          </p:nvSpPr>
          <p:spPr bwMode="auto">
            <a:xfrm>
              <a:off x="4513" y="1752"/>
              <a:ext cx="0" cy="227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9349" name="Line 22"/>
            <p:cNvSpPr>
              <a:spLocks noChangeShapeType="1"/>
            </p:cNvSpPr>
            <p:nvPr/>
          </p:nvSpPr>
          <p:spPr bwMode="auto">
            <a:xfrm>
              <a:off x="3334" y="1979"/>
              <a:ext cx="1179" cy="0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9350" name="Line 23"/>
            <p:cNvSpPr>
              <a:spLocks noChangeShapeType="1"/>
            </p:cNvSpPr>
            <p:nvPr/>
          </p:nvSpPr>
          <p:spPr bwMode="auto">
            <a:xfrm>
              <a:off x="3334" y="1026"/>
              <a:ext cx="1" cy="428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9351" name="Line 24"/>
            <p:cNvSpPr>
              <a:spLocks noChangeShapeType="1"/>
            </p:cNvSpPr>
            <p:nvPr/>
          </p:nvSpPr>
          <p:spPr bwMode="auto">
            <a:xfrm flipH="1">
              <a:off x="3334" y="1525"/>
              <a:ext cx="0" cy="454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9352" name="Rectangle 25"/>
            <p:cNvSpPr>
              <a:spLocks noChangeArrowheads="1"/>
            </p:cNvSpPr>
            <p:nvPr/>
          </p:nvSpPr>
          <p:spPr bwMode="auto">
            <a:xfrm>
              <a:off x="3878" y="1616"/>
              <a:ext cx="343" cy="269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eaLnBrk="0" hangingPunct="0"/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R</a:t>
              </a:r>
              <a:endParaRPr lang="en-US" altLang="zh-CN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99353" name="Rectangle 26"/>
            <p:cNvSpPr>
              <a:spLocks noChangeArrowheads="1"/>
            </p:cNvSpPr>
            <p:nvPr/>
          </p:nvSpPr>
          <p:spPr bwMode="auto">
            <a:xfrm>
              <a:off x="4286" y="1389"/>
              <a:ext cx="125" cy="269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0" hangingPunct="0"/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L</a:t>
              </a:r>
              <a:endParaRPr lang="en-US" altLang="zh-CN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99354" name="Rectangle 27"/>
            <p:cNvSpPr>
              <a:spLocks noChangeArrowheads="1"/>
            </p:cNvSpPr>
            <p:nvPr/>
          </p:nvSpPr>
          <p:spPr bwMode="auto">
            <a:xfrm>
              <a:off x="3107" y="1570"/>
              <a:ext cx="318" cy="269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eaLnBrk="0" hangingPunct="0"/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C</a:t>
              </a:r>
              <a:endParaRPr lang="en-US" altLang="zh-CN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99355" name="Rectangle 28"/>
            <p:cNvSpPr>
              <a:spLocks noChangeArrowheads="1"/>
            </p:cNvSpPr>
            <p:nvPr/>
          </p:nvSpPr>
          <p:spPr bwMode="auto">
            <a:xfrm>
              <a:off x="3379" y="1117"/>
              <a:ext cx="126" cy="269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0" hangingPunct="0"/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+</a:t>
              </a:r>
            </a:p>
          </p:txBody>
        </p:sp>
        <p:sp>
          <p:nvSpPr>
            <p:cNvPr id="99356" name="Rectangle 29"/>
            <p:cNvSpPr>
              <a:spLocks noChangeArrowheads="1"/>
            </p:cNvSpPr>
            <p:nvPr/>
          </p:nvSpPr>
          <p:spPr bwMode="auto">
            <a:xfrm>
              <a:off x="3379" y="1570"/>
              <a:ext cx="112" cy="269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0" hangingPunct="0"/>
              <a:r>
                <a:rPr lang="en-US" altLang="zh-CN" b="0">
                  <a:solidFill>
                    <a:schemeClr val="bg1"/>
                  </a:solidFill>
                  <a:latin typeface="宋体" pitchFamily="2" charset="-122"/>
                  <a:ea typeface="宋体" pitchFamily="2" charset="-122"/>
                </a:rPr>
                <a:t>-</a:t>
              </a:r>
            </a:p>
          </p:txBody>
        </p:sp>
        <p:sp>
          <p:nvSpPr>
            <p:cNvPr id="99357" name="Rectangle 30"/>
            <p:cNvSpPr>
              <a:spLocks noChangeArrowheads="1"/>
            </p:cNvSpPr>
            <p:nvPr/>
          </p:nvSpPr>
          <p:spPr bwMode="auto">
            <a:xfrm>
              <a:off x="4059" y="1071"/>
              <a:ext cx="62" cy="269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0" hangingPunct="0"/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i</a:t>
              </a:r>
              <a:endParaRPr lang="en-US" altLang="zh-CN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99358" name="Text Box 31"/>
            <p:cNvSpPr txBox="1">
              <a:spLocks noChangeArrowheads="1"/>
            </p:cNvSpPr>
            <p:nvPr/>
          </p:nvSpPr>
          <p:spPr bwMode="auto">
            <a:xfrm>
              <a:off x="3424" y="1298"/>
              <a:ext cx="295" cy="327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u</a:t>
              </a:r>
              <a:r>
                <a:rPr lang="en-US" altLang="zh-CN" b="0" i="1" baseline="-2500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c</a:t>
              </a:r>
              <a:endParaRPr lang="en-US" altLang="zh-CN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99359" name="Line 32"/>
            <p:cNvSpPr>
              <a:spLocks noChangeShapeType="1"/>
            </p:cNvSpPr>
            <p:nvPr/>
          </p:nvSpPr>
          <p:spPr bwMode="auto">
            <a:xfrm>
              <a:off x="3334" y="1026"/>
              <a:ext cx="453" cy="0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 type="oval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9360" name="Line 33"/>
            <p:cNvSpPr>
              <a:spLocks noChangeShapeType="1"/>
            </p:cNvSpPr>
            <p:nvPr/>
          </p:nvSpPr>
          <p:spPr bwMode="auto">
            <a:xfrm>
              <a:off x="4014" y="1026"/>
              <a:ext cx="499" cy="0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 type="oval" w="med" len="med"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9361" name="Line 34"/>
            <p:cNvSpPr>
              <a:spLocks noChangeShapeType="1"/>
            </p:cNvSpPr>
            <p:nvPr/>
          </p:nvSpPr>
          <p:spPr bwMode="auto">
            <a:xfrm flipV="1">
              <a:off x="3787" y="935"/>
              <a:ext cx="227" cy="91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9362" name="Line 35"/>
            <p:cNvSpPr>
              <a:spLocks noChangeShapeType="1"/>
            </p:cNvSpPr>
            <p:nvPr/>
          </p:nvSpPr>
          <p:spPr bwMode="auto">
            <a:xfrm>
              <a:off x="3787" y="754"/>
              <a:ext cx="90" cy="227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9363" name="Line 36"/>
            <p:cNvSpPr>
              <a:spLocks noChangeShapeType="1"/>
            </p:cNvSpPr>
            <p:nvPr/>
          </p:nvSpPr>
          <p:spPr bwMode="auto">
            <a:xfrm>
              <a:off x="4150" y="1117"/>
              <a:ext cx="272" cy="0"/>
            </a:xfrm>
            <a:prstGeom prst="line">
              <a:avLst/>
            </a:prstGeom>
            <a:noFill/>
            <a:ln w="28575">
              <a:solidFill>
                <a:srgbClr val="00FFFF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99364" name="Group 37"/>
            <p:cNvGrpSpPr>
              <a:grpSpLocks/>
            </p:cNvGrpSpPr>
            <p:nvPr/>
          </p:nvGrpSpPr>
          <p:grpSpPr bwMode="auto">
            <a:xfrm>
              <a:off x="3198" y="1434"/>
              <a:ext cx="240" cy="90"/>
              <a:chOff x="4604" y="2478"/>
              <a:chExt cx="240" cy="90"/>
            </a:xfrm>
          </p:grpSpPr>
          <p:sp>
            <p:nvSpPr>
              <p:cNvPr id="99365" name="Line 38"/>
              <p:cNvSpPr>
                <a:spLocks noChangeShapeType="1"/>
              </p:cNvSpPr>
              <p:nvPr/>
            </p:nvSpPr>
            <p:spPr bwMode="auto">
              <a:xfrm>
                <a:off x="4604" y="2478"/>
                <a:ext cx="240" cy="0"/>
              </a:xfrm>
              <a:prstGeom prst="line">
                <a:avLst/>
              </a:prstGeom>
              <a:noFill/>
              <a:ln w="57150">
                <a:solidFill>
                  <a:srgbClr val="FF99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9366" name="Line 39"/>
              <p:cNvSpPr>
                <a:spLocks noChangeShapeType="1"/>
              </p:cNvSpPr>
              <p:nvPr/>
            </p:nvSpPr>
            <p:spPr bwMode="auto">
              <a:xfrm>
                <a:off x="4604" y="2568"/>
                <a:ext cx="240" cy="0"/>
              </a:xfrm>
              <a:prstGeom prst="line">
                <a:avLst/>
              </a:prstGeom>
              <a:noFill/>
              <a:ln w="57150">
                <a:solidFill>
                  <a:srgbClr val="FF99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99367" name="Group 40"/>
            <p:cNvGrpSpPr>
              <a:grpSpLocks/>
            </p:cNvGrpSpPr>
            <p:nvPr/>
          </p:nvGrpSpPr>
          <p:grpSpPr bwMode="auto">
            <a:xfrm rot="5400000">
              <a:off x="4056" y="1250"/>
              <a:ext cx="499" cy="590"/>
              <a:chOff x="476" y="663"/>
              <a:chExt cx="771" cy="862"/>
            </a:xfrm>
          </p:grpSpPr>
          <p:sp>
            <p:nvSpPr>
              <p:cNvPr id="99368" name="AutoShape 41"/>
              <p:cNvSpPr>
                <a:spLocks noChangeArrowheads="1"/>
              </p:cNvSpPr>
              <p:nvPr/>
            </p:nvSpPr>
            <p:spPr bwMode="auto">
              <a:xfrm>
                <a:off x="476" y="663"/>
                <a:ext cx="317" cy="862"/>
              </a:xfrm>
              <a:custGeom>
                <a:avLst/>
                <a:gdLst/>
                <a:ahLst/>
                <a:cxnLst>
                  <a:cxn ang="0">
                    <a:pos x="2646" y="3717"/>
                  </a:cxn>
                  <a:cxn ang="0">
                    <a:pos x="10800" y="0"/>
                  </a:cxn>
                  <a:cxn ang="0">
                    <a:pos x="18953" y="3717"/>
                  </a:cxn>
                  <a:cxn ang="0">
                    <a:pos x="10799" y="0"/>
                  </a:cxn>
                  <a:cxn ang="0">
                    <a:pos x="2646" y="3717"/>
                  </a:cxn>
                </a:cxnLst>
                <a:rect l="0" t="0" r="r" b="b"/>
                <a:pathLst>
                  <a:path w="21600" h="21600">
                    <a:moveTo>
                      <a:pt x="2646" y="3717"/>
                    </a:moveTo>
                    <a:cubicBezTo>
                      <a:pt x="4698" y="1356"/>
                      <a:pt x="7672" y="-1"/>
                      <a:pt x="10800" y="0"/>
                    </a:cubicBezTo>
                    <a:cubicBezTo>
                      <a:pt x="13927" y="0"/>
                      <a:pt x="16901" y="1356"/>
                      <a:pt x="18953" y="3717"/>
                    </a:cubicBezTo>
                    <a:cubicBezTo>
                      <a:pt x="16901" y="1356"/>
                      <a:pt x="13927" y="-1"/>
                      <a:pt x="10799" y="0"/>
                    </a:cubicBezTo>
                    <a:cubicBezTo>
                      <a:pt x="7672" y="0"/>
                      <a:pt x="4698" y="1356"/>
                      <a:pt x="2646" y="3717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764700"/>
                  </a:gs>
                  <a:gs pos="50000">
                    <a:srgbClr val="FF9900"/>
                  </a:gs>
                  <a:gs pos="100000">
                    <a:srgbClr val="764700"/>
                  </a:gs>
                </a:gsLst>
                <a:lin ang="5400000" scaled="1"/>
              </a:gradFill>
              <a:ln w="38100">
                <a:solidFill>
                  <a:srgbClr val="FF99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9369" name="AutoShape 42"/>
              <p:cNvSpPr>
                <a:spLocks noChangeArrowheads="1"/>
              </p:cNvSpPr>
              <p:nvPr/>
            </p:nvSpPr>
            <p:spPr bwMode="auto">
              <a:xfrm>
                <a:off x="703" y="663"/>
                <a:ext cx="317" cy="862"/>
              </a:xfrm>
              <a:custGeom>
                <a:avLst/>
                <a:gdLst/>
                <a:ahLst/>
                <a:cxnLst>
                  <a:cxn ang="0">
                    <a:pos x="2646" y="3717"/>
                  </a:cxn>
                  <a:cxn ang="0">
                    <a:pos x="10800" y="0"/>
                  </a:cxn>
                  <a:cxn ang="0">
                    <a:pos x="18953" y="3717"/>
                  </a:cxn>
                  <a:cxn ang="0">
                    <a:pos x="10799" y="0"/>
                  </a:cxn>
                  <a:cxn ang="0">
                    <a:pos x="2646" y="3717"/>
                  </a:cxn>
                </a:cxnLst>
                <a:rect l="0" t="0" r="r" b="b"/>
                <a:pathLst>
                  <a:path w="21600" h="21600">
                    <a:moveTo>
                      <a:pt x="2646" y="3717"/>
                    </a:moveTo>
                    <a:cubicBezTo>
                      <a:pt x="4698" y="1356"/>
                      <a:pt x="7672" y="-1"/>
                      <a:pt x="10800" y="0"/>
                    </a:cubicBezTo>
                    <a:cubicBezTo>
                      <a:pt x="13927" y="0"/>
                      <a:pt x="16901" y="1356"/>
                      <a:pt x="18953" y="3717"/>
                    </a:cubicBezTo>
                    <a:cubicBezTo>
                      <a:pt x="16901" y="1356"/>
                      <a:pt x="13927" y="-1"/>
                      <a:pt x="10799" y="0"/>
                    </a:cubicBezTo>
                    <a:cubicBezTo>
                      <a:pt x="7672" y="0"/>
                      <a:pt x="4698" y="1356"/>
                      <a:pt x="2646" y="3717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764700"/>
                  </a:gs>
                  <a:gs pos="50000">
                    <a:srgbClr val="FF9900"/>
                  </a:gs>
                  <a:gs pos="100000">
                    <a:srgbClr val="764700"/>
                  </a:gs>
                </a:gsLst>
                <a:lin ang="5400000" scaled="1"/>
              </a:gradFill>
              <a:ln w="38100">
                <a:solidFill>
                  <a:srgbClr val="FF99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9370" name="AutoShape 43"/>
              <p:cNvSpPr>
                <a:spLocks noChangeArrowheads="1"/>
              </p:cNvSpPr>
              <p:nvPr/>
            </p:nvSpPr>
            <p:spPr bwMode="auto">
              <a:xfrm>
                <a:off x="930" y="663"/>
                <a:ext cx="317" cy="862"/>
              </a:xfrm>
              <a:custGeom>
                <a:avLst/>
                <a:gdLst/>
                <a:ahLst/>
                <a:cxnLst>
                  <a:cxn ang="0">
                    <a:pos x="2646" y="3717"/>
                  </a:cxn>
                  <a:cxn ang="0">
                    <a:pos x="10800" y="0"/>
                  </a:cxn>
                  <a:cxn ang="0">
                    <a:pos x="18953" y="3717"/>
                  </a:cxn>
                  <a:cxn ang="0">
                    <a:pos x="10799" y="0"/>
                  </a:cxn>
                  <a:cxn ang="0">
                    <a:pos x="2646" y="3717"/>
                  </a:cxn>
                </a:cxnLst>
                <a:rect l="0" t="0" r="r" b="b"/>
                <a:pathLst>
                  <a:path w="21600" h="21600">
                    <a:moveTo>
                      <a:pt x="2646" y="3717"/>
                    </a:moveTo>
                    <a:cubicBezTo>
                      <a:pt x="4698" y="1356"/>
                      <a:pt x="7672" y="-1"/>
                      <a:pt x="10800" y="0"/>
                    </a:cubicBezTo>
                    <a:cubicBezTo>
                      <a:pt x="13927" y="0"/>
                      <a:pt x="16901" y="1356"/>
                      <a:pt x="18953" y="3717"/>
                    </a:cubicBezTo>
                    <a:cubicBezTo>
                      <a:pt x="16901" y="1356"/>
                      <a:pt x="13927" y="-1"/>
                      <a:pt x="10799" y="0"/>
                    </a:cubicBezTo>
                    <a:cubicBezTo>
                      <a:pt x="7672" y="0"/>
                      <a:pt x="4698" y="1356"/>
                      <a:pt x="2646" y="3717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764700"/>
                  </a:gs>
                  <a:gs pos="50000">
                    <a:srgbClr val="FF9900"/>
                  </a:gs>
                  <a:gs pos="100000">
                    <a:srgbClr val="764700"/>
                  </a:gs>
                </a:gsLst>
                <a:lin ang="5400000" scaled="1"/>
              </a:gradFill>
              <a:ln w="38100">
                <a:solidFill>
                  <a:srgbClr val="FF99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99371" name="Rectangle 44"/>
            <p:cNvSpPr>
              <a:spLocks noChangeArrowheads="1"/>
            </p:cNvSpPr>
            <p:nvPr/>
          </p:nvSpPr>
          <p:spPr bwMode="auto">
            <a:xfrm>
              <a:off x="3787" y="1888"/>
              <a:ext cx="317" cy="136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</a:gradFill>
            <a:ln w="2857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99372" name="Group 45"/>
          <p:cNvGrpSpPr>
            <a:grpSpLocks/>
          </p:cNvGrpSpPr>
          <p:nvPr/>
        </p:nvGrpSpPr>
        <p:grpSpPr bwMode="auto">
          <a:xfrm>
            <a:off x="6588125" y="6446838"/>
            <a:ext cx="792163" cy="366712"/>
            <a:chOff x="4649" y="4020"/>
            <a:chExt cx="499" cy="231"/>
          </a:xfrm>
        </p:grpSpPr>
        <p:pic>
          <p:nvPicPr>
            <p:cNvPr id="99373" name="Picture 46" descr="78900"/>
            <p:cNvPicPr>
              <a:picLocks noChangeAspect="1" noChangeArrowheads="1"/>
            </p:cNvPicPr>
            <p:nvPr/>
          </p:nvPicPr>
          <p:blipFill>
            <a:blip r:embed="rId7"/>
            <a:srcRect/>
            <a:stretch>
              <a:fillRect/>
            </a:stretch>
          </p:blipFill>
          <p:spPr bwMode="auto"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99374" name="Text Box 47">
              <a:hlinkClick r:id="rId8" action="ppaction://hlinksldjump"/>
            </p:cNvPr>
            <p:cNvSpPr txBox="1">
              <a:spLocks noChangeArrowheads="1"/>
            </p:cNvSpPr>
            <p:nvPr/>
          </p:nvSpPr>
          <p:spPr bwMode="auto"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0">
                  <a:solidFill>
                    <a:schemeClr val="bg1"/>
                  </a:solidFill>
                  <a:latin typeface="隶书" pitchFamily="49" charset="-122"/>
                  <a:ea typeface="隶书" pitchFamily="49" charset="-122"/>
                </a:rPr>
                <a:t>返 回</a:t>
              </a:r>
            </a:p>
          </p:txBody>
        </p:sp>
      </p:grp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9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730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730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730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730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1730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730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730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3000"/>
                                        <p:tgtEl>
                                          <p:spTgt spid="1730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730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2000"/>
                                        <p:tgtEl>
                                          <p:spTgt spid="1730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2000"/>
                                        <p:tgtEl>
                                          <p:spTgt spid="1730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730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730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500"/>
                            </p:stCondLst>
                            <p:childTnLst>
                              <p:par>
                                <p:cTn id="5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2000"/>
                                        <p:tgtEl>
                                          <p:spTgt spid="1730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730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730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500"/>
                            </p:stCondLst>
                            <p:childTnLst>
                              <p:par>
                                <p:cTn id="6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2000"/>
                                        <p:tgtEl>
                                          <p:spTgt spid="1730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3058" grpId="0"/>
      <p:bldP spid="173059" grpId="0"/>
      <p:bldP spid="173061" grpId="0"/>
      <p:bldP spid="173062" grpId="0"/>
      <p:bldP spid="173063" grpId="0"/>
      <p:bldP spid="173064" grpId="0"/>
      <p:bldP spid="173067" grpId="0"/>
    </p:bld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4082" name="Object 2"/>
          <p:cNvGraphicFramePr>
            <a:graphicFrameLocks noChangeAspect="1"/>
          </p:cNvGraphicFramePr>
          <p:nvPr/>
        </p:nvGraphicFramePr>
        <p:xfrm>
          <a:off x="2555875" y="5445125"/>
          <a:ext cx="3529013" cy="528638"/>
        </p:xfrm>
        <a:graphic>
          <a:graphicData uri="http://schemas.openxmlformats.org/presentationml/2006/ole">
            <p:oleObj spid="_x0000_s100353" r:id="rId3" imgW="1309320" imgH="184680" progId="Equation.3">
              <p:embed/>
            </p:oleObj>
          </a:graphicData>
        </a:graphic>
      </p:graphicFrame>
      <p:sp>
        <p:nvSpPr>
          <p:cNvPr id="174083" name="Text Box 3"/>
          <p:cNvSpPr txBox="1">
            <a:spLocks noChangeArrowheads="1"/>
          </p:cNvSpPr>
          <p:nvPr/>
        </p:nvSpPr>
        <p:spPr bwMode="auto">
          <a:xfrm>
            <a:off x="539750" y="5445125"/>
            <a:ext cx="196215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zh-CN" altLang="en-US">
                <a:latin typeface="Times New Roman" pitchFamily="18" charset="0"/>
              </a:rPr>
              <a:t>特征方程：</a:t>
            </a:r>
          </a:p>
        </p:txBody>
      </p:sp>
      <p:sp>
        <p:nvSpPr>
          <p:cNvPr id="174084" name="Text Box 4"/>
          <p:cNvSpPr txBox="1">
            <a:spLocks noChangeArrowheads="1"/>
          </p:cNvSpPr>
          <p:nvPr/>
        </p:nvSpPr>
        <p:spPr bwMode="auto">
          <a:xfrm>
            <a:off x="539750" y="4437063"/>
            <a:ext cx="1970088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zh-CN" altLang="en-US">
                <a:latin typeface="Times New Roman" pitchFamily="18" charset="0"/>
              </a:rPr>
              <a:t>电路方程：</a:t>
            </a:r>
          </a:p>
        </p:txBody>
      </p:sp>
      <p:graphicFrame>
        <p:nvGraphicFramePr>
          <p:cNvPr id="174085" name="Object 5"/>
          <p:cNvGraphicFramePr>
            <a:graphicFrameLocks noChangeAspect="1"/>
          </p:cNvGraphicFramePr>
          <p:nvPr/>
        </p:nvGraphicFramePr>
        <p:xfrm>
          <a:off x="2627313" y="4221163"/>
          <a:ext cx="4705350" cy="1146175"/>
        </p:xfrm>
        <a:graphic>
          <a:graphicData uri="http://schemas.openxmlformats.org/presentationml/2006/ole">
            <p:oleObj spid="_x0000_s100356" r:id="rId4" imgW="1749600" imgH="415080" progId="Equation.3">
              <p:embed/>
            </p:oleObj>
          </a:graphicData>
        </a:graphic>
      </p:graphicFrame>
      <p:sp>
        <p:nvSpPr>
          <p:cNvPr id="174086" name="Text Box 6"/>
          <p:cNvSpPr txBox="1">
            <a:spLocks noChangeArrowheads="1"/>
          </p:cNvSpPr>
          <p:nvPr/>
        </p:nvSpPr>
        <p:spPr bwMode="auto">
          <a:xfrm>
            <a:off x="611188" y="476250"/>
            <a:ext cx="551815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zh-CN" altLang="en-US"/>
              <a:t>以电容电压为变量时的</a:t>
            </a:r>
            <a:r>
              <a:rPr lang="zh-CN" altLang="en-US">
                <a:latin typeface="Times New Roman" pitchFamily="18" charset="0"/>
              </a:rPr>
              <a:t>初始条件：</a:t>
            </a:r>
          </a:p>
        </p:txBody>
      </p:sp>
      <p:sp>
        <p:nvSpPr>
          <p:cNvPr id="174087" name="Text Box 7"/>
          <p:cNvSpPr txBox="1">
            <a:spLocks noChangeArrowheads="1"/>
          </p:cNvSpPr>
          <p:nvPr/>
        </p:nvSpPr>
        <p:spPr bwMode="auto">
          <a:xfrm>
            <a:off x="1403350" y="1052513"/>
            <a:ext cx="1844675" cy="579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altLang="zh-CN" sz="3200" b="0" i="1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u</a:t>
            </a:r>
            <a:r>
              <a:rPr lang="en-US" altLang="zh-CN" sz="3200" b="0" i="1" baseline="-2500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C</a:t>
            </a:r>
            <a:r>
              <a:rPr lang="en-US" altLang="zh-CN" sz="3200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(0</a:t>
            </a:r>
            <a:r>
              <a:rPr lang="en-US" altLang="zh-CN" sz="3200" b="0" baseline="-2500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+</a:t>
            </a:r>
            <a:r>
              <a:rPr lang="en-US" altLang="zh-CN" sz="3200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)=</a:t>
            </a:r>
            <a:r>
              <a:rPr lang="en-US" altLang="zh-CN" sz="3200" b="0" i="1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U</a:t>
            </a:r>
            <a:r>
              <a:rPr lang="en-US" altLang="zh-CN" sz="3200" b="0" baseline="-2500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0</a:t>
            </a:r>
            <a:endParaRPr lang="en-US" altLang="zh-CN" sz="3200" b="0">
              <a:solidFill>
                <a:schemeClr val="bg1"/>
              </a:solidFill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174088" name="Text Box 8"/>
          <p:cNvSpPr txBox="1">
            <a:spLocks noChangeArrowheads="1"/>
          </p:cNvSpPr>
          <p:nvPr/>
        </p:nvSpPr>
        <p:spPr bwMode="auto">
          <a:xfrm>
            <a:off x="3419475" y="1052513"/>
            <a:ext cx="1352550" cy="579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altLang="zh-CN" sz="3200" b="0" i="1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i</a:t>
            </a:r>
            <a:r>
              <a:rPr lang="en-US" altLang="zh-CN" sz="3200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(0</a:t>
            </a:r>
            <a:r>
              <a:rPr lang="en-US" altLang="zh-CN" sz="3200" b="0" baseline="-2500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+</a:t>
            </a:r>
            <a:r>
              <a:rPr lang="en-US" altLang="zh-CN" sz="3200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)=0</a:t>
            </a:r>
          </a:p>
        </p:txBody>
      </p:sp>
      <p:sp>
        <p:nvSpPr>
          <p:cNvPr id="174089" name="Line 9"/>
          <p:cNvSpPr>
            <a:spLocks noChangeShapeType="1"/>
          </p:cNvSpPr>
          <p:nvPr/>
        </p:nvSpPr>
        <p:spPr bwMode="auto">
          <a:xfrm>
            <a:off x="4932363" y="1412875"/>
            <a:ext cx="576262" cy="0"/>
          </a:xfrm>
          <a:prstGeom prst="line">
            <a:avLst/>
          </a:prstGeom>
          <a:noFill/>
          <a:ln w="76200">
            <a:solidFill>
              <a:srgbClr val="33CCFF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174090" name="Object 10"/>
          <p:cNvGraphicFramePr>
            <a:graphicFrameLocks noChangeAspect="1"/>
          </p:cNvGraphicFramePr>
          <p:nvPr/>
        </p:nvGraphicFramePr>
        <p:xfrm>
          <a:off x="5724525" y="765175"/>
          <a:ext cx="2055813" cy="1262063"/>
        </p:xfrm>
        <a:graphic>
          <a:graphicData uri="http://schemas.openxmlformats.org/presentationml/2006/ole">
            <p:oleObj spid="_x0000_s100361" r:id="rId5" imgW="764640" imgH="461160" progId="Equation.3">
              <p:embed/>
            </p:oleObj>
          </a:graphicData>
        </a:graphic>
      </p:graphicFrame>
      <p:sp>
        <p:nvSpPr>
          <p:cNvPr id="174091" name="Text Box 11"/>
          <p:cNvSpPr txBox="1">
            <a:spLocks noChangeArrowheads="1"/>
          </p:cNvSpPr>
          <p:nvPr/>
        </p:nvSpPr>
        <p:spPr bwMode="auto">
          <a:xfrm>
            <a:off x="611188" y="1844675"/>
            <a:ext cx="5541962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zh-CN" altLang="en-US"/>
              <a:t>以电感电流为变量时的</a:t>
            </a:r>
            <a:r>
              <a:rPr lang="zh-CN" altLang="en-US">
                <a:latin typeface="Times New Roman" pitchFamily="18" charset="0"/>
              </a:rPr>
              <a:t>初始条件：</a:t>
            </a:r>
          </a:p>
        </p:txBody>
      </p:sp>
      <p:sp>
        <p:nvSpPr>
          <p:cNvPr id="174092" name="Text Box 12"/>
          <p:cNvSpPr txBox="1">
            <a:spLocks noChangeArrowheads="1"/>
          </p:cNvSpPr>
          <p:nvPr/>
        </p:nvSpPr>
        <p:spPr bwMode="auto">
          <a:xfrm>
            <a:off x="827088" y="2492375"/>
            <a:ext cx="1352550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altLang="zh-CN" sz="3200" b="0" i="1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i</a:t>
            </a:r>
            <a:r>
              <a:rPr lang="en-US" altLang="zh-CN" sz="3200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(0</a:t>
            </a:r>
            <a:r>
              <a:rPr lang="en-US" altLang="zh-CN" sz="3200" b="0" baseline="-2500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+</a:t>
            </a:r>
            <a:r>
              <a:rPr lang="en-US" altLang="zh-CN" sz="3200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)=0</a:t>
            </a:r>
          </a:p>
        </p:txBody>
      </p:sp>
      <p:sp>
        <p:nvSpPr>
          <p:cNvPr id="174093" name="Text Box 13"/>
          <p:cNvSpPr txBox="1">
            <a:spLocks noChangeArrowheads="1"/>
          </p:cNvSpPr>
          <p:nvPr/>
        </p:nvSpPr>
        <p:spPr bwMode="auto">
          <a:xfrm>
            <a:off x="2627313" y="2492375"/>
            <a:ext cx="1844675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altLang="zh-CN" sz="3200" b="0" i="1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u</a:t>
            </a:r>
            <a:r>
              <a:rPr lang="en-US" altLang="zh-CN" sz="3200" b="0" i="1" baseline="-2500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C</a:t>
            </a:r>
            <a:r>
              <a:rPr lang="en-US" altLang="zh-CN" sz="3200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(0</a:t>
            </a:r>
            <a:r>
              <a:rPr lang="en-US" altLang="zh-CN" sz="3200" b="0" baseline="-2500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+</a:t>
            </a:r>
            <a:r>
              <a:rPr lang="en-US" altLang="zh-CN" sz="3200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)=</a:t>
            </a:r>
            <a:r>
              <a:rPr lang="en-US" altLang="zh-CN" sz="3200" b="0" i="1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U</a:t>
            </a:r>
            <a:r>
              <a:rPr lang="en-US" altLang="zh-CN" sz="3200" b="0" baseline="-2500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0</a:t>
            </a:r>
            <a:endParaRPr lang="en-US" altLang="zh-CN" sz="3200" b="0">
              <a:solidFill>
                <a:schemeClr val="bg1"/>
              </a:solidFill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174094" name="Line 14"/>
          <p:cNvSpPr>
            <a:spLocks noChangeShapeType="1"/>
          </p:cNvSpPr>
          <p:nvPr/>
        </p:nvSpPr>
        <p:spPr bwMode="auto">
          <a:xfrm>
            <a:off x="4572000" y="2781300"/>
            <a:ext cx="576263" cy="0"/>
          </a:xfrm>
          <a:prstGeom prst="line">
            <a:avLst/>
          </a:prstGeom>
          <a:noFill/>
          <a:ln w="76200">
            <a:solidFill>
              <a:srgbClr val="33CCFF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174095" name="Object 15"/>
          <p:cNvGraphicFramePr>
            <a:graphicFrameLocks noChangeAspect="1"/>
          </p:cNvGraphicFramePr>
          <p:nvPr/>
        </p:nvGraphicFramePr>
        <p:xfrm>
          <a:off x="827088" y="3068638"/>
          <a:ext cx="4856162" cy="1155700"/>
        </p:xfrm>
        <a:graphic>
          <a:graphicData uri="http://schemas.openxmlformats.org/presentationml/2006/ole">
            <p:oleObj spid="_x0000_s100366" r:id="rId6" imgW="1992960" imgH="461160" progId="Equation.3">
              <p:embed/>
            </p:oleObj>
          </a:graphicData>
        </a:graphic>
      </p:graphicFrame>
      <p:sp>
        <p:nvSpPr>
          <p:cNvPr id="174096" name="Line 16"/>
          <p:cNvSpPr>
            <a:spLocks noChangeShapeType="1"/>
          </p:cNvSpPr>
          <p:nvPr/>
        </p:nvSpPr>
        <p:spPr bwMode="auto">
          <a:xfrm>
            <a:off x="5867400" y="3573463"/>
            <a:ext cx="576263" cy="0"/>
          </a:xfrm>
          <a:prstGeom prst="line">
            <a:avLst/>
          </a:prstGeom>
          <a:noFill/>
          <a:ln w="76200">
            <a:solidFill>
              <a:srgbClr val="33CCFF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174097" name="Object 17"/>
          <p:cNvGraphicFramePr>
            <a:graphicFrameLocks noChangeAspect="1"/>
          </p:cNvGraphicFramePr>
          <p:nvPr/>
        </p:nvGraphicFramePr>
        <p:xfrm>
          <a:off x="6659563" y="2997200"/>
          <a:ext cx="1908175" cy="1155700"/>
        </p:xfrm>
        <a:graphic>
          <a:graphicData uri="http://schemas.openxmlformats.org/presentationml/2006/ole">
            <p:oleObj spid="_x0000_s100368" r:id="rId7" imgW="776520" imgH="461160" progId="Equation.3">
              <p:embed/>
            </p:oleObj>
          </a:graphicData>
        </a:graphic>
      </p:graphicFrame>
      <p:grpSp>
        <p:nvGrpSpPr>
          <p:cNvPr id="100369" name="Group 18"/>
          <p:cNvGrpSpPr>
            <a:grpSpLocks/>
          </p:cNvGrpSpPr>
          <p:nvPr/>
        </p:nvGrpSpPr>
        <p:grpSpPr bwMode="auto"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100370" name="Picture 19" descr="78900"/>
            <p:cNvPicPr>
              <a:picLocks noChangeAspect="1" noChangeArrowheads="1"/>
            </p:cNvPicPr>
            <p:nvPr/>
          </p:nvPicPr>
          <p:blipFill>
            <a:blip r:embed="rId8"/>
            <a:srcRect/>
            <a:stretch>
              <a:fillRect/>
            </a:stretch>
          </p:blipFill>
          <p:spPr bwMode="auto"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00371" name="Text Box 20">
              <a:hlinkClick r:id="" action="ppaction://hlinkshowjump?jump=nextslide"/>
            </p:cNvPr>
            <p:cNvSpPr txBox="1">
              <a:spLocks noChangeArrowheads="1"/>
            </p:cNvSpPr>
            <p:nvPr/>
          </p:nvSpPr>
          <p:spPr bwMode="auto"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0">
                  <a:solidFill>
                    <a:schemeClr val="bg1"/>
                  </a:solidFill>
                  <a:latin typeface="隶书" pitchFamily="49" charset="-122"/>
                  <a:ea typeface="隶书" pitchFamily="49" charset="-122"/>
                </a:rPr>
                <a:t>下 页</a:t>
              </a:r>
            </a:p>
          </p:txBody>
        </p:sp>
      </p:grpSp>
      <p:grpSp>
        <p:nvGrpSpPr>
          <p:cNvPr id="100372" name="Group 21"/>
          <p:cNvGrpSpPr>
            <a:grpSpLocks/>
          </p:cNvGrpSpPr>
          <p:nvPr/>
        </p:nvGrpSpPr>
        <p:grpSpPr bwMode="auto">
          <a:xfrm>
            <a:off x="7453313" y="6446838"/>
            <a:ext cx="792162" cy="366712"/>
            <a:chOff x="4649" y="4020"/>
            <a:chExt cx="499" cy="231"/>
          </a:xfrm>
        </p:grpSpPr>
        <p:pic>
          <p:nvPicPr>
            <p:cNvPr id="100373" name="Picture 22" descr="78900"/>
            <p:cNvPicPr>
              <a:picLocks noChangeAspect="1" noChangeArrowheads="1"/>
            </p:cNvPicPr>
            <p:nvPr/>
          </p:nvPicPr>
          <p:blipFill>
            <a:blip r:embed="rId8"/>
            <a:srcRect/>
            <a:stretch>
              <a:fillRect/>
            </a:stretch>
          </p:blipFill>
          <p:spPr bwMode="auto"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00374" name="Text Box 23">
              <a:hlinkClick r:id="" action="ppaction://hlinkshowjump?jump=previousslide"/>
            </p:cNvPr>
            <p:cNvSpPr txBox="1">
              <a:spLocks noChangeArrowheads="1"/>
            </p:cNvSpPr>
            <p:nvPr/>
          </p:nvSpPr>
          <p:spPr bwMode="auto"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0">
                  <a:solidFill>
                    <a:schemeClr val="bg1"/>
                  </a:solidFill>
                  <a:latin typeface="隶书" pitchFamily="49" charset="-122"/>
                  <a:ea typeface="隶书" pitchFamily="49" charset="-122"/>
                </a:rPr>
                <a:t>上 页</a:t>
              </a:r>
            </a:p>
          </p:txBody>
        </p:sp>
      </p:grpSp>
      <p:grpSp>
        <p:nvGrpSpPr>
          <p:cNvPr id="100375" name="Group 24"/>
          <p:cNvGrpSpPr>
            <a:grpSpLocks/>
          </p:cNvGrpSpPr>
          <p:nvPr/>
        </p:nvGrpSpPr>
        <p:grpSpPr bwMode="auto">
          <a:xfrm>
            <a:off x="6588125" y="6446838"/>
            <a:ext cx="792163" cy="366712"/>
            <a:chOff x="4649" y="4020"/>
            <a:chExt cx="499" cy="231"/>
          </a:xfrm>
        </p:grpSpPr>
        <p:pic>
          <p:nvPicPr>
            <p:cNvPr id="100376" name="Picture 25" descr="78900"/>
            <p:cNvPicPr>
              <a:picLocks noChangeAspect="1" noChangeArrowheads="1"/>
            </p:cNvPicPr>
            <p:nvPr/>
          </p:nvPicPr>
          <p:blipFill>
            <a:blip r:embed="rId8"/>
            <a:srcRect/>
            <a:stretch>
              <a:fillRect/>
            </a:stretch>
          </p:blipFill>
          <p:spPr bwMode="auto"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00377" name="Text Box 26">
              <a:hlinkClick r:id="rId9" action="ppaction://hlinksldjump"/>
            </p:cNvPr>
            <p:cNvSpPr txBox="1">
              <a:spLocks noChangeArrowheads="1"/>
            </p:cNvSpPr>
            <p:nvPr/>
          </p:nvSpPr>
          <p:spPr bwMode="auto"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0">
                  <a:solidFill>
                    <a:schemeClr val="bg1"/>
                  </a:solidFill>
                  <a:latin typeface="隶书" pitchFamily="49" charset="-122"/>
                  <a:ea typeface="隶书" pitchFamily="49" charset="-122"/>
                </a:rPr>
                <a:t>返 回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740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3000"/>
                                        <p:tgtEl>
                                          <p:spTgt spid="1740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30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3000"/>
                                        <p:tgtEl>
                                          <p:spTgt spid="1740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1" dur="500"/>
                                        <p:tgtEl>
                                          <p:spTgt spid="1740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2000"/>
                                        <p:tgtEl>
                                          <p:spTgt spid="1740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740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3000"/>
                                        <p:tgtEl>
                                          <p:spTgt spid="1740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3500"/>
                            </p:stCondLst>
                            <p:childTnLst>
                              <p:par>
                                <p:cTn id="3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3000"/>
                                        <p:tgtEl>
                                          <p:spTgt spid="1740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43" dur="500"/>
                                        <p:tgtEl>
                                          <p:spTgt spid="1740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"/>
                            </p:stCondLst>
                            <p:childTnLst>
                              <p:par>
                                <p:cTn id="4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2000"/>
                                        <p:tgtEl>
                                          <p:spTgt spid="1740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52" dur="500"/>
                                        <p:tgtEl>
                                          <p:spTgt spid="1740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500"/>
                            </p:stCondLst>
                            <p:childTnLst>
                              <p:par>
                                <p:cTn id="5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2000"/>
                                        <p:tgtEl>
                                          <p:spTgt spid="1740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1740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500"/>
                            </p:stCondLst>
                            <p:childTnLst>
                              <p:par>
                                <p:cTn id="6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2000"/>
                                        <p:tgtEl>
                                          <p:spTgt spid="1740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1740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1740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500"/>
                            </p:stCondLst>
                            <p:childTnLst>
                              <p:par>
                                <p:cTn id="7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2000"/>
                                        <p:tgtEl>
                                          <p:spTgt spid="1740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083" grpId="0"/>
      <p:bldP spid="174084" grpId="0"/>
      <p:bldP spid="174086" grpId="0"/>
      <p:bldP spid="174087" grpId="0"/>
      <p:bldP spid="174088" grpId="0"/>
      <p:bldP spid="174089" grpId="0" animBg="1"/>
      <p:bldP spid="174091" grpId="0"/>
      <p:bldP spid="174092" grpId="0"/>
      <p:bldP spid="174093" grpId="0"/>
      <p:bldP spid="174094" grpId="0" animBg="1"/>
      <p:bldP spid="174096" grpId="0" animBg="1"/>
    </p:bld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106" name="Rectangle 2"/>
          <p:cNvSpPr>
            <a:spLocks noChangeArrowheads="1"/>
          </p:cNvSpPr>
          <p:nvPr/>
        </p:nvSpPr>
        <p:spPr bwMode="auto">
          <a:xfrm>
            <a:off x="611188" y="1700213"/>
            <a:ext cx="5545137" cy="579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/>
            <a:r>
              <a:rPr lang="en-US" altLang="zh-CN" sz="3200">
                <a:solidFill>
                  <a:schemeClr val="bg1"/>
                </a:solidFill>
                <a:latin typeface="楷体_GB2312" pitchFamily="49" charset="-122"/>
              </a:rPr>
              <a:t>2. </a:t>
            </a:r>
            <a:r>
              <a:rPr lang="zh-CN" altLang="en-US" sz="3200">
                <a:solidFill>
                  <a:schemeClr val="bg1"/>
                </a:solidFill>
                <a:latin typeface="楷体_GB2312" pitchFamily="49" charset="-122"/>
              </a:rPr>
              <a:t>零状态响应的三种情况</a:t>
            </a:r>
          </a:p>
        </p:txBody>
      </p:sp>
      <p:graphicFrame>
        <p:nvGraphicFramePr>
          <p:cNvPr id="175107" name="Object 3"/>
          <p:cNvGraphicFramePr>
            <a:graphicFrameLocks noChangeAspect="1"/>
          </p:cNvGraphicFramePr>
          <p:nvPr/>
        </p:nvGraphicFramePr>
        <p:xfrm>
          <a:off x="1547813" y="2420938"/>
          <a:ext cx="5000625" cy="1052512"/>
        </p:xfrm>
        <a:graphic>
          <a:graphicData uri="http://schemas.openxmlformats.org/presentationml/2006/ole">
            <p:oleObj spid="_x0000_s101378" r:id="rId3" imgW="1992960" imgH="438120" progId="Equation.3">
              <p:embed/>
            </p:oleObj>
          </a:graphicData>
        </a:graphic>
      </p:graphicFrame>
      <p:graphicFrame>
        <p:nvGraphicFramePr>
          <p:cNvPr id="175108" name="Object 4"/>
          <p:cNvGraphicFramePr>
            <a:graphicFrameLocks noChangeAspect="1"/>
          </p:cNvGraphicFramePr>
          <p:nvPr/>
        </p:nvGraphicFramePr>
        <p:xfrm>
          <a:off x="1403350" y="3644900"/>
          <a:ext cx="4967288" cy="1017588"/>
        </p:xfrm>
        <a:graphic>
          <a:graphicData uri="http://schemas.openxmlformats.org/presentationml/2006/ole">
            <p:oleObj spid="_x0000_s101379" r:id="rId4" imgW="1992960" imgH="438120" progId="Equation.3">
              <p:embed/>
            </p:oleObj>
          </a:graphicData>
        </a:graphic>
      </p:graphicFrame>
      <p:graphicFrame>
        <p:nvGraphicFramePr>
          <p:cNvPr id="175109" name="Object 5"/>
          <p:cNvGraphicFramePr>
            <a:graphicFrameLocks noChangeAspect="1"/>
          </p:cNvGraphicFramePr>
          <p:nvPr/>
        </p:nvGraphicFramePr>
        <p:xfrm>
          <a:off x="1331913" y="4791075"/>
          <a:ext cx="4895850" cy="1085850"/>
        </p:xfrm>
        <a:graphic>
          <a:graphicData uri="http://schemas.openxmlformats.org/presentationml/2006/ole">
            <p:oleObj spid="_x0000_s101380" r:id="rId5" imgW="1819080" imgH="438120" progId="Equation.3">
              <p:embed/>
            </p:oleObj>
          </a:graphicData>
        </a:graphic>
      </p:graphicFrame>
      <p:graphicFrame>
        <p:nvGraphicFramePr>
          <p:cNvPr id="175110" name="Object 6"/>
          <p:cNvGraphicFramePr>
            <a:graphicFrameLocks noChangeAspect="1"/>
          </p:cNvGraphicFramePr>
          <p:nvPr/>
        </p:nvGraphicFramePr>
        <p:xfrm>
          <a:off x="1979613" y="549275"/>
          <a:ext cx="3313112" cy="947738"/>
        </p:xfrm>
        <a:graphic>
          <a:graphicData uri="http://schemas.openxmlformats.org/presentationml/2006/ole">
            <p:oleObj spid="_x0000_s101381" r:id="rId6" imgW="1529640" imgH="426600" progId="Equation.3">
              <p:embed/>
            </p:oleObj>
          </a:graphicData>
        </a:graphic>
      </p:graphicFrame>
      <p:sp>
        <p:nvSpPr>
          <p:cNvPr id="175111" name="Text Box 7" descr="绿色大理石"/>
          <p:cNvSpPr txBox="1">
            <a:spLocks noChangeArrowheads="1"/>
          </p:cNvSpPr>
          <p:nvPr/>
        </p:nvSpPr>
        <p:spPr bwMode="auto">
          <a:xfrm>
            <a:off x="6588125" y="2636838"/>
            <a:ext cx="1511300" cy="519112"/>
          </a:xfrm>
          <a:prstGeom prst="rect">
            <a:avLst/>
          </a:prstGeom>
          <a:blipFill dpi="0" rotWithShape="1">
            <a:blip r:embed="rId7"/>
            <a:srcRect/>
            <a:tile tx="0" ty="0" sx="100000" sy="100000" flip="none" algn="tl"/>
          </a:blipFill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eaLnBrk="0" hangingPunct="0"/>
            <a:r>
              <a:rPr lang="zh-CN" altLang="en-US">
                <a:solidFill>
                  <a:schemeClr val="bg1"/>
                </a:solidFill>
                <a:latin typeface="Times New Roman" pitchFamily="18" charset="0"/>
              </a:rPr>
              <a:t>过阻尼</a:t>
            </a:r>
          </a:p>
        </p:txBody>
      </p:sp>
      <p:sp>
        <p:nvSpPr>
          <p:cNvPr id="175112" name="Text Box 8" descr="绿色大理石"/>
          <p:cNvSpPr txBox="1">
            <a:spLocks noChangeArrowheads="1"/>
          </p:cNvSpPr>
          <p:nvPr/>
        </p:nvSpPr>
        <p:spPr bwMode="auto">
          <a:xfrm>
            <a:off x="6588125" y="3860800"/>
            <a:ext cx="1871663" cy="519113"/>
          </a:xfrm>
          <a:prstGeom prst="rect">
            <a:avLst/>
          </a:prstGeom>
          <a:blipFill dpi="0" rotWithShape="1">
            <a:blip r:embed="rId7"/>
            <a:srcRect/>
            <a:tile tx="0" ty="0" sx="100000" sy="100000" flip="none" algn="tl"/>
          </a:blipFill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eaLnBrk="0" hangingPunct="0"/>
            <a:r>
              <a:rPr lang="zh-CN" altLang="en-US">
                <a:solidFill>
                  <a:schemeClr val="bg1"/>
                </a:solidFill>
                <a:latin typeface="Times New Roman" pitchFamily="18" charset="0"/>
              </a:rPr>
              <a:t>临界阻尼</a:t>
            </a:r>
          </a:p>
        </p:txBody>
      </p:sp>
      <p:sp>
        <p:nvSpPr>
          <p:cNvPr id="175113" name="Text Box 9" descr="绿色大理石">
            <a:hlinkClick r:id="" action="ppaction://hlinkshowjump?jump=nextslide"/>
          </p:cNvPr>
          <p:cNvSpPr txBox="1">
            <a:spLocks noChangeArrowheads="1"/>
          </p:cNvSpPr>
          <p:nvPr/>
        </p:nvSpPr>
        <p:spPr bwMode="auto">
          <a:xfrm>
            <a:off x="6659563" y="4941888"/>
            <a:ext cx="1730375" cy="519112"/>
          </a:xfrm>
          <a:prstGeom prst="rect">
            <a:avLst/>
          </a:prstGeom>
          <a:blipFill dpi="0" rotWithShape="1">
            <a:blip r:embed="rId7"/>
            <a:srcRect/>
            <a:tile tx="0" ty="0" sx="100000" sy="100000" flip="none" algn="tl"/>
          </a:blipFill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eaLnBrk="0" hangingPunct="0"/>
            <a:r>
              <a:rPr lang="zh-CN" altLang="en-US">
                <a:solidFill>
                  <a:schemeClr val="bg1"/>
                </a:solidFill>
                <a:latin typeface="Times New Roman" pitchFamily="18" charset="0"/>
              </a:rPr>
              <a:t>欠阻尼</a:t>
            </a:r>
          </a:p>
        </p:txBody>
      </p:sp>
      <p:graphicFrame>
        <p:nvGraphicFramePr>
          <p:cNvPr id="175114" name="Object 10"/>
          <p:cNvGraphicFramePr>
            <a:graphicFrameLocks noChangeAspect="1"/>
          </p:cNvGraphicFramePr>
          <p:nvPr/>
        </p:nvGraphicFramePr>
        <p:xfrm>
          <a:off x="5292725" y="549275"/>
          <a:ext cx="3240088" cy="963613"/>
        </p:xfrm>
        <a:graphic>
          <a:graphicData uri="http://schemas.openxmlformats.org/presentationml/2006/ole">
            <p:oleObj spid="_x0000_s101385" r:id="rId8" imgW="1506240" imgH="438120" progId="Equation.3">
              <p:embed/>
            </p:oleObj>
          </a:graphicData>
        </a:graphic>
      </p:graphicFrame>
      <p:sp>
        <p:nvSpPr>
          <p:cNvPr id="175115" name="Text Box 11"/>
          <p:cNvSpPr txBox="1">
            <a:spLocks noChangeArrowheads="1"/>
          </p:cNvSpPr>
          <p:nvPr/>
        </p:nvSpPr>
        <p:spPr bwMode="auto">
          <a:xfrm>
            <a:off x="468313" y="692150"/>
            <a:ext cx="161290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zh-CN" altLang="en-US">
                <a:latin typeface="Times New Roman" pitchFamily="18" charset="0"/>
              </a:rPr>
              <a:t>特征根：</a:t>
            </a:r>
          </a:p>
        </p:txBody>
      </p:sp>
      <p:grpSp>
        <p:nvGrpSpPr>
          <p:cNvPr id="101387" name="Group 12"/>
          <p:cNvGrpSpPr>
            <a:grpSpLocks/>
          </p:cNvGrpSpPr>
          <p:nvPr/>
        </p:nvGrpSpPr>
        <p:grpSpPr bwMode="auto"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101388" name="Picture 13" descr="78900"/>
            <p:cNvPicPr>
              <a:picLocks noChangeAspect="1" noChangeArrowheads="1"/>
            </p:cNvPicPr>
            <p:nvPr/>
          </p:nvPicPr>
          <p:blipFill>
            <a:blip r:embed="rId9"/>
            <a:srcRect/>
            <a:stretch>
              <a:fillRect/>
            </a:stretch>
          </p:blipFill>
          <p:spPr bwMode="auto"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01389" name="Text Box 14">
              <a:hlinkClick r:id="" action="ppaction://hlinkshowjump?jump=nextslide"/>
            </p:cNvPr>
            <p:cNvSpPr txBox="1">
              <a:spLocks noChangeArrowheads="1"/>
            </p:cNvSpPr>
            <p:nvPr/>
          </p:nvSpPr>
          <p:spPr bwMode="auto"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0">
                  <a:solidFill>
                    <a:schemeClr val="bg1"/>
                  </a:solidFill>
                  <a:latin typeface="隶书" pitchFamily="49" charset="-122"/>
                  <a:ea typeface="隶书" pitchFamily="49" charset="-122"/>
                </a:rPr>
                <a:t>下 页</a:t>
              </a:r>
            </a:p>
          </p:txBody>
        </p:sp>
      </p:grpSp>
      <p:grpSp>
        <p:nvGrpSpPr>
          <p:cNvPr id="101390" name="Group 15"/>
          <p:cNvGrpSpPr>
            <a:grpSpLocks/>
          </p:cNvGrpSpPr>
          <p:nvPr/>
        </p:nvGrpSpPr>
        <p:grpSpPr bwMode="auto">
          <a:xfrm>
            <a:off x="7453313" y="6446838"/>
            <a:ext cx="792162" cy="366712"/>
            <a:chOff x="4649" y="4020"/>
            <a:chExt cx="499" cy="231"/>
          </a:xfrm>
        </p:grpSpPr>
        <p:pic>
          <p:nvPicPr>
            <p:cNvPr id="101391" name="Picture 16" descr="78900"/>
            <p:cNvPicPr>
              <a:picLocks noChangeAspect="1" noChangeArrowheads="1"/>
            </p:cNvPicPr>
            <p:nvPr/>
          </p:nvPicPr>
          <p:blipFill>
            <a:blip r:embed="rId9"/>
            <a:srcRect/>
            <a:stretch>
              <a:fillRect/>
            </a:stretch>
          </p:blipFill>
          <p:spPr bwMode="auto"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01392" name="Text Box 17">
              <a:hlinkClick r:id="" action="ppaction://hlinkshowjump?jump=previousslide"/>
            </p:cNvPr>
            <p:cNvSpPr txBox="1">
              <a:spLocks noChangeArrowheads="1"/>
            </p:cNvSpPr>
            <p:nvPr/>
          </p:nvSpPr>
          <p:spPr bwMode="auto"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0">
                  <a:solidFill>
                    <a:schemeClr val="bg1"/>
                  </a:solidFill>
                  <a:latin typeface="隶书" pitchFamily="49" charset="-122"/>
                  <a:ea typeface="隶书" pitchFamily="49" charset="-122"/>
                </a:rPr>
                <a:t>上 页</a:t>
              </a:r>
            </a:p>
          </p:txBody>
        </p:sp>
      </p:grpSp>
      <p:grpSp>
        <p:nvGrpSpPr>
          <p:cNvPr id="101393" name="Group 18"/>
          <p:cNvGrpSpPr>
            <a:grpSpLocks/>
          </p:cNvGrpSpPr>
          <p:nvPr/>
        </p:nvGrpSpPr>
        <p:grpSpPr bwMode="auto">
          <a:xfrm>
            <a:off x="6588125" y="6446838"/>
            <a:ext cx="792163" cy="366712"/>
            <a:chOff x="4649" y="4020"/>
            <a:chExt cx="499" cy="231"/>
          </a:xfrm>
        </p:grpSpPr>
        <p:pic>
          <p:nvPicPr>
            <p:cNvPr id="101394" name="Picture 19" descr="78900"/>
            <p:cNvPicPr>
              <a:picLocks noChangeAspect="1" noChangeArrowheads="1"/>
            </p:cNvPicPr>
            <p:nvPr/>
          </p:nvPicPr>
          <p:blipFill>
            <a:blip r:embed="rId9"/>
            <a:srcRect/>
            <a:stretch>
              <a:fillRect/>
            </a:stretch>
          </p:blipFill>
          <p:spPr bwMode="auto"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01395" name="Text Box 20">
              <a:hlinkClick r:id="rId10" action="ppaction://hlinksldjump"/>
            </p:cNvPr>
            <p:cNvSpPr txBox="1">
              <a:spLocks noChangeArrowheads="1"/>
            </p:cNvSpPr>
            <p:nvPr/>
          </p:nvSpPr>
          <p:spPr bwMode="auto"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0">
                  <a:solidFill>
                    <a:schemeClr val="bg1"/>
                  </a:solidFill>
                  <a:latin typeface="隶书" pitchFamily="49" charset="-122"/>
                  <a:ea typeface="隶书" pitchFamily="49" charset="-122"/>
                </a:rPr>
                <a:t>返 回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75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75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2000"/>
                                        <p:tgtEl>
                                          <p:spTgt spid="175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751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751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2000"/>
                                        <p:tgtEl>
                                          <p:spTgt spid="175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2000"/>
                                        <p:tgtEl>
                                          <p:spTgt spid="175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2000"/>
                                        <p:tgtEl>
                                          <p:spTgt spid="175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751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751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751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751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54" dur="500"/>
                                        <p:tgtEl>
                                          <p:spTgt spid="175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5106" grpId="0"/>
      <p:bldP spid="175111" grpId="0" animBg="1"/>
      <p:bldP spid="175112" grpId="0" animBg="1"/>
      <p:bldP spid="175113" grpId="0" animBg="1"/>
      <p:bldP spid="175115" grpId="0"/>
    </p:bld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6130" name="Object 2"/>
          <p:cNvGraphicFramePr>
            <a:graphicFrameLocks noChangeAspect="1"/>
          </p:cNvGraphicFramePr>
          <p:nvPr/>
        </p:nvGraphicFramePr>
        <p:xfrm>
          <a:off x="539750" y="765175"/>
          <a:ext cx="2608263" cy="1049338"/>
        </p:xfrm>
        <a:graphic>
          <a:graphicData uri="http://schemas.openxmlformats.org/presentationml/2006/ole">
            <p:oleObj spid="_x0000_s102401" r:id="rId3" imgW="1112400" imgH="438120" progId="Equation.3">
              <p:embed/>
            </p:oleObj>
          </a:graphicData>
        </a:graphic>
      </p:graphicFrame>
      <p:graphicFrame>
        <p:nvGraphicFramePr>
          <p:cNvPr id="176131" name="Object 3"/>
          <p:cNvGraphicFramePr>
            <a:graphicFrameLocks noChangeAspect="1"/>
          </p:cNvGraphicFramePr>
          <p:nvPr/>
        </p:nvGraphicFramePr>
        <p:xfrm>
          <a:off x="3419475" y="620713"/>
          <a:ext cx="5478463" cy="1257300"/>
        </p:xfrm>
        <a:graphic>
          <a:graphicData uri="http://schemas.openxmlformats.org/presentationml/2006/ole">
            <p:oleObj spid="_x0000_s102402" r:id="rId4" imgW="1390680" imgH="288360" progId="Equation.3">
              <p:embed/>
            </p:oleObj>
          </a:graphicData>
        </a:graphic>
      </p:graphicFrame>
      <p:graphicFrame>
        <p:nvGraphicFramePr>
          <p:cNvPr id="176132" name="Object 4"/>
          <p:cNvGraphicFramePr>
            <a:graphicFrameLocks noChangeAspect="1"/>
          </p:cNvGraphicFramePr>
          <p:nvPr/>
        </p:nvGraphicFramePr>
        <p:xfrm>
          <a:off x="755650" y="2205038"/>
          <a:ext cx="4503738" cy="560387"/>
        </p:xfrm>
        <a:graphic>
          <a:graphicData uri="http://schemas.openxmlformats.org/presentationml/2006/ole">
            <p:oleObj spid="_x0000_s102403" r:id="rId5" imgW="1761480" imgH="207720" progId="Equation.3">
              <p:embed/>
            </p:oleObj>
          </a:graphicData>
        </a:graphic>
      </p:graphicFrame>
      <p:graphicFrame>
        <p:nvGraphicFramePr>
          <p:cNvPr id="176133" name="Object 5"/>
          <p:cNvGraphicFramePr>
            <a:graphicFrameLocks noChangeAspect="1"/>
          </p:cNvGraphicFramePr>
          <p:nvPr/>
        </p:nvGraphicFramePr>
        <p:xfrm>
          <a:off x="633413" y="2917825"/>
          <a:ext cx="4514850" cy="1303338"/>
        </p:xfrm>
        <a:graphic>
          <a:graphicData uri="http://schemas.openxmlformats.org/presentationml/2006/ole">
            <p:oleObj spid="_x0000_s102404" r:id="rId6" imgW="1633680" imgH="461160" progId="Equation.3">
              <p:embed/>
            </p:oleObj>
          </a:graphicData>
        </a:graphic>
      </p:graphicFrame>
      <p:graphicFrame>
        <p:nvGraphicFramePr>
          <p:cNvPr id="176134" name="Object 6"/>
          <p:cNvGraphicFramePr>
            <a:graphicFrameLocks noChangeAspect="1"/>
          </p:cNvGraphicFramePr>
          <p:nvPr/>
        </p:nvGraphicFramePr>
        <p:xfrm>
          <a:off x="5580063" y="2060575"/>
          <a:ext cx="2808287" cy="2168525"/>
        </p:xfrm>
        <a:graphic>
          <a:graphicData uri="http://schemas.openxmlformats.org/presentationml/2006/ole">
            <p:oleObj spid="_x0000_s102405" r:id="rId7" imgW="1042920" imgH="945720" progId="Equation.3">
              <p:embed/>
            </p:oleObj>
          </a:graphicData>
        </a:graphic>
      </p:graphicFrame>
      <p:graphicFrame>
        <p:nvGraphicFramePr>
          <p:cNvPr id="176135" name="Object 7"/>
          <p:cNvGraphicFramePr>
            <a:graphicFrameLocks noChangeAspect="1"/>
          </p:cNvGraphicFramePr>
          <p:nvPr/>
        </p:nvGraphicFramePr>
        <p:xfrm>
          <a:off x="684213" y="4443413"/>
          <a:ext cx="5400675" cy="1217612"/>
        </p:xfrm>
        <a:graphic>
          <a:graphicData uri="http://schemas.openxmlformats.org/presentationml/2006/ole">
            <p:oleObj spid="_x0000_s102406" r:id="rId8" imgW="1749600" imgH="438120" progId="Equation.3">
              <p:embed/>
            </p:oleObj>
          </a:graphicData>
        </a:graphic>
      </p:graphicFrame>
      <p:grpSp>
        <p:nvGrpSpPr>
          <p:cNvPr id="102407" name="Group 8"/>
          <p:cNvGrpSpPr>
            <a:grpSpLocks/>
          </p:cNvGrpSpPr>
          <p:nvPr/>
        </p:nvGrpSpPr>
        <p:grpSpPr bwMode="auto"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102408" name="Picture 9" descr="78900"/>
            <p:cNvPicPr>
              <a:picLocks noChangeAspect="1" noChangeArrowheads="1"/>
            </p:cNvPicPr>
            <p:nvPr/>
          </p:nvPicPr>
          <p:blipFill>
            <a:blip r:embed="rId9"/>
            <a:srcRect/>
            <a:stretch>
              <a:fillRect/>
            </a:stretch>
          </p:blipFill>
          <p:spPr bwMode="auto"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02409" name="Text Box 10">
              <a:hlinkClick r:id="" action="ppaction://hlinkshowjump?jump=nextslide"/>
            </p:cNvPr>
            <p:cNvSpPr txBox="1">
              <a:spLocks noChangeArrowheads="1"/>
            </p:cNvSpPr>
            <p:nvPr/>
          </p:nvSpPr>
          <p:spPr bwMode="auto"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0">
                  <a:solidFill>
                    <a:schemeClr val="bg1"/>
                  </a:solidFill>
                  <a:latin typeface="隶书" pitchFamily="49" charset="-122"/>
                  <a:ea typeface="隶书" pitchFamily="49" charset="-122"/>
                </a:rPr>
                <a:t>下 页</a:t>
              </a:r>
            </a:p>
          </p:txBody>
        </p:sp>
      </p:grpSp>
      <p:grpSp>
        <p:nvGrpSpPr>
          <p:cNvPr id="102410" name="Group 11"/>
          <p:cNvGrpSpPr>
            <a:grpSpLocks/>
          </p:cNvGrpSpPr>
          <p:nvPr/>
        </p:nvGrpSpPr>
        <p:grpSpPr bwMode="auto">
          <a:xfrm>
            <a:off x="7453313" y="6446838"/>
            <a:ext cx="792162" cy="366712"/>
            <a:chOff x="4649" y="4020"/>
            <a:chExt cx="499" cy="231"/>
          </a:xfrm>
        </p:grpSpPr>
        <p:pic>
          <p:nvPicPr>
            <p:cNvPr id="102411" name="Picture 12" descr="78900"/>
            <p:cNvPicPr>
              <a:picLocks noChangeAspect="1" noChangeArrowheads="1"/>
            </p:cNvPicPr>
            <p:nvPr/>
          </p:nvPicPr>
          <p:blipFill>
            <a:blip r:embed="rId9"/>
            <a:srcRect/>
            <a:stretch>
              <a:fillRect/>
            </a:stretch>
          </p:blipFill>
          <p:spPr bwMode="auto"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02412" name="Text Box 13">
              <a:hlinkClick r:id="" action="ppaction://hlinkshowjump?jump=previousslide"/>
            </p:cNvPr>
            <p:cNvSpPr txBox="1">
              <a:spLocks noChangeArrowheads="1"/>
            </p:cNvSpPr>
            <p:nvPr/>
          </p:nvSpPr>
          <p:spPr bwMode="auto"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0">
                  <a:solidFill>
                    <a:schemeClr val="bg1"/>
                  </a:solidFill>
                  <a:latin typeface="隶书" pitchFamily="49" charset="-122"/>
                  <a:ea typeface="隶书" pitchFamily="49" charset="-122"/>
                </a:rPr>
                <a:t>上 页</a:t>
              </a:r>
            </a:p>
          </p:txBody>
        </p:sp>
      </p:grpSp>
      <p:grpSp>
        <p:nvGrpSpPr>
          <p:cNvPr id="102413" name="Group 14"/>
          <p:cNvGrpSpPr>
            <a:grpSpLocks/>
          </p:cNvGrpSpPr>
          <p:nvPr/>
        </p:nvGrpSpPr>
        <p:grpSpPr bwMode="auto">
          <a:xfrm>
            <a:off x="6588125" y="6446838"/>
            <a:ext cx="792163" cy="366712"/>
            <a:chOff x="4649" y="4020"/>
            <a:chExt cx="499" cy="231"/>
          </a:xfrm>
        </p:grpSpPr>
        <p:pic>
          <p:nvPicPr>
            <p:cNvPr id="102414" name="Picture 15" descr="78900"/>
            <p:cNvPicPr>
              <a:picLocks noChangeAspect="1" noChangeArrowheads="1"/>
            </p:cNvPicPr>
            <p:nvPr/>
          </p:nvPicPr>
          <p:blipFill>
            <a:blip r:embed="rId9"/>
            <a:srcRect/>
            <a:stretch>
              <a:fillRect/>
            </a:stretch>
          </p:blipFill>
          <p:spPr bwMode="auto"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02415" name="Text Box 16">
              <a:hlinkClick r:id="rId10" action="ppaction://hlinksldjump"/>
            </p:cNvPr>
            <p:cNvSpPr txBox="1">
              <a:spLocks noChangeArrowheads="1"/>
            </p:cNvSpPr>
            <p:nvPr/>
          </p:nvSpPr>
          <p:spPr bwMode="auto"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0">
                  <a:solidFill>
                    <a:schemeClr val="bg1"/>
                  </a:solidFill>
                  <a:latin typeface="隶书" pitchFamily="49" charset="-122"/>
                  <a:ea typeface="隶书" pitchFamily="49" charset="-122"/>
                </a:rPr>
                <a:t>返 回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761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761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3" dur="2000"/>
                                        <p:tgtEl>
                                          <p:spTgt spid="176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2000"/>
                                        <p:tgtEl>
                                          <p:spTgt spid="176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2000"/>
                                        <p:tgtEl>
                                          <p:spTgt spid="176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2000"/>
                                        <p:tgtEl>
                                          <p:spTgt spid="176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2000"/>
                                        <p:tgtEl>
                                          <p:spTgt spid="176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7154" name="Object 2"/>
          <p:cNvGraphicFramePr>
            <a:graphicFrameLocks noChangeAspect="1"/>
          </p:cNvGraphicFramePr>
          <p:nvPr/>
        </p:nvGraphicFramePr>
        <p:xfrm>
          <a:off x="3348038" y="620713"/>
          <a:ext cx="4983162" cy="1079500"/>
        </p:xfrm>
        <a:graphic>
          <a:graphicData uri="http://schemas.openxmlformats.org/presentationml/2006/ole">
            <p:oleObj spid="_x0000_s103425" r:id="rId3" imgW="1749600" imgH="438120" progId="Equation.3">
              <p:embed/>
            </p:oleObj>
          </a:graphicData>
        </a:graphic>
      </p:graphicFrame>
      <p:sp>
        <p:nvSpPr>
          <p:cNvPr id="177155" name="Freeform 3"/>
          <p:cNvSpPr>
            <a:spLocks noChangeArrowheads="1"/>
          </p:cNvSpPr>
          <p:nvPr/>
        </p:nvSpPr>
        <p:spPr bwMode="auto">
          <a:xfrm>
            <a:off x="2954338" y="2667000"/>
            <a:ext cx="4381500" cy="1058863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384" y="240"/>
              </a:cxn>
              <a:cxn ang="0">
                <a:pos x="1200" y="528"/>
              </a:cxn>
              <a:cxn ang="0">
                <a:pos x="1958" y="653"/>
              </a:cxn>
            </a:cxnLst>
            <a:rect l="0" t="0" r="r" b="b"/>
            <a:pathLst>
              <a:path w="1958" h="653">
                <a:moveTo>
                  <a:pt x="0" y="0"/>
                </a:moveTo>
                <a:cubicBezTo>
                  <a:pt x="92" y="76"/>
                  <a:pt x="184" y="152"/>
                  <a:pt x="384" y="240"/>
                </a:cubicBezTo>
                <a:cubicBezTo>
                  <a:pt x="584" y="328"/>
                  <a:pt x="938" y="459"/>
                  <a:pt x="1200" y="528"/>
                </a:cubicBezTo>
                <a:cubicBezTo>
                  <a:pt x="1462" y="597"/>
                  <a:pt x="1800" y="627"/>
                  <a:pt x="1958" y="653"/>
                </a:cubicBezTo>
              </a:path>
            </a:pathLst>
          </a:custGeom>
          <a:noFill/>
          <a:ln w="28575" cap="rnd">
            <a:solidFill>
              <a:srgbClr val="66FF66"/>
            </a:solidFill>
            <a:prstDash val="sysDot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7156" name="Freeform 4"/>
          <p:cNvSpPr>
            <a:spLocks noChangeArrowheads="1"/>
          </p:cNvSpPr>
          <p:nvPr/>
        </p:nvSpPr>
        <p:spPr bwMode="auto">
          <a:xfrm>
            <a:off x="2968625" y="4251325"/>
            <a:ext cx="2565400" cy="403225"/>
          </a:xfrm>
          <a:custGeom>
            <a:avLst/>
            <a:gdLst/>
            <a:ahLst/>
            <a:cxnLst>
              <a:cxn ang="0">
                <a:pos x="0" y="254"/>
              </a:cxn>
              <a:cxn ang="0">
                <a:pos x="359" y="144"/>
              </a:cxn>
              <a:cxn ang="0">
                <a:pos x="762" y="77"/>
              </a:cxn>
              <a:cxn ang="0">
                <a:pos x="1232" y="19"/>
              </a:cxn>
              <a:cxn ang="0">
                <a:pos x="1616" y="0"/>
              </a:cxn>
            </a:cxnLst>
            <a:rect l="0" t="0" r="r" b="b"/>
            <a:pathLst>
              <a:path w="1616" h="254">
                <a:moveTo>
                  <a:pt x="0" y="254"/>
                </a:moveTo>
                <a:cubicBezTo>
                  <a:pt x="60" y="236"/>
                  <a:pt x="232" y="173"/>
                  <a:pt x="359" y="144"/>
                </a:cubicBezTo>
                <a:cubicBezTo>
                  <a:pt x="486" y="115"/>
                  <a:pt x="617" y="98"/>
                  <a:pt x="762" y="77"/>
                </a:cubicBezTo>
                <a:cubicBezTo>
                  <a:pt x="907" y="56"/>
                  <a:pt x="1090" y="32"/>
                  <a:pt x="1232" y="19"/>
                </a:cubicBezTo>
                <a:cubicBezTo>
                  <a:pt x="1374" y="6"/>
                  <a:pt x="1536" y="4"/>
                  <a:pt x="1616" y="0"/>
                </a:cubicBezTo>
              </a:path>
            </a:pathLst>
          </a:custGeom>
          <a:noFill/>
          <a:ln w="28575" cap="rnd">
            <a:solidFill>
              <a:srgbClr val="00FFFF"/>
            </a:solidFill>
            <a:prstDash val="sysDot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7157" name="Freeform 5"/>
          <p:cNvSpPr>
            <a:spLocks noChangeArrowheads="1"/>
          </p:cNvSpPr>
          <p:nvPr/>
        </p:nvSpPr>
        <p:spPr bwMode="auto">
          <a:xfrm>
            <a:off x="2954338" y="3189288"/>
            <a:ext cx="4130675" cy="820737"/>
          </a:xfrm>
          <a:custGeom>
            <a:avLst/>
            <a:gdLst/>
            <a:ahLst/>
            <a:cxnLst>
              <a:cxn ang="0">
                <a:pos x="0" y="8"/>
              </a:cxn>
              <a:cxn ang="0">
                <a:pos x="125" y="8"/>
              </a:cxn>
              <a:cxn ang="0">
                <a:pos x="279" y="56"/>
              </a:cxn>
              <a:cxn ang="0">
                <a:pos x="634" y="181"/>
              </a:cxn>
              <a:cxn ang="0">
                <a:pos x="711" y="210"/>
              </a:cxn>
              <a:cxn ang="0">
                <a:pos x="903" y="267"/>
              </a:cxn>
              <a:cxn ang="0">
                <a:pos x="1152" y="325"/>
              </a:cxn>
              <a:cxn ang="0">
                <a:pos x="1939" y="450"/>
              </a:cxn>
              <a:cxn ang="0">
                <a:pos x="2602" y="517"/>
              </a:cxn>
            </a:cxnLst>
            <a:rect l="0" t="0" r="r" b="b"/>
            <a:pathLst>
              <a:path w="2602" h="517">
                <a:moveTo>
                  <a:pt x="0" y="8"/>
                </a:moveTo>
                <a:cubicBezTo>
                  <a:pt x="39" y="4"/>
                  <a:pt x="79" y="0"/>
                  <a:pt x="125" y="8"/>
                </a:cubicBezTo>
                <a:cubicBezTo>
                  <a:pt x="171" y="16"/>
                  <a:pt x="194" y="27"/>
                  <a:pt x="279" y="56"/>
                </a:cubicBezTo>
                <a:cubicBezTo>
                  <a:pt x="364" y="85"/>
                  <a:pt x="562" y="155"/>
                  <a:pt x="634" y="181"/>
                </a:cubicBezTo>
                <a:cubicBezTo>
                  <a:pt x="706" y="207"/>
                  <a:pt x="666" y="196"/>
                  <a:pt x="711" y="210"/>
                </a:cubicBezTo>
                <a:cubicBezTo>
                  <a:pt x="756" y="224"/>
                  <a:pt x="830" y="248"/>
                  <a:pt x="903" y="267"/>
                </a:cubicBezTo>
                <a:cubicBezTo>
                  <a:pt x="976" y="286"/>
                  <a:pt x="979" y="294"/>
                  <a:pt x="1152" y="325"/>
                </a:cubicBezTo>
                <a:cubicBezTo>
                  <a:pt x="1325" y="356"/>
                  <a:pt x="1697" y="418"/>
                  <a:pt x="1939" y="450"/>
                </a:cubicBezTo>
                <a:cubicBezTo>
                  <a:pt x="2181" y="482"/>
                  <a:pt x="2492" y="506"/>
                  <a:pt x="2602" y="517"/>
                </a:cubicBezTo>
              </a:path>
            </a:pathLst>
          </a:custGeom>
          <a:noFill/>
          <a:ln w="28575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7158" name="Text Box 6"/>
          <p:cNvSpPr txBox="1">
            <a:spLocks noChangeArrowheads="1"/>
          </p:cNvSpPr>
          <p:nvPr/>
        </p:nvSpPr>
        <p:spPr bwMode="auto">
          <a:xfrm>
            <a:off x="2447925" y="3008313"/>
            <a:ext cx="561975" cy="519112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altLang="zh-CN" b="0" i="1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U</a:t>
            </a:r>
            <a:r>
              <a:rPr lang="en-US" altLang="zh-CN" b="0" baseline="-2500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0</a:t>
            </a:r>
            <a:endParaRPr lang="en-US" altLang="zh-CN" b="0">
              <a:solidFill>
                <a:schemeClr val="bg1"/>
              </a:solidFill>
              <a:latin typeface="Times New Roman" pitchFamily="18" charset="0"/>
              <a:ea typeface="宋体" pitchFamily="2" charset="-122"/>
            </a:endParaRPr>
          </a:p>
        </p:txBody>
      </p:sp>
      <p:grpSp>
        <p:nvGrpSpPr>
          <p:cNvPr id="177159" name="Group 7"/>
          <p:cNvGrpSpPr>
            <a:grpSpLocks/>
          </p:cNvGrpSpPr>
          <p:nvPr/>
        </p:nvGrpSpPr>
        <p:grpSpPr bwMode="auto">
          <a:xfrm>
            <a:off x="2627313" y="2159000"/>
            <a:ext cx="5497512" cy="3646488"/>
            <a:chOff x="1061" y="1117"/>
            <a:chExt cx="3463" cy="2297"/>
          </a:xfrm>
        </p:grpSpPr>
        <p:sp>
          <p:nvSpPr>
            <p:cNvPr id="103431" name="Line 8"/>
            <p:cNvSpPr>
              <a:spLocks noChangeShapeType="1"/>
            </p:cNvSpPr>
            <p:nvPr/>
          </p:nvSpPr>
          <p:spPr bwMode="auto">
            <a:xfrm>
              <a:off x="1061" y="2400"/>
              <a:ext cx="3265" cy="0"/>
            </a:xfrm>
            <a:prstGeom prst="line">
              <a:avLst/>
            </a:prstGeom>
            <a:noFill/>
            <a:ln w="28575">
              <a:solidFill>
                <a:srgbClr val="FFFF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432" name="Line 9"/>
            <p:cNvSpPr>
              <a:spLocks noChangeShapeType="1"/>
            </p:cNvSpPr>
            <p:nvPr/>
          </p:nvSpPr>
          <p:spPr bwMode="auto">
            <a:xfrm>
              <a:off x="1272" y="1310"/>
              <a:ext cx="9" cy="2104"/>
            </a:xfrm>
            <a:prstGeom prst="line">
              <a:avLst/>
            </a:prstGeom>
            <a:noFill/>
            <a:ln w="28575">
              <a:solidFill>
                <a:srgbClr val="FFFF00"/>
              </a:solidFill>
              <a:round/>
              <a:headEnd type="triangle" w="med" len="med"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433" name="Text Box 10"/>
            <p:cNvSpPr txBox="1">
              <a:spLocks noChangeArrowheads="1"/>
            </p:cNvSpPr>
            <p:nvPr/>
          </p:nvSpPr>
          <p:spPr bwMode="auto">
            <a:xfrm>
              <a:off x="4346" y="2382"/>
              <a:ext cx="178" cy="32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 eaLnBrk="0" hangingPunct="0"/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t</a:t>
              </a:r>
              <a:endParaRPr lang="en-US" altLang="zh-CN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103434" name="Text Box 11"/>
            <p:cNvSpPr txBox="1">
              <a:spLocks noChangeArrowheads="1"/>
            </p:cNvSpPr>
            <p:nvPr/>
          </p:nvSpPr>
          <p:spPr bwMode="auto">
            <a:xfrm>
              <a:off x="1372" y="1117"/>
              <a:ext cx="295" cy="32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u</a:t>
              </a:r>
              <a:r>
                <a:rPr lang="en-US" altLang="zh-CN" b="0" i="1" baseline="-2500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c</a:t>
              </a:r>
              <a:endParaRPr lang="en-US" altLang="zh-CN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</p:grpSp>
      <p:graphicFrame>
        <p:nvGraphicFramePr>
          <p:cNvPr id="177164" name="Object 12"/>
          <p:cNvGraphicFramePr>
            <a:graphicFrameLocks noChangeAspect="1"/>
          </p:cNvGraphicFramePr>
          <p:nvPr/>
        </p:nvGraphicFramePr>
        <p:xfrm>
          <a:off x="4500563" y="2232025"/>
          <a:ext cx="1584325" cy="952500"/>
        </p:xfrm>
        <a:graphic>
          <a:graphicData uri="http://schemas.openxmlformats.org/presentationml/2006/ole">
            <p:oleObj spid="_x0000_s103435" r:id="rId4" imgW="649080" imgH="438120" progId="Equation.3">
              <p:embed/>
            </p:oleObj>
          </a:graphicData>
        </a:graphic>
      </p:graphicFrame>
      <p:graphicFrame>
        <p:nvGraphicFramePr>
          <p:cNvPr id="177165" name="Object 13"/>
          <p:cNvGraphicFramePr>
            <a:graphicFrameLocks noChangeAspect="1"/>
          </p:cNvGraphicFramePr>
          <p:nvPr/>
        </p:nvGraphicFramePr>
        <p:xfrm>
          <a:off x="3563938" y="4464050"/>
          <a:ext cx="1557337" cy="1047750"/>
        </p:xfrm>
        <a:graphic>
          <a:graphicData uri="http://schemas.openxmlformats.org/presentationml/2006/ole">
            <p:oleObj spid="_x0000_s103436" r:id="rId5" imgW="660600" imgH="438120" progId="Equation.3">
              <p:embed/>
            </p:oleObj>
          </a:graphicData>
        </a:graphic>
      </p:graphicFrame>
      <p:sp>
        <p:nvSpPr>
          <p:cNvPr id="177166" name="Rectangle 14"/>
          <p:cNvSpPr>
            <a:spLocks noChangeArrowheads="1"/>
          </p:cNvSpPr>
          <p:nvPr/>
        </p:nvSpPr>
        <p:spPr bwMode="auto">
          <a:xfrm>
            <a:off x="611188" y="1700213"/>
            <a:ext cx="2808287" cy="579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/>
            <a:r>
              <a:rPr lang="zh-CN" altLang="en-US">
                <a:latin typeface="Times New Roman" pitchFamily="18" charset="0"/>
              </a:rPr>
              <a:t>设   </a:t>
            </a:r>
            <a:r>
              <a:rPr lang="en-US" altLang="zh-CN" sz="3200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|</a:t>
            </a:r>
            <a:r>
              <a:rPr lang="en-US" altLang="zh-CN" sz="3200" b="0" i="1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P</a:t>
            </a:r>
            <a:r>
              <a:rPr lang="en-US" altLang="zh-CN" sz="3200" b="0" baseline="-2500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2</a:t>
            </a:r>
            <a:r>
              <a:rPr lang="en-US" altLang="zh-CN" sz="3200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|&gt;|</a:t>
            </a:r>
            <a:r>
              <a:rPr lang="en-US" altLang="zh-CN" sz="3200" b="0" i="1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P</a:t>
            </a:r>
            <a:r>
              <a:rPr lang="en-US" altLang="zh-CN" sz="3200" b="0" baseline="-2500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1</a:t>
            </a:r>
            <a:r>
              <a:rPr lang="en-US" altLang="zh-CN" sz="3200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|</a:t>
            </a:r>
          </a:p>
        </p:txBody>
      </p:sp>
      <p:grpSp>
        <p:nvGrpSpPr>
          <p:cNvPr id="103438" name="Group 15"/>
          <p:cNvGrpSpPr>
            <a:grpSpLocks/>
          </p:cNvGrpSpPr>
          <p:nvPr/>
        </p:nvGrpSpPr>
        <p:grpSpPr bwMode="auto"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103439" name="Picture 16" descr="78900"/>
            <p:cNvPicPr>
              <a:picLocks noChangeAspect="1" noChangeArrowheads="1"/>
            </p:cNvPicPr>
            <p:nvPr/>
          </p:nvPicPr>
          <p:blipFill>
            <a:blip r:embed="rId6"/>
            <a:srcRect/>
            <a:stretch>
              <a:fillRect/>
            </a:stretch>
          </p:blipFill>
          <p:spPr bwMode="auto"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03440" name="Text Box 17">
              <a:hlinkClick r:id="" action="ppaction://hlinkshowjump?jump=nextslide"/>
            </p:cNvPr>
            <p:cNvSpPr txBox="1">
              <a:spLocks noChangeArrowheads="1"/>
            </p:cNvSpPr>
            <p:nvPr/>
          </p:nvSpPr>
          <p:spPr bwMode="auto"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0">
                  <a:solidFill>
                    <a:schemeClr val="bg1"/>
                  </a:solidFill>
                  <a:latin typeface="隶书" pitchFamily="49" charset="-122"/>
                  <a:ea typeface="隶书" pitchFamily="49" charset="-122"/>
                </a:rPr>
                <a:t>下 页</a:t>
              </a:r>
            </a:p>
          </p:txBody>
        </p:sp>
      </p:grpSp>
      <p:grpSp>
        <p:nvGrpSpPr>
          <p:cNvPr id="103441" name="Group 18"/>
          <p:cNvGrpSpPr>
            <a:grpSpLocks/>
          </p:cNvGrpSpPr>
          <p:nvPr/>
        </p:nvGrpSpPr>
        <p:grpSpPr bwMode="auto">
          <a:xfrm>
            <a:off x="7453313" y="6446838"/>
            <a:ext cx="792162" cy="366712"/>
            <a:chOff x="4649" y="4020"/>
            <a:chExt cx="499" cy="231"/>
          </a:xfrm>
        </p:grpSpPr>
        <p:pic>
          <p:nvPicPr>
            <p:cNvPr id="103442" name="Picture 19" descr="78900"/>
            <p:cNvPicPr>
              <a:picLocks noChangeAspect="1" noChangeArrowheads="1"/>
            </p:cNvPicPr>
            <p:nvPr/>
          </p:nvPicPr>
          <p:blipFill>
            <a:blip r:embed="rId6"/>
            <a:srcRect/>
            <a:stretch>
              <a:fillRect/>
            </a:stretch>
          </p:blipFill>
          <p:spPr bwMode="auto"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03443" name="Text Box 20">
              <a:hlinkClick r:id="" action="ppaction://hlinkshowjump?jump=previousslide"/>
            </p:cNvPr>
            <p:cNvSpPr txBox="1">
              <a:spLocks noChangeArrowheads="1"/>
            </p:cNvSpPr>
            <p:nvPr/>
          </p:nvSpPr>
          <p:spPr bwMode="auto"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0">
                  <a:solidFill>
                    <a:schemeClr val="bg1"/>
                  </a:solidFill>
                  <a:latin typeface="隶书" pitchFamily="49" charset="-122"/>
                  <a:ea typeface="隶书" pitchFamily="49" charset="-122"/>
                </a:rPr>
                <a:t>上 页</a:t>
              </a:r>
            </a:p>
          </p:txBody>
        </p:sp>
      </p:grpSp>
      <p:sp>
        <p:nvSpPr>
          <p:cNvPr id="177173" name="Text Box 21"/>
          <p:cNvSpPr txBox="1">
            <a:spLocks noChangeArrowheads="1"/>
          </p:cNvSpPr>
          <p:nvPr/>
        </p:nvSpPr>
        <p:spPr bwMode="auto">
          <a:xfrm>
            <a:off x="2555875" y="4221163"/>
            <a:ext cx="358775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b="0">
                <a:solidFill>
                  <a:schemeClr val="bg1"/>
                </a:solidFill>
                <a:latin typeface="Times New Roman" pitchFamily="18" charset="0"/>
                <a:ea typeface="仿宋_GB2312" pitchFamily="49" charset="-122"/>
              </a:rPr>
              <a:t>0</a:t>
            </a:r>
          </a:p>
        </p:txBody>
      </p:sp>
      <p:sp>
        <p:nvSpPr>
          <p:cNvPr id="177174" name="Rectangle 22"/>
          <p:cNvSpPr>
            <a:spLocks noChangeArrowheads="1"/>
          </p:cNvSpPr>
          <p:nvPr/>
        </p:nvSpPr>
        <p:spPr bwMode="auto">
          <a:xfrm>
            <a:off x="684213" y="692150"/>
            <a:ext cx="2376487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 eaLnBrk="0" hangingPunct="0">
              <a:buFontTx/>
              <a:buAutoNum type="circleNumDbPlain"/>
            </a:pPr>
            <a:r>
              <a:rPr lang="zh-CN" altLang="en-US">
                <a:solidFill>
                  <a:srgbClr val="FF9900"/>
                </a:solidFill>
                <a:latin typeface="Times New Roman" pitchFamily="18" charset="0"/>
              </a:rPr>
              <a:t>电容电压</a:t>
            </a:r>
            <a:endParaRPr lang="zh-CN" altLang="en-US" sz="3200" b="0">
              <a:solidFill>
                <a:srgbClr val="FF9900"/>
              </a:solidFill>
              <a:latin typeface="Times New Roman" pitchFamily="18" charset="0"/>
              <a:ea typeface="宋体" pitchFamily="2" charset="-122"/>
            </a:endParaRPr>
          </a:p>
        </p:txBody>
      </p:sp>
      <p:grpSp>
        <p:nvGrpSpPr>
          <p:cNvPr id="103446" name="Group 23"/>
          <p:cNvGrpSpPr>
            <a:grpSpLocks/>
          </p:cNvGrpSpPr>
          <p:nvPr/>
        </p:nvGrpSpPr>
        <p:grpSpPr bwMode="auto">
          <a:xfrm>
            <a:off x="6588125" y="6446838"/>
            <a:ext cx="792163" cy="366712"/>
            <a:chOff x="4649" y="4020"/>
            <a:chExt cx="499" cy="231"/>
          </a:xfrm>
        </p:grpSpPr>
        <p:pic>
          <p:nvPicPr>
            <p:cNvPr id="103447" name="Picture 24" descr="78900"/>
            <p:cNvPicPr>
              <a:picLocks noChangeAspect="1" noChangeArrowheads="1"/>
            </p:cNvPicPr>
            <p:nvPr/>
          </p:nvPicPr>
          <p:blipFill>
            <a:blip r:embed="rId6"/>
            <a:srcRect/>
            <a:stretch>
              <a:fillRect/>
            </a:stretch>
          </p:blipFill>
          <p:spPr bwMode="auto"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03448" name="Text Box 25">
              <a:hlinkClick r:id="rId7" action="ppaction://hlinksldjump"/>
            </p:cNvPr>
            <p:cNvSpPr txBox="1">
              <a:spLocks noChangeArrowheads="1"/>
            </p:cNvSpPr>
            <p:nvPr/>
          </p:nvSpPr>
          <p:spPr bwMode="auto"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0">
                  <a:solidFill>
                    <a:schemeClr val="bg1"/>
                  </a:solidFill>
                  <a:latin typeface="隶书" pitchFamily="49" charset="-122"/>
                  <a:ea typeface="隶书" pitchFamily="49" charset="-122"/>
                </a:rPr>
                <a:t>返 回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177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771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771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77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2000"/>
                                        <p:tgtEl>
                                          <p:spTgt spid="177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77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177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77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77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77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500"/>
                            </p:stCondLst>
                            <p:childTnLst>
                              <p:par>
                                <p:cTn id="4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77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177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500"/>
                            </p:stCondLst>
                            <p:childTnLst>
                              <p:par>
                                <p:cTn id="5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177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7158" grpId="0"/>
      <p:bldP spid="177166" grpId="0"/>
      <p:bldP spid="177173" grpId="0"/>
      <p:bldP spid="177174" grpId="0"/>
    </p:bld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8178" name="Object 2"/>
          <p:cNvGraphicFramePr>
            <a:graphicFrameLocks noChangeAspect="1"/>
          </p:cNvGraphicFramePr>
          <p:nvPr/>
        </p:nvGraphicFramePr>
        <p:xfrm>
          <a:off x="2038350" y="3786188"/>
          <a:ext cx="5353050" cy="1049337"/>
        </p:xfrm>
        <a:graphic>
          <a:graphicData uri="http://schemas.openxmlformats.org/presentationml/2006/ole">
            <p:oleObj spid="_x0000_s104449" r:id="rId3" imgW="2294280" imgH="438120" progId="Equation.3">
              <p:embed/>
            </p:oleObj>
          </a:graphicData>
        </a:graphic>
      </p:graphicFrame>
      <p:sp>
        <p:nvSpPr>
          <p:cNvPr id="178179" name="Rectangle 3"/>
          <p:cNvSpPr>
            <a:spLocks noChangeArrowheads="1"/>
          </p:cNvSpPr>
          <p:nvPr/>
        </p:nvSpPr>
        <p:spPr bwMode="auto">
          <a:xfrm>
            <a:off x="2124075" y="4937125"/>
            <a:ext cx="4140200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/>
            <a:r>
              <a:rPr lang="en-US" altLang="zh-CN" sz="3200" b="0" i="1">
                <a:latin typeface="Times New Roman" pitchFamily="18" charset="0"/>
                <a:ea typeface="宋体" pitchFamily="2" charset="-122"/>
              </a:rPr>
              <a:t>t</a:t>
            </a:r>
            <a:r>
              <a:rPr lang="en-US" altLang="zh-CN" sz="3200" b="0">
                <a:latin typeface="Times New Roman" pitchFamily="18" charset="0"/>
                <a:ea typeface="宋体" pitchFamily="2" charset="-122"/>
              </a:rPr>
              <a:t>=0</a:t>
            </a:r>
            <a:r>
              <a:rPr lang="en-US" altLang="zh-CN" sz="3200" b="0" i="1" baseline="-25000">
                <a:latin typeface="Times New Roman" pitchFamily="18" charset="0"/>
                <a:ea typeface="宋体" pitchFamily="2" charset="-122"/>
              </a:rPr>
              <a:t>+</a:t>
            </a:r>
            <a:r>
              <a:rPr lang="en-US" altLang="zh-CN" sz="3200" b="0" i="1" baseline="30000">
                <a:latin typeface="Times New Roman" pitchFamily="18" charset="0"/>
                <a:ea typeface="宋体" pitchFamily="2" charset="-122"/>
              </a:rPr>
              <a:t>    </a:t>
            </a:r>
            <a:r>
              <a:rPr lang="en-US" altLang="zh-CN" sz="3200" b="0" i="1">
                <a:latin typeface="Times New Roman" pitchFamily="18" charset="0"/>
                <a:ea typeface="宋体" pitchFamily="2" charset="-122"/>
              </a:rPr>
              <a:t>i</a:t>
            </a:r>
            <a:r>
              <a:rPr lang="en-US" altLang="zh-CN" sz="3200" b="0" i="1" baseline="-25000">
                <a:latin typeface="Times New Roman" pitchFamily="18" charset="0"/>
                <a:ea typeface="宋体" pitchFamily="2" charset="-122"/>
              </a:rPr>
              <a:t>c</a:t>
            </a:r>
            <a:r>
              <a:rPr lang="en-US" altLang="zh-CN" sz="3200" b="0">
                <a:latin typeface="Times New Roman" pitchFamily="18" charset="0"/>
                <a:ea typeface="宋体" pitchFamily="2" charset="-122"/>
              </a:rPr>
              <a:t>=0  , </a:t>
            </a:r>
            <a:r>
              <a:rPr lang="en-US" altLang="zh-CN" sz="3200" b="0" i="1">
                <a:latin typeface="Times New Roman" pitchFamily="18" charset="0"/>
                <a:ea typeface="宋体" pitchFamily="2" charset="-122"/>
              </a:rPr>
              <a:t>t=</a:t>
            </a:r>
            <a:r>
              <a:rPr lang="en-US" altLang="zh-CN" sz="3200" b="0">
                <a:latin typeface="Times New Roman" pitchFamily="18" charset="0"/>
                <a:ea typeface="宋体" pitchFamily="2" charset="-122"/>
                <a:sym typeface="Symbol" pitchFamily="18" charset="2"/>
              </a:rPr>
              <a:t></a:t>
            </a:r>
            <a:r>
              <a:rPr lang="en-US" altLang="zh-CN" sz="3200" b="0" i="1">
                <a:latin typeface="Times New Roman" pitchFamily="18" charset="0"/>
                <a:ea typeface="宋体" pitchFamily="2" charset="-122"/>
                <a:sym typeface="Symbol" pitchFamily="18" charset="2"/>
              </a:rPr>
              <a:t>    i</a:t>
            </a:r>
            <a:r>
              <a:rPr lang="en-US" altLang="zh-CN" sz="3200" b="0" baseline="-25000">
                <a:latin typeface="Times New Roman" pitchFamily="18" charset="0"/>
                <a:ea typeface="宋体" pitchFamily="2" charset="-122"/>
                <a:sym typeface="Symbol" pitchFamily="18" charset="2"/>
              </a:rPr>
              <a:t>c</a:t>
            </a:r>
            <a:r>
              <a:rPr lang="en-US" altLang="zh-CN" sz="3200" b="0">
                <a:latin typeface="Times New Roman" pitchFamily="18" charset="0"/>
                <a:ea typeface="宋体" pitchFamily="2" charset="-122"/>
                <a:sym typeface="Symbol" pitchFamily="18" charset="2"/>
              </a:rPr>
              <a:t>=0</a:t>
            </a:r>
          </a:p>
        </p:txBody>
      </p:sp>
      <p:sp>
        <p:nvSpPr>
          <p:cNvPr id="178180" name="Rectangle 4"/>
          <p:cNvSpPr>
            <a:spLocks noChangeArrowheads="1"/>
          </p:cNvSpPr>
          <p:nvPr/>
        </p:nvSpPr>
        <p:spPr bwMode="auto">
          <a:xfrm>
            <a:off x="2195513" y="5802313"/>
            <a:ext cx="4464050" cy="579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/>
            <a:r>
              <a:rPr lang="en-US" altLang="zh-CN" sz="3200" b="0" i="1">
                <a:latin typeface="Times New Roman" pitchFamily="18" charset="0"/>
                <a:ea typeface="宋体" pitchFamily="2" charset="-122"/>
              </a:rPr>
              <a:t>i</a:t>
            </a:r>
            <a:r>
              <a:rPr lang="en-US" altLang="zh-CN" sz="3200" b="0" baseline="-25000">
                <a:latin typeface="Times New Roman" pitchFamily="18" charset="0"/>
                <a:ea typeface="宋体" pitchFamily="2" charset="-122"/>
              </a:rPr>
              <a:t>c</a:t>
            </a:r>
            <a:r>
              <a:rPr lang="en-US" altLang="zh-CN" sz="3200" b="0">
                <a:latin typeface="Times New Roman" pitchFamily="18" charset="0"/>
                <a:ea typeface="宋体" pitchFamily="2" charset="-122"/>
              </a:rPr>
              <a:t>&gt;0    </a:t>
            </a:r>
            <a:r>
              <a:rPr lang="en-US" altLang="zh-CN" sz="3200" b="0" i="1">
                <a:latin typeface="Times New Roman" pitchFamily="18" charset="0"/>
                <a:ea typeface="宋体" pitchFamily="2" charset="-122"/>
              </a:rPr>
              <a:t>t = t</a:t>
            </a:r>
            <a:r>
              <a:rPr lang="en-US" altLang="zh-CN" sz="3200" b="0" i="1" baseline="-25000">
                <a:latin typeface="Times New Roman" pitchFamily="18" charset="0"/>
                <a:ea typeface="宋体" pitchFamily="2" charset="-122"/>
              </a:rPr>
              <a:t>m</a:t>
            </a:r>
            <a:r>
              <a:rPr lang="en-US" altLang="zh-CN" b="0" i="1" baseline="-25000">
                <a:latin typeface="Times New Roman" pitchFamily="18" charset="0"/>
                <a:ea typeface="宋体" pitchFamily="2" charset="-122"/>
              </a:rPr>
              <a:t> </a:t>
            </a:r>
            <a:r>
              <a:rPr lang="zh-CN" altLang="en-US">
                <a:latin typeface="Times New Roman" pitchFamily="18" charset="0"/>
              </a:rPr>
              <a:t>时</a:t>
            </a:r>
            <a:r>
              <a:rPr lang="en-US" altLang="zh-CN" sz="3200" b="0" i="1">
                <a:latin typeface="Times New Roman" pitchFamily="18" charset="0"/>
                <a:ea typeface="宋体" pitchFamily="2" charset="-122"/>
              </a:rPr>
              <a:t>i</a:t>
            </a:r>
            <a:r>
              <a:rPr lang="en-US" altLang="zh-CN" sz="3200" b="0" i="1" baseline="-25000">
                <a:latin typeface="Times New Roman" pitchFamily="18" charset="0"/>
                <a:ea typeface="宋体" pitchFamily="2" charset="-122"/>
              </a:rPr>
              <a:t>c</a:t>
            </a:r>
            <a:r>
              <a:rPr lang="en-US" altLang="zh-CN" b="0" i="1">
                <a:latin typeface="Times New Roman" pitchFamily="18" charset="0"/>
                <a:ea typeface="宋体" pitchFamily="2" charset="-122"/>
              </a:rPr>
              <a:t> </a:t>
            </a:r>
            <a:r>
              <a:rPr lang="zh-CN" altLang="en-US">
                <a:latin typeface="Times New Roman" pitchFamily="18" charset="0"/>
              </a:rPr>
              <a:t>最大</a:t>
            </a:r>
          </a:p>
        </p:txBody>
      </p:sp>
      <p:sp>
        <p:nvSpPr>
          <p:cNvPr id="178181" name="Freeform 5"/>
          <p:cNvSpPr>
            <a:spLocks noChangeArrowheads="1"/>
          </p:cNvSpPr>
          <p:nvPr/>
        </p:nvSpPr>
        <p:spPr bwMode="auto">
          <a:xfrm>
            <a:off x="1154113" y="2716213"/>
            <a:ext cx="3527425" cy="436562"/>
          </a:xfrm>
          <a:custGeom>
            <a:avLst/>
            <a:gdLst/>
            <a:ahLst/>
            <a:cxnLst>
              <a:cxn ang="0">
                <a:pos x="0" y="254"/>
              </a:cxn>
              <a:cxn ang="0">
                <a:pos x="125" y="101"/>
              </a:cxn>
              <a:cxn ang="0">
                <a:pos x="336" y="5"/>
              </a:cxn>
              <a:cxn ang="0">
                <a:pos x="576" y="72"/>
              </a:cxn>
              <a:cxn ang="0">
                <a:pos x="951" y="158"/>
              </a:cxn>
              <a:cxn ang="0">
                <a:pos x="1316" y="197"/>
              </a:cxn>
              <a:cxn ang="0">
                <a:pos x="1661" y="225"/>
              </a:cxn>
              <a:cxn ang="0">
                <a:pos x="2151" y="245"/>
              </a:cxn>
            </a:cxnLst>
            <a:rect l="0" t="0" r="r" b="b"/>
            <a:pathLst>
              <a:path w="2151" h="254">
                <a:moveTo>
                  <a:pt x="0" y="254"/>
                </a:moveTo>
                <a:cubicBezTo>
                  <a:pt x="21" y="229"/>
                  <a:pt x="69" y="142"/>
                  <a:pt x="125" y="101"/>
                </a:cubicBezTo>
                <a:cubicBezTo>
                  <a:pt x="181" y="60"/>
                  <a:pt x="261" y="10"/>
                  <a:pt x="336" y="5"/>
                </a:cubicBezTo>
                <a:cubicBezTo>
                  <a:pt x="411" y="0"/>
                  <a:pt x="474" y="47"/>
                  <a:pt x="576" y="72"/>
                </a:cubicBezTo>
                <a:cubicBezTo>
                  <a:pt x="678" y="97"/>
                  <a:pt x="828" y="137"/>
                  <a:pt x="951" y="158"/>
                </a:cubicBezTo>
                <a:cubicBezTo>
                  <a:pt x="1074" y="179"/>
                  <a:pt x="1198" y="186"/>
                  <a:pt x="1316" y="197"/>
                </a:cubicBezTo>
                <a:cubicBezTo>
                  <a:pt x="1434" y="208"/>
                  <a:pt x="1522" y="217"/>
                  <a:pt x="1661" y="225"/>
                </a:cubicBezTo>
                <a:cubicBezTo>
                  <a:pt x="1800" y="233"/>
                  <a:pt x="2049" y="241"/>
                  <a:pt x="2151" y="245"/>
                </a:cubicBezTo>
              </a:path>
            </a:pathLst>
          </a:custGeom>
          <a:noFill/>
          <a:ln w="28575">
            <a:solidFill>
              <a:srgbClr val="66FF33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8182" name="Text Box 6"/>
          <p:cNvSpPr txBox="1">
            <a:spLocks noChangeArrowheads="1"/>
          </p:cNvSpPr>
          <p:nvPr/>
        </p:nvSpPr>
        <p:spPr bwMode="auto">
          <a:xfrm>
            <a:off x="1476375" y="2994025"/>
            <a:ext cx="457200" cy="519113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altLang="zh-CN" b="0" i="1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t</a:t>
            </a:r>
            <a:r>
              <a:rPr lang="en-US" altLang="zh-CN" b="0" i="1" baseline="-2500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m</a:t>
            </a:r>
            <a:endParaRPr lang="en-US" altLang="zh-CN" b="0">
              <a:solidFill>
                <a:schemeClr val="bg1"/>
              </a:solidFill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178183" name="Text Box 7"/>
          <p:cNvSpPr txBox="1">
            <a:spLocks noChangeArrowheads="1"/>
          </p:cNvSpPr>
          <p:nvPr/>
        </p:nvSpPr>
        <p:spPr bwMode="auto">
          <a:xfrm>
            <a:off x="1835150" y="2324100"/>
            <a:ext cx="395288" cy="519113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/>
            <a:r>
              <a:rPr lang="en-US" altLang="zh-CN" b="0" i="1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i</a:t>
            </a:r>
            <a:r>
              <a:rPr lang="en-US" altLang="zh-CN" b="0" i="1" baseline="-2500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c</a:t>
            </a:r>
            <a:endParaRPr lang="en-US" altLang="zh-CN" b="0">
              <a:solidFill>
                <a:schemeClr val="bg1"/>
              </a:solidFill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178184" name="Line 8"/>
          <p:cNvSpPr>
            <a:spLocks noChangeShapeType="1"/>
          </p:cNvSpPr>
          <p:nvPr/>
        </p:nvSpPr>
        <p:spPr bwMode="auto">
          <a:xfrm flipV="1">
            <a:off x="1792288" y="2709863"/>
            <a:ext cx="0" cy="431800"/>
          </a:xfrm>
          <a:prstGeom prst="line">
            <a:avLst/>
          </a:prstGeom>
          <a:noFill/>
          <a:ln w="38100" cap="rnd">
            <a:solidFill>
              <a:schemeClr val="bg1"/>
            </a:solidFill>
            <a:prstDash val="sysDot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104456" name="Object 9"/>
          <p:cNvGraphicFramePr>
            <a:graphicFrameLocks noChangeAspect="1"/>
          </p:cNvGraphicFramePr>
          <p:nvPr/>
        </p:nvGraphicFramePr>
        <p:xfrm>
          <a:off x="3692525" y="1336675"/>
          <a:ext cx="4784725" cy="1227138"/>
        </p:xfrm>
        <a:graphic>
          <a:graphicData uri="http://schemas.openxmlformats.org/presentationml/2006/ole">
            <p:oleObj spid="_x0000_s104456" r:id="rId4" imgW="1749600" imgH="438120" progId="Equation.3">
              <p:embed/>
            </p:oleObj>
          </a:graphicData>
        </a:graphic>
      </p:graphicFrame>
      <p:grpSp>
        <p:nvGrpSpPr>
          <p:cNvPr id="104457" name="Group 10"/>
          <p:cNvGrpSpPr>
            <a:grpSpLocks/>
          </p:cNvGrpSpPr>
          <p:nvPr/>
        </p:nvGrpSpPr>
        <p:grpSpPr bwMode="auto"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104458" name="Picture 11" descr="78900"/>
            <p:cNvPicPr>
              <a:picLocks noChangeAspect="1" noChangeArrowheads="1"/>
            </p:cNvPicPr>
            <p:nvPr/>
          </p:nvPicPr>
          <p:blipFill>
            <a:blip r:embed="rId5"/>
            <a:srcRect/>
            <a:stretch>
              <a:fillRect/>
            </a:stretch>
          </p:blipFill>
          <p:spPr bwMode="auto"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04459" name="Text Box 12">
              <a:hlinkClick r:id="" action="ppaction://hlinkshowjump?jump=nextslide"/>
            </p:cNvPr>
            <p:cNvSpPr txBox="1">
              <a:spLocks noChangeArrowheads="1"/>
            </p:cNvSpPr>
            <p:nvPr/>
          </p:nvSpPr>
          <p:spPr bwMode="auto"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0">
                  <a:solidFill>
                    <a:schemeClr val="bg1"/>
                  </a:solidFill>
                  <a:latin typeface="隶书" pitchFamily="49" charset="-122"/>
                  <a:ea typeface="隶书" pitchFamily="49" charset="-122"/>
                </a:rPr>
                <a:t>下 页</a:t>
              </a:r>
            </a:p>
          </p:txBody>
        </p:sp>
      </p:grpSp>
      <p:grpSp>
        <p:nvGrpSpPr>
          <p:cNvPr id="104460" name="Group 13"/>
          <p:cNvGrpSpPr>
            <a:grpSpLocks/>
          </p:cNvGrpSpPr>
          <p:nvPr/>
        </p:nvGrpSpPr>
        <p:grpSpPr bwMode="auto">
          <a:xfrm>
            <a:off x="7453313" y="6446838"/>
            <a:ext cx="792162" cy="366712"/>
            <a:chOff x="4649" y="4020"/>
            <a:chExt cx="499" cy="231"/>
          </a:xfrm>
        </p:grpSpPr>
        <p:pic>
          <p:nvPicPr>
            <p:cNvPr id="104461" name="Picture 14" descr="78900"/>
            <p:cNvPicPr>
              <a:picLocks noChangeAspect="1" noChangeArrowheads="1"/>
            </p:cNvPicPr>
            <p:nvPr/>
          </p:nvPicPr>
          <p:blipFill>
            <a:blip r:embed="rId5"/>
            <a:srcRect/>
            <a:stretch>
              <a:fillRect/>
            </a:stretch>
          </p:blipFill>
          <p:spPr bwMode="auto"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04462" name="Text Box 15">
              <a:hlinkClick r:id="" action="ppaction://hlinkshowjump?jump=previousslide"/>
            </p:cNvPr>
            <p:cNvSpPr txBox="1">
              <a:spLocks noChangeArrowheads="1"/>
            </p:cNvSpPr>
            <p:nvPr/>
          </p:nvSpPr>
          <p:spPr bwMode="auto"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0">
                  <a:solidFill>
                    <a:schemeClr val="bg1"/>
                  </a:solidFill>
                  <a:latin typeface="隶书" pitchFamily="49" charset="-122"/>
                  <a:ea typeface="隶书" pitchFamily="49" charset="-122"/>
                </a:rPr>
                <a:t>上 页</a:t>
              </a:r>
            </a:p>
          </p:txBody>
        </p:sp>
      </p:grpSp>
      <p:grpSp>
        <p:nvGrpSpPr>
          <p:cNvPr id="104463" name="Group 16"/>
          <p:cNvGrpSpPr>
            <a:grpSpLocks/>
          </p:cNvGrpSpPr>
          <p:nvPr/>
        </p:nvGrpSpPr>
        <p:grpSpPr bwMode="auto">
          <a:xfrm>
            <a:off x="617538" y="1193800"/>
            <a:ext cx="5610225" cy="3097213"/>
            <a:chOff x="930" y="1797"/>
            <a:chExt cx="3534" cy="1951"/>
          </a:xfrm>
        </p:grpSpPr>
        <p:sp>
          <p:nvSpPr>
            <p:cNvPr id="104464" name="Line 17"/>
            <p:cNvSpPr>
              <a:spLocks noChangeShapeType="1"/>
            </p:cNvSpPr>
            <p:nvPr/>
          </p:nvSpPr>
          <p:spPr bwMode="auto">
            <a:xfrm flipV="1">
              <a:off x="1075" y="3022"/>
              <a:ext cx="3166" cy="1"/>
            </a:xfrm>
            <a:prstGeom prst="line">
              <a:avLst/>
            </a:prstGeom>
            <a:noFill/>
            <a:ln w="28575">
              <a:solidFill>
                <a:srgbClr val="FFFF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465" name="Line 18"/>
            <p:cNvSpPr>
              <a:spLocks noChangeShapeType="1"/>
            </p:cNvSpPr>
            <p:nvPr/>
          </p:nvSpPr>
          <p:spPr bwMode="auto">
            <a:xfrm>
              <a:off x="1292" y="1797"/>
              <a:ext cx="0" cy="1951"/>
            </a:xfrm>
            <a:prstGeom prst="line">
              <a:avLst/>
            </a:prstGeom>
            <a:noFill/>
            <a:ln w="28575">
              <a:solidFill>
                <a:srgbClr val="FFFF00"/>
              </a:solidFill>
              <a:round/>
              <a:headEnd type="triangle" w="med" len="med"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466" name="Text Box 19"/>
            <p:cNvSpPr txBox="1">
              <a:spLocks noChangeArrowheads="1"/>
            </p:cNvSpPr>
            <p:nvPr/>
          </p:nvSpPr>
          <p:spPr bwMode="auto">
            <a:xfrm>
              <a:off x="4286" y="2840"/>
              <a:ext cx="178" cy="32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 eaLnBrk="0" hangingPunct="0"/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t</a:t>
              </a:r>
              <a:endParaRPr lang="en-US" altLang="zh-CN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104467" name="Freeform 20"/>
            <p:cNvSpPr>
              <a:spLocks noChangeArrowheads="1"/>
            </p:cNvSpPr>
            <p:nvPr/>
          </p:nvSpPr>
          <p:spPr bwMode="auto">
            <a:xfrm>
              <a:off x="1307" y="2390"/>
              <a:ext cx="2687" cy="560"/>
            </a:xfrm>
            <a:custGeom>
              <a:avLst/>
              <a:gdLst/>
              <a:ahLst/>
              <a:cxnLst>
                <a:cxn ang="0">
                  <a:pos x="0" y="8"/>
                </a:cxn>
                <a:cxn ang="0">
                  <a:pos x="125" y="8"/>
                </a:cxn>
                <a:cxn ang="0">
                  <a:pos x="279" y="56"/>
                </a:cxn>
                <a:cxn ang="0">
                  <a:pos x="634" y="181"/>
                </a:cxn>
                <a:cxn ang="0">
                  <a:pos x="711" y="210"/>
                </a:cxn>
                <a:cxn ang="0">
                  <a:pos x="903" y="267"/>
                </a:cxn>
                <a:cxn ang="0">
                  <a:pos x="1152" y="325"/>
                </a:cxn>
                <a:cxn ang="0">
                  <a:pos x="1939" y="450"/>
                </a:cxn>
                <a:cxn ang="0">
                  <a:pos x="2602" y="517"/>
                </a:cxn>
              </a:cxnLst>
              <a:rect l="0" t="0" r="r" b="b"/>
              <a:pathLst>
                <a:path w="2602" h="517">
                  <a:moveTo>
                    <a:pt x="0" y="8"/>
                  </a:moveTo>
                  <a:cubicBezTo>
                    <a:pt x="39" y="4"/>
                    <a:pt x="79" y="0"/>
                    <a:pt x="125" y="8"/>
                  </a:cubicBezTo>
                  <a:cubicBezTo>
                    <a:pt x="171" y="16"/>
                    <a:pt x="194" y="27"/>
                    <a:pt x="279" y="56"/>
                  </a:cubicBezTo>
                  <a:cubicBezTo>
                    <a:pt x="364" y="85"/>
                    <a:pt x="562" y="155"/>
                    <a:pt x="634" y="181"/>
                  </a:cubicBezTo>
                  <a:cubicBezTo>
                    <a:pt x="706" y="207"/>
                    <a:pt x="666" y="196"/>
                    <a:pt x="711" y="210"/>
                  </a:cubicBezTo>
                  <a:cubicBezTo>
                    <a:pt x="756" y="224"/>
                    <a:pt x="830" y="248"/>
                    <a:pt x="903" y="267"/>
                  </a:cubicBezTo>
                  <a:cubicBezTo>
                    <a:pt x="976" y="286"/>
                    <a:pt x="979" y="294"/>
                    <a:pt x="1152" y="325"/>
                  </a:cubicBezTo>
                  <a:cubicBezTo>
                    <a:pt x="1325" y="356"/>
                    <a:pt x="1697" y="418"/>
                    <a:pt x="1939" y="450"/>
                  </a:cubicBezTo>
                  <a:cubicBezTo>
                    <a:pt x="2181" y="482"/>
                    <a:pt x="2492" y="506"/>
                    <a:pt x="2602" y="517"/>
                  </a:cubicBez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468" name="Text Box 21"/>
            <p:cNvSpPr txBox="1">
              <a:spLocks noChangeArrowheads="1"/>
            </p:cNvSpPr>
            <p:nvPr/>
          </p:nvSpPr>
          <p:spPr bwMode="auto">
            <a:xfrm>
              <a:off x="930" y="2208"/>
              <a:ext cx="354" cy="32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U</a:t>
              </a:r>
              <a:r>
                <a:rPr lang="en-US" altLang="zh-CN" b="0" baseline="-2500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0</a:t>
              </a:r>
              <a:endParaRPr lang="en-US" altLang="zh-CN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104469" name="Text Box 22"/>
            <p:cNvSpPr txBox="1">
              <a:spLocks noChangeArrowheads="1"/>
            </p:cNvSpPr>
            <p:nvPr/>
          </p:nvSpPr>
          <p:spPr bwMode="auto">
            <a:xfrm>
              <a:off x="1765" y="2075"/>
              <a:ext cx="295" cy="32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u</a:t>
              </a:r>
              <a:r>
                <a:rPr lang="en-US" altLang="zh-CN" b="0" i="1" baseline="-2500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c</a:t>
              </a:r>
              <a:endParaRPr lang="en-US" altLang="zh-CN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</p:grpSp>
      <p:sp>
        <p:nvSpPr>
          <p:cNvPr id="104470" name="Text Box 23"/>
          <p:cNvSpPr txBox="1">
            <a:spLocks noChangeArrowheads="1"/>
          </p:cNvSpPr>
          <p:nvPr/>
        </p:nvSpPr>
        <p:spPr bwMode="auto">
          <a:xfrm>
            <a:off x="755650" y="3136900"/>
            <a:ext cx="358775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b="0">
                <a:solidFill>
                  <a:schemeClr val="bg1"/>
                </a:solidFill>
                <a:latin typeface="Times New Roman" pitchFamily="18" charset="0"/>
                <a:ea typeface="仿宋_GB2312" pitchFamily="49" charset="-122"/>
              </a:rPr>
              <a:t>0</a:t>
            </a:r>
          </a:p>
        </p:txBody>
      </p:sp>
      <p:sp>
        <p:nvSpPr>
          <p:cNvPr id="178200" name="Rectangle 24"/>
          <p:cNvSpPr>
            <a:spLocks noChangeArrowheads="1"/>
          </p:cNvSpPr>
          <p:nvPr/>
        </p:nvSpPr>
        <p:spPr bwMode="auto">
          <a:xfrm>
            <a:off x="539750" y="620713"/>
            <a:ext cx="3671888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 eaLnBrk="0" hangingPunct="0">
              <a:buFontTx/>
              <a:buAutoNum type="circleNumDbPlain" startAt="2"/>
            </a:pPr>
            <a:r>
              <a:rPr lang="zh-CN" altLang="en-US">
                <a:solidFill>
                  <a:srgbClr val="FF9900"/>
                </a:solidFill>
                <a:latin typeface="Times New Roman" pitchFamily="18" charset="0"/>
              </a:rPr>
              <a:t>电容和电感电流</a:t>
            </a:r>
            <a:endParaRPr lang="zh-CN" altLang="en-US" sz="3200" b="0">
              <a:solidFill>
                <a:srgbClr val="FF9900"/>
              </a:solidFill>
              <a:latin typeface="Times New Roman" pitchFamily="18" charset="0"/>
              <a:ea typeface="宋体" pitchFamily="2" charset="-122"/>
            </a:endParaRPr>
          </a:p>
        </p:txBody>
      </p:sp>
      <p:grpSp>
        <p:nvGrpSpPr>
          <p:cNvPr id="104472" name="Group 25"/>
          <p:cNvGrpSpPr>
            <a:grpSpLocks/>
          </p:cNvGrpSpPr>
          <p:nvPr/>
        </p:nvGrpSpPr>
        <p:grpSpPr bwMode="auto">
          <a:xfrm>
            <a:off x="6588125" y="6446838"/>
            <a:ext cx="792163" cy="366712"/>
            <a:chOff x="4649" y="4020"/>
            <a:chExt cx="499" cy="231"/>
          </a:xfrm>
        </p:grpSpPr>
        <p:pic>
          <p:nvPicPr>
            <p:cNvPr id="104473" name="Picture 26" descr="78900"/>
            <p:cNvPicPr>
              <a:picLocks noChangeAspect="1" noChangeArrowheads="1"/>
            </p:cNvPicPr>
            <p:nvPr/>
          </p:nvPicPr>
          <p:blipFill>
            <a:blip r:embed="rId5"/>
            <a:srcRect/>
            <a:stretch>
              <a:fillRect/>
            </a:stretch>
          </p:blipFill>
          <p:spPr bwMode="auto"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04474" name="Text Box 27">
              <a:hlinkClick r:id="rId6" action="ppaction://hlinksldjump"/>
            </p:cNvPr>
            <p:cNvSpPr txBox="1">
              <a:spLocks noChangeArrowheads="1"/>
            </p:cNvSpPr>
            <p:nvPr/>
          </p:nvSpPr>
          <p:spPr bwMode="auto"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0">
                  <a:solidFill>
                    <a:schemeClr val="bg1"/>
                  </a:solidFill>
                  <a:latin typeface="隶书" pitchFamily="49" charset="-122"/>
                  <a:ea typeface="隶书" pitchFamily="49" charset="-122"/>
                </a:rPr>
                <a:t>返 回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178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178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000"/>
                                        <p:tgtEl>
                                          <p:spTgt spid="178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1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2" dur="500"/>
                                        <p:tgtEl>
                                          <p:spTgt spid="1781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78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781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78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78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8179" grpId="0"/>
      <p:bldP spid="178180" grpId="0" build="p"/>
      <p:bldP spid="178182" grpId="0"/>
      <p:bldP spid="178183" grpId="0"/>
      <p:bldP spid="178184" grpId="0" animBg="1"/>
      <p:bldP spid="178200" grpId="0"/>
    </p:bld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5473" name="Group 2"/>
          <p:cNvGrpSpPr>
            <a:grpSpLocks/>
          </p:cNvGrpSpPr>
          <p:nvPr/>
        </p:nvGrpSpPr>
        <p:grpSpPr bwMode="auto">
          <a:xfrm>
            <a:off x="179388" y="987425"/>
            <a:ext cx="5853112" cy="3162300"/>
            <a:chOff x="946" y="7"/>
            <a:chExt cx="3687" cy="1992"/>
          </a:xfrm>
        </p:grpSpPr>
        <p:sp>
          <p:nvSpPr>
            <p:cNvPr id="105474" name="Line 3"/>
            <p:cNvSpPr>
              <a:spLocks noChangeShapeType="1"/>
            </p:cNvSpPr>
            <p:nvPr/>
          </p:nvSpPr>
          <p:spPr bwMode="auto">
            <a:xfrm>
              <a:off x="1091" y="1188"/>
              <a:ext cx="3372" cy="0"/>
            </a:xfrm>
            <a:prstGeom prst="line">
              <a:avLst/>
            </a:prstGeom>
            <a:noFill/>
            <a:ln w="28575">
              <a:solidFill>
                <a:srgbClr val="FFFF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5475" name="Line 4"/>
            <p:cNvSpPr>
              <a:spLocks noChangeShapeType="1"/>
            </p:cNvSpPr>
            <p:nvPr/>
          </p:nvSpPr>
          <p:spPr bwMode="auto">
            <a:xfrm>
              <a:off x="1323" y="7"/>
              <a:ext cx="0" cy="1992"/>
            </a:xfrm>
            <a:prstGeom prst="line">
              <a:avLst/>
            </a:prstGeom>
            <a:noFill/>
            <a:ln w="28575">
              <a:solidFill>
                <a:srgbClr val="FFFF00"/>
              </a:solidFill>
              <a:round/>
              <a:headEnd type="triangle" w="med" len="med"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5476" name="Text Box 5"/>
            <p:cNvSpPr txBox="1">
              <a:spLocks noChangeArrowheads="1"/>
            </p:cNvSpPr>
            <p:nvPr/>
          </p:nvSpPr>
          <p:spPr bwMode="auto">
            <a:xfrm>
              <a:off x="4517" y="1182"/>
              <a:ext cx="116" cy="32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 eaLnBrk="0" hangingPunct="0"/>
              <a:endParaRPr lang="zh-CN" altLang="zh-CN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105477" name="Freeform 6"/>
            <p:cNvSpPr>
              <a:spLocks noChangeArrowheads="1"/>
            </p:cNvSpPr>
            <p:nvPr/>
          </p:nvSpPr>
          <p:spPr bwMode="auto">
            <a:xfrm>
              <a:off x="1323" y="555"/>
              <a:ext cx="2687" cy="560"/>
            </a:xfrm>
            <a:custGeom>
              <a:avLst/>
              <a:gdLst/>
              <a:ahLst/>
              <a:cxnLst>
                <a:cxn ang="0">
                  <a:pos x="0" y="8"/>
                </a:cxn>
                <a:cxn ang="0">
                  <a:pos x="125" y="8"/>
                </a:cxn>
                <a:cxn ang="0">
                  <a:pos x="279" y="56"/>
                </a:cxn>
                <a:cxn ang="0">
                  <a:pos x="634" y="181"/>
                </a:cxn>
                <a:cxn ang="0">
                  <a:pos x="711" y="210"/>
                </a:cxn>
                <a:cxn ang="0">
                  <a:pos x="903" y="267"/>
                </a:cxn>
                <a:cxn ang="0">
                  <a:pos x="1152" y="325"/>
                </a:cxn>
                <a:cxn ang="0">
                  <a:pos x="1939" y="450"/>
                </a:cxn>
                <a:cxn ang="0">
                  <a:pos x="2602" y="517"/>
                </a:cxn>
              </a:cxnLst>
              <a:rect l="0" t="0" r="r" b="b"/>
              <a:pathLst>
                <a:path w="2602" h="517">
                  <a:moveTo>
                    <a:pt x="0" y="8"/>
                  </a:moveTo>
                  <a:cubicBezTo>
                    <a:pt x="39" y="4"/>
                    <a:pt x="79" y="0"/>
                    <a:pt x="125" y="8"/>
                  </a:cubicBezTo>
                  <a:cubicBezTo>
                    <a:pt x="171" y="16"/>
                    <a:pt x="194" y="27"/>
                    <a:pt x="279" y="56"/>
                  </a:cubicBezTo>
                  <a:cubicBezTo>
                    <a:pt x="364" y="85"/>
                    <a:pt x="562" y="155"/>
                    <a:pt x="634" y="181"/>
                  </a:cubicBezTo>
                  <a:cubicBezTo>
                    <a:pt x="706" y="207"/>
                    <a:pt x="666" y="196"/>
                    <a:pt x="711" y="210"/>
                  </a:cubicBezTo>
                  <a:cubicBezTo>
                    <a:pt x="756" y="224"/>
                    <a:pt x="830" y="248"/>
                    <a:pt x="903" y="267"/>
                  </a:cubicBezTo>
                  <a:cubicBezTo>
                    <a:pt x="976" y="286"/>
                    <a:pt x="979" y="294"/>
                    <a:pt x="1152" y="325"/>
                  </a:cubicBezTo>
                  <a:cubicBezTo>
                    <a:pt x="1325" y="356"/>
                    <a:pt x="1697" y="418"/>
                    <a:pt x="1939" y="450"/>
                  </a:cubicBezTo>
                  <a:cubicBezTo>
                    <a:pt x="2181" y="482"/>
                    <a:pt x="2492" y="506"/>
                    <a:pt x="2602" y="517"/>
                  </a:cubicBez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5478" name="Text Box 7"/>
            <p:cNvSpPr txBox="1">
              <a:spLocks noChangeArrowheads="1"/>
            </p:cNvSpPr>
            <p:nvPr/>
          </p:nvSpPr>
          <p:spPr bwMode="auto">
            <a:xfrm>
              <a:off x="946" y="373"/>
              <a:ext cx="354" cy="32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U</a:t>
              </a:r>
              <a:r>
                <a:rPr lang="en-US" altLang="zh-CN" b="0" baseline="-2500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0</a:t>
              </a:r>
              <a:endParaRPr lang="en-US" altLang="zh-CN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105479" name="Text Box 8"/>
            <p:cNvSpPr txBox="1">
              <a:spLocks noChangeArrowheads="1"/>
            </p:cNvSpPr>
            <p:nvPr/>
          </p:nvSpPr>
          <p:spPr bwMode="auto">
            <a:xfrm>
              <a:off x="1781" y="240"/>
              <a:ext cx="295" cy="32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u</a:t>
              </a:r>
              <a:r>
                <a:rPr lang="en-US" altLang="zh-CN" b="0" i="1" baseline="-2500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c</a:t>
              </a:r>
              <a:endParaRPr lang="en-US" altLang="zh-CN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</p:grpSp>
      <p:sp>
        <p:nvSpPr>
          <p:cNvPr id="105480" name="Freeform 9"/>
          <p:cNvSpPr>
            <a:spLocks noChangeArrowheads="1"/>
          </p:cNvSpPr>
          <p:nvPr/>
        </p:nvSpPr>
        <p:spPr bwMode="auto">
          <a:xfrm>
            <a:off x="793750" y="2432050"/>
            <a:ext cx="3527425" cy="436563"/>
          </a:xfrm>
          <a:custGeom>
            <a:avLst/>
            <a:gdLst/>
            <a:ahLst/>
            <a:cxnLst>
              <a:cxn ang="0">
                <a:pos x="0" y="254"/>
              </a:cxn>
              <a:cxn ang="0">
                <a:pos x="125" y="101"/>
              </a:cxn>
              <a:cxn ang="0">
                <a:pos x="336" y="5"/>
              </a:cxn>
              <a:cxn ang="0">
                <a:pos x="576" y="72"/>
              </a:cxn>
              <a:cxn ang="0">
                <a:pos x="951" y="158"/>
              </a:cxn>
              <a:cxn ang="0">
                <a:pos x="1316" y="197"/>
              </a:cxn>
              <a:cxn ang="0">
                <a:pos x="1661" y="225"/>
              </a:cxn>
              <a:cxn ang="0">
                <a:pos x="2151" y="245"/>
              </a:cxn>
            </a:cxnLst>
            <a:rect l="0" t="0" r="r" b="b"/>
            <a:pathLst>
              <a:path w="2151" h="254">
                <a:moveTo>
                  <a:pt x="0" y="254"/>
                </a:moveTo>
                <a:cubicBezTo>
                  <a:pt x="21" y="229"/>
                  <a:pt x="69" y="142"/>
                  <a:pt x="125" y="101"/>
                </a:cubicBezTo>
                <a:cubicBezTo>
                  <a:pt x="181" y="60"/>
                  <a:pt x="261" y="10"/>
                  <a:pt x="336" y="5"/>
                </a:cubicBezTo>
                <a:cubicBezTo>
                  <a:pt x="411" y="0"/>
                  <a:pt x="474" y="47"/>
                  <a:pt x="576" y="72"/>
                </a:cubicBezTo>
                <a:cubicBezTo>
                  <a:pt x="678" y="97"/>
                  <a:pt x="828" y="137"/>
                  <a:pt x="951" y="158"/>
                </a:cubicBezTo>
                <a:cubicBezTo>
                  <a:pt x="1074" y="179"/>
                  <a:pt x="1198" y="186"/>
                  <a:pt x="1316" y="197"/>
                </a:cubicBezTo>
                <a:cubicBezTo>
                  <a:pt x="1434" y="208"/>
                  <a:pt x="1522" y="217"/>
                  <a:pt x="1661" y="225"/>
                </a:cubicBezTo>
                <a:cubicBezTo>
                  <a:pt x="1800" y="233"/>
                  <a:pt x="2049" y="241"/>
                  <a:pt x="2151" y="245"/>
                </a:cubicBezTo>
              </a:path>
            </a:pathLst>
          </a:custGeom>
          <a:noFill/>
          <a:ln w="28575">
            <a:solidFill>
              <a:srgbClr val="66FF33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9210" name="Freeform 10"/>
          <p:cNvSpPr>
            <a:spLocks noChangeArrowheads="1"/>
          </p:cNvSpPr>
          <p:nvPr/>
        </p:nvSpPr>
        <p:spPr bwMode="auto">
          <a:xfrm>
            <a:off x="827088" y="1895475"/>
            <a:ext cx="3651250" cy="1787525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201" y="327"/>
              </a:cxn>
              <a:cxn ang="0">
                <a:pos x="480" y="711"/>
              </a:cxn>
              <a:cxn ang="0">
                <a:pos x="758" y="999"/>
              </a:cxn>
              <a:cxn ang="0">
                <a:pos x="979" y="951"/>
              </a:cxn>
              <a:cxn ang="0">
                <a:pos x="1238" y="768"/>
              </a:cxn>
              <a:cxn ang="0">
                <a:pos x="1613" y="663"/>
              </a:cxn>
              <a:cxn ang="0">
                <a:pos x="2227" y="595"/>
              </a:cxn>
            </a:cxnLst>
            <a:rect l="0" t="0" r="r" b="b"/>
            <a:pathLst>
              <a:path w="2227" h="1039">
                <a:moveTo>
                  <a:pt x="0" y="0"/>
                </a:moveTo>
                <a:cubicBezTo>
                  <a:pt x="34" y="55"/>
                  <a:pt x="121" y="209"/>
                  <a:pt x="201" y="327"/>
                </a:cubicBezTo>
                <a:cubicBezTo>
                  <a:pt x="281" y="445"/>
                  <a:pt x="387" y="599"/>
                  <a:pt x="480" y="711"/>
                </a:cubicBezTo>
                <a:cubicBezTo>
                  <a:pt x="573" y="823"/>
                  <a:pt x="675" y="959"/>
                  <a:pt x="758" y="999"/>
                </a:cubicBezTo>
                <a:cubicBezTo>
                  <a:pt x="841" y="1039"/>
                  <a:pt x="899" y="989"/>
                  <a:pt x="979" y="951"/>
                </a:cubicBezTo>
                <a:cubicBezTo>
                  <a:pt x="1059" y="913"/>
                  <a:pt x="1132" y="816"/>
                  <a:pt x="1238" y="768"/>
                </a:cubicBezTo>
                <a:cubicBezTo>
                  <a:pt x="1344" y="720"/>
                  <a:pt x="1448" y="692"/>
                  <a:pt x="1613" y="663"/>
                </a:cubicBezTo>
                <a:cubicBezTo>
                  <a:pt x="1778" y="634"/>
                  <a:pt x="2125" y="606"/>
                  <a:pt x="2227" y="595"/>
                </a:cubicBezTo>
              </a:path>
            </a:pathLst>
          </a:custGeom>
          <a:noFill/>
          <a:ln w="28575">
            <a:solidFill>
              <a:srgbClr val="00FFFF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5482" name="Text Box 11"/>
          <p:cNvSpPr txBox="1">
            <a:spLocks noChangeArrowheads="1"/>
          </p:cNvSpPr>
          <p:nvPr/>
        </p:nvSpPr>
        <p:spPr bwMode="auto">
          <a:xfrm>
            <a:off x="1116013" y="2709863"/>
            <a:ext cx="457200" cy="519112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altLang="zh-CN" b="0" i="1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t</a:t>
            </a:r>
            <a:r>
              <a:rPr lang="en-US" altLang="zh-CN" b="0" i="1" baseline="-2500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m</a:t>
            </a:r>
            <a:endParaRPr lang="en-US" altLang="zh-CN" b="0">
              <a:solidFill>
                <a:schemeClr val="bg1"/>
              </a:solidFill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179212" name="Text Box 12"/>
          <p:cNvSpPr txBox="1">
            <a:spLocks noChangeArrowheads="1"/>
          </p:cNvSpPr>
          <p:nvPr/>
        </p:nvSpPr>
        <p:spPr bwMode="auto">
          <a:xfrm>
            <a:off x="1979613" y="2781300"/>
            <a:ext cx="635000" cy="519113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altLang="zh-CN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2</a:t>
            </a:r>
            <a:r>
              <a:rPr lang="en-US" altLang="zh-CN" b="0" i="1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t</a:t>
            </a:r>
            <a:r>
              <a:rPr lang="en-US" altLang="zh-CN" b="0" i="1" baseline="-2500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m</a:t>
            </a:r>
            <a:endParaRPr lang="en-US" altLang="zh-CN" b="0">
              <a:solidFill>
                <a:schemeClr val="bg1"/>
              </a:solidFill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179213" name="Text Box 13"/>
          <p:cNvSpPr txBox="1">
            <a:spLocks noChangeArrowheads="1"/>
          </p:cNvSpPr>
          <p:nvPr/>
        </p:nvSpPr>
        <p:spPr bwMode="auto">
          <a:xfrm>
            <a:off x="2916238" y="2997200"/>
            <a:ext cx="496887" cy="519113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altLang="zh-CN" b="0" i="1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u</a:t>
            </a:r>
            <a:r>
              <a:rPr lang="en-US" altLang="zh-CN" b="0" i="1" baseline="-2500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L</a:t>
            </a:r>
            <a:endParaRPr lang="en-US" altLang="zh-CN" b="0">
              <a:solidFill>
                <a:schemeClr val="bg1"/>
              </a:solidFill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105485" name="Text Box 14"/>
          <p:cNvSpPr txBox="1">
            <a:spLocks noChangeArrowheads="1"/>
          </p:cNvSpPr>
          <p:nvPr/>
        </p:nvSpPr>
        <p:spPr bwMode="auto">
          <a:xfrm>
            <a:off x="1474788" y="2039938"/>
            <a:ext cx="395287" cy="519112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/>
            <a:r>
              <a:rPr lang="en-US" altLang="zh-CN" b="0" i="1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i</a:t>
            </a:r>
            <a:r>
              <a:rPr lang="en-US" altLang="zh-CN" b="0" i="1" baseline="-2500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c</a:t>
            </a:r>
            <a:endParaRPr lang="en-US" altLang="zh-CN" b="0">
              <a:solidFill>
                <a:schemeClr val="bg1"/>
              </a:solidFill>
              <a:latin typeface="Times New Roman" pitchFamily="18" charset="0"/>
              <a:ea typeface="宋体" pitchFamily="2" charset="-122"/>
            </a:endParaRPr>
          </a:p>
        </p:txBody>
      </p:sp>
      <p:graphicFrame>
        <p:nvGraphicFramePr>
          <p:cNvPr id="179215" name="Object 15"/>
          <p:cNvGraphicFramePr>
            <a:graphicFrameLocks noChangeAspect="1"/>
          </p:cNvGraphicFramePr>
          <p:nvPr/>
        </p:nvGraphicFramePr>
        <p:xfrm>
          <a:off x="2411413" y="3573463"/>
          <a:ext cx="5235575" cy="1031875"/>
        </p:xfrm>
        <a:graphic>
          <a:graphicData uri="http://schemas.openxmlformats.org/presentationml/2006/ole">
            <p:oleObj spid="_x0000_s105486" r:id="rId3" imgW="2282760" imgH="438120" progId="Equation.3">
              <p:embed/>
            </p:oleObj>
          </a:graphicData>
        </a:graphic>
      </p:graphicFrame>
      <p:sp>
        <p:nvSpPr>
          <p:cNvPr id="179216" name="Line 16"/>
          <p:cNvSpPr>
            <a:spLocks noChangeShapeType="1"/>
          </p:cNvSpPr>
          <p:nvPr/>
        </p:nvSpPr>
        <p:spPr bwMode="auto">
          <a:xfrm>
            <a:off x="2195513" y="2873375"/>
            <a:ext cx="0" cy="750888"/>
          </a:xfrm>
          <a:prstGeom prst="line">
            <a:avLst/>
          </a:prstGeom>
          <a:noFill/>
          <a:ln w="38100" cap="rnd">
            <a:solidFill>
              <a:schemeClr val="bg1"/>
            </a:solidFill>
            <a:prstDash val="sysDot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5488" name="Line 17"/>
          <p:cNvSpPr>
            <a:spLocks noChangeShapeType="1"/>
          </p:cNvSpPr>
          <p:nvPr/>
        </p:nvSpPr>
        <p:spPr bwMode="auto">
          <a:xfrm flipV="1">
            <a:off x="1431925" y="2425700"/>
            <a:ext cx="0" cy="431800"/>
          </a:xfrm>
          <a:prstGeom prst="line">
            <a:avLst/>
          </a:prstGeom>
          <a:noFill/>
          <a:ln w="38100" cap="rnd">
            <a:solidFill>
              <a:schemeClr val="bg1"/>
            </a:solidFill>
            <a:prstDash val="sysDot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105489" name="Object 18"/>
          <p:cNvGraphicFramePr>
            <a:graphicFrameLocks noChangeAspect="1"/>
          </p:cNvGraphicFramePr>
          <p:nvPr/>
        </p:nvGraphicFramePr>
        <p:xfrm>
          <a:off x="3132138" y="549275"/>
          <a:ext cx="4784725" cy="1227138"/>
        </p:xfrm>
        <a:graphic>
          <a:graphicData uri="http://schemas.openxmlformats.org/presentationml/2006/ole">
            <p:oleObj spid="_x0000_s105489" r:id="rId4" imgW="1749600" imgH="438120" progId="Equation.3">
              <p:embed/>
            </p:oleObj>
          </a:graphicData>
        </a:graphic>
      </p:graphicFrame>
      <p:grpSp>
        <p:nvGrpSpPr>
          <p:cNvPr id="179256" name="Group 56"/>
          <p:cNvGrpSpPr>
            <a:grpSpLocks/>
          </p:cNvGrpSpPr>
          <p:nvPr/>
        </p:nvGrpSpPr>
        <p:grpSpPr bwMode="auto">
          <a:xfrm>
            <a:off x="611188" y="4581525"/>
            <a:ext cx="7993062" cy="1671638"/>
            <a:chOff x="385" y="2931"/>
            <a:chExt cx="5035" cy="1053"/>
          </a:xfrm>
        </p:grpSpPr>
        <p:sp>
          <p:nvSpPr>
            <p:cNvPr id="105491" name="Text Box 20"/>
            <p:cNvSpPr txBox="1">
              <a:spLocks noChangeArrowheads="1"/>
            </p:cNvSpPr>
            <p:nvPr/>
          </p:nvSpPr>
          <p:spPr bwMode="auto">
            <a:xfrm>
              <a:off x="385" y="3294"/>
              <a:ext cx="2543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b="0">
                  <a:latin typeface="Times New Roman" pitchFamily="18" charset="0"/>
                  <a:ea typeface="宋体" pitchFamily="2" charset="-122"/>
                </a:rPr>
                <a:t>0&lt; </a:t>
              </a:r>
              <a:r>
                <a:rPr lang="en-US" altLang="zh-CN" b="0" i="1">
                  <a:latin typeface="Times New Roman" pitchFamily="18" charset="0"/>
                  <a:ea typeface="宋体" pitchFamily="2" charset="-122"/>
                </a:rPr>
                <a:t>t</a:t>
              </a:r>
              <a:r>
                <a:rPr lang="en-US" altLang="zh-CN" b="0">
                  <a:latin typeface="Times New Roman" pitchFamily="18" charset="0"/>
                  <a:ea typeface="宋体" pitchFamily="2" charset="-122"/>
                </a:rPr>
                <a:t> &lt; </a:t>
              </a:r>
              <a:r>
                <a:rPr lang="en-US" altLang="zh-CN" b="0" i="1">
                  <a:latin typeface="Times New Roman" pitchFamily="18" charset="0"/>
                  <a:ea typeface="宋体" pitchFamily="2" charset="-122"/>
                </a:rPr>
                <a:t>t</a:t>
              </a:r>
              <a:r>
                <a:rPr lang="en-US" altLang="zh-CN" b="0" i="1" baseline="-25000">
                  <a:latin typeface="Times New Roman" pitchFamily="18" charset="0"/>
                  <a:ea typeface="宋体" pitchFamily="2" charset="-122"/>
                </a:rPr>
                <a:t>m  </a:t>
              </a:r>
              <a:r>
                <a:rPr lang="zh-CN" altLang="en-US" b="0" i="1" baseline="-25000">
                  <a:latin typeface="Times New Roman" pitchFamily="18" charset="0"/>
                  <a:ea typeface="宋体" pitchFamily="2" charset="-122"/>
                </a:rPr>
                <a:t>， </a:t>
              </a:r>
              <a:r>
                <a:rPr lang="en-US" altLang="zh-CN" b="0" i="1">
                  <a:latin typeface="Times New Roman" pitchFamily="18" charset="0"/>
                  <a:ea typeface="宋体" pitchFamily="2" charset="-122"/>
                </a:rPr>
                <a:t>i </a:t>
              </a:r>
              <a:r>
                <a:rPr lang="zh-CN" altLang="en-US">
                  <a:latin typeface="Times New Roman" pitchFamily="18" charset="0"/>
                </a:rPr>
                <a:t>增加</a:t>
              </a:r>
              <a:r>
                <a:rPr lang="en-US" altLang="zh-CN" b="0">
                  <a:latin typeface="Times New Roman" pitchFamily="18" charset="0"/>
                  <a:ea typeface="宋体" pitchFamily="2" charset="-122"/>
                </a:rPr>
                <a:t>,  </a:t>
              </a:r>
              <a:r>
                <a:rPr lang="en-US" altLang="zh-CN" b="0" i="1">
                  <a:latin typeface="Times New Roman" pitchFamily="18" charset="0"/>
                  <a:ea typeface="宋体" pitchFamily="2" charset="-122"/>
                </a:rPr>
                <a:t>u</a:t>
              </a:r>
              <a:r>
                <a:rPr lang="en-US" altLang="zh-CN" b="0" i="1" baseline="-25000">
                  <a:latin typeface="Times New Roman" pitchFamily="18" charset="0"/>
                  <a:ea typeface="宋体" pitchFamily="2" charset="-122"/>
                </a:rPr>
                <a:t>L</a:t>
              </a:r>
              <a:r>
                <a:rPr lang="en-US" altLang="zh-CN" b="0">
                  <a:latin typeface="Times New Roman" pitchFamily="18" charset="0"/>
                  <a:ea typeface="宋体" pitchFamily="2" charset="-122"/>
                </a:rPr>
                <a:t>&gt;0</a:t>
              </a:r>
              <a:r>
                <a:rPr lang="zh-CN" altLang="en-US" b="0">
                  <a:latin typeface="Times New Roman" pitchFamily="18" charset="0"/>
                  <a:ea typeface="宋体" pitchFamily="2" charset="-122"/>
                </a:rPr>
                <a:t>，</a:t>
              </a:r>
            </a:p>
          </p:txBody>
        </p:sp>
        <p:sp>
          <p:nvSpPr>
            <p:cNvPr id="105492" name="Text Box 21"/>
            <p:cNvSpPr txBox="1">
              <a:spLocks noChangeArrowheads="1"/>
            </p:cNvSpPr>
            <p:nvPr/>
          </p:nvSpPr>
          <p:spPr bwMode="auto">
            <a:xfrm>
              <a:off x="2835" y="3249"/>
              <a:ext cx="2585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0" hangingPunct="0"/>
              <a:r>
                <a:rPr lang="en-US" altLang="zh-CN" b="0" i="1">
                  <a:latin typeface="Times New Roman" pitchFamily="18" charset="0"/>
                  <a:ea typeface="宋体" pitchFamily="2" charset="-122"/>
                </a:rPr>
                <a:t>t &gt; t</a:t>
              </a:r>
              <a:r>
                <a:rPr lang="en-US" altLang="zh-CN" b="0" i="1" baseline="-25000">
                  <a:latin typeface="Times New Roman" pitchFamily="18" charset="0"/>
                  <a:ea typeface="宋体" pitchFamily="2" charset="-122"/>
                </a:rPr>
                <a:t>m      </a:t>
              </a:r>
              <a:r>
                <a:rPr lang="en-US" altLang="zh-CN" b="0" i="1">
                  <a:latin typeface="Times New Roman" pitchFamily="18" charset="0"/>
                  <a:ea typeface="宋体" pitchFamily="2" charset="-122"/>
                </a:rPr>
                <a:t>i </a:t>
              </a:r>
              <a:r>
                <a:rPr lang="zh-CN" altLang="en-US">
                  <a:latin typeface="Times New Roman" pitchFamily="18" charset="0"/>
                </a:rPr>
                <a:t>减小</a:t>
              </a:r>
              <a:r>
                <a:rPr lang="en-US" altLang="zh-CN" b="0">
                  <a:latin typeface="Times New Roman" pitchFamily="18" charset="0"/>
                  <a:ea typeface="宋体" pitchFamily="2" charset="-122"/>
                </a:rPr>
                <a:t>,  </a:t>
              </a:r>
              <a:r>
                <a:rPr lang="en-US" altLang="zh-CN" b="0" i="1">
                  <a:latin typeface="Times New Roman" pitchFamily="18" charset="0"/>
                  <a:ea typeface="宋体" pitchFamily="2" charset="-122"/>
                </a:rPr>
                <a:t>u</a:t>
              </a:r>
              <a:r>
                <a:rPr lang="en-US" altLang="zh-CN" b="0" i="1" baseline="-25000">
                  <a:latin typeface="Times New Roman" pitchFamily="18" charset="0"/>
                  <a:ea typeface="宋体" pitchFamily="2" charset="-122"/>
                </a:rPr>
                <a:t>L</a:t>
              </a:r>
              <a:r>
                <a:rPr lang="en-US" altLang="zh-CN" b="0" baseline="-25000">
                  <a:latin typeface="Times New Roman" pitchFamily="18" charset="0"/>
                  <a:ea typeface="宋体" pitchFamily="2" charset="-122"/>
                </a:rPr>
                <a:t> </a:t>
              </a:r>
              <a:r>
                <a:rPr lang="en-US" altLang="zh-CN" b="0">
                  <a:latin typeface="Times New Roman" pitchFamily="18" charset="0"/>
                  <a:ea typeface="宋体" pitchFamily="2" charset="-122"/>
                </a:rPr>
                <a:t>&lt;0</a:t>
              </a:r>
            </a:p>
          </p:txBody>
        </p:sp>
        <p:sp>
          <p:nvSpPr>
            <p:cNvPr id="105493" name="Text Box 22"/>
            <p:cNvSpPr txBox="1">
              <a:spLocks noChangeArrowheads="1"/>
            </p:cNvSpPr>
            <p:nvPr/>
          </p:nvSpPr>
          <p:spPr bwMode="auto">
            <a:xfrm>
              <a:off x="431" y="3657"/>
              <a:ext cx="2130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0" hangingPunct="0"/>
              <a:r>
                <a:rPr lang="en-US" altLang="zh-CN" b="0" i="1">
                  <a:latin typeface="Times New Roman" pitchFamily="18" charset="0"/>
                  <a:ea typeface="宋体" pitchFamily="2" charset="-122"/>
                </a:rPr>
                <a:t>t</a:t>
              </a:r>
              <a:r>
                <a:rPr lang="en-US" altLang="zh-CN" b="0">
                  <a:latin typeface="Times New Roman" pitchFamily="18" charset="0"/>
                  <a:ea typeface="宋体" pitchFamily="2" charset="-122"/>
                </a:rPr>
                <a:t>=2 </a:t>
              </a:r>
              <a:r>
                <a:rPr lang="en-US" altLang="zh-CN" b="0" i="1">
                  <a:latin typeface="Times New Roman" pitchFamily="18" charset="0"/>
                  <a:ea typeface="宋体" pitchFamily="2" charset="-122"/>
                </a:rPr>
                <a:t>t</a:t>
              </a:r>
              <a:r>
                <a:rPr lang="en-US" altLang="zh-CN" b="0" i="1" baseline="-25000">
                  <a:latin typeface="Times New Roman" pitchFamily="18" charset="0"/>
                  <a:ea typeface="宋体" pitchFamily="2" charset="-122"/>
                </a:rPr>
                <a:t>m</a:t>
              </a:r>
              <a:r>
                <a:rPr lang="zh-CN" altLang="en-US">
                  <a:latin typeface="Times New Roman" pitchFamily="18" charset="0"/>
                </a:rPr>
                <a:t>时</a:t>
              </a:r>
              <a:r>
                <a:rPr lang="zh-CN" altLang="en-US" b="0">
                  <a:latin typeface="Times New Roman" pitchFamily="18" charset="0"/>
                  <a:sym typeface="Symbol" pitchFamily="18" charset="2"/>
                </a:rPr>
                <a:t></a:t>
              </a:r>
              <a:r>
                <a:rPr lang="zh-CN" altLang="en-US" b="0">
                  <a:latin typeface="Times New Roman" pitchFamily="18" charset="0"/>
                  <a:ea typeface="宋体" pitchFamily="2" charset="-122"/>
                </a:rPr>
                <a:t> </a:t>
              </a:r>
              <a:r>
                <a:rPr lang="en-US" altLang="zh-CN" b="0" i="1">
                  <a:latin typeface="Times New Roman" pitchFamily="18" charset="0"/>
                  <a:ea typeface="宋体" pitchFamily="2" charset="-122"/>
                </a:rPr>
                <a:t>u</a:t>
              </a:r>
              <a:r>
                <a:rPr lang="en-US" altLang="zh-CN" b="0" i="1" baseline="-25000">
                  <a:latin typeface="Times New Roman" pitchFamily="18" charset="0"/>
                  <a:ea typeface="宋体" pitchFamily="2" charset="-122"/>
                </a:rPr>
                <a:t>L</a:t>
              </a:r>
              <a:r>
                <a:rPr lang="en-US" altLang="zh-CN" b="0">
                  <a:latin typeface="Times New Roman" pitchFamily="18" charset="0"/>
                  <a:ea typeface="宋体" pitchFamily="2" charset="-122"/>
                </a:rPr>
                <a:t> </a:t>
              </a:r>
              <a:r>
                <a:rPr lang="en-US" altLang="zh-CN" b="0">
                  <a:latin typeface="Times New Roman" pitchFamily="18" charset="0"/>
                  <a:ea typeface="宋体" pitchFamily="2" charset="-122"/>
                  <a:sym typeface="Symbol" pitchFamily="18" charset="2"/>
                </a:rPr>
                <a:t></a:t>
              </a:r>
              <a:r>
                <a:rPr lang="zh-CN" altLang="en-US">
                  <a:latin typeface="Times New Roman" pitchFamily="18" charset="0"/>
                </a:rPr>
                <a:t>最大</a:t>
              </a:r>
            </a:p>
          </p:txBody>
        </p:sp>
        <p:graphicFrame>
          <p:nvGraphicFramePr>
            <p:cNvPr id="105494" name="Object 23"/>
            <p:cNvGraphicFramePr>
              <a:graphicFrameLocks noChangeAspect="1"/>
            </p:cNvGraphicFramePr>
            <p:nvPr/>
          </p:nvGraphicFramePr>
          <p:xfrm>
            <a:off x="476" y="2931"/>
            <a:ext cx="3172" cy="357"/>
          </p:xfrm>
          <a:graphic>
            <a:graphicData uri="http://schemas.openxmlformats.org/presentationml/2006/ole">
              <p:oleObj spid="_x0000_s105494" r:id="rId5" imgW="1865520" imgH="207720" progId="Equation.3">
                <p:embed/>
              </p:oleObj>
            </a:graphicData>
          </a:graphic>
        </p:graphicFrame>
      </p:grpSp>
      <p:grpSp>
        <p:nvGrpSpPr>
          <p:cNvPr id="105495" name="Group 24"/>
          <p:cNvGrpSpPr>
            <a:grpSpLocks/>
          </p:cNvGrpSpPr>
          <p:nvPr/>
        </p:nvGrpSpPr>
        <p:grpSpPr bwMode="auto"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105496" name="Picture 25" descr="78900"/>
            <p:cNvPicPr>
              <a:picLocks noChangeAspect="1" noChangeArrowheads="1"/>
            </p:cNvPicPr>
            <p:nvPr/>
          </p:nvPicPr>
          <p:blipFill>
            <a:blip r:embed="rId6"/>
            <a:srcRect/>
            <a:stretch>
              <a:fillRect/>
            </a:stretch>
          </p:blipFill>
          <p:spPr bwMode="auto"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05497" name="Text Box 26">
              <a:hlinkClick r:id="" action="ppaction://hlinkshowjump?jump=nextslide"/>
            </p:cNvPr>
            <p:cNvSpPr txBox="1">
              <a:spLocks noChangeArrowheads="1"/>
            </p:cNvSpPr>
            <p:nvPr/>
          </p:nvSpPr>
          <p:spPr bwMode="auto"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0">
                  <a:solidFill>
                    <a:schemeClr val="bg1"/>
                  </a:solidFill>
                  <a:latin typeface="隶书" pitchFamily="49" charset="-122"/>
                  <a:ea typeface="隶书" pitchFamily="49" charset="-122"/>
                </a:rPr>
                <a:t>下 页</a:t>
              </a:r>
            </a:p>
          </p:txBody>
        </p:sp>
      </p:grpSp>
      <p:grpSp>
        <p:nvGrpSpPr>
          <p:cNvPr id="105498" name="Group 27"/>
          <p:cNvGrpSpPr>
            <a:grpSpLocks/>
          </p:cNvGrpSpPr>
          <p:nvPr/>
        </p:nvGrpSpPr>
        <p:grpSpPr bwMode="auto">
          <a:xfrm>
            <a:off x="7453313" y="6446838"/>
            <a:ext cx="792162" cy="366712"/>
            <a:chOff x="4649" y="4020"/>
            <a:chExt cx="499" cy="231"/>
          </a:xfrm>
        </p:grpSpPr>
        <p:pic>
          <p:nvPicPr>
            <p:cNvPr id="105499" name="Picture 28" descr="78900"/>
            <p:cNvPicPr>
              <a:picLocks noChangeAspect="1" noChangeArrowheads="1"/>
            </p:cNvPicPr>
            <p:nvPr/>
          </p:nvPicPr>
          <p:blipFill>
            <a:blip r:embed="rId6"/>
            <a:srcRect/>
            <a:stretch>
              <a:fillRect/>
            </a:stretch>
          </p:blipFill>
          <p:spPr bwMode="auto"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05500" name="Text Box 29">
              <a:hlinkClick r:id="" action="ppaction://hlinkshowjump?jump=previousslide"/>
            </p:cNvPr>
            <p:cNvSpPr txBox="1">
              <a:spLocks noChangeArrowheads="1"/>
            </p:cNvSpPr>
            <p:nvPr/>
          </p:nvSpPr>
          <p:spPr bwMode="auto"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0">
                  <a:solidFill>
                    <a:schemeClr val="bg1"/>
                  </a:solidFill>
                  <a:latin typeface="隶书" pitchFamily="49" charset="-122"/>
                  <a:ea typeface="隶书" pitchFamily="49" charset="-122"/>
                </a:rPr>
                <a:t>上 页</a:t>
              </a:r>
            </a:p>
          </p:txBody>
        </p:sp>
      </p:grpSp>
      <p:grpSp>
        <p:nvGrpSpPr>
          <p:cNvPr id="105501" name="Group 30"/>
          <p:cNvGrpSpPr>
            <a:grpSpLocks/>
          </p:cNvGrpSpPr>
          <p:nvPr/>
        </p:nvGrpSpPr>
        <p:grpSpPr bwMode="auto">
          <a:xfrm>
            <a:off x="6048375" y="1628775"/>
            <a:ext cx="3095625" cy="2011363"/>
            <a:chOff x="567" y="2477"/>
            <a:chExt cx="1950" cy="1267"/>
          </a:xfrm>
        </p:grpSpPr>
        <p:sp>
          <p:nvSpPr>
            <p:cNvPr id="105502" name="Line 31"/>
            <p:cNvSpPr>
              <a:spLocks noChangeShapeType="1"/>
            </p:cNvSpPr>
            <p:nvPr/>
          </p:nvSpPr>
          <p:spPr bwMode="auto">
            <a:xfrm>
              <a:off x="2210" y="2477"/>
              <a:ext cx="1" cy="289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5503" name="Line 32"/>
            <p:cNvSpPr>
              <a:spLocks noChangeShapeType="1"/>
            </p:cNvSpPr>
            <p:nvPr/>
          </p:nvSpPr>
          <p:spPr bwMode="auto">
            <a:xfrm>
              <a:off x="2210" y="3203"/>
              <a:ext cx="0" cy="227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5504" name="Line 33"/>
            <p:cNvSpPr>
              <a:spLocks noChangeShapeType="1"/>
            </p:cNvSpPr>
            <p:nvPr/>
          </p:nvSpPr>
          <p:spPr bwMode="auto">
            <a:xfrm>
              <a:off x="748" y="3430"/>
              <a:ext cx="1452" cy="0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5505" name="Line 34"/>
            <p:cNvSpPr>
              <a:spLocks noChangeShapeType="1"/>
            </p:cNvSpPr>
            <p:nvPr/>
          </p:nvSpPr>
          <p:spPr bwMode="auto">
            <a:xfrm>
              <a:off x="748" y="2477"/>
              <a:ext cx="1" cy="428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5506" name="Line 35"/>
            <p:cNvSpPr>
              <a:spLocks noChangeShapeType="1"/>
            </p:cNvSpPr>
            <p:nvPr/>
          </p:nvSpPr>
          <p:spPr bwMode="auto">
            <a:xfrm flipH="1">
              <a:off x="748" y="2976"/>
              <a:ext cx="0" cy="454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5507" name="Rectangle 36"/>
            <p:cNvSpPr>
              <a:spLocks noChangeArrowheads="1"/>
            </p:cNvSpPr>
            <p:nvPr/>
          </p:nvSpPr>
          <p:spPr bwMode="auto">
            <a:xfrm>
              <a:off x="1338" y="3475"/>
              <a:ext cx="343" cy="269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eaLnBrk="0" hangingPunct="0"/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R</a:t>
              </a:r>
              <a:endParaRPr lang="en-US" altLang="zh-CN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105508" name="Rectangle 37"/>
            <p:cNvSpPr>
              <a:spLocks noChangeArrowheads="1"/>
            </p:cNvSpPr>
            <p:nvPr/>
          </p:nvSpPr>
          <p:spPr bwMode="auto">
            <a:xfrm>
              <a:off x="2392" y="2886"/>
              <a:ext cx="125" cy="269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0" hangingPunct="0"/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L</a:t>
              </a:r>
              <a:endParaRPr lang="en-US" altLang="zh-CN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105509" name="Rectangle 38"/>
            <p:cNvSpPr>
              <a:spLocks noChangeArrowheads="1"/>
            </p:cNvSpPr>
            <p:nvPr/>
          </p:nvSpPr>
          <p:spPr bwMode="auto">
            <a:xfrm>
              <a:off x="930" y="2795"/>
              <a:ext cx="318" cy="269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eaLnBrk="0" hangingPunct="0"/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C</a:t>
              </a:r>
              <a:endParaRPr lang="en-US" altLang="zh-CN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105510" name="Rectangle 39"/>
            <p:cNvSpPr>
              <a:spLocks noChangeArrowheads="1"/>
            </p:cNvSpPr>
            <p:nvPr/>
          </p:nvSpPr>
          <p:spPr bwMode="auto">
            <a:xfrm>
              <a:off x="567" y="2568"/>
              <a:ext cx="126" cy="269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0" hangingPunct="0"/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+</a:t>
              </a:r>
            </a:p>
          </p:txBody>
        </p:sp>
        <p:sp>
          <p:nvSpPr>
            <p:cNvPr id="105511" name="Rectangle 40"/>
            <p:cNvSpPr>
              <a:spLocks noChangeArrowheads="1"/>
            </p:cNvSpPr>
            <p:nvPr/>
          </p:nvSpPr>
          <p:spPr bwMode="auto">
            <a:xfrm>
              <a:off x="567" y="3022"/>
              <a:ext cx="112" cy="269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0" hangingPunct="0"/>
              <a:r>
                <a:rPr lang="en-US" altLang="zh-CN" b="0">
                  <a:solidFill>
                    <a:schemeClr val="bg1"/>
                  </a:solidFill>
                  <a:latin typeface="宋体" pitchFamily="2" charset="-122"/>
                  <a:ea typeface="宋体" pitchFamily="2" charset="-122"/>
                </a:rPr>
                <a:t>-</a:t>
              </a:r>
            </a:p>
          </p:txBody>
        </p:sp>
        <p:sp>
          <p:nvSpPr>
            <p:cNvPr id="105512" name="Line 41"/>
            <p:cNvSpPr>
              <a:spLocks noChangeShapeType="1"/>
            </p:cNvSpPr>
            <p:nvPr/>
          </p:nvSpPr>
          <p:spPr bwMode="auto">
            <a:xfrm>
              <a:off x="748" y="2477"/>
              <a:ext cx="1452" cy="1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05513" name="Group 42"/>
            <p:cNvGrpSpPr>
              <a:grpSpLocks/>
            </p:cNvGrpSpPr>
            <p:nvPr/>
          </p:nvGrpSpPr>
          <p:grpSpPr bwMode="auto">
            <a:xfrm>
              <a:off x="612" y="2885"/>
              <a:ext cx="240" cy="90"/>
              <a:chOff x="4604" y="2478"/>
              <a:chExt cx="240" cy="90"/>
            </a:xfrm>
          </p:grpSpPr>
          <p:sp>
            <p:nvSpPr>
              <p:cNvPr id="105514" name="Line 43"/>
              <p:cNvSpPr>
                <a:spLocks noChangeShapeType="1"/>
              </p:cNvSpPr>
              <p:nvPr/>
            </p:nvSpPr>
            <p:spPr bwMode="auto">
              <a:xfrm>
                <a:off x="4604" y="2478"/>
                <a:ext cx="240" cy="0"/>
              </a:xfrm>
              <a:prstGeom prst="line">
                <a:avLst/>
              </a:prstGeom>
              <a:noFill/>
              <a:ln w="57150">
                <a:solidFill>
                  <a:srgbClr val="FF99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5515" name="Line 44"/>
              <p:cNvSpPr>
                <a:spLocks noChangeShapeType="1"/>
              </p:cNvSpPr>
              <p:nvPr/>
            </p:nvSpPr>
            <p:spPr bwMode="auto">
              <a:xfrm>
                <a:off x="4604" y="2568"/>
                <a:ext cx="240" cy="0"/>
              </a:xfrm>
              <a:prstGeom prst="line">
                <a:avLst/>
              </a:prstGeom>
              <a:noFill/>
              <a:ln w="57150">
                <a:solidFill>
                  <a:srgbClr val="FF99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105516" name="Group 45"/>
            <p:cNvGrpSpPr>
              <a:grpSpLocks/>
            </p:cNvGrpSpPr>
            <p:nvPr/>
          </p:nvGrpSpPr>
          <p:grpSpPr bwMode="auto">
            <a:xfrm rot="5400000">
              <a:off x="1753" y="2701"/>
              <a:ext cx="499" cy="590"/>
              <a:chOff x="476" y="663"/>
              <a:chExt cx="771" cy="862"/>
            </a:xfrm>
          </p:grpSpPr>
          <p:sp>
            <p:nvSpPr>
              <p:cNvPr id="105517" name="AutoShape 46"/>
              <p:cNvSpPr>
                <a:spLocks noChangeArrowheads="1"/>
              </p:cNvSpPr>
              <p:nvPr/>
            </p:nvSpPr>
            <p:spPr bwMode="auto">
              <a:xfrm>
                <a:off x="476" y="663"/>
                <a:ext cx="317" cy="862"/>
              </a:xfrm>
              <a:custGeom>
                <a:avLst/>
                <a:gdLst/>
                <a:ahLst/>
                <a:cxnLst>
                  <a:cxn ang="0">
                    <a:pos x="2646" y="3717"/>
                  </a:cxn>
                  <a:cxn ang="0">
                    <a:pos x="10800" y="0"/>
                  </a:cxn>
                  <a:cxn ang="0">
                    <a:pos x="18953" y="3717"/>
                  </a:cxn>
                  <a:cxn ang="0">
                    <a:pos x="10799" y="0"/>
                  </a:cxn>
                  <a:cxn ang="0">
                    <a:pos x="2646" y="3717"/>
                  </a:cxn>
                </a:cxnLst>
                <a:rect l="0" t="0" r="r" b="b"/>
                <a:pathLst>
                  <a:path w="21600" h="21600">
                    <a:moveTo>
                      <a:pt x="2646" y="3717"/>
                    </a:moveTo>
                    <a:cubicBezTo>
                      <a:pt x="4698" y="1356"/>
                      <a:pt x="7672" y="-1"/>
                      <a:pt x="10800" y="0"/>
                    </a:cubicBezTo>
                    <a:cubicBezTo>
                      <a:pt x="13927" y="0"/>
                      <a:pt x="16901" y="1356"/>
                      <a:pt x="18953" y="3717"/>
                    </a:cubicBezTo>
                    <a:cubicBezTo>
                      <a:pt x="16901" y="1356"/>
                      <a:pt x="13927" y="-1"/>
                      <a:pt x="10799" y="0"/>
                    </a:cubicBezTo>
                    <a:cubicBezTo>
                      <a:pt x="7672" y="0"/>
                      <a:pt x="4698" y="1356"/>
                      <a:pt x="2646" y="3717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764700"/>
                  </a:gs>
                  <a:gs pos="50000">
                    <a:srgbClr val="FF9900"/>
                  </a:gs>
                  <a:gs pos="100000">
                    <a:srgbClr val="764700"/>
                  </a:gs>
                </a:gsLst>
                <a:lin ang="5400000" scaled="1"/>
              </a:gradFill>
              <a:ln w="38100">
                <a:solidFill>
                  <a:srgbClr val="FF99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5518" name="AutoShape 47"/>
              <p:cNvSpPr>
                <a:spLocks noChangeArrowheads="1"/>
              </p:cNvSpPr>
              <p:nvPr/>
            </p:nvSpPr>
            <p:spPr bwMode="auto">
              <a:xfrm>
                <a:off x="703" y="663"/>
                <a:ext cx="317" cy="862"/>
              </a:xfrm>
              <a:custGeom>
                <a:avLst/>
                <a:gdLst/>
                <a:ahLst/>
                <a:cxnLst>
                  <a:cxn ang="0">
                    <a:pos x="2646" y="3717"/>
                  </a:cxn>
                  <a:cxn ang="0">
                    <a:pos x="10800" y="0"/>
                  </a:cxn>
                  <a:cxn ang="0">
                    <a:pos x="18953" y="3717"/>
                  </a:cxn>
                  <a:cxn ang="0">
                    <a:pos x="10799" y="0"/>
                  </a:cxn>
                  <a:cxn ang="0">
                    <a:pos x="2646" y="3717"/>
                  </a:cxn>
                </a:cxnLst>
                <a:rect l="0" t="0" r="r" b="b"/>
                <a:pathLst>
                  <a:path w="21600" h="21600">
                    <a:moveTo>
                      <a:pt x="2646" y="3717"/>
                    </a:moveTo>
                    <a:cubicBezTo>
                      <a:pt x="4698" y="1356"/>
                      <a:pt x="7672" y="-1"/>
                      <a:pt x="10800" y="0"/>
                    </a:cubicBezTo>
                    <a:cubicBezTo>
                      <a:pt x="13927" y="0"/>
                      <a:pt x="16901" y="1356"/>
                      <a:pt x="18953" y="3717"/>
                    </a:cubicBezTo>
                    <a:cubicBezTo>
                      <a:pt x="16901" y="1356"/>
                      <a:pt x="13927" y="-1"/>
                      <a:pt x="10799" y="0"/>
                    </a:cubicBezTo>
                    <a:cubicBezTo>
                      <a:pt x="7672" y="0"/>
                      <a:pt x="4698" y="1356"/>
                      <a:pt x="2646" y="3717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764700"/>
                  </a:gs>
                  <a:gs pos="50000">
                    <a:srgbClr val="FF9900"/>
                  </a:gs>
                  <a:gs pos="100000">
                    <a:srgbClr val="764700"/>
                  </a:gs>
                </a:gsLst>
                <a:lin ang="5400000" scaled="1"/>
              </a:gradFill>
              <a:ln w="38100">
                <a:solidFill>
                  <a:srgbClr val="FF99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5519" name="AutoShape 48"/>
              <p:cNvSpPr>
                <a:spLocks noChangeArrowheads="1"/>
              </p:cNvSpPr>
              <p:nvPr/>
            </p:nvSpPr>
            <p:spPr bwMode="auto">
              <a:xfrm>
                <a:off x="930" y="663"/>
                <a:ext cx="317" cy="862"/>
              </a:xfrm>
              <a:custGeom>
                <a:avLst/>
                <a:gdLst/>
                <a:ahLst/>
                <a:cxnLst>
                  <a:cxn ang="0">
                    <a:pos x="2646" y="3717"/>
                  </a:cxn>
                  <a:cxn ang="0">
                    <a:pos x="10800" y="0"/>
                  </a:cxn>
                  <a:cxn ang="0">
                    <a:pos x="18953" y="3717"/>
                  </a:cxn>
                  <a:cxn ang="0">
                    <a:pos x="10799" y="0"/>
                  </a:cxn>
                  <a:cxn ang="0">
                    <a:pos x="2646" y="3717"/>
                  </a:cxn>
                </a:cxnLst>
                <a:rect l="0" t="0" r="r" b="b"/>
                <a:pathLst>
                  <a:path w="21600" h="21600">
                    <a:moveTo>
                      <a:pt x="2646" y="3717"/>
                    </a:moveTo>
                    <a:cubicBezTo>
                      <a:pt x="4698" y="1356"/>
                      <a:pt x="7672" y="-1"/>
                      <a:pt x="10800" y="0"/>
                    </a:cubicBezTo>
                    <a:cubicBezTo>
                      <a:pt x="13927" y="0"/>
                      <a:pt x="16901" y="1356"/>
                      <a:pt x="18953" y="3717"/>
                    </a:cubicBezTo>
                    <a:cubicBezTo>
                      <a:pt x="16901" y="1356"/>
                      <a:pt x="13927" y="-1"/>
                      <a:pt x="10799" y="0"/>
                    </a:cubicBezTo>
                    <a:cubicBezTo>
                      <a:pt x="7672" y="0"/>
                      <a:pt x="4698" y="1356"/>
                      <a:pt x="2646" y="3717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764700"/>
                  </a:gs>
                  <a:gs pos="50000">
                    <a:srgbClr val="FF9900"/>
                  </a:gs>
                  <a:gs pos="100000">
                    <a:srgbClr val="764700"/>
                  </a:gs>
                </a:gsLst>
                <a:lin ang="5400000" scaled="1"/>
              </a:gradFill>
              <a:ln w="38100">
                <a:solidFill>
                  <a:srgbClr val="FF99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05520" name="Rectangle 49"/>
            <p:cNvSpPr>
              <a:spLocks noChangeArrowheads="1"/>
            </p:cNvSpPr>
            <p:nvPr/>
          </p:nvSpPr>
          <p:spPr bwMode="auto">
            <a:xfrm>
              <a:off x="1384" y="3339"/>
              <a:ext cx="317" cy="136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</a:gradFill>
            <a:ln w="2857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05521" name="Text Box 50"/>
          <p:cNvSpPr txBox="1">
            <a:spLocks noChangeArrowheads="1"/>
          </p:cNvSpPr>
          <p:nvPr/>
        </p:nvSpPr>
        <p:spPr bwMode="auto">
          <a:xfrm>
            <a:off x="5148263" y="2832100"/>
            <a:ext cx="504825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b="0" i="1">
                <a:solidFill>
                  <a:schemeClr val="bg1"/>
                </a:solidFill>
                <a:latin typeface="Times New Roman" pitchFamily="18" charset="0"/>
                <a:ea typeface="仿宋_GB2312" pitchFamily="49" charset="-122"/>
              </a:rPr>
              <a:t>t</a:t>
            </a:r>
          </a:p>
        </p:txBody>
      </p:sp>
      <p:sp>
        <p:nvSpPr>
          <p:cNvPr id="105522" name="Text Box 51"/>
          <p:cNvSpPr txBox="1">
            <a:spLocks noChangeArrowheads="1"/>
          </p:cNvSpPr>
          <p:nvPr/>
        </p:nvSpPr>
        <p:spPr bwMode="auto">
          <a:xfrm>
            <a:off x="395288" y="2903538"/>
            <a:ext cx="358775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b="0">
                <a:solidFill>
                  <a:schemeClr val="bg1"/>
                </a:solidFill>
                <a:latin typeface="Times New Roman" pitchFamily="18" charset="0"/>
                <a:ea typeface="仿宋_GB2312" pitchFamily="49" charset="-122"/>
              </a:rPr>
              <a:t>0</a:t>
            </a:r>
          </a:p>
        </p:txBody>
      </p:sp>
      <p:sp>
        <p:nvSpPr>
          <p:cNvPr id="179252" name="Rectangle 52"/>
          <p:cNvSpPr>
            <a:spLocks noChangeArrowheads="1"/>
          </p:cNvSpPr>
          <p:nvPr/>
        </p:nvSpPr>
        <p:spPr bwMode="auto">
          <a:xfrm>
            <a:off x="611188" y="404813"/>
            <a:ext cx="3671887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 eaLnBrk="0" hangingPunct="0">
              <a:buFontTx/>
              <a:buAutoNum type="circleNumDbPlain" startAt="3"/>
            </a:pPr>
            <a:r>
              <a:rPr lang="zh-CN" altLang="en-US">
                <a:solidFill>
                  <a:srgbClr val="FF9900"/>
                </a:solidFill>
                <a:latin typeface="Times New Roman" pitchFamily="18" charset="0"/>
              </a:rPr>
              <a:t>电感电压</a:t>
            </a:r>
            <a:endParaRPr lang="zh-CN" altLang="en-US" sz="3200" b="0">
              <a:solidFill>
                <a:srgbClr val="FF9900"/>
              </a:solidFill>
              <a:latin typeface="Times New Roman" pitchFamily="18" charset="0"/>
              <a:ea typeface="宋体" pitchFamily="2" charset="-122"/>
            </a:endParaRPr>
          </a:p>
        </p:txBody>
      </p:sp>
      <p:grpSp>
        <p:nvGrpSpPr>
          <p:cNvPr id="105524" name="Group 53"/>
          <p:cNvGrpSpPr>
            <a:grpSpLocks/>
          </p:cNvGrpSpPr>
          <p:nvPr/>
        </p:nvGrpSpPr>
        <p:grpSpPr bwMode="auto">
          <a:xfrm>
            <a:off x="6588125" y="6446838"/>
            <a:ext cx="792163" cy="366712"/>
            <a:chOff x="4649" y="4020"/>
            <a:chExt cx="499" cy="231"/>
          </a:xfrm>
        </p:grpSpPr>
        <p:pic>
          <p:nvPicPr>
            <p:cNvPr id="105525" name="Picture 54" descr="78900"/>
            <p:cNvPicPr>
              <a:picLocks noChangeAspect="1" noChangeArrowheads="1"/>
            </p:cNvPicPr>
            <p:nvPr/>
          </p:nvPicPr>
          <p:blipFill>
            <a:blip r:embed="rId6"/>
            <a:srcRect/>
            <a:stretch>
              <a:fillRect/>
            </a:stretch>
          </p:blipFill>
          <p:spPr bwMode="auto"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05526" name="Text Box 55">
              <a:hlinkClick r:id="rId7" action="ppaction://hlinksldjump"/>
            </p:cNvPr>
            <p:cNvSpPr txBox="1">
              <a:spLocks noChangeArrowheads="1"/>
            </p:cNvSpPr>
            <p:nvPr/>
          </p:nvSpPr>
          <p:spPr bwMode="auto"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0">
                  <a:solidFill>
                    <a:schemeClr val="bg1"/>
                  </a:solidFill>
                  <a:latin typeface="隶书" pitchFamily="49" charset="-122"/>
                  <a:ea typeface="隶书" pitchFamily="49" charset="-122"/>
                </a:rPr>
                <a:t>返 回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1792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1792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79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792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792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79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1792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9212" grpId="0"/>
      <p:bldP spid="179213" grpId="0"/>
      <p:bldP spid="179216" grpId="0" animBg="1"/>
      <p:bldP spid="179252" grpId="0"/>
    </p:bld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226" name="Text Box 2"/>
          <p:cNvSpPr txBox="1">
            <a:spLocks noChangeArrowheads="1"/>
          </p:cNvSpPr>
          <p:nvPr/>
        </p:nvSpPr>
        <p:spPr bwMode="auto">
          <a:xfrm>
            <a:off x="611188" y="1628775"/>
            <a:ext cx="6573837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altLang="zh-CN" b="0" i="1">
                <a:latin typeface="Times New Roman" pitchFamily="18" charset="0"/>
                <a:ea typeface="宋体" pitchFamily="2" charset="-122"/>
              </a:rPr>
              <a:t>i</a:t>
            </a:r>
            <a:r>
              <a:rPr lang="en-US" altLang="zh-CN" b="0" i="1" baseline="-25000">
                <a:latin typeface="Times New Roman" pitchFamily="18" charset="0"/>
                <a:ea typeface="宋体" pitchFamily="2" charset="-122"/>
              </a:rPr>
              <a:t>C</a:t>
            </a:r>
            <a:r>
              <a:rPr lang="en-US" altLang="zh-CN" b="0">
                <a:latin typeface="Times New Roman" pitchFamily="18" charset="0"/>
                <a:ea typeface="宋体" pitchFamily="2" charset="-122"/>
              </a:rPr>
              <a:t>=</a:t>
            </a:r>
            <a:r>
              <a:rPr lang="en-US" altLang="zh-CN" b="0" i="1">
                <a:latin typeface="Times New Roman" pitchFamily="18" charset="0"/>
                <a:ea typeface="宋体" pitchFamily="2" charset="-122"/>
              </a:rPr>
              <a:t>i </a:t>
            </a:r>
            <a:r>
              <a:rPr lang="zh-CN" altLang="en-US">
                <a:latin typeface="Times New Roman" pitchFamily="18" charset="0"/>
              </a:rPr>
              <a:t>为极值时，即 </a:t>
            </a:r>
            <a:r>
              <a:rPr lang="en-US" altLang="zh-CN" b="0" i="1">
                <a:latin typeface="Times New Roman" pitchFamily="18" charset="0"/>
                <a:ea typeface="宋体" pitchFamily="2" charset="-122"/>
              </a:rPr>
              <a:t>u</a:t>
            </a:r>
            <a:r>
              <a:rPr lang="en-US" altLang="zh-CN" b="0" i="1" baseline="-25000">
                <a:latin typeface="Times New Roman" pitchFamily="18" charset="0"/>
                <a:ea typeface="宋体" pitchFamily="2" charset="-122"/>
              </a:rPr>
              <a:t>L</a:t>
            </a:r>
            <a:r>
              <a:rPr lang="en-US" altLang="zh-CN" b="0" i="1">
                <a:latin typeface="Times New Roman" pitchFamily="18" charset="0"/>
                <a:ea typeface="宋体" pitchFamily="2" charset="-122"/>
              </a:rPr>
              <a:t>=</a:t>
            </a:r>
            <a:r>
              <a:rPr lang="en-US" altLang="zh-CN" b="0">
                <a:latin typeface="Times New Roman" pitchFamily="18" charset="0"/>
                <a:ea typeface="宋体" pitchFamily="2" charset="-122"/>
              </a:rPr>
              <a:t>0 </a:t>
            </a:r>
            <a:r>
              <a:rPr lang="zh-CN" altLang="en-US">
                <a:latin typeface="Times New Roman" pitchFamily="18" charset="0"/>
              </a:rPr>
              <a:t>时的</a:t>
            </a:r>
            <a:r>
              <a:rPr lang="zh-CN" altLang="en-US" b="0" i="1">
                <a:latin typeface="Times New Roman" pitchFamily="18" charset="0"/>
                <a:ea typeface="宋体" pitchFamily="2" charset="-122"/>
              </a:rPr>
              <a:t> </a:t>
            </a:r>
            <a:r>
              <a:rPr lang="en-US" altLang="zh-CN" b="0" i="1">
                <a:latin typeface="Times New Roman" pitchFamily="18" charset="0"/>
                <a:ea typeface="宋体" pitchFamily="2" charset="-122"/>
              </a:rPr>
              <a:t>t</a:t>
            </a:r>
            <a:r>
              <a:rPr lang="en-US" altLang="zh-CN" b="0" i="1" baseline="-25000">
                <a:latin typeface="Times New Roman" pitchFamily="18" charset="0"/>
                <a:ea typeface="宋体" pitchFamily="2" charset="-122"/>
              </a:rPr>
              <a:t>m</a:t>
            </a:r>
            <a:r>
              <a:rPr lang="en-US" altLang="zh-CN" b="0" i="1">
                <a:latin typeface="Times New Roman" pitchFamily="18" charset="0"/>
                <a:ea typeface="宋体" pitchFamily="2" charset="-122"/>
              </a:rPr>
              <a:t> </a:t>
            </a:r>
            <a:r>
              <a:rPr lang="zh-CN" altLang="en-US">
                <a:latin typeface="Times New Roman" pitchFamily="18" charset="0"/>
              </a:rPr>
              <a:t>计算如下</a:t>
            </a:r>
            <a:r>
              <a:rPr lang="en-US" altLang="zh-CN" b="0">
                <a:latin typeface="Times New Roman" pitchFamily="18" charset="0"/>
                <a:ea typeface="宋体" pitchFamily="2" charset="-122"/>
              </a:rPr>
              <a:t>:</a:t>
            </a:r>
          </a:p>
        </p:txBody>
      </p:sp>
      <p:graphicFrame>
        <p:nvGraphicFramePr>
          <p:cNvPr id="180227" name="Object 3"/>
          <p:cNvGraphicFramePr>
            <a:graphicFrameLocks noChangeAspect="1"/>
          </p:cNvGraphicFramePr>
          <p:nvPr/>
        </p:nvGraphicFramePr>
        <p:xfrm>
          <a:off x="684213" y="2276475"/>
          <a:ext cx="3438525" cy="777875"/>
        </p:xfrm>
        <a:graphic>
          <a:graphicData uri="http://schemas.openxmlformats.org/presentationml/2006/ole">
            <p:oleObj spid="_x0000_s106498" r:id="rId3" imgW="1320840" imgH="288360" progId="Equation.3">
              <p:embed/>
            </p:oleObj>
          </a:graphicData>
        </a:graphic>
      </p:graphicFrame>
      <p:graphicFrame>
        <p:nvGraphicFramePr>
          <p:cNvPr id="180228" name="Object 4"/>
          <p:cNvGraphicFramePr>
            <a:graphicFrameLocks noChangeAspect="1"/>
          </p:cNvGraphicFramePr>
          <p:nvPr/>
        </p:nvGraphicFramePr>
        <p:xfrm>
          <a:off x="6588125" y="2349500"/>
          <a:ext cx="1943100" cy="1482725"/>
        </p:xfrm>
        <a:graphic>
          <a:graphicData uri="http://schemas.openxmlformats.org/presentationml/2006/ole">
            <p:oleObj spid="_x0000_s106499" r:id="rId4" imgW="869040" imgH="657360" progId="Equation.DSMT4">
              <p:embed/>
            </p:oleObj>
          </a:graphicData>
        </a:graphic>
      </p:graphicFrame>
      <p:sp>
        <p:nvSpPr>
          <p:cNvPr id="180229" name="Text Box 5"/>
          <p:cNvSpPr txBox="1">
            <a:spLocks noChangeArrowheads="1"/>
          </p:cNvSpPr>
          <p:nvPr/>
        </p:nvSpPr>
        <p:spPr bwMode="auto">
          <a:xfrm>
            <a:off x="611188" y="3429000"/>
            <a:ext cx="5268912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zh-CN" altLang="en-US">
                <a:latin typeface="Times New Roman" pitchFamily="18" charset="0"/>
              </a:rPr>
              <a:t>由 </a:t>
            </a:r>
            <a:r>
              <a:rPr lang="en-US" altLang="zh-CN" b="0">
                <a:latin typeface="Times New Roman" pitchFamily="18" charset="0"/>
                <a:ea typeface="宋体" pitchFamily="2" charset="-122"/>
              </a:rPr>
              <a:t>d</a:t>
            </a:r>
            <a:r>
              <a:rPr lang="en-US" altLang="zh-CN" b="0" i="1">
                <a:latin typeface="Times New Roman" pitchFamily="18" charset="0"/>
                <a:ea typeface="宋体" pitchFamily="2" charset="-122"/>
              </a:rPr>
              <a:t>u</a:t>
            </a:r>
            <a:r>
              <a:rPr lang="en-US" altLang="zh-CN" b="0" i="1" baseline="-25000">
                <a:latin typeface="Times New Roman" pitchFamily="18" charset="0"/>
                <a:ea typeface="宋体" pitchFamily="2" charset="-122"/>
              </a:rPr>
              <a:t>L</a:t>
            </a:r>
            <a:r>
              <a:rPr lang="en-US" altLang="zh-CN" b="0" i="1">
                <a:latin typeface="Times New Roman" pitchFamily="18" charset="0"/>
                <a:ea typeface="宋体" pitchFamily="2" charset="-122"/>
              </a:rPr>
              <a:t>/</a:t>
            </a:r>
            <a:r>
              <a:rPr lang="en-US" altLang="zh-CN" b="0">
                <a:latin typeface="Times New Roman" pitchFamily="18" charset="0"/>
                <a:ea typeface="宋体" pitchFamily="2" charset="-122"/>
              </a:rPr>
              <a:t>d</a:t>
            </a:r>
            <a:r>
              <a:rPr lang="en-US" altLang="zh-CN" b="0" i="1">
                <a:latin typeface="Times New Roman" pitchFamily="18" charset="0"/>
                <a:ea typeface="宋体" pitchFamily="2" charset="-122"/>
              </a:rPr>
              <a:t>t </a:t>
            </a:r>
            <a:r>
              <a:rPr lang="zh-CN" altLang="en-US">
                <a:latin typeface="Times New Roman" pitchFamily="18" charset="0"/>
              </a:rPr>
              <a:t>可确定 </a:t>
            </a:r>
            <a:r>
              <a:rPr lang="en-US" altLang="zh-CN" b="0" i="1">
                <a:latin typeface="Times New Roman" pitchFamily="18" charset="0"/>
                <a:ea typeface="宋体" pitchFamily="2" charset="-122"/>
              </a:rPr>
              <a:t>u</a:t>
            </a:r>
            <a:r>
              <a:rPr lang="en-US" altLang="zh-CN" b="0" i="1" baseline="-25000">
                <a:latin typeface="Times New Roman" pitchFamily="18" charset="0"/>
                <a:ea typeface="宋体" pitchFamily="2" charset="-122"/>
              </a:rPr>
              <a:t>L </a:t>
            </a:r>
            <a:r>
              <a:rPr lang="zh-CN" altLang="en-US">
                <a:latin typeface="Times New Roman" pitchFamily="18" charset="0"/>
              </a:rPr>
              <a:t>为极小时的</a:t>
            </a:r>
            <a:r>
              <a:rPr lang="zh-CN" altLang="en-US" b="0">
                <a:latin typeface="Times New Roman" pitchFamily="18" charset="0"/>
                <a:ea typeface="宋体" pitchFamily="2" charset="-122"/>
              </a:rPr>
              <a:t> </a:t>
            </a:r>
            <a:r>
              <a:rPr lang="en-US" altLang="zh-CN" b="0" i="1">
                <a:latin typeface="Times New Roman" pitchFamily="18" charset="0"/>
                <a:ea typeface="宋体" pitchFamily="2" charset="-122"/>
              </a:rPr>
              <a:t>t </a:t>
            </a:r>
            <a:r>
              <a:rPr lang="en-US" altLang="zh-CN" b="0">
                <a:latin typeface="Times New Roman" pitchFamily="18" charset="0"/>
                <a:ea typeface="宋体" pitchFamily="2" charset="-122"/>
              </a:rPr>
              <a:t>.</a:t>
            </a:r>
          </a:p>
        </p:txBody>
      </p:sp>
      <p:graphicFrame>
        <p:nvGraphicFramePr>
          <p:cNvPr id="180230" name="Object 6"/>
          <p:cNvGraphicFramePr>
            <a:graphicFrameLocks noChangeAspect="1"/>
          </p:cNvGraphicFramePr>
          <p:nvPr/>
        </p:nvGraphicFramePr>
        <p:xfrm>
          <a:off x="684213" y="4221163"/>
          <a:ext cx="3676650" cy="819150"/>
        </p:xfrm>
        <a:graphic>
          <a:graphicData uri="http://schemas.openxmlformats.org/presentationml/2006/ole">
            <p:oleObj spid="_x0000_s106501" r:id="rId5" imgW="1332720" imgH="288360" progId="Equation.3">
              <p:embed/>
            </p:oleObj>
          </a:graphicData>
        </a:graphic>
      </p:graphicFrame>
      <p:graphicFrame>
        <p:nvGraphicFramePr>
          <p:cNvPr id="180231" name="Object 7"/>
          <p:cNvGraphicFramePr>
            <a:graphicFrameLocks noChangeAspect="1"/>
          </p:cNvGraphicFramePr>
          <p:nvPr/>
        </p:nvGraphicFramePr>
        <p:xfrm>
          <a:off x="2268538" y="5300663"/>
          <a:ext cx="1244600" cy="619125"/>
        </p:xfrm>
        <a:graphic>
          <a:graphicData uri="http://schemas.openxmlformats.org/presentationml/2006/ole">
            <p:oleObj spid="_x0000_s106502" r:id="rId6" imgW="428760" imgH="207720" progId="Equation.3">
              <p:embed/>
            </p:oleObj>
          </a:graphicData>
        </a:graphic>
      </p:graphicFrame>
      <p:graphicFrame>
        <p:nvGraphicFramePr>
          <p:cNvPr id="106503" name="Object 8"/>
          <p:cNvGraphicFramePr>
            <a:graphicFrameLocks noChangeAspect="1"/>
          </p:cNvGraphicFramePr>
          <p:nvPr/>
        </p:nvGraphicFramePr>
        <p:xfrm>
          <a:off x="1258888" y="476250"/>
          <a:ext cx="5689600" cy="1120775"/>
        </p:xfrm>
        <a:graphic>
          <a:graphicData uri="http://schemas.openxmlformats.org/presentationml/2006/ole">
            <p:oleObj spid="_x0000_s106503" r:id="rId7" imgW="2282760" imgH="438120" progId="Equation.3">
              <p:embed/>
            </p:oleObj>
          </a:graphicData>
        </a:graphic>
      </p:graphicFrame>
      <p:graphicFrame>
        <p:nvGraphicFramePr>
          <p:cNvPr id="180233" name="Object 9"/>
          <p:cNvGraphicFramePr>
            <a:graphicFrameLocks noChangeAspect="1"/>
          </p:cNvGraphicFramePr>
          <p:nvPr/>
        </p:nvGraphicFramePr>
        <p:xfrm>
          <a:off x="4787900" y="4292600"/>
          <a:ext cx="1655763" cy="1433513"/>
        </p:xfrm>
        <a:graphic>
          <a:graphicData uri="http://schemas.openxmlformats.org/presentationml/2006/ole">
            <p:oleObj spid="_x0000_s106504" r:id="rId8" imgW="764640" imgH="657360" progId="Equation.3">
              <p:embed/>
            </p:oleObj>
          </a:graphicData>
        </a:graphic>
      </p:graphicFrame>
      <p:graphicFrame>
        <p:nvGraphicFramePr>
          <p:cNvPr id="180234" name="Object 10"/>
          <p:cNvGraphicFramePr>
            <a:graphicFrameLocks noChangeAspect="1"/>
          </p:cNvGraphicFramePr>
          <p:nvPr/>
        </p:nvGraphicFramePr>
        <p:xfrm>
          <a:off x="4500563" y="2205038"/>
          <a:ext cx="1800225" cy="1085850"/>
        </p:xfrm>
        <a:graphic>
          <a:graphicData uri="http://schemas.openxmlformats.org/presentationml/2006/ole">
            <p:oleObj spid="_x0000_s106505" r:id="rId9" imgW="614160" imgH="449640" progId="Equation.3">
              <p:embed/>
            </p:oleObj>
          </a:graphicData>
        </a:graphic>
      </p:graphicFrame>
      <p:sp>
        <p:nvSpPr>
          <p:cNvPr id="180235" name="Line 11"/>
          <p:cNvSpPr>
            <a:spLocks noChangeShapeType="1"/>
          </p:cNvSpPr>
          <p:nvPr/>
        </p:nvSpPr>
        <p:spPr bwMode="auto">
          <a:xfrm>
            <a:off x="1258888" y="5589588"/>
            <a:ext cx="649287" cy="0"/>
          </a:xfrm>
          <a:prstGeom prst="line">
            <a:avLst/>
          </a:prstGeom>
          <a:noFill/>
          <a:ln w="76200">
            <a:solidFill>
              <a:srgbClr val="33CCFF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grpSp>
        <p:nvGrpSpPr>
          <p:cNvPr id="106507" name="Group 12"/>
          <p:cNvGrpSpPr>
            <a:grpSpLocks/>
          </p:cNvGrpSpPr>
          <p:nvPr/>
        </p:nvGrpSpPr>
        <p:grpSpPr bwMode="auto"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106508" name="Picture 13" descr="78900"/>
            <p:cNvPicPr>
              <a:picLocks noChangeAspect="1" noChangeArrowheads="1"/>
            </p:cNvPicPr>
            <p:nvPr/>
          </p:nvPicPr>
          <p:blipFill>
            <a:blip r:embed="rId10"/>
            <a:srcRect/>
            <a:stretch>
              <a:fillRect/>
            </a:stretch>
          </p:blipFill>
          <p:spPr bwMode="auto"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06509" name="Text Box 14">
              <a:hlinkClick r:id="" action="ppaction://hlinkshowjump?jump=nextslide"/>
            </p:cNvPr>
            <p:cNvSpPr txBox="1">
              <a:spLocks noChangeArrowheads="1"/>
            </p:cNvSpPr>
            <p:nvPr/>
          </p:nvSpPr>
          <p:spPr bwMode="auto"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0">
                  <a:solidFill>
                    <a:schemeClr val="bg1"/>
                  </a:solidFill>
                  <a:latin typeface="隶书" pitchFamily="49" charset="-122"/>
                  <a:ea typeface="隶书" pitchFamily="49" charset="-122"/>
                </a:rPr>
                <a:t>下 页</a:t>
              </a:r>
            </a:p>
          </p:txBody>
        </p:sp>
      </p:grpSp>
      <p:grpSp>
        <p:nvGrpSpPr>
          <p:cNvPr id="106510" name="Group 15"/>
          <p:cNvGrpSpPr>
            <a:grpSpLocks/>
          </p:cNvGrpSpPr>
          <p:nvPr/>
        </p:nvGrpSpPr>
        <p:grpSpPr bwMode="auto">
          <a:xfrm>
            <a:off x="7453313" y="6446838"/>
            <a:ext cx="792162" cy="366712"/>
            <a:chOff x="4649" y="4020"/>
            <a:chExt cx="499" cy="231"/>
          </a:xfrm>
        </p:grpSpPr>
        <p:pic>
          <p:nvPicPr>
            <p:cNvPr id="106511" name="Picture 16" descr="78900"/>
            <p:cNvPicPr>
              <a:picLocks noChangeAspect="1" noChangeArrowheads="1"/>
            </p:cNvPicPr>
            <p:nvPr/>
          </p:nvPicPr>
          <p:blipFill>
            <a:blip r:embed="rId10"/>
            <a:srcRect/>
            <a:stretch>
              <a:fillRect/>
            </a:stretch>
          </p:blipFill>
          <p:spPr bwMode="auto"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06512" name="Text Box 17">
              <a:hlinkClick r:id="" action="ppaction://hlinkshowjump?jump=previousslide"/>
            </p:cNvPr>
            <p:cNvSpPr txBox="1">
              <a:spLocks noChangeArrowheads="1"/>
            </p:cNvSpPr>
            <p:nvPr/>
          </p:nvSpPr>
          <p:spPr bwMode="auto"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0">
                  <a:solidFill>
                    <a:schemeClr val="bg1"/>
                  </a:solidFill>
                  <a:latin typeface="隶书" pitchFamily="49" charset="-122"/>
                  <a:ea typeface="隶书" pitchFamily="49" charset="-122"/>
                </a:rPr>
                <a:t>上 页</a:t>
              </a:r>
            </a:p>
          </p:txBody>
        </p:sp>
      </p:grpSp>
      <p:grpSp>
        <p:nvGrpSpPr>
          <p:cNvPr id="106513" name="Group 18"/>
          <p:cNvGrpSpPr>
            <a:grpSpLocks/>
          </p:cNvGrpSpPr>
          <p:nvPr/>
        </p:nvGrpSpPr>
        <p:grpSpPr bwMode="auto">
          <a:xfrm>
            <a:off x="6588125" y="6446838"/>
            <a:ext cx="792163" cy="366712"/>
            <a:chOff x="4649" y="4020"/>
            <a:chExt cx="499" cy="231"/>
          </a:xfrm>
        </p:grpSpPr>
        <p:pic>
          <p:nvPicPr>
            <p:cNvPr id="106514" name="Picture 19" descr="78900"/>
            <p:cNvPicPr>
              <a:picLocks noChangeAspect="1" noChangeArrowheads="1"/>
            </p:cNvPicPr>
            <p:nvPr/>
          </p:nvPicPr>
          <p:blipFill>
            <a:blip r:embed="rId10"/>
            <a:srcRect/>
            <a:stretch>
              <a:fillRect/>
            </a:stretch>
          </p:blipFill>
          <p:spPr bwMode="auto"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06515" name="Text Box 20">
              <a:hlinkClick r:id="rId11" action="ppaction://hlinksldjump"/>
            </p:cNvPr>
            <p:cNvSpPr txBox="1">
              <a:spLocks noChangeArrowheads="1"/>
            </p:cNvSpPr>
            <p:nvPr/>
          </p:nvSpPr>
          <p:spPr bwMode="auto"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0">
                  <a:solidFill>
                    <a:schemeClr val="bg1"/>
                  </a:solidFill>
                  <a:latin typeface="隶书" pitchFamily="49" charset="-122"/>
                  <a:ea typeface="隶书" pitchFamily="49" charset="-122"/>
                </a:rPr>
                <a:t>返 回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2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1802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180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000"/>
                                        <p:tgtEl>
                                          <p:spTgt spid="1802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2" dur="500"/>
                                        <p:tgtEl>
                                          <p:spTgt spid="180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2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2000"/>
                                        <p:tgtEl>
                                          <p:spTgt spid="1802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2000"/>
                                        <p:tgtEl>
                                          <p:spTgt spid="180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7" dur="500"/>
                                        <p:tgtEl>
                                          <p:spTgt spid="1802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42" dur="500"/>
                                        <p:tgtEl>
                                          <p:spTgt spid="1802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500"/>
                            </p:stCondLst>
                            <p:childTnLst>
                              <p:par>
                                <p:cTn id="44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6" dur="500"/>
                                        <p:tgtEl>
                                          <p:spTgt spid="1802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0226" grpId="0" build="p"/>
      <p:bldP spid="180229" grpId="0" build="p"/>
      <p:bldP spid="180235" grpId="0" animBg="1"/>
    </p:bld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250" name="Text Box 2" descr="绿色大理石"/>
          <p:cNvSpPr txBox="1">
            <a:spLocks noChangeArrowheads="1"/>
          </p:cNvSpPr>
          <p:nvPr/>
        </p:nvSpPr>
        <p:spPr bwMode="auto">
          <a:xfrm>
            <a:off x="395288" y="620713"/>
            <a:ext cx="3095625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 eaLnBrk="0" hangingPunct="0">
              <a:buFontTx/>
              <a:buAutoNum type="circleNumDbPlain" startAt="4"/>
            </a:pPr>
            <a:r>
              <a:rPr lang="zh-CN" altLang="en-US">
                <a:solidFill>
                  <a:srgbClr val="FF9900"/>
                </a:solidFill>
                <a:latin typeface="Times New Roman" pitchFamily="18" charset="0"/>
              </a:rPr>
              <a:t>能量转换关系</a:t>
            </a:r>
          </a:p>
        </p:txBody>
      </p:sp>
      <p:sp>
        <p:nvSpPr>
          <p:cNvPr id="107522" name="Text Box 3"/>
          <p:cNvSpPr txBox="1">
            <a:spLocks noChangeArrowheads="1"/>
          </p:cNvSpPr>
          <p:nvPr/>
        </p:nvSpPr>
        <p:spPr bwMode="auto">
          <a:xfrm>
            <a:off x="1431925" y="6116638"/>
            <a:ext cx="1841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endParaRPr lang="zh-CN" altLang="zh-CN" sz="2400">
              <a:solidFill>
                <a:schemeClr val="tx1"/>
              </a:solidFill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181266" name="Text Box 18"/>
          <p:cNvSpPr txBox="1">
            <a:spLocks noChangeArrowheads="1"/>
          </p:cNvSpPr>
          <p:nvPr/>
        </p:nvSpPr>
        <p:spPr bwMode="auto">
          <a:xfrm>
            <a:off x="468313" y="3744913"/>
            <a:ext cx="4743450" cy="579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altLang="zh-CN" sz="3200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0 &lt; </a:t>
            </a:r>
            <a:r>
              <a:rPr lang="en-US" altLang="zh-CN" sz="3200" b="0" i="1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t</a:t>
            </a:r>
            <a:r>
              <a:rPr lang="en-US" altLang="zh-CN" sz="3200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 &lt; </a:t>
            </a:r>
            <a:r>
              <a:rPr lang="en-US" altLang="zh-CN" sz="3200" b="0" i="1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t</a:t>
            </a:r>
            <a:r>
              <a:rPr lang="en-US" altLang="zh-CN" sz="3200" b="0" i="1" baseline="-2500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m</a:t>
            </a:r>
            <a:r>
              <a:rPr lang="en-US" altLang="zh-CN" sz="3200" b="0" i="1" baseline="-25000">
                <a:latin typeface="Times New Roman" pitchFamily="18" charset="0"/>
                <a:ea typeface="宋体" pitchFamily="2" charset="-122"/>
              </a:rPr>
              <a:t>     </a:t>
            </a:r>
            <a:r>
              <a:rPr lang="en-US" altLang="zh-CN" sz="3200" b="0" i="1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u</a:t>
            </a:r>
            <a:r>
              <a:rPr lang="en-US" altLang="zh-CN" sz="3200" b="0" i="1" baseline="-2500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C</a:t>
            </a:r>
            <a:r>
              <a:rPr lang="en-US" altLang="zh-CN" b="0" i="1" baseline="-25000">
                <a:latin typeface="Times New Roman" pitchFamily="18" charset="0"/>
                <a:ea typeface="宋体" pitchFamily="2" charset="-122"/>
              </a:rPr>
              <a:t> </a:t>
            </a:r>
            <a:r>
              <a:rPr lang="zh-CN" altLang="en-US">
                <a:latin typeface="Times New Roman" pitchFamily="18" charset="0"/>
              </a:rPr>
              <a:t>减小</a:t>
            </a:r>
            <a:r>
              <a:rPr lang="zh-CN" altLang="en-US" b="0" i="1" baseline="-25000">
                <a:latin typeface="Times New Roman" pitchFamily="18" charset="0"/>
                <a:ea typeface="宋体" pitchFamily="2" charset="-122"/>
              </a:rPr>
              <a:t> ，</a:t>
            </a:r>
            <a:r>
              <a:rPr lang="en-US" altLang="zh-CN" sz="3200" b="0" i="1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i</a:t>
            </a:r>
            <a:r>
              <a:rPr lang="en-US" altLang="zh-CN" sz="3200" b="0" i="1">
                <a:latin typeface="Times New Roman" pitchFamily="18" charset="0"/>
                <a:ea typeface="宋体" pitchFamily="2" charset="-122"/>
              </a:rPr>
              <a:t> </a:t>
            </a:r>
            <a:r>
              <a:rPr lang="zh-CN" altLang="en-US">
                <a:latin typeface="Times New Roman" pitchFamily="18" charset="0"/>
              </a:rPr>
              <a:t>增加</a:t>
            </a:r>
            <a:r>
              <a:rPr lang="zh-CN" altLang="en-US" b="0">
                <a:latin typeface="Times New Roman" pitchFamily="18" charset="0"/>
                <a:ea typeface="宋体" pitchFamily="2" charset="-122"/>
              </a:rPr>
              <a:t>。</a:t>
            </a:r>
          </a:p>
        </p:txBody>
      </p:sp>
      <p:sp>
        <p:nvSpPr>
          <p:cNvPr id="181267" name="Text Box 19"/>
          <p:cNvSpPr txBox="1">
            <a:spLocks noChangeArrowheads="1"/>
          </p:cNvSpPr>
          <p:nvPr/>
        </p:nvSpPr>
        <p:spPr bwMode="auto">
          <a:xfrm>
            <a:off x="5076825" y="3721100"/>
            <a:ext cx="3768725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altLang="zh-CN" sz="3200" b="0" i="1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t</a:t>
            </a:r>
            <a:r>
              <a:rPr lang="en-US" altLang="zh-CN" sz="3200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 &gt; </a:t>
            </a:r>
            <a:r>
              <a:rPr lang="en-US" altLang="zh-CN" sz="3200" b="0" i="1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t</a:t>
            </a:r>
            <a:r>
              <a:rPr lang="en-US" altLang="zh-CN" sz="3200" b="0" i="1" baseline="-2500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m     </a:t>
            </a:r>
            <a:r>
              <a:rPr lang="en-US" altLang="zh-CN" sz="3200" b="0" i="1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u</a:t>
            </a:r>
            <a:r>
              <a:rPr lang="en-US" altLang="zh-CN" sz="3200" b="0" i="1" baseline="-2500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C</a:t>
            </a:r>
            <a:r>
              <a:rPr lang="zh-CN" altLang="en-US">
                <a:latin typeface="Times New Roman" pitchFamily="18" charset="0"/>
              </a:rPr>
              <a:t>减小</a:t>
            </a:r>
            <a:r>
              <a:rPr lang="zh-CN" altLang="en-US" b="0" i="1" baseline="-25000">
                <a:latin typeface="Times New Roman" pitchFamily="18" charset="0"/>
                <a:ea typeface="宋体" pitchFamily="2" charset="-122"/>
              </a:rPr>
              <a:t> ，</a:t>
            </a:r>
            <a:r>
              <a:rPr lang="en-US" altLang="zh-CN" sz="3200" b="0" i="1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i</a:t>
            </a:r>
            <a:r>
              <a:rPr lang="en-US" altLang="zh-CN" b="0" i="1">
                <a:latin typeface="Times New Roman" pitchFamily="18" charset="0"/>
                <a:ea typeface="宋体" pitchFamily="2" charset="-122"/>
              </a:rPr>
              <a:t> </a:t>
            </a:r>
            <a:r>
              <a:rPr lang="zh-CN" altLang="en-US">
                <a:latin typeface="Times New Roman" pitchFamily="18" charset="0"/>
              </a:rPr>
              <a:t>减小</a:t>
            </a:r>
            <a:r>
              <a:rPr lang="en-US" altLang="zh-CN" b="0">
                <a:latin typeface="Times New Roman" pitchFamily="18" charset="0"/>
                <a:ea typeface="宋体" pitchFamily="2" charset="-122"/>
              </a:rPr>
              <a:t>.</a:t>
            </a:r>
          </a:p>
        </p:txBody>
      </p:sp>
      <p:grpSp>
        <p:nvGrpSpPr>
          <p:cNvPr id="107525" name="Group 22"/>
          <p:cNvGrpSpPr>
            <a:grpSpLocks/>
          </p:cNvGrpSpPr>
          <p:nvPr/>
        </p:nvGrpSpPr>
        <p:grpSpPr bwMode="auto"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107526" name="Picture 23" descr="78900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07527" name="Text Box 24">
              <a:hlinkClick r:id="" action="ppaction://hlinkshowjump?jump=nextslide"/>
            </p:cNvPr>
            <p:cNvSpPr txBox="1">
              <a:spLocks noChangeArrowheads="1"/>
            </p:cNvSpPr>
            <p:nvPr/>
          </p:nvSpPr>
          <p:spPr bwMode="auto"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0">
                  <a:solidFill>
                    <a:schemeClr val="bg1"/>
                  </a:solidFill>
                  <a:latin typeface="隶书" pitchFamily="49" charset="-122"/>
                  <a:ea typeface="隶书" pitchFamily="49" charset="-122"/>
                </a:rPr>
                <a:t>下 页</a:t>
              </a:r>
            </a:p>
          </p:txBody>
        </p:sp>
      </p:grpSp>
      <p:grpSp>
        <p:nvGrpSpPr>
          <p:cNvPr id="107528" name="Group 25"/>
          <p:cNvGrpSpPr>
            <a:grpSpLocks/>
          </p:cNvGrpSpPr>
          <p:nvPr/>
        </p:nvGrpSpPr>
        <p:grpSpPr bwMode="auto">
          <a:xfrm>
            <a:off x="7453313" y="6446838"/>
            <a:ext cx="792162" cy="366712"/>
            <a:chOff x="4649" y="4020"/>
            <a:chExt cx="499" cy="231"/>
          </a:xfrm>
        </p:grpSpPr>
        <p:pic>
          <p:nvPicPr>
            <p:cNvPr id="107529" name="Picture 26" descr="78900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07530" name="Text Box 27">
              <a:hlinkClick r:id="" action="ppaction://hlinkshowjump?jump=previousslide"/>
            </p:cNvPr>
            <p:cNvSpPr txBox="1">
              <a:spLocks noChangeArrowheads="1"/>
            </p:cNvSpPr>
            <p:nvPr/>
          </p:nvSpPr>
          <p:spPr bwMode="auto"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0">
                  <a:solidFill>
                    <a:schemeClr val="bg1"/>
                  </a:solidFill>
                  <a:latin typeface="隶书" pitchFamily="49" charset="-122"/>
                  <a:ea typeface="隶书" pitchFamily="49" charset="-122"/>
                </a:rPr>
                <a:t>上 页</a:t>
              </a:r>
            </a:p>
          </p:txBody>
        </p:sp>
      </p:grpSp>
      <p:grpSp>
        <p:nvGrpSpPr>
          <p:cNvPr id="181276" name="Group 28"/>
          <p:cNvGrpSpPr>
            <a:grpSpLocks/>
          </p:cNvGrpSpPr>
          <p:nvPr/>
        </p:nvGrpSpPr>
        <p:grpSpPr bwMode="auto">
          <a:xfrm>
            <a:off x="5148263" y="4440238"/>
            <a:ext cx="3095625" cy="2011362"/>
            <a:chOff x="567" y="2477"/>
            <a:chExt cx="1950" cy="1267"/>
          </a:xfrm>
        </p:grpSpPr>
        <p:sp>
          <p:nvSpPr>
            <p:cNvPr id="107532" name="Line 29"/>
            <p:cNvSpPr>
              <a:spLocks noChangeShapeType="1"/>
            </p:cNvSpPr>
            <p:nvPr/>
          </p:nvSpPr>
          <p:spPr bwMode="auto">
            <a:xfrm>
              <a:off x="2210" y="2477"/>
              <a:ext cx="1" cy="289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7533" name="Line 30"/>
            <p:cNvSpPr>
              <a:spLocks noChangeShapeType="1"/>
            </p:cNvSpPr>
            <p:nvPr/>
          </p:nvSpPr>
          <p:spPr bwMode="auto">
            <a:xfrm>
              <a:off x="2210" y="3203"/>
              <a:ext cx="0" cy="227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7534" name="Line 31"/>
            <p:cNvSpPr>
              <a:spLocks noChangeShapeType="1"/>
            </p:cNvSpPr>
            <p:nvPr/>
          </p:nvSpPr>
          <p:spPr bwMode="auto">
            <a:xfrm>
              <a:off x="748" y="3430"/>
              <a:ext cx="1452" cy="0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7535" name="Line 32"/>
            <p:cNvSpPr>
              <a:spLocks noChangeShapeType="1"/>
            </p:cNvSpPr>
            <p:nvPr/>
          </p:nvSpPr>
          <p:spPr bwMode="auto">
            <a:xfrm>
              <a:off x="748" y="2477"/>
              <a:ext cx="1" cy="428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7536" name="Line 33"/>
            <p:cNvSpPr>
              <a:spLocks noChangeShapeType="1"/>
            </p:cNvSpPr>
            <p:nvPr/>
          </p:nvSpPr>
          <p:spPr bwMode="auto">
            <a:xfrm flipH="1">
              <a:off x="748" y="2976"/>
              <a:ext cx="0" cy="454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7537" name="Rectangle 34"/>
            <p:cNvSpPr>
              <a:spLocks noChangeArrowheads="1"/>
            </p:cNvSpPr>
            <p:nvPr/>
          </p:nvSpPr>
          <p:spPr bwMode="auto">
            <a:xfrm>
              <a:off x="1338" y="3475"/>
              <a:ext cx="343" cy="269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eaLnBrk="0" hangingPunct="0"/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R</a:t>
              </a:r>
              <a:endParaRPr lang="en-US" altLang="zh-CN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107538" name="Rectangle 35"/>
            <p:cNvSpPr>
              <a:spLocks noChangeArrowheads="1"/>
            </p:cNvSpPr>
            <p:nvPr/>
          </p:nvSpPr>
          <p:spPr bwMode="auto">
            <a:xfrm>
              <a:off x="2392" y="2886"/>
              <a:ext cx="125" cy="269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0" hangingPunct="0"/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L</a:t>
              </a:r>
              <a:endParaRPr lang="en-US" altLang="zh-CN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107539" name="Rectangle 36"/>
            <p:cNvSpPr>
              <a:spLocks noChangeArrowheads="1"/>
            </p:cNvSpPr>
            <p:nvPr/>
          </p:nvSpPr>
          <p:spPr bwMode="auto">
            <a:xfrm>
              <a:off x="930" y="2795"/>
              <a:ext cx="318" cy="269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eaLnBrk="0" hangingPunct="0"/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C</a:t>
              </a:r>
              <a:endParaRPr lang="en-US" altLang="zh-CN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107540" name="Rectangle 37"/>
            <p:cNvSpPr>
              <a:spLocks noChangeArrowheads="1"/>
            </p:cNvSpPr>
            <p:nvPr/>
          </p:nvSpPr>
          <p:spPr bwMode="auto">
            <a:xfrm>
              <a:off x="567" y="2568"/>
              <a:ext cx="126" cy="269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0" hangingPunct="0"/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+</a:t>
              </a:r>
            </a:p>
          </p:txBody>
        </p:sp>
        <p:sp>
          <p:nvSpPr>
            <p:cNvPr id="107541" name="Rectangle 38"/>
            <p:cNvSpPr>
              <a:spLocks noChangeArrowheads="1"/>
            </p:cNvSpPr>
            <p:nvPr/>
          </p:nvSpPr>
          <p:spPr bwMode="auto">
            <a:xfrm>
              <a:off x="567" y="3022"/>
              <a:ext cx="112" cy="269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0" hangingPunct="0"/>
              <a:r>
                <a:rPr lang="en-US" altLang="zh-CN" b="0">
                  <a:solidFill>
                    <a:schemeClr val="bg1"/>
                  </a:solidFill>
                  <a:latin typeface="宋体" pitchFamily="2" charset="-122"/>
                  <a:ea typeface="宋体" pitchFamily="2" charset="-122"/>
                </a:rPr>
                <a:t>-</a:t>
              </a:r>
            </a:p>
          </p:txBody>
        </p:sp>
        <p:sp>
          <p:nvSpPr>
            <p:cNvPr id="107542" name="Line 39"/>
            <p:cNvSpPr>
              <a:spLocks noChangeShapeType="1"/>
            </p:cNvSpPr>
            <p:nvPr/>
          </p:nvSpPr>
          <p:spPr bwMode="auto">
            <a:xfrm>
              <a:off x="748" y="2477"/>
              <a:ext cx="1452" cy="1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07543" name="Group 40"/>
            <p:cNvGrpSpPr>
              <a:grpSpLocks/>
            </p:cNvGrpSpPr>
            <p:nvPr/>
          </p:nvGrpSpPr>
          <p:grpSpPr bwMode="auto">
            <a:xfrm>
              <a:off x="612" y="2885"/>
              <a:ext cx="240" cy="90"/>
              <a:chOff x="4604" y="2478"/>
              <a:chExt cx="240" cy="90"/>
            </a:xfrm>
          </p:grpSpPr>
          <p:sp>
            <p:nvSpPr>
              <p:cNvPr id="107544" name="Line 41"/>
              <p:cNvSpPr>
                <a:spLocks noChangeShapeType="1"/>
              </p:cNvSpPr>
              <p:nvPr/>
            </p:nvSpPr>
            <p:spPr bwMode="auto">
              <a:xfrm>
                <a:off x="4604" y="2478"/>
                <a:ext cx="240" cy="0"/>
              </a:xfrm>
              <a:prstGeom prst="line">
                <a:avLst/>
              </a:prstGeom>
              <a:noFill/>
              <a:ln w="57150">
                <a:solidFill>
                  <a:srgbClr val="FF99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7545" name="Line 42"/>
              <p:cNvSpPr>
                <a:spLocks noChangeShapeType="1"/>
              </p:cNvSpPr>
              <p:nvPr/>
            </p:nvSpPr>
            <p:spPr bwMode="auto">
              <a:xfrm>
                <a:off x="4604" y="2568"/>
                <a:ext cx="240" cy="0"/>
              </a:xfrm>
              <a:prstGeom prst="line">
                <a:avLst/>
              </a:prstGeom>
              <a:noFill/>
              <a:ln w="57150">
                <a:solidFill>
                  <a:srgbClr val="FF99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107546" name="Group 43"/>
            <p:cNvGrpSpPr>
              <a:grpSpLocks/>
            </p:cNvGrpSpPr>
            <p:nvPr/>
          </p:nvGrpSpPr>
          <p:grpSpPr bwMode="auto">
            <a:xfrm rot="5400000">
              <a:off x="1753" y="2701"/>
              <a:ext cx="499" cy="590"/>
              <a:chOff x="476" y="663"/>
              <a:chExt cx="771" cy="862"/>
            </a:xfrm>
          </p:grpSpPr>
          <p:sp>
            <p:nvSpPr>
              <p:cNvPr id="107547" name="AutoShape 44"/>
              <p:cNvSpPr>
                <a:spLocks noChangeArrowheads="1"/>
              </p:cNvSpPr>
              <p:nvPr/>
            </p:nvSpPr>
            <p:spPr bwMode="auto">
              <a:xfrm>
                <a:off x="476" y="663"/>
                <a:ext cx="317" cy="862"/>
              </a:xfrm>
              <a:custGeom>
                <a:avLst/>
                <a:gdLst/>
                <a:ahLst/>
                <a:cxnLst>
                  <a:cxn ang="0">
                    <a:pos x="2646" y="3717"/>
                  </a:cxn>
                  <a:cxn ang="0">
                    <a:pos x="10800" y="0"/>
                  </a:cxn>
                  <a:cxn ang="0">
                    <a:pos x="18953" y="3717"/>
                  </a:cxn>
                  <a:cxn ang="0">
                    <a:pos x="10799" y="0"/>
                  </a:cxn>
                  <a:cxn ang="0">
                    <a:pos x="2646" y="3717"/>
                  </a:cxn>
                </a:cxnLst>
                <a:rect l="0" t="0" r="r" b="b"/>
                <a:pathLst>
                  <a:path w="21600" h="21600">
                    <a:moveTo>
                      <a:pt x="2646" y="3717"/>
                    </a:moveTo>
                    <a:cubicBezTo>
                      <a:pt x="4698" y="1356"/>
                      <a:pt x="7672" y="-1"/>
                      <a:pt x="10800" y="0"/>
                    </a:cubicBezTo>
                    <a:cubicBezTo>
                      <a:pt x="13927" y="0"/>
                      <a:pt x="16901" y="1356"/>
                      <a:pt x="18953" y="3717"/>
                    </a:cubicBezTo>
                    <a:cubicBezTo>
                      <a:pt x="16901" y="1356"/>
                      <a:pt x="13927" y="-1"/>
                      <a:pt x="10799" y="0"/>
                    </a:cubicBezTo>
                    <a:cubicBezTo>
                      <a:pt x="7672" y="0"/>
                      <a:pt x="4698" y="1356"/>
                      <a:pt x="2646" y="3717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764700"/>
                  </a:gs>
                  <a:gs pos="50000">
                    <a:srgbClr val="FF9900"/>
                  </a:gs>
                  <a:gs pos="100000">
                    <a:srgbClr val="764700"/>
                  </a:gs>
                </a:gsLst>
                <a:lin ang="5400000" scaled="1"/>
              </a:gradFill>
              <a:ln w="38100">
                <a:solidFill>
                  <a:srgbClr val="FF99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7548" name="AutoShape 45"/>
              <p:cNvSpPr>
                <a:spLocks noChangeArrowheads="1"/>
              </p:cNvSpPr>
              <p:nvPr/>
            </p:nvSpPr>
            <p:spPr bwMode="auto">
              <a:xfrm>
                <a:off x="703" y="663"/>
                <a:ext cx="317" cy="862"/>
              </a:xfrm>
              <a:custGeom>
                <a:avLst/>
                <a:gdLst/>
                <a:ahLst/>
                <a:cxnLst>
                  <a:cxn ang="0">
                    <a:pos x="2646" y="3717"/>
                  </a:cxn>
                  <a:cxn ang="0">
                    <a:pos x="10800" y="0"/>
                  </a:cxn>
                  <a:cxn ang="0">
                    <a:pos x="18953" y="3717"/>
                  </a:cxn>
                  <a:cxn ang="0">
                    <a:pos x="10799" y="0"/>
                  </a:cxn>
                  <a:cxn ang="0">
                    <a:pos x="2646" y="3717"/>
                  </a:cxn>
                </a:cxnLst>
                <a:rect l="0" t="0" r="r" b="b"/>
                <a:pathLst>
                  <a:path w="21600" h="21600">
                    <a:moveTo>
                      <a:pt x="2646" y="3717"/>
                    </a:moveTo>
                    <a:cubicBezTo>
                      <a:pt x="4698" y="1356"/>
                      <a:pt x="7672" y="-1"/>
                      <a:pt x="10800" y="0"/>
                    </a:cubicBezTo>
                    <a:cubicBezTo>
                      <a:pt x="13927" y="0"/>
                      <a:pt x="16901" y="1356"/>
                      <a:pt x="18953" y="3717"/>
                    </a:cubicBezTo>
                    <a:cubicBezTo>
                      <a:pt x="16901" y="1356"/>
                      <a:pt x="13927" y="-1"/>
                      <a:pt x="10799" y="0"/>
                    </a:cubicBezTo>
                    <a:cubicBezTo>
                      <a:pt x="7672" y="0"/>
                      <a:pt x="4698" y="1356"/>
                      <a:pt x="2646" y="3717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764700"/>
                  </a:gs>
                  <a:gs pos="50000">
                    <a:srgbClr val="FF9900"/>
                  </a:gs>
                  <a:gs pos="100000">
                    <a:srgbClr val="764700"/>
                  </a:gs>
                </a:gsLst>
                <a:lin ang="5400000" scaled="1"/>
              </a:gradFill>
              <a:ln w="38100">
                <a:solidFill>
                  <a:srgbClr val="FF99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7549" name="AutoShape 46"/>
              <p:cNvSpPr>
                <a:spLocks noChangeArrowheads="1"/>
              </p:cNvSpPr>
              <p:nvPr/>
            </p:nvSpPr>
            <p:spPr bwMode="auto">
              <a:xfrm>
                <a:off x="930" y="663"/>
                <a:ext cx="317" cy="862"/>
              </a:xfrm>
              <a:custGeom>
                <a:avLst/>
                <a:gdLst/>
                <a:ahLst/>
                <a:cxnLst>
                  <a:cxn ang="0">
                    <a:pos x="2646" y="3717"/>
                  </a:cxn>
                  <a:cxn ang="0">
                    <a:pos x="10800" y="0"/>
                  </a:cxn>
                  <a:cxn ang="0">
                    <a:pos x="18953" y="3717"/>
                  </a:cxn>
                  <a:cxn ang="0">
                    <a:pos x="10799" y="0"/>
                  </a:cxn>
                  <a:cxn ang="0">
                    <a:pos x="2646" y="3717"/>
                  </a:cxn>
                </a:cxnLst>
                <a:rect l="0" t="0" r="r" b="b"/>
                <a:pathLst>
                  <a:path w="21600" h="21600">
                    <a:moveTo>
                      <a:pt x="2646" y="3717"/>
                    </a:moveTo>
                    <a:cubicBezTo>
                      <a:pt x="4698" y="1356"/>
                      <a:pt x="7672" y="-1"/>
                      <a:pt x="10800" y="0"/>
                    </a:cubicBezTo>
                    <a:cubicBezTo>
                      <a:pt x="13927" y="0"/>
                      <a:pt x="16901" y="1356"/>
                      <a:pt x="18953" y="3717"/>
                    </a:cubicBezTo>
                    <a:cubicBezTo>
                      <a:pt x="16901" y="1356"/>
                      <a:pt x="13927" y="-1"/>
                      <a:pt x="10799" y="0"/>
                    </a:cubicBezTo>
                    <a:cubicBezTo>
                      <a:pt x="7672" y="0"/>
                      <a:pt x="4698" y="1356"/>
                      <a:pt x="2646" y="3717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764700"/>
                  </a:gs>
                  <a:gs pos="50000">
                    <a:srgbClr val="FF9900"/>
                  </a:gs>
                  <a:gs pos="100000">
                    <a:srgbClr val="764700"/>
                  </a:gs>
                </a:gsLst>
                <a:lin ang="5400000" scaled="1"/>
              </a:gradFill>
              <a:ln w="38100">
                <a:solidFill>
                  <a:srgbClr val="FF99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07550" name="Rectangle 47"/>
            <p:cNvSpPr>
              <a:spLocks noChangeArrowheads="1"/>
            </p:cNvSpPr>
            <p:nvPr/>
          </p:nvSpPr>
          <p:spPr bwMode="auto">
            <a:xfrm>
              <a:off x="1384" y="3339"/>
              <a:ext cx="317" cy="136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</a:gradFill>
            <a:ln w="2857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81296" name="Group 48"/>
          <p:cNvGrpSpPr>
            <a:grpSpLocks/>
          </p:cNvGrpSpPr>
          <p:nvPr/>
        </p:nvGrpSpPr>
        <p:grpSpPr bwMode="auto">
          <a:xfrm>
            <a:off x="1187450" y="4508500"/>
            <a:ext cx="3095625" cy="2011363"/>
            <a:chOff x="567" y="2477"/>
            <a:chExt cx="1950" cy="1267"/>
          </a:xfrm>
        </p:grpSpPr>
        <p:sp>
          <p:nvSpPr>
            <p:cNvPr id="107552" name="Line 49"/>
            <p:cNvSpPr>
              <a:spLocks noChangeShapeType="1"/>
            </p:cNvSpPr>
            <p:nvPr/>
          </p:nvSpPr>
          <p:spPr bwMode="auto">
            <a:xfrm>
              <a:off x="2210" y="2477"/>
              <a:ext cx="1" cy="289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7553" name="Line 50"/>
            <p:cNvSpPr>
              <a:spLocks noChangeShapeType="1"/>
            </p:cNvSpPr>
            <p:nvPr/>
          </p:nvSpPr>
          <p:spPr bwMode="auto">
            <a:xfrm>
              <a:off x="2210" y="3203"/>
              <a:ext cx="0" cy="227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7554" name="Line 51"/>
            <p:cNvSpPr>
              <a:spLocks noChangeShapeType="1"/>
            </p:cNvSpPr>
            <p:nvPr/>
          </p:nvSpPr>
          <p:spPr bwMode="auto">
            <a:xfrm>
              <a:off x="748" y="3430"/>
              <a:ext cx="1452" cy="0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7555" name="Line 52"/>
            <p:cNvSpPr>
              <a:spLocks noChangeShapeType="1"/>
            </p:cNvSpPr>
            <p:nvPr/>
          </p:nvSpPr>
          <p:spPr bwMode="auto">
            <a:xfrm>
              <a:off x="748" y="2477"/>
              <a:ext cx="1" cy="428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7556" name="Line 53"/>
            <p:cNvSpPr>
              <a:spLocks noChangeShapeType="1"/>
            </p:cNvSpPr>
            <p:nvPr/>
          </p:nvSpPr>
          <p:spPr bwMode="auto">
            <a:xfrm flipH="1">
              <a:off x="748" y="2976"/>
              <a:ext cx="0" cy="454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7557" name="Rectangle 54"/>
            <p:cNvSpPr>
              <a:spLocks noChangeArrowheads="1"/>
            </p:cNvSpPr>
            <p:nvPr/>
          </p:nvSpPr>
          <p:spPr bwMode="auto">
            <a:xfrm>
              <a:off x="1338" y="3475"/>
              <a:ext cx="343" cy="269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eaLnBrk="0" hangingPunct="0"/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R</a:t>
              </a:r>
              <a:endParaRPr lang="en-US" altLang="zh-CN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107558" name="Rectangle 55"/>
            <p:cNvSpPr>
              <a:spLocks noChangeArrowheads="1"/>
            </p:cNvSpPr>
            <p:nvPr/>
          </p:nvSpPr>
          <p:spPr bwMode="auto">
            <a:xfrm>
              <a:off x="2392" y="2886"/>
              <a:ext cx="125" cy="269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0" hangingPunct="0"/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L</a:t>
              </a:r>
              <a:endParaRPr lang="en-US" altLang="zh-CN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107559" name="Rectangle 56"/>
            <p:cNvSpPr>
              <a:spLocks noChangeArrowheads="1"/>
            </p:cNvSpPr>
            <p:nvPr/>
          </p:nvSpPr>
          <p:spPr bwMode="auto">
            <a:xfrm>
              <a:off x="930" y="2795"/>
              <a:ext cx="318" cy="269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eaLnBrk="0" hangingPunct="0"/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C</a:t>
              </a:r>
              <a:endParaRPr lang="en-US" altLang="zh-CN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107560" name="Rectangle 57"/>
            <p:cNvSpPr>
              <a:spLocks noChangeArrowheads="1"/>
            </p:cNvSpPr>
            <p:nvPr/>
          </p:nvSpPr>
          <p:spPr bwMode="auto">
            <a:xfrm>
              <a:off x="567" y="2568"/>
              <a:ext cx="126" cy="269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0" hangingPunct="0"/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+</a:t>
              </a:r>
            </a:p>
          </p:txBody>
        </p:sp>
        <p:sp>
          <p:nvSpPr>
            <p:cNvPr id="107561" name="Rectangle 58"/>
            <p:cNvSpPr>
              <a:spLocks noChangeArrowheads="1"/>
            </p:cNvSpPr>
            <p:nvPr/>
          </p:nvSpPr>
          <p:spPr bwMode="auto">
            <a:xfrm>
              <a:off x="567" y="3022"/>
              <a:ext cx="112" cy="269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0" hangingPunct="0"/>
              <a:r>
                <a:rPr lang="en-US" altLang="zh-CN" b="0">
                  <a:solidFill>
                    <a:schemeClr val="bg1"/>
                  </a:solidFill>
                  <a:latin typeface="宋体" pitchFamily="2" charset="-122"/>
                  <a:ea typeface="宋体" pitchFamily="2" charset="-122"/>
                </a:rPr>
                <a:t>-</a:t>
              </a:r>
            </a:p>
          </p:txBody>
        </p:sp>
        <p:sp>
          <p:nvSpPr>
            <p:cNvPr id="107562" name="Line 59"/>
            <p:cNvSpPr>
              <a:spLocks noChangeShapeType="1"/>
            </p:cNvSpPr>
            <p:nvPr/>
          </p:nvSpPr>
          <p:spPr bwMode="auto">
            <a:xfrm>
              <a:off x="748" y="2477"/>
              <a:ext cx="1452" cy="1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07563" name="Group 60"/>
            <p:cNvGrpSpPr>
              <a:grpSpLocks/>
            </p:cNvGrpSpPr>
            <p:nvPr/>
          </p:nvGrpSpPr>
          <p:grpSpPr bwMode="auto">
            <a:xfrm>
              <a:off x="612" y="2885"/>
              <a:ext cx="240" cy="90"/>
              <a:chOff x="4604" y="2478"/>
              <a:chExt cx="240" cy="90"/>
            </a:xfrm>
          </p:grpSpPr>
          <p:sp>
            <p:nvSpPr>
              <p:cNvPr id="107564" name="Line 61"/>
              <p:cNvSpPr>
                <a:spLocks noChangeShapeType="1"/>
              </p:cNvSpPr>
              <p:nvPr/>
            </p:nvSpPr>
            <p:spPr bwMode="auto">
              <a:xfrm>
                <a:off x="4604" y="2478"/>
                <a:ext cx="240" cy="0"/>
              </a:xfrm>
              <a:prstGeom prst="line">
                <a:avLst/>
              </a:prstGeom>
              <a:noFill/>
              <a:ln w="57150">
                <a:solidFill>
                  <a:srgbClr val="FF99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7565" name="Line 62"/>
              <p:cNvSpPr>
                <a:spLocks noChangeShapeType="1"/>
              </p:cNvSpPr>
              <p:nvPr/>
            </p:nvSpPr>
            <p:spPr bwMode="auto">
              <a:xfrm>
                <a:off x="4604" y="2568"/>
                <a:ext cx="240" cy="0"/>
              </a:xfrm>
              <a:prstGeom prst="line">
                <a:avLst/>
              </a:prstGeom>
              <a:noFill/>
              <a:ln w="57150">
                <a:solidFill>
                  <a:srgbClr val="FF99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107566" name="Group 63"/>
            <p:cNvGrpSpPr>
              <a:grpSpLocks/>
            </p:cNvGrpSpPr>
            <p:nvPr/>
          </p:nvGrpSpPr>
          <p:grpSpPr bwMode="auto">
            <a:xfrm rot="5400000">
              <a:off x="1753" y="2701"/>
              <a:ext cx="499" cy="590"/>
              <a:chOff x="476" y="663"/>
              <a:chExt cx="771" cy="862"/>
            </a:xfrm>
          </p:grpSpPr>
          <p:sp>
            <p:nvSpPr>
              <p:cNvPr id="107567" name="AutoShape 64"/>
              <p:cNvSpPr>
                <a:spLocks noChangeArrowheads="1"/>
              </p:cNvSpPr>
              <p:nvPr/>
            </p:nvSpPr>
            <p:spPr bwMode="auto">
              <a:xfrm>
                <a:off x="476" y="663"/>
                <a:ext cx="317" cy="862"/>
              </a:xfrm>
              <a:custGeom>
                <a:avLst/>
                <a:gdLst/>
                <a:ahLst/>
                <a:cxnLst>
                  <a:cxn ang="0">
                    <a:pos x="2646" y="3717"/>
                  </a:cxn>
                  <a:cxn ang="0">
                    <a:pos x="10800" y="0"/>
                  </a:cxn>
                  <a:cxn ang="0">
                    <a:pos x="18953" y="3717"/>
                  </a:cxn>
                  <a:cxn ang="0">
                    <a:pos x="10799" y="0"/>
                  </a:cxn>
                  <a:cxn ang="0">
                    <a:pos x="2646" y="3717"/>
                  </a:cxn>
                </a:cxnLst>
                <a:rect l="0" t="0" r="r" b="b"/>
                <a:pathLst>
                  <a:path w="21600" h="21600">
                    <a:moveTo>
                      <a:pt x="2646" y="3717"/>
                    </a:moveTo>
                    <a:cubicBezTo>
                      <a:pt x="4698" y="1356"/>
                      <a:pt x="7672" y="-1"/>
                      <a:pt x="10800" y="0"/>
                    </a:cubicBezTo>
                    <a:cubicBezTo>
                      <a:pt x="13927" y="0"/>
                      <a:pt x="16901" y="1356"/>
                      <a:pt x="18953" y="3717"/>
                    </a:cubicBezTo>
                    <a:cubicBezTo>
                      <a:pt x="16901" y="1356"/>
                      <a:pt x="13927" y="-1"/>
                      <a:pt x="10799" y="0"/>
                    </a:cubicBezTo>
                    <a:cubicBezTo>
                      <a:pt x="7672" y="0"/>
                      <a:pt x="4698" y="1356"/>
                      <a:pt x="2646" y="3717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764700"/>
                  </a:gs>
                  <a:gs pos="50000">
                    <a:srgbClr val="FF9900"/>
                  </a:gs>
                  <a:gs pos="100000">
                    <a:srgbClr val="764700"/>
                  </a:gs>
                </a:gsLst>
                <a:lin ang="5400000" scaled="1"/>
              </a:gradFill>
              <a:ln w="38100">
                <a:solidFill>
                  <a:srgbClr val="FF99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7568" name="AutoShape 65"/>
              <p:cNvSpPr>
                <a:spLocks noChangeArrowheads="1"/>
              </p:cNvSpPr>
              <p:nvPr/>
            </p:nvSpPr>
            <p:spPr bwMode="auto">
              <a:xfrm>
                <a:off x="703" y="663"/>
                <a:ext cx="317" cy="862"/>
              </a:xfrm>
              <a:custGeom>
                <a:avLst/>
                <a:gdLst/>
                <a:ahLst/>
                <a:cxnLst>
                  <a:cxn ang="0">
                    <a:pos x="2646" y="3717"/>
                  </a:cxn>
                  <a:cxn ang="0">
                    <a:pos x="10800" y="0"/>
                  </a:cxn>
                  <a:cxn ang="0">
                    <a:pos x="18953" y="3717"/>
                  </a:cxn>
                  <a:cxn ang="0">
                    <a:pos x="10799" y="0"/>
                  </a:cxn>
                  <a:cxn ang="0">
                    <a:pos x="2646" y="3717"/>
                  </a:cxn>
                </a:cxnLst>
                <a:rect l="0" t="0" r="r" b="b"/>
                <a:pathLst>
                  <a:path w="21600" h="21600">
                    <a:moveTo>
                      <a:pt x="2646" y="3717"/>
                    </a:moveTo>
                    <a:cubicBezTo>
                      <a:pt x="4698" y="1356"/>
                      <a:pt x="7672" y="-1"/>
                      <a:pt x="10800" y="0"/>
                    </a:cubicBezTo>
                    <a:cubicBezTo>
                      <a:pt x="13927" y="0"/>
                      <a:pt x="16901" y="1356"/>
                      <a:pt x="18953" y="3717"/>
                    </a:cubicBezTo>
                    <a:cubicBezTo>
                      <a:pt x="16901" y="1356"/>
                      <a:pt x="13927" y="-1"/>
                      <a:pt x="10799" y="0"/>
                    </a:cubicBezTo>
                    <a:cubicBezTo>
                      <a:pt x="7672" y="0"/>
                      <a:pt x="4698" y="1356"/>
                      <a:pt x="2646" y="3717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764700"/>
                  </a:gs>
                  <a:gs pos="50000">
                    <a:srgbClr val="FF9900"/>
                  </a:gs>
                  <a:gs pos="100000">
                    <a:srgbClr val="764700"/>
                  </a:gs>
                </a:gsLst>
                <a:lin ang="5400000" scaled="1"/>
              </a:gradFill>
              <a:ln w="38100">
                <a:solidFill>
                  <a:srgbClr val="FF99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7569" name="AutoShape 66"/>
              <p:cNvSpPr>
                <a:spLocks noChangeArrowheads="1"/>
              </p:cNvSpPr>
              <p:nvPr/>
            </p:nvSpPr>
            <p:spPr bwMode="auto">
              <a:xfrm>
                <a:off x="930" y="663"/>
                <a:ext cx="317" cy="862"/>
              </a:xfrm>
              <a:custGeom>
                <a:avLst/>
                <a:gdLst/>
                <a:ahLst/>
                <a:cxnLst>
                  <a:cxn ang="0">
                    <a:pos x="2646" y="3717"/>
                  </a:cxn>
                  <a:cxn ang="0">
                    <a:pos x="10800" y="0"/>
                  </a:cxn>
                  <a:cxn ang="0">
                    <a:pos x="18953" y="3717"/>
                  </a:cxn>
                  <a:cxn ang="0">
                    <a:pos x="10799" y="0"/>
                  </a:cxn>
                  <a:cxn ang="0">
                    <a:pos x="2646" y="3717"/>
                  </a:cxn>
                </a:cxnLst>
                <a:rect l="0" t="0" r="r" b="b"/>
                <a:pathLst>
                  <a:path w="21600" h="21600">
                    <a:moveTo>
                      <a:pt x="2646" y="3717"/>
                    </a:moveTo>
                    <a:cubicBezTo>
                      <a:pt x="4698" y="1356"/>
                      <a:pt x="7672" y="-1"/>
                      <a:pt x="10800" y="0"/>
                    </a:cubicBezTo>
                    <a:cubicBezTo>
                      <a:pt x="13927" y="0"/>
                      <a:pt x="16901" y="1356"/>
                      <a:pt x="18953" y="3717"/>
                    </a:cubicBezTo>
                    <a:cubicBezTo>
                      <a:pt x="16901" y="1356"/>
                      <a:pt x="13927" y="-1"/>
                      <a:pt x="10799" y="0"/>
                    </a:cubicBezTo>
                    <a:cubicBezTo>
                      <a:pt x="7672" y="0"/>
                      <a:pt x="4698" y="1356"/>
                      <a:pt x="2646" y="3717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764700"/>
                  </a:gs>
                  <a:gs pos="50000">
                    <a:srgbClr val="FF9900"/>
                  </a:gs>
                  <a:gs pos="100000">
                    <a:srgbClr val="764700"/>
                  </a:gs>
                </a:gsLst>
                <a:lin ang="5400000" scaled="1"/>
              </a:gradFill>
              <a:ln w="38100">
                <a:solidFill>
                  <a:srgbClr val="FF99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07570" name="Rectangle 67"/>
            <p:cNvSpPr>
              <a:spLocks noChangeArrowheads="1"/>
            </p:cNvSpPr>
            <p:nvPr/>
          </p:nvSpPr>
          <p:spPr bwMode="auto">
            <a:xfrm>
              <a:off x="1384" y="3339"/>
              <a:ext cx="317" cy="136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</a:gradFill>
            <a:ln w="2857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81316" name="AutoShape 68"/>
          <p:cNvSpPr>
            <a:spLocks noChangeArrowheads="1"/>
          </p:cNvSpPr>
          <p:nvPr/>
        </p:nvSpPr>
        <p:spPr bwMode="auto">
          <a:xfrm rot="10800000">
            <a:off x="6732588" y="5016500"/>
            <a:ext cx="720725" cy="503238"/>
          </a:xfrm>
          <a:custGeom>
            <a:avLst/>
            <a:gdLst/>
            <a:ahLst/>
            <a:cxnLst>
              <a:cxn ang="0">
                <a:pos x="16295" y="0"/>
              </a:cxn>
              <a:cxn ang="0">
                <a:pos x="10990" y="6405"/>
              </a:cxn>
              <a:cxn ang="0">
                <a:pos x="15320" y="6405"/>
              </a:cxn>
              <a:cxn ang="0">
                <a:pos x="15320" y="19161"/>
              </a:cxn>
              <a:cxn ang="0">
                <a:pos x="0" y="19161"/>
              </a:cxn>
              <a:cxn ang="0">
                <a:pos x="0" y="21600"/>
              </a:cxn>
              <a:cxn ang="0">
                <a:pos x="17270" y="21600"/>
              </a:cxn>
              <a:cxn ang="0">
                <a:pos x="17270" y="6405"/>
              </a:cxn>
              <a:cxn ang="0">
                <a:pos x="21600" y="6405"/>
              </a:cxn>
              <a:cxn ang="0">
                <a:pos x="16295" y="0"/>
              </a:cxn>
            </a:cxnLst>
            <a:rect l="0" t="0" r="r" b="b"/>
            <a:pathLst>
              <a:path w="21600" h="21600">
                <a:moveTo>
                  <a:pt x="16295" y="0"/>
                </a:moveTo>
                <a:lnTo>
                  <a:pt x="10990" y="6405"/>
                </a:lnTo>
                <a:lnTo>
                  <a:pt x="15320" y="6405"/>
                </a:lnTo>
                <a:lnTo>
                  <a:pt x="15320" y="19161"/>
                </a:lnTo>
                <a:lnTo>
                  <a:pt x="0" y="19161"/>
                </a:lnTo>
                <a:lnTo>
                  <a:pt x="0" y="21600"/>
                </a:lnTo>
                <a:lnTo>
                  <a:pt x="17270" y="21600"/>
                </a:lnTo>
                <a:lnTo>
                  <a:pt x="17270" y="6405"/>
                </a:lnTo>
                <a:lnTo>
                  <a:pt x="21600" y="6405"/>
                </a:lnTo>
                <a:lnTo>
                  <a:pt x="16295" y="0"/>
                </a:lnTo>
                <a:close/>
              </a:path>
            </a:pathLst>
          </a:custGeom>
          <a:solidFill>
            <a:srgbClr val="00CC66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1317" name="AutoShape 69"/>
          <p:cNvSpPr>
            <a:spLocks noChangeArrowheads="1"/>
          </p:cNvSpPr>
          <p:nvPr/>
        </p:nvSpPr>
        <p:spPr bwMode="auto">
          <a:xfrm flipV="1">
            <a:off x="6011863" y="5016500"/>
            <a:ext cx="720725" cy="503238"/>
          </a:xfrm>
          <a:custGeom>
            <a:avLst/>
            <a:gdLst/>
            <a:ahLst/>
            <a:cxnLst>
              <a:cxn ang="0">
                <a:pos x="16295" y="0"/>
              </a:cxn>
              <a:cxn ang="0">
                <a:pos x="10990" y="6405"/>
              </a:cxn>
              <a:cxn ang="0">
                <a:pos x="15320" y="6405"/>
              </a:cxn>
              <a:cxn ang="0">
                <a:pos x="15320" y="19161"/>
              </a:cxn>
              <a:cxn ang="0">
                <a:pos x="0" y="19161"/>
              </a:cxn>
              <a:cxn ang="0">
                <a:pos x="0" y="21600"/>
              </a:cxn>
              <a:cxn ang="0">
                <a:pos x="17270" y="21600"/>
              </a:cxn>
              <a:cxn ang="0">
                <a:pos x="17270" y="6405"/>
              </a:cxn>
              <a:cxn ang="0">
                <a:pos x="21600" y="6405"/>
              </a:cxn>
              <a:cxn ang="0">
                <a:pos x="16295" y="0"/>
              </a:cxn>
            </a:cxnLst>
            <a:rect l="0" t="0" r="r" b="b"/>
            <a:pathLst>
              <a:path w="21600" h="21600">
                <a:moveTo>
                  <a:pt x="16295" y="0"/>
                </a:moveTo>
                <a:lnTo>
                  <a:pt x="10990" y="6405"/>
                </a:lnTo>
                <a:lnTo>
                  <a:pt x="15320" y="6405"/>
                </a:lnTo>
                <a:lnTo>
                  <a:pt x="15320" y="19161"/>
                </a:lnTo>
                <a:lnTo>
                  <a:pt x="0" y="19161"/>
                </a:lnTo>
                <a:lnTo>
                  <a:pt x="0" y="21600"/>
                </a:lnTo>
                <a:lnTo>
                  <a:pt x="17270" y="21600"/>
                </a:lnTo>
                <a:lnTo>
                  <a:pt x="17270" y="6405"/>
                </a:lnTo>
                <a:lnTo>
                  <a:pt x="21600" y="6405"/>
                </a:lnTo>
                <a:lnTo>
                  <a:pt x="16295" y="0"/>
                </a:lnTo>
                <a:close/>
              </a:path>
            </a:pathLst>
          </a:custGeom>
          <a:solidFill>
            <a:srgbClr val="00CC66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1318" name="AutoShape 70"/>
          <p:cNvSpPr>
            <a:spLocks noChangeArrowheads="1"/>
          </p:cNvSpPr>
          <p:nvPr/>
        </p:nvSpPr>
        <p:spPr bwMode="auto">
          <a:xfrm flipV="1">
            <a:off x="2266950" y="5160963"/>
            <a:ext cx="720725" cy="503237"/>
          </a:xfrm>
          <a:custGeom>
            <a:avLst/>
            <a:gdLst/>
            <a:ahLst/>
            <a:cxnLst>
              <a:cxn ang="0">
                <a:pos x="16224" y="0"/>
              </a:cxn>
              <a:cxn ang="0">
                <a:pos x="10847" y="6405"/>
              </a:cxn>
              <a:cxn ang="0">
                <a:pos x="15177" y="6405"/>
              </a:cxn>
              <a:cxn ang="0">
                <a:pos x="15177" y="18982"/>
              </a:cxn>
              <a:cxn ang="0">
                <a:pos x="0" y="18982"/>
              </a:cxn>
              <a:cxn ang="0">
                <a:pos x="0" y="21600"/>
              </a:cxn>
              <a:cxn ang="0">
                <a:pos x="17270" y="21600"/>
              </a:cxn>
              <a:cxn ang="0">
                <a:pos x="17270" y="6405"/>
              </a:cxn>
              <a:cxn ang="0">
                <a:pos x="21600" y="6405"/>
              </a:cxn>
              <a:cxn ang="0">
                <a:pos x="16224" y="0"/>
              </a:cxn>
            </a:cxnLst>
            <a:rect l="0" t="0" r="r" b="b"/>
            <a:pathLst>
              <a:path w="21600" h="21600">
                <a:moveTo>
                  <a:pt x="16224" y="0"/>
                </a:moveTo>
                <a:lnTo>
                  <a:pt x="10847" y="6405"/>
                </a:lnTo>
                <a:lnTo>
                  <a:pt x="15177" y="6405"/>
                </a:lnTo>
                <a:lnTo>
                  <a:pt x="15177" y="18982"/>
                </a:lnTo>
                <a:lnTo>
                  <a:pt x="0" y="18982"/>
                </a:lnTo>
                <a:lnTo>
                  <a:pt x="0" y="21600"/>
                </a:lnTo>
                <a:lnTo>
                  <a:pt x="17270" y="21600"/>
                </a:lnTo>
                <a:lnTo>
                  <a:pt x="17270" y="6405"/>
                </a:lnTo>
                <a:lnTo>
                  <a:pt x="21600" y="6405"/>
                </a:lnTo>
                <a:lnTo>
                  <a:pt x="16224" y="0"/>
                </a:lnTo>
                <a:close/>
              </a:path>
            </a:pathLst>
          </a:custGeom>
          <a:solidFill>
            <a:srgbClr val="00CC66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1319" name="AutoShape 71"/>
          <p:cNvSpPr>
            <a:spLocks noChangeArrowheads="1"/>
          </p:cNvSpPr>
          <p:nvPr/>
        </p:nvSpPr>
        <p:spPr bwMode="auto">
          <a:xfrm>
            <a:off x="2197100" y="4946650"/>
            <a:ext cx="1150938" cy="141288"/>
          </a:xfrm>
          <a:prstGeom prst="rightArrow">
            <a:avLst>
              <a:gd name="adj1" fmla="val 50000"/>
              <a:gd name="adj2" fmla="val 203538"/>
            </a:avLst>
          </a:prstGeom>
          <a:solidFill>
            <a:srgbClr val="00CC66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181324" name="Group 76"/>
          <p:cNvGrpSpPr>
            <a:grpSpLocks/>
          </p:cNvGrpSpPr>
          <p:nvPr/>
        </p:nvGrpSpPr>
        <p:grpSpPr bwMode="auto">
          <a:xfrm>
            <a:off x="2917825" y="547688"/>
            <a:ext cx="5902325" cy="3162300"/>
            <a:chOff x="1838" y="345"/>
            <a:chExt cx="3718" cy="1992"/>
          </a:xfrm>
        </p:grpSpPr>
        <p:grpSp>
          <p:nvGrpSpPr>
            <p:cNvPr id="107576" name="Group 5"/>
            <p:cNvGrpSpPr>
              <a:grpSpLocks/>
            </p:cNvGrpSpPr>
            <p:nvPr/>
          </p:nvGrpSpPr>
          <p:grpSpPr bwMode="auto">
            <a:xfrm>
              <a:off x="1838" y="345"/>
              <a:ext cx="3718" cy="1992"/>
              <a:chOff x="946" y="7"/>
              <a:chExt cx="3718" cy="1992"/>
            </a:xfrm>
          </p:grpSpPr>
          <p:sp>
            <p:nvSpPr>
              <p:cNvPr id="107577" name="Line 6"/>
              <p:cNvSpPr>
                <a:spLocks noChangeShapeType="1"/>
              </p:cNvSpPr>
              <p:nvPr/>
            </p:nvSpPr>
            <p:spPr bwMode="auto">
              <a:xfrm>
                <a:off x="1091" y="1188"/>
                <a:ext cx="3372" cy="0"/>
              </a:xfrm>
              <a:prstGeom prst="line">
                <a:avLst/>
              </a:prstGeom>
              <a:noFill/>
              <a:ln w="28575">
                <a:solidFill>
                  <a:srgbClr val="FFFF00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7578" name="Line 7"/>
              <p:cNvSpPr>
                <a:spLocks noChangeShapeType="1"/>
              </p:cNvSpPr>
              <p:nvPr/>
            </p:nvSpPr>
            <p:spPr bwMode="auto">
              <a:xfrm>
                <a:off x="1323" y="7"/>
                <a:ext cx="0" cy="1992"/>
              </a:xfrm>
              <a:prstGeom prst="line">
                <a:avLst/>
              </a:prstGeom>
              <a:noFill/>
              <a:ln w="28575">
                <a:solidFill>
                  <a:srgbClr val="FFFF00"/>
                </a:solidFill>
                <a:round/>
                <a:headEnd type="triangle" w="med" len="med"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7579" name="Text Box 8"/>
              <p:cNvSpPr txBox="1">
                <a:spLocks noChangeArrowheads="1"/>
              </p:cNvSpPr>
              <p:nvPr/>
            </p:nvSpPr>
            <p:spPr bwMode="auto">
              <a:xfrm>
                <a:off x="4486" y="1182"/>
                <a:ext cx="178" cy="327"/>
              </a:xfrm>
              <a:prstGeom prst="rect">
                <a:avLst/>
              </a:prstGeom>
              <a:noFill/>
              <a:ln w="25400">
                <a:noFill/>
                <a:miter lim="800000"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pPr algn="ctr" eaLnBrk="0" hangingPunct="0"/>
                <a:r>
                  <a:rPr lang="en-US" altLang="zh-CN" b="0" i="1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rPr>
                  <a:t>t</a:t>
                </a:r>
                <a:endPara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endParaRPr>
              </a:p>
            </p:txBody>
          </p:sp>
          <p:sp>
            <p:nvSpPr>
              <p:cNvPr id="107580" name="Freeform 9"/>
              <p:cNvSpPr>
                <a:spLocks noChangeArrowheads="1"/>
              </p:cNvSpPr>
              <p:nvPr/>
            </p:nvSpPr>
            <p:spPr bwMode="auto">
              <a:xfrm>
                <a:off x="1323" y="555"/>
                <a:ext cx="2687" cy="560"/>
              </a:xfrm>
              <a:custGeom>
                <a:avLst/>
                <a:gdLst/>
                <a:ahLst/>
                <a:cxnLst>
                  <a:cxn ang="0">
                    <a:pos x="0" y="8"/>
                  </a:cxn>
                  <a:cxn ang="0">
                    <a:pos x="125" y="8"/>
                  </a:cxn>
                  <a:cxn ang="0">
                    <a:pos x="279" y="56"/>
                  </a:cxn>
                  <a:cxn ang="0">
                    <a:pos x="634" y="181"/>
                  </a:cxn>
                  <a:cxn ang="0">
                    <a:pos x="711" y="210"/>
                  </a:cxn>
                  <a:cxn ang="0">
                    <a:pos x="903" y="267"/>
                  </a:cxn>
                  <a:cxn ang="0">
                    <a:pos x="1152" y="325"/>
                  </a:cxn>
                  <a:cxn ang="0">
                    <a:pos x="1939" y="450"/>
                  </a:cxn>
                  <a:cxn ang="0">
                    <a:pos x="2602" y="517"/>
                  </a:cxn>
                </a:cxnLst>
                <a:rect l="0" t="0" r="r" b="b"/>
                <a:pathLst>
                  <a:path w="2602" h="517">
                    <a:moveTo>
                      <a:pt x="0" y="8"/>
                    </a:moveTo>
                    <a:cubicBezTo>
                      <a:pt x="39" y="4"/>
                      <a:pt x="79" y="0"/>
                      <a:pt x="125" y="8"/>
                    </a:cubicBezTo>
                    <a:cubicBezTo>
                      <a:pt x="171" y="16"/>
                      <a:pt x="194" y="27"/>
                      <a:pt x="279" y="56"/>
                    </a:cubicBezTo>
                    <a:cubicBezTo>
                      <a:pt x="364" y="85"/>
                      <a:pt x="562" y="155"/>
                      <a:pt x="634" y="181"/>
                    </a:cubicBezTo>
                    <a:cubicBezTo>
                      <a:pt x="706" y="207"/>
                      <a:pt x="666" y="196"/>
                      <a:pt x="711" y="210"/>
                    </a:cubicBezTo>
                    <a:cubicBezTo>
                      <a:pt x="756" y="224"/>
                      <a:pt x="830" y="248"/>
                      <a:pt x="903" y="267"/>
                    </a:cubicBezTo>
                    <a:cubicBezTo>
                      <a:pt x="976" y="286"/>
                      <a:pt x="979" y="294"/>
                      <a:pt x="1152" y="325"/>
                    </a:cubicBezTo>
                    <a:cubicBezTo>
                      <a:pt x="1325" y="356"/>
                      <a:pt x="1697" y="418"/>
                      <a:pt x="1939" y="450"/>
                    </a:cubicBezTo>
                    <a:cubicBezTo>
                      <a:pt x="2181" y="482"/>
                      <a:pt x="2492" y="506"/>
                      <a:pt x="2602" y="517"/>
                    </a:cubicBezTo>
                  </a:path>
                </a:pathLst>
              </a:custGeom>
              <a:noFill/>
              <a:ln w="28575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7581" name="Text Box 10"/>
              <p:cNvSpPr txBox="1">
                <a:spLocks noChangeArrowheads="1"/>
              </p:cNvSpPr>
              <p:nvPr/>
            </p:nvSpPr>
            <p:spPr bwMode="auto">
              <a:xfrm>
                <a:off x="946" y="373"/>
                <a:ext cx="354" cy="327"/>
              </a:xfrm>
              <a:prstGeom prst="rect">
                <a:avLst/>
              </a:prstGeom>
              <a:noFill/>
              <a:ln w="25400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eaLnBrk="0" hangingPunct="0"/>
                <a:r>
                  <a:rPr lang="en-US" altLang="zh-CN" b="0" i="1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rPr>
                  <a:t>U</a:t>
                </a:r>
                <a:r>
                  <a:rPr lang="en-US" altLang="zh-CN" b="0" baseline="-250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rPr>
                  <a:t>0</a:t>
                </a:r>
                <a:endPara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endParaRPr>
              </a:p>
            </p:txBody>
          </p:sp>
          <p:sp>
            <p:nvSpPr>
              <p:cNvPr id="107582" name="Text Box 11"/>
              <p:cNvSpPr txBox="1">
                <a:spLocks noChangeArrowheads="1"/>
              </p:cNvSpPr>
              <p:nvPr/>
            </p:nvSpPr>
            <p:spPr bwMode="auto">
              <a:xfrm>
                <a:off x="1781" y="240"/>
                <a:ext cx="329" cy="327"/>
              </a:xfrm>
              <a:prstGeom prst="rect">
                <a:avLst/>
              </a:prstGeom>
              <a:noFill/>
              <a:ln w="25400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eaLnBrk="0" hangingPunct="0"/>
                <a:r>
                  <a:rPr lang="en-US" altLang="zh-CN" b="0" i="1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rPr>
                  <a:t>u</a:t>
                </a:r>
                <a:r>
                  <a:rPr lang="en-US" altLang="zh-CN" b="0" i="1" baseline="-250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rPr>
                  <a:t>C</a:t>
                </a:r>
                <a:endPara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endParaRPr>
              </a:p>
            </p:txBody>
          </p:sp>
        </p:grpSp>
        <p:sp>
          <p:nvSpPr>
            <p:cNvPr id="107583" name="Freeform 12"/>
            <p:cNvSpPr>
              <a:spLocks noChangeArrowheads="1"/>
            </p:cNvSpPr>
            <p:nvPr/>
          </p:nvSpPr>
          <p:spPr bwMode="auto">
            <a:xfrm>
              <a:off x="2215" y="1232"/>
              <a:ext cx="2222" cy="275"/>
            </a:xfrm>
            <a:custGeom>
              <a:avLst/>
              <a:gdLst/>
              <a:ahLst/>
              <a:cxnLst>
                <a:cxn ang="0">
                  <a:pos x="0" y="254"/>
                </a:cxn>
                <a:cxn ang="0">
                  <a:pos x="125" y="101"/>
                </a:cxn>
                <a:cxn ang="0">
                  <a:pos x="336" y="5"/>
                </a:cxn>
                <a:cxn ang="0">
                  <a:pos x="576" y="72"/>
                </a:cxn>
                <a:cxn ang="0">
                  <a:pos x="951" y="158"/>
                </a:cxn>
                <a:cxn ang="0">
                  <a:pos x="1316" y="197"/>
                </a:cxn>
                <a:cxn ang="0">
                  <a:pos x="1661" y="225"/>
                </a:cxn>
                <a:cxn ang="0">
                  <a:pos x="2151" y="245"/>
                </a:cxn>
              </a:cxnLst>
              <a:rect l="0" t="0" r="r" b="b"/>
              <a:pathLst>
                <a:path w="2151" h="254">
                  <a:moveTo>
                    <a:pt x="0" y="254"/>
                  </a:moveTo>
                  <a:cubicBezTo>
                    <a:pt x="21" y="229"/>
                    <a:pt x="69" y="142"/>
                    <a:pt x="125" y="101"/>
                  </a:cubicBezTo>
                  <a:cubicBezTo>
                    <a:pt x="181" y="60"/>
                    <a:pt x="261" y="10"/>
                    <a:pt x="336" y="5"/>
                  </a:cubicBezTo>
                  <a:cubicBezTo>
                    <a:pt x="411" y="0"/>
                    <a:pt x="474" y="47"/>
                    <a:pt x="576" y="72"/>
                  </a:cubicBezTo>
                  <a:cubicBezTo>
                    <a:pt x="678" y="97"/>
                    <a:pt x="828" y="137"/>
                    <a:pt x="951" y="158"/>
                  </a:cubicBezTo>
                  <a:cubicBezTo>
                    <a:pt x="1074" y="179"/>
                    <a:pt x="1198" y="186"/>
                    <a:pt x="1316" y="197"/>
                  </a:cubicBezTo>
                  <a:cubicBezTo>
                    <a:pt x="1434" y="208"/>
                    <a:pt x="1522" y="217"/>
                    <a:pt x="1661" y="225"/>
                  </a:cubicBezTo>
                  <a:cubicBezTo>
                    <a:pt x="1800" y="233"/>
                    <a:pt x="2049" y="241"/>
                    <a:pt x="2151" y="245"/>
                  </a:cubicBezTo>
                </a:path>
              </a:pathLst>
            </a:custGeom>
            <a:noFill/>
            <a:ln w="28575">
              <a:solidFill>
                <a:srgbClr val="00FFFF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7584" name="Freeform 13"/>
            <p:cNvSpPr>
              <a:spLocks noChangeArrowheads="1"/>
            </p:cNvSpPr>
            <p:nvPr/>
          </p:nvSpPr>
          <p:spPr bwMode="auto">
            <a:xfrm>
              <a:off x="2215" y="922"/>
              <a:ext cx="2300" cy="112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01" y="327"/>
                </a:cxn>
                <a:cxn ang="0">
                  <a:pos x="480" y="711"/>
                </a:cxn>
                <a:cxn ang="0">
                  <a:pos x="758" y="999"/>
                </a:cxn>
                <a:cxn ang="0">
                  <a:pos x="979" y="951"/>
                </a:cxn>
                <a:cxn ang="0">
                  <a:pos x="1238" y="768"/>
                </a:cxn>
                <a:cxn ang="0">
                  <a:pos x="1613" y="663"/>
                </a:cxn>
                <a:cxn ang="0">
                  <a:pos x="2227" y="595"/>
                </a:cxn>
              </a:cxnLst>
              <a:rect l="0" t="0" r="r" b="b"/>
              <a:pathLst>
                <a:path w="2227" h="1039">
                  <a:moveTo>
                    <a:pt x="0" y="0"/>
                  </a:moveTo>
                  <a:cubicBezTo>
                    <a:pt x="34" y="55"/>
                    <a:pt x="121" y="209"/>
                    <a:pt x="201" y="327"/>
                  </a:cubicBezTo>
                  <a:cubicBezTo>
                    <a:pt x="281" y="445"/>
                    <a:pt x="387" y="599"/>
                    <a:pt x="480" y="711"/>
                  </a:cubicBezTo>
                  <a:cubicBezTo>
                    <a:pt x="573" y="823"/>
                    <a:pt x="675" y="959"/>
                    <a:pt x="758" y="999"/>
                  </a:cubicBezTo>
                  <a:cubicBezTo>
                    <a:pt x="841" y="1039"/>
                    <a:pt x="899" y="989"/>
                    <a:pt x="979" y="951"/>
                  </a:cubicBezTo>
                  <a:cubicBezTo>
                    <a:pt x="1059" y="913"/>
                    <a:pt x="1132" y="816"/>
                    <a:pt x="1238" y="768"/>
                  </a:cubicBezTo>
                  <a:cubicBezTo>
                    <a:pt x="1344" y="720"/>
                    <a:pt x="1448" y="692"/>
                    <a:pt x="1613" y="663"/>
                  </a:cubicBezTo>
                  <a:cubicBezTo>
                    <a:pt x="1778" y="634"/>
                    <a:pt x="2125" y="606"/>
                    <a:pt x="2227" y="595"/>
                  </a:cubicBezTo>
                </a:path>
              </a:pathLst>
            </a:custGeom>
            <a:noFill/>
            <a:ln w="28575">
              <a:solidFill>
                <a:srgbClr val="66FF66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7585" name="Text Box 14"/>
            <p:cNvSpPr txBox="1">
              <a:spLocks noChangeArrowheads="1"/>
            </p:cNvSpPr>
            <p:nvPr/>
          </p:nvSpPr>
          <p:spPr bwMode="auto">
            <a:xfrm>
              <a:off x="2404" y="1440"/>
              <a:ext cx="288" cy="32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t</a:t>
              </a:r>
              <a:r>
                <a:rPr lang="en-US" altLang="zh-CN" b="0" i="1" baseline="-2500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m</a:t>
              </a:r>
              <a:endParaRPr lang="en-US" altLang="zh-CN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107586" name="Text Box 15"/>
            <p:cNvSpPr txBox="1">
              <a:spLocks noChangeArrowheads="1"/>
            </p:cNvSpPr>
            <p:nvPr/>
          </p:nvSpPr>
          <p:spPr bwMode="auto">
            <a:xfrm>
              <a:off x="2893" y="1475"/>
              <a:ext cx="400" cy="32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2</a:t>
              </a:r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t</a:t>
              </a:r>
              <a:r>
                <a:rPr lang="en-US" altLang="zh-CN" b="0" i="1" baseline="-2500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m</a:t>
              </a:r>
              <a:endParaRPr lang="en-US" altLang="zh-CN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107587" name="Text Box 16"/>
            <p:cNvSpPr txBox="1">
              <a:spLocks noChangeArrowheads="1"/>
            </p:cNvSpPr>
            <p:nvPr/>
          </p:nvSpPr>
          <p:spPr bwMode="auto">
            <a:xfrm>
              <a:off x="3563" y="1728"/>
              <a:ext cx="313" cy="32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u</a:t>
              </a:r>
              <a:r>
                <a:rPr lang="en-US" altLang="zh-CN" b="0" i="1" baseline="-2500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L</a:t>
              </a:r>
              <a:endParaRPr lang="en-US" altLang="zh-CN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107588" name="Text Box 17"/>
            <p:cNvSpPr txBox="1">
              <a:spLocks noChangeArrowheads="1"/>
            </p:cNvSpPr>
            <p:nvPr/>
          </p:nvSpPr>
          <p:spPr bwMode="auto">
            <a:xfrm>
              <a:off x="2653" y="981"/>
              <a:ext cx="372" cy="32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0" hangingPunct="0"/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i</a:t>
              </a:r>
              <a:r>
                <a:rPr lang="en-US" altLang="zh-CN" b="0" i="1" baseline="-2500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C</a:t>
              </a:r>
              <a:endParaRPr lang="en-US" altLang="zh-CN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107589" name="Line 20"/>
            <p:cNvSpPr>
              <a:spLocks noChangeShapeType="1"/>
            </p:cNvSpPr>
            <p:nvPr/>
          </p:nvSpPr>
          <p:spPr bwMode="auto">
            <a:xfrm flipV="1">
              <a:off x="2606" y="1237"/>
              <a:ext cx="0" cy="288"/>
            </a:xfrm>
            <a:prstGeom prst="line">
              <a:avLst/>
            </a:prstGeom>
            <a:noFill/>
            <a:ln w="38100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7590" name="Line 21"/>
            <p:cNvSpPr>
              <a:spLocks noChangeShapeType="1"/>
            </p:cNvSpPr>
            <p:nvPr/>
          </p:nvSpPr>
          <p:spPr bwMode="auto">
            <a:xfrm>
              <a:off x="3038" y="1525"/>
              <a:ext cx="0" cy="528"/>
            </a:xfrm>
            <a:prstGeom prst="line">
              <a:avLst/>
            </a:prstGeom>
            <a:noFill/>
            <a:ln w="38100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7591" name="Text Box 72"/>
            <p:cNvSpPr txBox="1">
              <a:spLocks noChangeArrowheads="1"/>
            </p:cNvSpPr>
            <p:nvPr/>
          </p:nvSpPr>
          <p:spPr bwMode="auto">
            <a:xfrm>
              <a:off x="1974" y="1525"/>
              <a:ext cx="226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仿宋_GB2312" pitchFamily="49" charset="-122"/>
                </a:rPr>
                <a:t>0</a:t>
              </a:r>
            </a:p>
          </p:txBody>
        </p:sp>
      </p:grpSp>
      <p:grpSp>
        <p:nvGrpSpPr>
          <p:cNvPr id="107592" name="Group 73"/>
          <p:cNvGrpSpPr>
            <a:grpSpLocks/>
          </p:cNvGrpSpPr>
          <p:nvPr/>
        </p:nvGrpSpPr>
        <p:grpSpPr bwMode="auto">
          <a:xfrm>
            <a:off x="6588125" y="6446838"/>
            <a:ext cx="792163" cy="366712"/>
            <a:chOff x="4649" y="4020"/>
            <a:chExt cx="499" cy="231"/>
          </a:xfrm>
        </p:grpSpPr>
        <p:pic>
          <p:nvPicPr>
            <p:cNvPr id="107593" name="Picture 74" descr="78900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07594" name="Text Box 75">
              <a:hlinkClick r:id="rId3" action="ppaction://hlinksldjump"/>
            </p:cNvPr>
            <p:cNvSpPr txBox="1">
              <a:spLocks noChangeArrowheads="1"/>
            </p:cNvSpPr>
            <p:nvPr/>
          </p:nvSpPr>
          <p:spPr bwMode="auto"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0">
                  <a:solidFill>
                    <a:schemeClr val="bg1"/>
                  </a:solidFill>
                  <a:latin typeface="隶书" pitchFamily="49" charset="-122"/>
                  <a:ea typeface="隶书" pitchFamily="49" charset="-122"/>
                </a:rPr>
                <a:t>返 回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812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813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500"/>
                                        <p:tgtEl>
                                          <p:spTgt spid="1812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812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813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1813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7" dur="500"/>
                                        <p:tgtEl>
                                          <p:spTgt spid="1812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1812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1813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00"/>
                            </p:stCondLst>
                            <p:childTnLst>
                              <p:par>
                                <p:cTn id="4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1" dur="500"/>
                                        <p:tgtEl>
                                          <p:spTgt spid="1813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1250" grpId="0"/>
      <p:bldP spid="181266" grpId="0" build="p"/>
      <p:bldP spid="181267" grpId="0" build="p"/>
      <p:bldP spid="181319" grpId="0" animBg="1"/>
    </p:bld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2274" name="Object 2"/>
          <p:cNvGraphicFramePr>
            <a:graphicFrameLocks noChangeAspect="1"/>
          </p:cNvGraphicFramePr>
          <p:nvPr/>
        </p:nvGraphicFramePr>
        <p:xfrm>
          <a:off x="611188" y="692150"/>
          <a:ext cx="2643187" cy="1106488"/>
        </p:xfrm>
        <a:graphic>
          <a:graphicData uri="http://schemas.openxmlformats.org/presentationml/2006/ole">
            <p:oleObj spid="_x0000_s108545" r:id="rId3" imgW="1065960" imgH="438120" progId="Equation.3">
              <p:embed/>
            </p:oleObj>
          </a:graphicData>
        </a:graphic>
      </p:graphicFrame>
      <p:graphicFrame>
        <p:nvGraphicFramePr>
          <p:cNvPr id="182275" name="Object 3"/>
          <p:cNvGraphicFramePr>
            <a:graphicFrameLocks noChangeAspect="1"/>
          </p:cNvGraphicFramePr>
          <p:nvPr/>
        </p:nvGraphicFramePr>
        <p:xfrm>
          <a:off x="3708400" y="549275"/>
          <a:ext cx="4183063" cy="1079500"/>
        </p:xfrm>
        <a:graphic>
          <a:graphicData uri="http://schemas.openxmlformats.org/presentationml/2006/ole">
            <p:oleObj spid="_x0000_s108546" r:id="rId4" imgW="1738080" imgH="438120" progId="Equation.3">
              <p:embed/>
            </p:oleObj>
          </a:graphicData>
        </a:graphic>
      </p:graphicFrame>
      <p:graphicFrame>
        <p:nvGraphicFramePr>
          <p:cNvPr id="182276" name="Object 4"/>
          <p:cNvGraphicFramePr>
            <a:graphicFrameLocks noChangeAspect="1"/>
          </p:cNvGraphicFramePr>
          <p:nvPr/>
        </p:nvGraphicFramePr>
        <p:xfrm>
          <a:off x="5940425" y="3213100"/>
          <a:ext cx="2852738" cy="546100"/>
        </p:xfrm>
        <a:graphic>
          <a:graphicData uri="http://schemas.openxmlformats.org/presentationml/2006/ole">
            <p:oleObj spid="_x0000_s108547" r:id="rId5" imgW="1077480" imgH="196200" progId="Equation.3">
              <p:embed/>
            </p:oleObj>
          </a:graphicData>
        </a:graphic>
      </p:graphicFrame>
      <p:graphicFrame>
        <p:nvGraphicFramePr>
          <p:cNvPr id="182277" name="Object 5"/>
          <p:cNvGraphicFramePr>
            <a:graphicFrameLocks noChangeAspect="1"/>
          </p:cNvGraphicFramePr>
          <p:nvPr/>
        </p:nvGraphicFramePr>
        <p:xfrm>
          <a:off x="684213" y="2133600"/>
          <a:ext cx="7635875" cy="958850"/>
        </p:xfrm>
        <a:graphic>
          <a:graphicData uri="http://schemas.openxmlformats.org/presentationml/2006/ole">
            <p:oleObj spid="_x0000_s108548" r:id="rId6" imgW="3592080" imgH="438120" progId="Equation.3">
              <p:embed/>
            </p:oleObj>
          </a:graphicData>
        </a:graphic>
      </p:graphicFrame>
      <p:graphicFrame>
        <p:nvGraphicFramePr>
          <p:cNvPr id="182278" name="Object 6"/>
          <p:cNvGraphicFramePr>
            <a:graphicFrameLocks noChangeAspect="1"/>
          </p:cNvGraphicFramePr>
          <p:nvPr/>
        </p:nvGraphicFramePr>
        <p:xfrm>
          <a:off x="539750" y="3213100"/>
          <a:ext cx="5170488" cy="579438"/>
        </p:xfrm>
        <a:graphic>
          <a:graphicData uri="http://schemas.openxmlformats.org/presentationml/2006/ole">
            <p:oleObj spid="_x0000_s108549" r:id="rId7" imgW="2468160" imgH="265320" progId="Equation.3">
              <p:embed/>
            </p:oleObj>
          </a:graphicData>
        </a:graphic>
      </p:graphicFrame>
      <p:sp>
        <p:nvSpPr>
          <p:cNvPr id="182279" name="Rectangle 7"/>
          <p:cNvSpPr>
            <a:spLocks noChangeArrowheads="1"/>
          </p:cNvSpPr>
          <p:nvPr/>
        </p:nvSpPr>
        <p:spPr bwMode="auto">
          <a:xfrm>
            <a:off x="684213" y="3789363"/>
            <a:ext cx="2782887" cy="579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altLang="zh-CN" sz="3200" b="0" i="1">
                <a:latin typeface="Times New Roman" pitchFamily="18" charset="0"/>
              </a:rPr>
              <a:t>u</a:t>
            </a:r>
            <a:r>
              <a:rPr lang="en-US" altLang="zh-CN" sz="3200" b="0" i="1" baseline="-25000">
                <a:latin typeface="Times New Roman" pitchFamily="18" charset="0"/>
              </a:rPr>
              <a:t>c</a:t>
            </a:r>
            <a:r>
              <a:rPr lang="en-US" altLang="zh-CN" sz="3200" b="0" i="1" baseline="-25000">
                <a:latin typeface="楷体_GB2312" pitchFamily="49" charset="-122"/>
              </a:rPr>
              <a:t> </a:t>
            </a:r>
            <a:r>
              <a:rPr lang="zh-CN" altLang="en-US">
                <a:latin typeface="楷体_GB2312" pitchFamily="49" charset="-122"/>
              </a:rPr>
              <a:t>的解答形式：</a:t>
            </a:r>
          </a:p>
        </p:txBody>
      </p:sp>
      <p:graphicFrame>
        <p:nvGraphicFramePr>
          <p:cNvPr id="182280" name="Object 8"/>
          <p:cNvGraphicFramePr>
            <a:graphicFrameLocks noChangeAspect="1"/>
          </p:cNvGraphicFramePr>
          <p:nvPr/>
        </p:nvGraphicFramePr>
        <p:xfrm>
          <a:off x="595313" y="4365625"/>
          <a:ext cx="8242300" cy="684213"/>
        </p:xfrm>
        <a:graphic>
          <a:graphicData uri="http://schemas.openxmlformats.org/presentationml/2006/ole">
            <p:oleObj spid="_x0000_s108551" r:id="rId8" imgW="2838960" imgH="219240" progId="Equation.3">
              <p:embed/>
            </p:oleObj>
          </a:graphicData>
        </a:graphic>
      </p:graphicFrame>
      <p:sp>
        <p:nvSpPr>
          <p:cNvPr id="182281" name="Text Box 9"/>
          <p:cNvSpPr txBox="1">
            <a:spLocks noChangeArrowheads="1"/>
          </p:cNvSpPr>
          <p:nvPr/>
        </p:nvSpPr>
        <p:spPr bwMode="auto">
          <a:xfrm>
            <a:off x="611188" y="5300663"/>
            <a:ext cx="1962150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zh-CN" altLang="en-US">
                <a:latin typeface="Times New Roman" pitchFamily="18" charset="0"/>
              </a:rPr>
              <a:t>经常写为：</a:t>
            </a:r>
          </a:p>
        </p:txBody>
      </p:sp>
      <p:graphicFrame>
        <p:nvGraphicFramePr>
          <p:cNvPr id="182282" name="Object 10"/>
          <p:cNvGraphicFramePr>
            <a:graphicFrameLocks noChangeAspect="1"/>
          </p:cNvGraphicFramePr>
          <p:nvPr/>
        </p:nvGraphicFramePr>
        <p:xfrm>
          <a:off x="2728913" y="5229225"/>
          <a:ext cx="5341937" cy="858838"/>
        </p:xfrm>
        <a:graphic>
          <a:graphicData uri="http://schemas.openxmlformats.org/presentationml/2006/ole">
            <p:oleObj spid="_x0000_s108553" r:id="rId9" imgW="1574800" imgH="254000" progId="Equation.3">
              <p:embed/>
            </p:oleObj>
          </a:graphicData>
        </a:graphic>
      </p:graphicFrame>
      <p:grpSp>
        <p:nvGrpSpPr>
          <p:cNvPr id="108554" name="Group 11"/>
          <p:cNvGrpSpPr>
            <a:grpSpLocks/>
          </p:cNvGrpSpPr>
          <p:nvPr/>
        </p:nvGrpSpPr>
        <p:grpSpPr bwMode="auto"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108555" name="Picture 12" descr="78900"/>
            <p:cNvPicPr>
              <a:picLocks noChangeAspect="1" noChangeArrowheads="1"/>
            </p:cNvPicPr>
            <p:nvPr/>
          </p:nvPicPr>
          <p:blipFill>
            <a:blip r:embed="rId10"/>
            <a:srcRect/>
            <a:stretch>
              <a:fillRect/>
            </a:stretch>
          </p:blipFill>
          <p:spPr bwMode="auto"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08556" name="Text Box 13">
              <a:hlinkClick r:id="" action="ppaction://hlinkshowjump?jump=nextslide"/>
            </p:cNvPr>
            <p:cNvSpPr txBox="1">
              <a:spLocks noChangeArrowheads="1"/>
            </p:cNvSpPr>
            <p:nvPr/>
          </p:nvSpPr>
          <p:spPr bwMode="auto"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0">
                  <a:solidFill>
                    <a:schemeClr val="bg1"/>
                  </a:solidFill>
                  <a:latin typeface="隶书" pitchFamily="49" charset="-122"/>
                  <a:ea typeface="隶书" pitchFamily="49" charset="-122"/>
                </a:rPr>
                <a:t>下 页</a:t>
              </a:r>
            </a:p>
          </p:txBody>
        </p:sp>
      </p:grpSp>
      <p:grpSp>
        <p:nvGrpSpPr>
          <p:cNvPr id="108557" name="Group 14"/>
          <p:cNvGrpSpPr>
            <a:grpSpLocks/>
          </p:cNvGrpSpPr>
          <p:nvPr/>
        </p:nvGrpSpPr>
        <p:grpSpPr bwMode="auto">
          <a:xfrm>
            <a:off x="7453313" y="6446838"/>
            <a:ext cx="792162" cy="366712"/>
            <a:chOff x="4649" y="4020"/>
            <a:chExt cx="499" cy="231"/>
          </a:xfrm>
        </p:grpSpPr>
        <p:pic>
          <p:nvPicPr>
            <p:cNvPr id="108558" name="Picture 15" descr="78900"/>
            <p:cNvPicPr>
              <a:picLocks noChangeAspect="1" noChangeArrowheads="1"/>
            </p:cNvPicPr>
            <p:nvPr/>
          </p:nvPicPr>
          <p:blipFill>
            <a:blip r:embed="rId10"/>
            <a:srcRect/>
            <a:stretch>
              <a:fillRect/>
            </a:stretch>
          </p:blipFill>
          <p:spPr bwMode="auto"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08559" name="Text Box 16">
              <a:hlinkClick r:id="" action="ppaction://hlinkshowjump?jump=previousslide"/>
            </p:cNvPr>
            <p:cNvSpPr txBox="1">
              <a:spLocks noChangeArrowheads="1"/>
            </p:cNvSpPr>
            <p:nvPr/>
          </p:nvSpPr>
          <p:spPr bwMode="auto"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0">
                  <a:solidFill>
                    <a:schemeClr val="bg1"/>
                  </a:solidFill>
                  <a:latin typeface="隶书" pitchFamily="49" charset="-122"/>
                  <a:ea typeface="隶书" pitchFamily="49" charset="-122"/>
                </a:rPr>
                <a:t>上 页</a:t>
              </a:r>
            </a:p>
          </p:txBody>
        </p:sp>
      </p:grpSp>
      <p:sp>
        <p:nvSpPr>
          <p:cNvPr id="182289" name="AutoShape 17" descr="羊皮纸"/>
          <p:cNvSpPr>
            <a:spLocks noChangeArrowheads="1"/>
          </p:cNvSpPr>
          <p:nvPr/>
        </p:nvSpPr>
        <p:spPr bwMode="auto">
          <a:xfrm>
            <a:off x="6948488" y="1844675"/>
            <a:ext cx="1871662" cy="504825"/>
          </a:xfrm>
          <a:prstGeom prst="wedgeRoundRectCallout">
            <a:avLst>
              <a:gd name="adj1" fmla="val -118787"/>
              <a:gd name="adj2" fmla="val -122954"/>
              <a:gd name="adj3" fmla="val 16667"/>
            </a:avLst>
          </a:prstGeom>
          <a:blipFill dpi="0" rotWithShape="1">
            <a:blip r:embed="rId11"/>
            <a:srcRect/>
            <a:tile tx="0" ty="0" sx="100000" sy="100000" flip="none" algn="tl"/>
          </a:blipFill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zh-CN" altLang="en-US">
                <a:solidFill>
                  <a:schemeClr val="tx1"/>
                </a:solidFill>
              </a:rPr>
              <a:t>共轭复根</a:t>
            </a:r>
          </a:p>
        </p:txBody>
      </p:sp>
      <p:grpSp>
        <p:nvGrpSpPr>
          <p:cNvPr id="108561" name="Group 18"/>
          <p:cNvGrpSpPr>
            <a:grpSpLocks/>
          </p:cNvGrpSpPr>
          <p:nvPr/>
        </p:nvGrpSpPr>
        <p:grpSpPr bwMode="auto">
          <a:xfrm>
            <a:off x="6588125" y="6446838"/>
            <a:ext cx="792163" cy="366712"/>
            <a:chOff x="4649" y="4020"/>
            <a:chExt cx="499" cy="231"/>
          </a:xfrm>
        </p:grpSpPr>
        <p:pic>
          <p:nvPicPr>
            <p:cNvPr id="108562" name="Picture 19" descr="78900"/>
            <p:cNvPicPr>
              <a:picLocks noChangeAspect="1" noChangeArrowheads="1"/>
            </p:cNvPicPr>
            <p:nvPr/>
          </p:nvPicPr>
          <p:blipFill>
            <a:blip r:embed="rId10"/>
            <a:srcRect/>
            <a:stretch>
              <a:fillRect/>
            </a:stretch>
          </p:blipFill>
          <p:spPr bwMode="auto"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08563" name="Text Box 20">
              <a:hlinkClick r:id="rId12" action="ppaction://hlinksldjump"/>
            </p:cNvPr>
            <p:cNvSpPr txBox="1">
              <a:spLocks noChangeArrowheads="1"/>
            </p:cNvSpPr>
            <p:nvPr/>
          </p:nvSpPr>
          <p:spPr bwMode="auto"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0">
                  <a:solidFill>
                    <a:schemeClr val="bg1"/>
                  </a:solidFill>
                  <a:latin typeface="隶书" pitchFamily="49" charset="-122"/>
                  <a:ea typeface="隶书" pitchFamily="49" charset="-122"/>
                </a:rPr>
                <a:t>返 回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22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22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2000"/>
                                        <p:tgtEl>
                                          <p:spTgt spid="1822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000"/>
                            </p:stCondLst>
                            <p:childTnLst>
                              <p:par>
                                <p:cTn id="15" presetID="2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7" dur="2000"/>
                                        <p:tgtEl>
                                          <p:spTgt spid="1822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2000"/>
                                        <p:tgtEl>
                                          <p:spTgt spid="1822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2000"/>
                                        <p:tgtEl>
                                          <p:spTgt spid="1822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2000"/>
                                        <p:tgtEl>
                                          <p:spTgt spid="1822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822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822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2000"/>
                                        <p:tgtEl>
                                          <p:spTgt spid="1822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822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822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2000"/>
                                        <p:tgtEl>
                                          <p:spTgt spid="1822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2279" grpId="0"/>
      <p:bldP spid="182281" grpId="0"/>
      <p:bldP spid="182289" grpId="0" animBg="1"/>
    </p:bld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3298" name="Object 2"/>
          <p:cNvGraphicFramePr>
            <a:graphicFrameLocks noChangeAspect="1"/>
          </p:cNvGraphicFramePr>
          <p:nvPr/>
        </p:nvGraphicFramePr>
        <p:xfrm>
          <a:off x="223838" y="1773238"/>
          <a:ext cx="8524875" cy="1589087"/>
        </p:xfrm>
        <a:graphic>
          <a:graphicData uri="http://schemas.openxmlformats.org/presentationml/2006/ole">
            <p:oleObj spid="_x0000_s109569" r:id="rId3" imgW="3650040" imgH="668880" progId="Equation.3">
              <p:embed/>
            </p:oleObj>
          </a:graphicData>
        </a:graphic>
      </p:graphicFrame>
      <p:graphicFrame>
        <p:nvGraphicFramePr>
          <p:cNvPr id="183299" name="Object 3"/>
          <p:cNvGraphicFramePr>
            <a:graphicFrameLocks noChangeAspect="1"/>
          </p:cNvGraphicFramePr>
          <p:nvPr/>
        </p:nvGraphicFramePr>
        <p:xfrm>
          <a:off x="827088" y="3644900"/>
          <a:ext cx="4103687" cy="1027113"/>
        </p:xfrm>
        <a:graphic>
          <a:graphicData uri="http://schemas.openxmlformats.org/presentationml/2006/ole">
            <p:oleObj spid="_x0000_s109570" r:id="rId4" imgW="1749600" imgH="426600" progId="Equation.3">
              <p:embed/>
            </p:oleObj>
          </a:graphicData>
        </a:graphic>
      </p:graphicFrame>
      <p:grpSp>
        <p:nvGrpSpPr>
          <p:cNvPr id="183300" name="Group 4"/>
          <p:cNvGrpSpPr>
            <a:grpSpLocks/>
          </p:cNvGrpSpPr>
          <p:nvPr/>
        </p:nvGrpSpPr>
        <p:grpSpPr bwMode="auto">
          <a:xfrm>
            <a:off x="6227763" y="3213100"/>
            <a:ext cx="1693862" cy="1914525"/>
            <a:chOff x="4059" y="1888"/>
            <a:chExt cx="1067" cy="1206"/>
          </a:xfrm>
        </p:grpSpPr>
        <p:sp>
          <p:nvSpPr>
            <p:cNvPr id="109572" name="Line 5"/>
            <p:cNvSpPr>
              <a:spLocks noChangeShapeType="1"/>
            </p:cNvSpPr>
            <p:nvPr/>
          </p:nvSpPr>
          <p:spPr bwMode="auto">
            <a:xfrm>
              <a:off x="4873" y="1888"/>
              <a:ext cx="0" cy="864"/>
            </a:xfrm>
            <a:prstGeom prst="line">
              <a:avLst/>
            </a:prstGeom>
            <a:noFill/>
            <a:ln w="28575">
              <a:solidFill>
                <a:srgbClr val="FFFF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9573" name="Line 6"/>
            <p:cNvSpPr>
              <a:spLocks noChangeShapeType="1"/>
            </p:cNvSpPr>
            <p:nvPr/>
          </p:nvSpPr>
          <p:spPr bwMode="auto">
            <a:xfrm>
              <a:off x="4153" y="2800"/>
              <a:ext cx="720" cy="0"/>
            </a:xfrm>
            <a:prstGeom prst="line">
              <a:avLst/>
            </a:prstGeom>
            <a:noFill/>
            <a:ln w="28575">
              <a:solidFill>
                <a:srgbClr val="FFFF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9574" name="Line 7"/>
            <p:cNvSpPr>
              <a:spLocks noChangeShapeType="1"/>
            </p:cNvSpPr>
            <p:nvPr/>
          </p:nvSpPr>
          <p:spPr bwMode="auto">
            <a:xfrm flipH="1">
              <a:off x="4153" y="1888"/>
              <a:ext cx="720" cy="912"/>
            </a:xfrm>
            <a:prstGeom prst="line">
              <a:avLst/>
            </a:prstGeom>
            <a:noFill/>
            <a:ln w="28575">
              <a:solidFill>
                <a:srgbClr val="FFFF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9575" name="Freeform 8"/>
            <p:cNvSpPr>
              <a:spLocks noChangeArrowheads="1"/>
            </p:cNvSpPr>
            <p:nvPr/>
          </p:nvSpPr>
          <p:spPr bwMode="auto">
            <a:xfrm>
              <a:off x="4873" y="2704"/>
              <a:ext cx="1" cy="12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120"/>
                </a:cxn>
              </a:cxnLst>
              <a:rect l="0" t="0" r="r" b="b"/>
              <a:pathLst>
                <a:path w="1" h="120">
                  <a:moveTo>
                    <a:pt x="0" y="0"/>
                  </a:moveTo>
                  <a:lnTo>
                    <a:pt x="0" y="120"/>
                  </a:lnTo>
                </a:path>
              </a:pathLst>
            </a:custGeom>
            <a:noFill/>
            <a:ln w="38100">
              <a:solidFill>
                <a:srgbClr val="FFFF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9576" name="Text Box 9"/>
            <p:cNvSpPr txBox="1">
              <a:spLocks noChangeArrowheads="1"/>
            </p:cNvSpPr>
            <p:nvPr/>
          </p:nvSpPr>
          <p:spPr bwMode="auto">
            <a:xfrm>
              <a:off x="4441" y="2767"/>
              <a:ext cx="341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δ</a:t>
              </a:r>
              <a:endParaRPr lang="en-US" altLang="zh-CN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109577" name="Text Box 10"/>
            <p:cNvSpPr txBox="1">
              <a:spLocks noChangeArrowheads="1"/>
            </p:cNvSpPr>
            <p:nvPr/>
          </p:nvSpPr>
          <p:spPr bwMode="auto">
            <a:xfrm>
              <a:off x="4785" y="2160"/>
              <a:ext cx="341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ω</a:t>
              </a:r>
              <a:endParaRPr lang="en-US" altLang="zh-CN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109578" name="Text Box 11"/>
            <p:cNvSpPr txBox="1">
              <a:spLocks noChangeArrowheads="1"/>
            </p:cNvSpPr>
            <p:nvPr/>
          </p:nvSpPr>
          <p:spPr bwMode="auto">
            <a:xfrm>
              <a:off x="4059" y="2069"/>
              <a:ext cx="612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0" hangingPunct="0"/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ω</a:t>
              </a:r>
              <a:r>
                <a:rPr lang="en-US" altLang="zh-CN" b="0" baseline="-2500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0</a:t>
              </a:r>
              <a:endParaRPr lang="en-US" altLang="zh-CN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109579" name="Freeform 12"/>
            <p:cNvSpPr>
              <a:spLocks noChangeArrowheads="1"/>
            </p:cNvSpPr>
            <p:nvPr/>
          </p:nvSpPr>
          <p:spPr bwMode="auto">
            <a:xfrm>
              <a:off x="4297" y="2608"/>
              <a:ext cx="80" cy="192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72" y="108"/>
                </a:cxn>
                <a:cxn ang="0">
                  <a:pos x="48" y="192"/>
                </a:cxn>
              </a:cxnLst>
              <a:rect l="0" t="0" r="r" b="b"/>
              <a:pathLst>
                <a:path w="80" h="192">
                  <a:moveTo>
                    <a:pt x="0" y="0"/>
                  </a:moveTo>
                  <a:cubicBezTo>
                    <a:pt x="12" y="18"/>
                    <a:pt x="64" y="76"/>
                    <a:pt x="72" y="108"/>
                  </a:cubicBezTo>
                  <a:cubicBezTo>
                    <a:pt x="80" y="140"/>
                    <a:pt x="53" y="175"/>
                    <a:pt x="48" y="192"/>
                  </a:cubicBezTo>
                </a:path>
              </a:pathLst>
            </a:custGeom>
            <a:noFill/>
            <a:ln w="38100">
              <a:solidFill>
                <a:srgbClr val="FF33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9580" name="Text Box 13"/>
            <p:cNvSpPr txBox="1">
              <a:spLocks noChangeArrowheads="1"/>
            </p:cNvSpPr>
            <p:nvPr/>
          </p:nvSpPr>
          <p:spPr bwMode="auto">
            <a:xfrm>
              <a:off x="4345" y="2432"/>
              <a:ext cx="239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  <a:sym typeface="Symbol" pitchFamily="18" charset="2"/>
                </a:rPr>
                <a:t></a:t>
              </a:r>
              <a:endParaRPr lang="en-US" altLang="zh-CN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</p:grpSp>
      <p:grpSp>
        <p:nvGrpSpPr>
          <p:cNvPr id="109581" name="Group 14"/>
          <p:cNvGrpSpPr>
            <a:grpSpLocks/>
          </p:cNvGrpSpPr>
          <p:nvPr/>
        </p:nvGrpSpPr>
        <p:grpSpPr bwMode="auto"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109582" name="Picture 15" descr="78900"/>
            <p:cNvPicPr>
              <a:picLocks noChangeAspect="1" noChangeArrowheads="1"/>
            </p:cNvPicPr>
            <p:nvPr/>
          </p:nvPicPr>
          <p:blipFill>
            <a:blip r:embed="rId5"/>
            <a:srcRect/>
            <a:stretch>
              <a:fillRect/>
            </a:stretch>
          </p:blipFill>
          <p:spPr bwMode="auto"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09583" name="Text Box 16">
              <a:hlinkClick r:id="" action="ppaction://hlinkshowjump?jump=nextslide"/>
            </p:cNvPr>
            <p:cNvSpPr txBox="1">
              <a:spLocks noChangeArrowheads="1"/>
            </p:cNvSpPr>
            <p:nvPr/>
          </p:nvSpPr>
          <p:spPr bwMode="auto"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0">
                  <a:solidFill>
                    <a:schemeClr val="bg1"/>
                  </a:solidFill>
                  <a:latin typeface="隶书" pitchFamily="49" charset="-122"/>
                  <a:ea typeface="隶书" pitchFamily="49" charset="-122"/>
                </a:rPr>
                <a:t>下 页</a:t>
              </a:r>
            </a:p>
          </p:txBody>
        </p:sp>
      </p:grpSp>
      <p:grpSp>
        <p:nvGrpSpPr>
          <p:cNvPr id="109584" name="Group 17"/>
          <p:cNvGrpSpPr>
            <a:grpSpLocks/>
          </p:cNvGrpSpPr>
          <p:nvPr/>
        </p:nvGrpSpPr>
        <p:grpSpPr bwMode="auto">
          <a:xfrm>
            <a:off x="7453313" y="6446838"/>
            <a:ext cx="792162" cy="366712"/>
            <a:chOff x="4649" y="4020"/>
            <a:chExt cx="499" cy="231"/>
          </a:xfrm>
        </p:grpSpPr>
        <p:pic>
          <p:nvPicPr>
            <p:cNvPr id="109585" name="Picture 18" descr="78900"/>
            <p:cNvPicPr>
              <a:picLocks noChangeAspect="1" noChangeArrowheads="1"/>
            </p:cNvPicPr>
            <p:nvPr/>
          </p:nvPicPr>
          <p:blipFill>
            <a:blip r:embed="rId5"/>
            <a:srcRect/>
            <a:stretch>
              <a:fillRect/>
            </a:stretch>
          </p:blipFill>
          <p:spPr bwMode="auto"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09586" name="Text Box 19">
              <a:hlinkClick r:id="" action="ppaction://hlinkshowjump?jump=previousslide"/>
            </p:cNvPr>
            <p:cNvSpPr txBox="1">
              <a:spLocks noChangeArrowheads="1"/>
            </p:cNvSpPr>
            <p:nvPr/>
          </p:nvSpPr>
          <p:spPr bwMode="auto"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0">
                  <a:solidFill>
                    <a:schemeClr val="bg1"/>
                  </a:solidFill>
                  <a:latin typeface="隶书" pitchFamily="49" charset="-122"/>
                  <a:ea typeface="隶书" pitchFamily="49" charset="-122"/>
                </a:rPr>
                <a:t>上 页</a:t>
              </a:r>
            </a:p>
          </p:txBody>
        </p:sp>
      </p:grpSp>
      <p:graphicFrame>
        <p:nvGraphicFramePr>
          <p:cNvPr id="109587" name="Object 20"/>
          <p:cNvGraphicFramePr>
            <a:graphicFrameLocks noChangeAspect="1"/>
          </p:cNvGraphicFramePr>
          <p:nvPr/>
        </p:nvGraphicFramePr>
        <p:xfrm>
          <a:off x="1835150" y="620713"/>
          <a:ext cx="5256213" cy="858837"/>
        </p:xfrm>
        <a:graphic>
          <a:graphicData uri="http://schemas.openxmlformats.org/presentationml/2006/ole">
            <p:oleObj spid="_x0000_s109587" r:id="rId6" imgW="1548728" imgH="253890" progId="Equation.3">
              <p:embed/>
            </p:oleObj>
          </a:graphicData>
        </a:graphic>
      </p:graphicFrame>
      <p:graphicFrame>
        <p:nvGraphicFramePr>
          <p:cNvPr id="183317" name="Object 21"/>
          <p:cNvGraphicFramePr>
            <a:graphicFrameLocks noChangeAspect="1"/>
          </p:cNvGraphicFramePr>
          <p:nvPr/>
        </p:nvGraphicFramePr>
        <p:xfrm>
          <a:off x="1042988" y="4941888"/>
          <a:ext cx="1584325" cy="1039812"/>
        </p:xfrm>
        <a:graphic>
          <a:graphicData uri="http://schemas.openxmlformats.org/presentationml/2006/ole">
            <p:oleObj spid="_x0000_s109588" r:id="rId7" imgW="695160" imgH="449640" progId="Equation.3">
              <p:embed/>
            </p:oleObj>
          </a:graphicData>
        </a:graphic>
      </p:graphicFrame>
      <p:graphicFrame>
        <p:nvGraphicFramePr>
          <p:cNvPr id="183318" name="Object 22"/>
          <p:cNvGraphicFramePr>
            <a:graphicFrameLocks noChangeAspect="1"/>
          </p:cNvGraphicFramePr>
          <p:nvPr/>
        </p:nvGraphicFramePr>
        <p:xfrm>
          <a:off x="3132138" y="4868863"/>
          <a:ext cx="1668462" cy="1050925"/>
        </p:xfrm>
        <a:graphic>
          <a:graphicData uri="http://schemas.openxmlformats.org/presentationml/2006/ole">
            <p:oleObj spid="_x0000_s109589" r:id="rId8" imgW="649080" imgH="403560" progId="Equation.3">
              <p:embed/>
            </p:oleObj>
          </a:graphicData>
        </a:graphic>
      </p:graphicFrame>
      <p:sp>
        <p:nvSpPr>
          <p:cNvPr id="183319" name="Line 23"/>
          <p:cNvSpPr>
            <a:spLocks noChangeShapeType="1"/>
          </p:cNvSpPr>
          <p:nvPr/>
        </p:nvSpPr>
        <p:spPr bwMode="auto">
          <a:xfrm>
            <a:off x="5219700" y="4076700"/>
            <a:ext cx="720725" cy="0"/>
          </a:xfrm>
          <a:prstGeom prst="line">
            <a:avLst/>
          </a:prstGeom>
          <a:noFill/>
          <a:ln w="76200">
            <a:solidFill>
              <a:srgbClr val="33CCFF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3320" name="AutoShape 24" descr="羊皮纸"/>
          <p:cNvSpPr>
            <a:spLocks noChangeArrowheads="1"/>
          </p:cNvSpPr>
          <p:nvPr/>
        </p:nvSpPr>
        <p:spPr bwMode="auto">
          <a:xfrm>
            <a:off x="6516688" y="5229225"/>
            <a:ext cx="2159000" cy="865188"/>
          </a:xfrm>
          <a:prstGeom prst="wedgeRoundRectCallout">
            <a:avLst>
              <a:gd name="adj1" fmla="val 2134"/>
              <a:gd name="adj2" fmla="val -109264"/>
              <a:gd name="adj3" fmla="val 16667"/>
            </a:avLst>
          </a:prstGeom>
          <a:blipFill dpi="0" rotWithShape="1">
            <a:blip r:embed="rId9"/>
            <a:srcRect/>
            <a:tile tx="0" ty="0" sx="100000" sy="100000" flip="none" algn="tl"/>
          </a:blipFill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en-US" altLang="zh-CN" sz="2400" i="1">
                <a:solidFill>
                  <a:schemeClr val="tx1"/>
                </a:solidFill>
                <a:ea typeface="仿宋_GB2312" pitchFamily="49" charset="-122"/>
              </a:rPr>
              <a:t>ω</a:t>
            </a:r>
            <a:r>
              <a:rPr lang="zh-CN" altLang="en-US" sz="2400" i="1">
                <a:solidFill>
                  <a:schemeClr val="tx1"/>
                </a:solidFill>
                <a:ea typeface="仿宋_GB2312" pitchFamily="49" charset="-122"/>
              </a:rPr>
              <a:t>，</a:t>
            </a:r>
            <a:r>
              <a:rPr lang="en-US" altLang="zh-CN" sz="2400" i="1">
                <a:solidFill>
                  <a:schemeClr val="tx1"/>
                </a:solidFill>
                <a:ea typeface="仿宋_GB2312" pitchFamily="49" charset="-122"/>
              </a:rPr>
              <a:t>ω</a:t>
            </a:r>
            <a:r>
              <a:rPr lang="zh-CN" altLang="en-US" sz="2400" baseline="-25000">
                <a:solidFill>
                  <a:schemeClr val="tx1"/>
                </a:solidFill>
                <a:ea typeface="仿宋_GB2312" pitchFamily="49" charset="-122"/>
              </a:rPr>
              <a:t>０</a:t>
            </a:r>
            <a:r>
              <a:rPr lang="zh-CN" altLang="en-US" sz="2400" i="1">
                <a:solidFill>
                  <a:schemeClr val="tx1"/>
                </a:solidFill>
                <a:ea typeface="仿宋_GB2312" pitchFamily="49" charset="-122"/>
              </a:rPr>
              <a:t>，</a:t>
            </a:r>
            <a:r>
              <a:rPr lang="en-US" altLang="zh-CN" sz="2400" i="1">
                <a:solidFill>
                  <a:schemeClr val="tx1"/>
                </a:solidFill>
                <a:ea typeface="仿宋_GB2312" pitchFamily="49" charset="-122"/>
              </a:rPr>
              <a:t>δ</a:t>
            </a:r>
            <a:r>
              <a:rPr lang="zh-CN" altLang="en-US">
                <a:solidFill>
                  <a:schemeClr val="tx1"/>
                </a:solidFill>
                <a:latin typeface="楷体_GB2312" pitchFamily="49" charset="-122"/>
              </a:rPr>
              <a:t>的关系</a:t>
            </a:r>
          </a:p>
        </p:txBody>
      </p:sp>
      <p:graphicFrame>
        <p:nvGraphicFramePr>
          <p:cNvPr id="183321" name="Object 25"/>
          <p:cNvGraphicFramePr>
            <a:graphicFrameLocks noChangeAspect="1"/>
          </p:cNvGraphicFramePr>
          <p:nvPr/>
        </p:nvGraphicFramePr>
        <p:xfrm>
          <a:off x="1728788" y="620713"/>
          <a:ext cx="5616575" cy="1065212"/>
        </p:xfrm>
        <a:graphic>
          <a:graphicData uri="http://schemas.openxmlformats.org/presentationml/2006/ole">
            <p:oleObj spid="_x0000_s109592" r:id="rId10" imgW="1830960" imgH="403560" progId="Equation.3">
              <p:embed/>
            </p:oleObj>
          </a:graphicData>
        </a:graphic>
      </p:graphicFrame>
      <p:grpSp>
        <p:nvGrpSpPr>
          <p:cNvPr id="109593" name="Group 26"/>
          <p:cNvGrpSpPr>
            <a:grpSpLocks/>
          </p:cNvGrpSpPr>
          <p:nvPr/>
        </p:nvGrpSpPr>
        <p:grpSpPr bwMode="auto">
          <a:xfrm>
            <a:off x="6588125" y="6446838"/>
            <a:ext cx="792163" cy="366712"/>
            <a:chOff x="4649" y="4020"/>
            <a:chExt cx="499" cy="231"/>
          </a:xfrm>
        </p:grpSpPr>
        <p:pic>
          <p:nvPicPr>
            <p:cNvPr id="109594" name="Picture 27" descr="78900"/>
            <p:cNvPicPr>
              <a:picLocks noChangeAspect="1" noChangeArrowheads="1"/>
            </p:cNvPicPr>
            <p:nvPr/>
          </p:nvPicPr>
          <p:blipFill>
            <a:blip r:embed="rId5"/>
            <a:srcRect/>
            <a:stretch>
              <a:fillRect/>
            </a:stretch>
          </p:blipFill>
          <p:spPr bwMode="auto"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09595" name="Text Box 28">
              <a:hlinkClick r:id="rId11" action="ppaction://hlinksldjump"/>
            </p:cNvPr>
            <p:cNvSpPr txBox="1">
              <a:spLocks noChangeArrowheads="1"/>
            </p:cNvSpPr>
            <p:nvPr/>
          </p:nvSpPr>
          <p:spPr bwMode="auto"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0">
                  <a:solidFill>
                    <a:schemeClr val="bg1"/>
                  </a:solidFill>
                  <a:latin typeface="隶书" pitchFamily="49" charset="-122"/>
                  <a:ea typeface="隶书" pitchFamily="49" charset="-122"/>
                </a:rPr>
                <a:t>返 回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1832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1832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7" dur="500"/>
                                        <p:tgtEl>
                                          <p:spTgt spid="1833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1833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" presetID="2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25" dur="2000"/>
                                        <p:tgtEl>
                                          <p:spTgt spid="1833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1000"/>
                                        <p:tgtEl>
                                          <p:spTgt spid="1833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5" dur="1000"/>
                                        <p:tgtEl>
                                          <p:spTgt spid="1833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833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833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3319" grpId="0" animBg="1"/>
      <p:bldP spid="183320" grpId="0" animBg="1"/>
    </p:bld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0593" name="Object 2"/>
          <p:cNvGraphicFramePr>
            <a:graphicFrameLocks noChangeAspect="1"/>
          </p:cNvGraphicFramePr>
          <p:nvPr/>
        </p:nvGraphicFramePr>
        <p:xfrm>
          <a:off x="1660525" y="549275"/>
          <a:ext cx="4600575" cy="1141413"/>
        </p:xfrm>
        <a:graphic>
          <a:graphicData uri="http://schemas.openxmlformats.org/presentationml/2006/ole">
            <p:oleObj spid="_x0000_s110593" r:id="rId3" imgW="1668600" imgH="403560" progId="Equation.3">
              <p:embed/>
            </p:oleObj>
          </a:graphicData>
        </a:graphic>
      </p:graphicFrame>
      <p:graphicFrame>
        <p:nvGraphicFramePr>
          <p:cNvPr id="184323" name="Object 3"/>
          <p:cNvGraphicFramePr>
            <a:graphicFrameLocks noChangeAspect="1"/>
          </p:cNvGraphicFramePr>
          <p:nvPr/>
        </p:nvGraphicFramePr>
        <p:xfrm>
          <a:off x="658813" y="1557338"/>
          <a:ext cx="7899400" cy="935037"/>
        </p:xfrm>
        <a:graphic>
          <a:graphicData uri="http://schemas.openxmlformats.org/presentationml/2006/ole">
            <p:oleObj spid="_x0000_s110594" r:id="rId4" imgW="3522600" imgH="403560" progId="Equation.3">
              <p:embed/>
            </p:oleObj>
          </a:graphicData>
        </a:graphic>
      </p:graphicFrame>
      <p:sp>
        <p:nvSpPr>
          <p:cNvPr id="184324" name="Text Box 4"/>
          <p:cNvSpPr txBox="1">
            <a:spLocks noChangeArrowheads="1"/>
          </p:cNvSpPr>
          <p:nvPr/>
        </p:nvSpPr>
        <p:spPr bwMode="auto">
          <a:xfrm>
            <a:off x="684213" y="2420938"/>
            <a:ext cx="3097212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/>
            <a:r>
              <a:rPr lang="en-US" altLang="zh-CN" b="0" i="1">
                <a:latin typeface="Times New Roman" pitchFamily="18" charset="0"/>
                <a:ea typeface="宋体" pitchFamily="2" charset="-122"/>
              </a:rPr>
              <a:t>t</a:t>
            </a:r>
            <a:r>
              <a:rPr lang="en-US" altLang="zh-CN" b="0">
                <a:latin typeface="Times New Roman" pitchFamily="18" charset="0"/>
                <a:ea typeface="宋体" pitchFamily="2" charset="-122"/>
              </a:rPr>
              <a:t>=0  </a:t>
            </a:r>
            <a:r>
              <a:rPr lang="zh-CN" altLang="en-US">
                <a:latin typeface="Times New Roman" pitchFamily="18" charset="0"/>
              </a:rPr>
              <a:t>时</a:t>
            </a:r>
            <a:r>
              <a:rPr lang="zh-CN" altLang="en-US" b="0">
                <a:latin typeface="Times New Roman" pitchFamily="18" charset="0"/>
                <a:ea typeface="宋体" pitchFamily="2" charset="-122"/>
              </a:rPr>
              <a:t> </a:t>
            </a:r>
            <a:r>
              <a:rPr lang="en-US" altLang="zh-CN" b="0" i="1">
                <a:latin typeface="Times New Roman" pitchFamily="18" charset="0"/>
                <a:ea typeface="宋体" pitchFamily="2" charset="-122"/>
              </a:rPr>
              <a:t>u</a:t>
            </a:r>
            <a:r>
              <a:rPr lang="en-US" altLang="zh-CN" b="0" i="1" baseline="-25000">
                <a:latin typeface="Times New Roman" pitchFamily="18" charset="0"/>
                <a:ea typeface="宋体" pitchFamily="2" charset="-122"/>
              </a:rPr>
              <a:t>c</a:t>
            </a:r>
            <a:r>
              <a:rPr lang="en-US" altLang="zh-CN" b="0" i="1">
                <a:latin typeface="Times New Roman" pitchFamily="18" charset="0"/>
                <a:ea typeface="宋体" pitchFamily="2" charset="-122"/>
              </a:rPr>
              <a:t>=U</a:t>
            </a:r>
            <a:r>
              <a:rPr lang="en-US" altLang="zh-CN" b="0" i="1" baseline="-25000">
                <a:latin typeface="Times New Roman" pitchFamily="18" charset="0"/>
                <a:ea typeface="宋体" pitchFamily="2" charset="-122"/>
              </a:rPr>
              <a:t>0</a:t>
            </a:r>
            <a:endParaRPr lang="en-US" altLang="zh-CN" b="0"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184325" name="Text Box 5"/>
          <p:cNvSpPr txBox="1">
            <a:spLocks noChangeArrowheads="1"/>
          </p:cNvSpPr>
          <p:nvPr/>
        </p:nvSpPr>
        <p:spPr bwMode="auto">
          <a:xfrm>
            <a:off x="3492500" y="2420938"/>
            <a:ext cx="4899025" cy="604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>
              <a:lnSpc>
                <a:spcPct val="120000"/>
              </a:lnSpc>
            </a:pPr>
            <a:r>
              <a:rPr lang="en-US" altLang="zh-CN" b="0" i="1">
                <a:latin typeface="Times New Roman" pitchFamily="18" charset="0"/>
                <a:ea typeface="宋体" pitchFamily="2" charset="-122"/>
              </a:rPr>
              <a:t>u</a:t>
            </a:r>
            <a:r>
              <a:rPr lang="en-US" altLang="zh-CN" b="0" i="1" baseline="-25000">
                <a:latin typeface="Times New Roman" pitchFamily="18" charset="0"/>
                <a:ea typeface="宋体" pitchFamily="2" charset="-122"/>
              </a:rPr>
              <a:t>C </a:t>
            </a:r>
            <a:r>
              <a:rPr lang="en-US" altLang="zh-CN" b="0">
                <a:latin typeface="Times New Roman" pitchFamily="18" charset="0"/>
              </a:rPr>
              <a:t>=0</a:t>
            </a:r>
            <a:r>
              <a:rPr lang="zh-CN" altLang="en-US" b="0">
                <a:latin typeface="Times New Roman" pitchFamily="18" charset="0"/>
                <a:ea typeface="宋体" pitchFamily="2" charset="-122"/>
              </a:rPr>
              <a:t>：</a:t>
            </a:r>
            <a:r>
              <a:rPr lang="zh-CN" altLang="en-US" b="0">
                <a:latin typeface="Times New Roman" pitchFamily="18" charset="0"/>
                <a:ea typeface="宋体" pitchFamily="2" charset="-122"/>
                <a:sym typeface="Symbol" pitchFamily="18" charset="2"/>
              </a:rPr>
              <a:t></a:t>
            </a:r>
            <a:r>
              <a:rPr lang="en-US" altLang="zh-CN" b="0">
                <a:latin typeface="Times New Roman" pitchFamily="18" charset="0"/>
                <a:ea typeface="宋体" pitchFamily="2" charset="-122"/>
                <a:sym typeface="Symbol" pitchFamily="18" charset="2"/>
              </a:rPr>
              <a:t>t = -</a:t>
            </a:r>
            <a:r>
              <a:rPr lang="zh-CN" altLang="en-US" b="0">
                <a:latin typeface="Times New Roman" pitchFamily="18" charset="0"/>
                <a:ea typeface="宋体" pitchFamily="2" charset="-122"/>
                <a:sym typeface="Symbol" pitchFamily="18" charset="2"/>
              </a:rPr>
              <a:t>，</a:t>
            </a:r>
            <a:r>
              <a:rPr lang="en-US" altLang="zh-CN" b="0">
                <a:latin typeface="Times New Roman" pitchFamily="18" charset="0"/>
                <a:ea typeface="宋体" pitchFamily="2" charset="-122"/>
                <a:sym typeface="Symbol" pitchFamily="18" charset="2"/>
              </a:rPr>
              <a:t>2-  ... n- </a:t>
            </a:r>
          </a:p>
        </p:txBody>
      </p:sp>
      <p:grpSp>
        <p:nvGrpSpPr>
          <p:cNvPr id="184326" name="Group 6"/>
          <p:cNvGrpSpPr>
            <a:grpSpLocks/>
          </p:cNvGrpSpPr>
          <p:nvPr/>
        </p:nvGrpSpPr>
        <p:grpSpPr bwMode="auto">
          <a:xfrm>
            <a:off x="1619250" y="2852738"/>
            <a:ext cx="5697538" cy="3402012"/>
            <a:chOff x="1020" y="1797"/>
            <a:chExt cx="3589" cy="2143"/>
          </a:xfrm>
        </p:grpSpPr>
        <p:sp>
          <p:nvSpPr>
            <p:cNvPr id="110598" name="Freeform 7"/>
            <p:cNvSpPr>
              <a:spLocks noChangeArrowheads="1"/>
            </p:cNvSpPr>
            <p:nvPr/>
          </p:nvSpPr>
          <p:spPr bwMode="auto">
            <a:xfrm>
              <a:off x="1308" y="2195"/>
              <a:ext cx="2405" cy="1289"/>
            </a:xfrm>
            <a:custGeom>
              <a:avLst/>
              <a:gdLst/>
              <a:ahLst/>
              <a:cxnLst>
                <a:cxn ang="0">
                  <a:pos x="5" y="0"/>
                </a:cxn>
                <a:cxn ang="0">
                  <a:pos x="5" y="5"/>
                </a:cxn>
                <a:cxn ang="0">
                  <a:pos x="15" y="5"/>
                </a:cxn>
                <a:cxn ang="0">
                  <a:pos x="96" y="24"/>
                </a:cxn>
                <a:cxn ang="0">
                  <a:pos x="202" y="144"/>
                </a:cxn>
                <a:cxn ang="0">
                  <a:pos x="399" y="516"/>
                </a:cxn>
                <a:cxn ang="0">
                  <a:pos x="547" y="877"/>
                </a:cxn>
                <a:cxn ang="0">
                  <a:pos x="600" y="985"/>
                </a:cxn>
                <a:cxn ang="0">
                  <a:pos x="734" y="1174"/>
                </a:cxn>
                <a:cxn ang="0">
                  <a:pos x="936" y="1287"/>
                </a:cxn>
                <a:cxn ang="0">
                  <a:pos x="1121" y="1189"/>
                </a:cxn>
                <a:cxn ang="0">
                  <a:pos x="1242" y="1068"/>
                </a:cxn>
                <a:cxn ang="0">
                  <a:pos x="1469" y="755"/>
                </a:cxn>
                <a:cxn ang="0">
                  <a:pos x="1657" y="581"/>
                </a:cxn>
                <a:cxn ang="0">
                  <a:pos x="1853" y="504"/>
                </a:cxn>
                <a:cxn ang="0">
                  <a:pos x="2138" y="635"/>
                </a:cxn>
                <a:cxn ang="0">
                  <a:pos x="2271" y="755"/>
                </a:cxn>
                <a:cxn ang="0">
                  <a:pos x="2405" y="875"/>
                </a:cxn>
              </a:cxnLst>
              <a:rect l="0" t="0" r="r" b="b"/>
              <a:pathLst>
                <a:path w="2405" h="1289">
                  <a:moveTo>
                    <a:pt x="5" y="0"/>
                  </a:moveTo>
                  <a:cubicBezTo>
                    <a:pt x="5" y="1"/>
                    <a:pt x="3" y="4"/>
                    <a:pt x="5" y="5"/>
                  </a:cubicBezTo>
                  <a:cubicBezTo>
                    <a:pt x="7" y="6"/>
                    <a:pt x="0" y="2"/>
                    <a:pt x="15" y="5"/>
                  </a:cubicBezTo>
                  <a:cubicBezTo>
                    <a:pt x="30" y="8"/>
                    <a:pt x="65" y="1"/>
                    <a:pt x="96" y="24"/>
                  </a:cubicBezTo>
                  <a:cubicBezTo>
                    <a:pt x="127" y="47"/>
                    <a:pt x="152" y="62"/>
                    <a:pt x="202" y="144"/>
                  </a:cubicBezTo>
                  <a:cubicBezTo>
                    <a:pt x="252" y="226"/>
                    <a:pt x="342" y="394"/>
                    <a:pt x="399" y="516"/>
                  </a:cubicBezTo>
                  <a:cubicBezTo>
                    <a:pt x="456" y="638"/>
                    <a:pt x="513" y="799"/>
                    <a:pt x="547" y="877"/>
                  </a:cubicBezTo>
                  <a:cubicBezTo>
                    <a:pt x="580" y="956"/>
                    <a:pt x="569" y="935"/>
                    <a:pt x="600" y="985"/>
                  </a:cubicBezTo>
                  <a:cubicBezTo>
                    <a:pt x="630" y="1035"/>
                    <a:pt x="678" y="1124"/>
                    <a:pt x="734" y="1174"/>
                  </a:cubicBezTo>
                  <a:cubicBezTo>
                    <a:pt x="790" y="1224"/>
                    <a:pt x="872" y="1285"/>
                    <a:pt x="936" y="1287"/>
                  </a:cubicBezTo>
                  <a:cubicBezTo>
                    <a:pt x="1000" y="1289"/>
                    <a:pt x="1070" y="1225"/>
                    <a:pt x="1121" y="1189"/>
                  </a:cubicBezTo>
                  <a:cubicBezTo>
                    <a:pt x="1172" y="1153"/>
                    <a:pt x="1183" y="1141"/>
                    <a:pt x="1242" y="1068"/>
                  </a:cubicBezTo>
                  <a:cubicBezTo>
                    <a:pt x="1300" y="996"/>
                    <a:pt x="1399" y="836"/>
                    <a:pt x="1469" y="755"/>
                  </a:cubicBezTo>
                  <a:cubicBezTo>
                    <a:pt x="1539" y="675"/>
                    <a:pt x="1593" y="623"/>
                    <a:pt x="1657" y="581"/>
                  </a:cubicBezTo>
                  <a:cubicBezTo>
                    <a:pt x="1721" y="539"/>
                    <a:pt x="1773" y="495"/>
                    <a:pt x="1853" y="504"/>
                  </a:cubicBezTo>
                  <a:cubicBezTo>
                    <a:pt x="1933" y="513"/>
                    <a:pt x="2068" y="593"/>
                    <a:pt x="2138" y="635"/>
                  </a:cubicBezTo>
                  <a:cubicBezTo>
                    <a:pt x="2208" y="677"/>
                    <a:pt x="2227" y="716"/>
                    <a:pt x="2271" y="755"/>
                  </a:cubicBezTo>
                  <a:cubicBezTo>
                    <a:pt x="2316" y="795"/>
                    <a:pt x="2360" y="835"/>
                    <a:pt x="2405" y="875"/>
                  </a:cubicBezTo>
                </a:path>
              </a:pathLst>
            </a:custGeom>
            <a:noFill/>
            <a:ln w="28575">
              <a:solidFill>
                <a:srgbClr val="00FFFF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0599" name="Freeform 8"/>
            <p:cNvSpPr>
              <a:spLocks noChangeArrowheads="1"/>
            </p:cNvSpPr>
            <p:nvPr/>
          </p:nvSpPr>
          <p:spPr bwMode="auto">
            <a:xfrm>
              <a:off x="1299" y="2147"/>
              <a:ext cx="2727" cy="641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84" y="240"/>
                </a:cxn>
                <a:cxn ang="0">
                  <a:pos x="1200" y="528"/>
                </a:cxn>
                <a:cxn ang="0">
                  <a:pos x="1958" y="653"/>
                </a:cxn>
              </a:cxnLst>
              <a:rect l="0" t="0" r="r" b="b"/>
              <a:pathLst>
                <a:path w="1958" h="653">
                  <a:moveTo>
                    <a:pt x="0" y="0"/>
                  </a:moveTo>
                  <a:cubicBezTo>
                    <a:pt x="92" y="76"/>
                    <a:pt x="184" y="152"/>
                    <a:pt x="384" y="240"/>
                  </a:cubicBezTo>
                  <a:cubicBezTo>
                    <a:pt x="584" y="328"/>
                    <a:pt x="938" y="459"/>
                    <a:pt x="1200" y="528"/>
                  </a:cubicBezTo>
                  <a:cubicBezTo>
                    <a:pt x="1462" y="597"/>
                    <a:pt x="1800" y="627"/>
                    <a:pt x="1958" y="653"/>
                  </a:cubicBezTo>
                </a:path>
              </a:pathLst>
            </a:custGeom>
            <a:noFill/>
            <a:ln w="28575" cap="rnd">
              <a:solidFill>
                <a:srgbClr val="FF0000"/>
              </a:solidFill>
              <a:prstDash val="sysDot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0600" name="Freeform 9"/>
            <p:cNvSpPr>
              <a:spLocks noChangeArrowheads="1"/>
            </p:cNvSpPr>
            <p:nvPr/>
          </p:nvSpPr>
          <p:spPr bwMode="auto">
            <a:xfrm>
              <a:off x="1339" y="3189"/>
              <a:ext cx="2875" cy="659"/>
            </a:xfrm>
            <a:custGeom>
              <a:avLst/>
              <a:gdLst/>
              <a:ahLst/>
              <a:cxnLst>
                <a:cxn ang="0">
                  <a:pos x="0" y="672"/>
                </a:cxn>
                <a:cxn ang="0">
                  <a:pos x="432" y="384"/>
                </a:cxn>
                <a:cxn ang="0">
                  <a:pos x="960" y="192"/>
                </a:cxn>
                <a:cxn ang="0">
                  <a:pos x="1584" y="48"/>
                </a:cxn>
                <a:cxn ang="0">
                  <a:pos x="2064" y="0"/>
                </a:cxn>
              </a:cxnLst>
              <a:rect l="0" t="0" r="r" b="b"/>
              <a:pathLst>
                <a:path w="2064" h="672">
                  <a:moveTo>
                    <a:pt x="0" y="672"/>
                  </a:moveTo>
                  <a:cubicBezTo>
                    <a:pt x="136" y="568"/>
                    <a:pt x="272" y="464"/>
                    <a:pt x="432" y="384"/>
                  </a:cubicBezTo>
                  <a:cubicBezTo>
                    <a:pt x="592" y="304"/>
                    <a:pt x="768" y="248"/>
                    <a:pt x="960" y="192"/>
                  </a:cubicBezTo>
                  <a:cubicBezTo>
                    <a:pt x="1152" y="136"/>
                    <a:pt x="1400" y="80"/>
                    <a:pt x="1584" y="48"/>
                  </a:cubicBezTo>
                  <a:cubicBezTo>
                    <a:pt x="1768" y="16"/>
                    <a:pt x="1916" y="8"/>
                    <a:pt x="2064" y="0"/>
                  </a:cubicBezTo>
                </a:path>
              </a:pathLst>
            </a:custGeom>
            <a:noFill/>
            <a:ln w="28575" cap="rnd">
              <a:solidFill>
                <a:srgbClr val="FF0000"/>
              </a:solidFill>
              <a:prstDash val="sysDot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0601" name="Line 10"/>
            <p:cNvSpPr>
              <a:spLocks noChangeShapeType="1"/>
            </p:cNvSpPr>
            <p:nvPr/>
          </p:nvSpPr>
          <p:spPr bwMode="auto">
            <a:xfrm>
              <a:off x="1098" y="2951"/>
              <a:ext cx="3277" cy="0"/>
            </a:xfrm>
            <a:prstGeom prst="line">
              <a:avLst/>
            </a:prstGeom>
            <a:noFill/>
            <a:ln w="28575">
              <a:solidFill>
                <a:srgbClr val="FFFF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0602" name="Line 11"/>
            <p:cNvSpPr>
              <a:spLocks noChangeShapeType="1"/>
            </p:cNvSpPr>
            <p:nvPr/>
          </p:nvSpPr>
          <p:spPr bwMode="auto">
            <a:xfrm>
              <a:off x="1299" y="2010"/>
              <a:ext cx="0" cy="1930"/>
            </a:xfrm>
            <a:prstGeom prst="line">
              <a:avLst/>
            </a:prstGeom>
            <a:noFill/>
            <a:ln w="28575">
              <a:solidFill>
                <a:srgbClr val="FFFF00"/>
              </a:solidFill>
              <a:round/>
              <a:headEnd type="triangle" w="med" len="med"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0603" name="Text Box 12"/>
            <p:cNvSpPr txBox="1">
              <a:spLocks noChangeArrowheads="1"/>
            </p:cNvSpPr>
            <p:nvPr/>
          </p:nvSpPr>
          <p:spPr bwMode="auto">
            <a:xfrm>
              <a:off x="4422" y="2812"/>
              <a:ext cx="187" cy="365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 eaLnBrk="0" hangingPunct="0"/>
              <a:r>
                <a:rPr lang="en-US" altLang="zh-CN" sz="3200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t</a:t>
              </a:r>
              <a:endParaRPr lang="en-US" altLang="zh-CN" sz="3200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110604" name="Text Box 13"/>
            <p:cNvSpPr txBox="1">
              <a:spLocks noChangeArrowheads="1"/>
            </p:cNvSpPr>
            <p:nvPr/>
          </p:nvSpPr>
          <p:spPr bwMode="auto">
            <a:xfrm>
              <a:off x="1699" y="2869"/>
              <a:ext cx="437" cy="32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  <a:sym typeface="Symbol" pitchFamily="18" charset="2"/>
                </a:rPr>
                <a:t>-</a:t>
              </a:r>
            </a:p>
          </p:txBody>
        </p:sp>
        <p:sp>
          <p:nvSpPr>
            <p:cNvPr id="110605" name="Text Box 14"/>
            <p:cNvSpPr txBox="1">
              <a:spLocks noChangeArrowheads="1"/>
            </p:cNvSpPr>
            <p:nvPr/>
          </p:nvSpPr>
          <p:spPr bwMode="auto">
            <a:xfrm>
              <a:off x="2518" y="2869"/>
              <a:ext cx="549" cy="32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  <a:sym typeface="Symbol" pitchFamily="18" charset="2"/>
                </a:rPr>
                <a:t>2-</a:t>
              </a:r>
            </a:p>
          </p:txBody>
        </p:sp>
        <p:sp>
          <p:nvSpPr>
            <p:cNvPr id="110606" name="Text Box 15"/>
            <p:cNvSpPr txBox="1">
              <a:spLocks noChangeArrowheads="1"/>
            </p:cNvSpPr>
            <p:nvPr/>
          </p:nvSpPr>
          <p:spPr bwMode="auto">
            <a:xfrm>
              <a:off x="3045" y="2869"/>
              <a:ext cx="351" cy="32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  <a:sym typeface="Symbol" pitchFamily="18" charset="2"/>
                </a:rPr>
                <a:t>2</a:t>
              </a:r>
            </a:p>
          </p:txBody>
        </p:sp>
        <p:sp>
          <p:nvSpPr>
            <p:cNvPr id="110607" name="Text Box 16"/>
            <p:cNvSpPr txBox="1">
              <a:spLocks noChangeArrowheads="1"/>
            </p:cNvSpPr>
            <p:nvPr/>
          </p:nvSpPr>
          <p:spPr bwMode="auto">
            <a:xfrm>
              <a:off x="2184" y="2869"/>
              <a:ext cx="239" cy="32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  <a:sym typeface="Symbol" pitchFamily="18" charset="2"/>
                </a:rPr>
                <a:t></a:t>
              </a:r>
            </a:p>
          </p:txBody>
        </p:sp>
        <p:sp>
          <p:nvSpPr>
            <p:cNvPr id="110608" name="Text Box 17"/>
            <p:cNvSpPr txBox="1">
              <a:spLocks noChangeArrowheads="1"/>
            </p:cNvSpPr>
            <p:nvPr/>
          </p:nvSpPr>
          <p:spPr bwMode="auto">
            <a:xfrm>
              <a:off x="1296" y="2919"/>
              <a:ext cx="228" cy="32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0</a:t>
              </a:r>
            </a:p>
          </p:txBody>
        </p:sp>
        <p:sp>
          <p:nvSpPr>
            <p:cNvPr id="110609" name="Line 18"/>
            <p:cNvSpPr>
              <a:spLocks noChangeShapeType="1"/>
            </p:cNvSpPr>
            <p:nvPr/>
          </p:nvSpPr>
          <p:spPr bwMode="auto">
            <a:xfrm>
              <a:off x="2251" y="2951"/>
              <a:ext cx="0" cy="531"/>
            </a:xfrm>
            <a:prstGeom prst="line">
              <a:avLst/>
            </a:prstGeom>
            <a:noFill/>
            <a:ln w="381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0610" name="Text Box 19"/>
            <p:cNvSpPr txBox="1">
              <a:spLocks noChangeArrowheads="1"/>
            </p:cNvSpPr>
            <p:nvPr/>
          </p:nvSpPr>
          <p:spPr bwMode="auto">
            <a:xfrm>
              <a:off x="1020" y="2147"/>
              <a:ext cx="319" cy="28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sz="240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U</a:t>
              </a:r>
              <a:r>
                <a:rPr lang="en-US" altLang="zh-CN" sz="2400" baseline="-2500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0</a:t>
              </a:r>
              <a:endParaRPr lang="en-US" altLang="zh-CN" sz="240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110611" name="Text Box 20"/>
            <p:cNvSpPr txBox="1">
              <a:spLocks noChangeArrowheads="1"/>
            </p:cNvSpPr>
            <p:nvPr/>
          </p:nvSpPr>
          <p:spPr bwMode="auto">
            <a:xfrm>
              <a:off x="1339" y="1797"/>
              <a:ext cx="356" cy="365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sz="3200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u</a:t>
              </a:r>
              <a:r>
                <a:rPr lang="en-US" altLang="zh-CN" sz="3200" b="0" i="1" baseline="-2500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C</a:t>
              </a:r>
            </a:p>
          </p:txBody>
        </p:sp>
        <p:sp>
          <p:nvSpPr>
            <p:cNvPr id="110612" name="Line 21"/>
            <p:cNvSpPr>
              <a:spLocks noChangeShapeType="1"/>
            </p:cNvSpPr>
            <p:nvPr/>
          </p:nvSpPr>
          <p:spPr bwMode="auto">
            <a:xfrm>
              <a:off x="3159" y="2697"/>
              <a:ext cx="0" cy="254"/>
            </a:xfrm>
            <a:prstGeom prst="line">
              <a:avLst/>
            </a:prstGeom>
            <a:noFill/>
            <a:ln w="381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110613" name="Object 22"/>
            <p:cNvGraphicFramePr>
              <a:graphicFrameLocks noChangeAspect="1"/>
            </p:cNvGraphicFramePr>
            <p:nvPr/>
          </p:nvGraphicFramePr>
          <p:xfrm>
            <a:off x="3107" y="2024"/>
            <a:ext cx="862" cy="608"/>
          </p:xfrm>
          <a:graphic>
            <a:graphicData uri="http://schemas.openxmlformats.org/presentationml/2006/ole">
              <p:oleObj spid="_x0000_s110613" r:id="rId5" imgW="579240" imgH="403560" progId="Equation.3">
                <p:embed/>
              </p:oleObj>
            </a:graphicData>
          </a:graphic>
        </p:graphicFrame>
        <p:graphicFrame>
          <p:nvGraphicFramePr>
            <p:cNvPr id="110614" name="Object 23"/>
            <p:cNvGraphicFramePr>
              <a:graphicFrameLocks noChangeAspect="1"/>
            </p:cNvGraphicFramePr>
            <p:nvPr/>
          </p:nvGraphicFramePr>
          <p:xfrm>
            <a:off x="2925" y="3249"/>
            <a:ext cx="1043" cy="616"/>
          </p:xfrm>
          <a:graphic>
            <a:graphicData uri="http://schemas.openxmlformats.org/presentationml/2006/ole">
              <p:oleObj spid="_x0000_s110614" r:id="rId6" imgW="695160" imgH="403560" progId="Equation.3">
                <p:embed/>
              </p:oleObj>
            </a:graphicData>
          </a:graphic>
        </p:graphicFrame>
      </p:grpSp>
      <p:grpSp>
        <p:nvGrpSpPr>
          <p:cNvPr id="110615" name="Group 24"/>
          <p:cNvGrpSpPr>
            <a:grpSpLocks/>
          </p:cNvGrpSpPr>
          <p:nvPr/>
        </p:nvGrpSpPr>
        <p:grpSpPr bwMode="auto"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110616" name="Picture 25" descr="78900"/>
            <p:cNvPicPr>
              <a:picLocks noChangeAspect="1" noChangeArrowheads="1"/>
            </p:cNvPicPr>
            <p:nvPr/>
          </p:nvPicPr>
          <p:blipFill>
            <a:blip r:embed="rId7"/>
            <a:srcRect/>
            <a:stretch>
              <a:fillRect/>
            </a:stretch>
          </p:blipFill>
          <p:spPr bwMode="auto"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10617" name="Text Box 26">
              <a:hlinkClick r:id="" action="ppaction://hlinkshowjump?jump=nextslide"/>
            </p:cNvPr>
            <p:cNvSpPr txBox="1">
              <a:spLocks noChangeArrowheads="1"/>
            </p:cNvSpPr>
            <p:nvPr/>
          </p:nvSpPr>
          <p:spPr bwMode="auto"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0">
                  <a:solidFill>
                    <a:schemeClr val="bg1"/>
                  </a:solidFill>
                  <a:latin typeface="隶书" pitchFamily="49" charset="-122"/>
                  <a:ea typeface="隶书" pitchFamily="49" charset="-122"/>
                </a:rPr>
                <a:t>下 页</a:t>
              </a:r>
            </a:p>
          </p:txBody>
        </p:sp>
      </p:grpSp>
      <p:grpSp>
        <p:nvGrpSpPr>
          <p:cNvPr id="110618" name="Group 27"/>
          <p:cNvGrpSpPr>
            <a:grpSpLocks/>
          </p:cNvGrpSpPr>
          <p:nvPr/>
        </p:nvGrpSpPr>
        <p:grpSpPr bwMode="auto">
          <a:xfrm>
            <a:off x="7453313" y="6446838"/>
            <a:ext cx="792162" cy="366712"/>
            <a:chOff x="4649" y="4020"/>
            <a:chExt cx="499" cy="231"/>
          </a:xfrm>
        </p:grpSpPr>
        <p:pic>
          <p:nvPicPr>
            <p:cNvPr id="110619" name="Picture 28" descr="78900"/>
            <p:cNvPicPr>
              <a:picLocks noChangeAspect="1" noChangeArrowheads="1"/>
            </p:cNvPicPr>
            <p:nvPr/>
          </p:nvPicPr>
          <p:blipFill>
            <a:blip r:embed="rId7"/>
            <a:srcRect/>
            <a:stretch>
              <a:fillRect/>
            </a:stretch>
          </p:blipFill>
          <p:spPr bwMode="auto"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10620" name="Text Box 29">
              <a:hlinkClick r:id="" action="ppaction://hlinkshowjump?jump=previousslide"/>
            </p:cNvPr>
            <p:cNvSpPr txBox="1">
              <a:spLocks noChangeArrowheads="1"/>
            </p:cNvSpPr>
            <p:nvPr/>
          </p:nvSpPr>
          <p:spPr bwMode="auto"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0">
                  <a:solidFill>
                    <a:schemeClr val="bg1"/>
                  </a:solidFill>
                  <a:latin typeface="隶书" pitchFamily="49" charset="-122"/>
                  <a:ea typeface="隶书" pitchFamily="49" charset="-122"/>
                </a:rPr>
                <a:t>上 页</a:t>
              </a:r>
            </a:p>
          </p:txBody>
        </p:sp>
      </p:grpSp>
      <p:grpSp>
        <p:nvGrpSpPr>
          <p:cNvPr id="110621" name="Group 30"/>
          <p:cNvGrpSpPr>
            <a:grpSpLocks/>
          </p:cNvGrpSpPr>
          <p:nvPr/>
        </p:nvGrpSpPr>
        <p:grpSpPr bwMode="auto">
          <a:xfrm>
            <a:off x="6588125" y="6446838"/>
            <a:ext cx="792163" cy="366712"/>
            <a:chOff x="4649" y="4020"/>
            <a:chExt cx="499" cy="231"/>
          </a:xfrm>
        </p:grpSpPr>
        <p:pic>
          <p:nvPicPr>
            <p:cNvPr id="110622" name="Picture 31" descr="78900"/>
            <p:cNvPicPr>
              <a:picLocks noChangeAspect="1" noChangeArrowheads="1"/>
            </p:cNvPicPr>
            <p:nvPr/>
          </p:nvPicPr>
          <p:blipFill>
            <a:blip r:embed="rId7"/>
            <a:srcRect/>
            <a:stretch>
              <a:fillRect/>
            </a:stretch>
          </p:blipFill>
          <p:spPr bwMode="auto"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10623" name="Text Box 32">
              <a:hlinkClick r:id="rId8" action="ppaction://hlinksldjump"/>
            </p:cNvPr>
            <p:cNvSpPr txBox="1">
              <a:spLocks noChangeArrowheads="1"/>
            </p:cNvSpPr>
            <p:nvPr/>
          </p:nvSpPr>
          <p:spPr bwMode="auto"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0">
                  <a:solidFill>
                    <a:schemeClr val="bg1"/>
                  </a:solidFill>
                  <a:latin typeface="隶书" pitchFamily="49" charset="-122"/>
                  <a:ea typeface="隶书" pitchFamily="49" charset="-122"/>
                </a:rPr>
                <a:t>返 回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1843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1843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000"/>
                                        <p:tgtEl>
                                          <p:spTgt spid="1843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1843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4325" grpId="0"/>
    </p:bld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1617" name="Group 2"/>
          <p:cNvGrpSpPr>
            <a:grpSpLocks/>
          </p:cNvGrpSpPr>
          <p:nvPr/>
        </p:nvGrpSpPr>
        <p:grpSpPr bwMode="auto">
          <a:xfrm>
            <a:off x="622300" y="373063"/>
            <a:ext cx="5372100" cy="3354387"/>
            <a:chOff x="919" y="1957"/>
            <a:chExt cx="3384" cy="2113"/>
          </a:xfrm>
        </p:grpSpPr>
        <p:sp>
          <p:nvSpPr>
            <p:cNvPr id="111618" name="Text Box 3"/>
            <p:cNvSpPr txBox="1">
              <a:spLocks noChangeArrowheads="1"/>
            </p:cNvSpPr>
            <p:nvPr/>
          </p:nvSpPr>
          <p:spPr bwMode="auto">
            <a:xfrm>
              <a:off x="3792" y="3414"/>
              <a:ext cx="116" cy="327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0" hangingPunct="0"/>
              <a:endParaRPr lang="zh-CN" altLang="zh-CN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endParaRPr>
            </a:p>
          </p:txBody>
        </p:sp>
        <p:sp>
          <p:nvSpPr>
            <p:cNvPr id="111619" name="Freeform 4"/>
            <p:cNvSpPr>
              <a:spLocks noChangeArrowheads="1"/>
            </p:cNvSpPr>
            <p:nvPr/>
          </p:nvSpPr>
          <p:spPr bwMode="auto">
            <a:xfrm>
              <a:off x="1198" y="2277"/>
              <a:ext cx="2727" cy="641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84" y="240"/>
                </a:cxn>
                <a:cxn ang="0">
                  <a:pos x="1200" y="528"/>
                </a:cxn>
                <a:cxn ang="0">
                  <a:pos x="1958" y="653"/>
                </a:cxn>
              </a:cxnLst>
              <a:rect l="0" t="0" r="r" b="b"/>
              <a:pathLst>
                <a:path w="1958" h="653">
                  <a:moveTo>
                    <a:pt x="0" y="0"/>
                  </a:moveTo>
                  <a:cubicBezTo>
                    <a:pt x="92" y="76"/>
                    <a:pt x="184" y="152"/>
                    <a:pt x="384" y="240"/>
                  </a:cubicBezTo>
                  <a:cubicBezTo>
                    <a:pt x="584" y="328"/>
                    <a:pt x="938" y="459"/>
                    <a:pt x="1200" y="528"/>
                  </a:cubicBezTo>
                  <a:cubicBezTo>
                    <a:pt x="1462" y="597"/>
                    <a:pt x="1800" y="627"/>
                    <a:pt x="1958" y="653"/>
                  </a:cubicBezTo>
                </a:path>
              </a:pathLst>
            </a:custGeom>
            <a:noFill/>
            <a:ln w="28575" cap="rnd">
              <a:solidFill>
                <a:srgbClr val="FF0000"/>
              </a:solidFill>
              <a:prstDash val="sysDot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1620" name="Freeform 5"/>
            <p:cNvSpPr>
              <a:spLocks noChangeArrowheads="1"/>
            </p:cNvSpPr>
            <p:nvPr/>
          </p:nvSpPr>
          <p:spPr bwMode="auto">
            <a:xfrm>
              <a:off x="1195" y="2323"/>
              <a:ext cx="2405" cy="1289"/>
            </a:xfrm>
            <a:custGeom>
              <a:avLst/>
              <a:gdLst/>
              <a:ahLst/>
              <a:cxnLst>
                <a:cxn ang="0">
                  <a:pos x="5" y="0"/>
                </a:cxn>
                <a:cxn ang="0">
                  <a:pos x="5" y="5"/>
                </a:cxn>
                <a:cxn ang="0">
                  <a:pos x="15" y="5"/>
                </a:cxn>
                <a:cxn ang="0">
                  <a:pos x="96" y="24"/>
                </a:cxn>
                <a:cxn ang="0">
                  <a:pos x="202" y="144"/>
                </a:cxn>
                <a:cxn ang="0">
                  <a:pos x="399" y="516"/>
                </a:cxn>
                <a:cxn ang="0">
                  <a:pos x="547" y="877"/>
                </a:cxn>
                <a:cxn ang="0">
                  <a:pos x="600" y="985"/>
                </a:cxn>
                <a:cxn ang="0">
                  <a:pos x="734" y="1174"/>
                </a:cxn>
                <a:cxn ang="0">
                  <a:pos x="936" y="1287"/>
                </a:cxn>
                <a:cxn ang="0">
                  <a:pos x="1121" y="1189"/>
                </a:cxn>
                <a:cxn ang="0">
                  <a:pos x="1242" y="1068"/>
                </a:cxn>
                <a:cxn ang="0">
                  <a:pos x="1469" y="755"/>
                </a:cxn>
                <a:cxn ang="0">
                  <a:pos x="1657" y="581"/>
                </a:cxn>
                <a:cxn ang="0">
                  <a:pos x="1853" y="504"/>
                </a:cxn>
                <a:cxn ang="0">
                  <a:pos x="2138" y="635"/>
                </a:cxn>
                <a:cxn ang="0">
                  <a:pos x="2271" y="755"/>
                </a:cxn>
                <a:cxn ang="0">
                  <a:pos x="2405" y="875"/>
                </a:cxn>
              </a:cxnLst>
              <a:rect l="0" t="0" r="r" b="b"/>
              <a:pathLst>
                <a:path w="2405" h="1289">
                  <a:moveTo>
                    <a:pt x="5" y="0"/>
                  </a:moveTo>
                  <a:cubicBezTo>
                    <a:pt x="5" y="1"/>
                    <a:pt x="3" y="4"/>
                    <a:pt x="5" y="5"/>
                  </a:cubicBezTo>
                  <a:cubicBezTo>
                    <a:pt x="7" y="6"/>
                    <a:pt x="0" y="2"/>
                    <a:pt x="15" y="5"/>
                  </a:cubicBezTo>
                  <a:cubicBezTo>
                    <a:pt x="30" y="8"/>
                    <a:pt x="65" y="1"/>
                    <a:pt x="96" y="24"/>
                  </a:cubicBezTo>
                  <a:cubicBezTo>
                    <a:pt x="127" y="47"/>
                    <a:pt x="152" y="62"/>
                    <a:pt x="202" y="144"/>
                  </a:cubicBezTo>
                  <a:cubicBezTo>
                    <a:pt x="252" y="226"/>
                    <a:pt x="342" y="394"/>
                    <a:pt x="399" y="516"/>
                  </a:cubicBezTo>
                  <a:cubicBezTo>
                    <a:pt x="456" y="638"/>
                    <a:pt x="513" y="799"/>
                    <a:pt x="547" y="877"/>
                  </a:cubicBezTo>
                  <a:cubicBezTo>
                    <a:pt x="580" y="956"/>
                    <a:pt x="569" y="935"/>
                    <a:pt x="600" y="985"/>
                  </a:cubicBezTo>
                  <a:cubicBezTo>
                    <a:pt x="630" y="1035"/>
                    <a:pt x="678" y="1124"/>
                    <a:pt x="734" y="1174"/>
                  </a:cubicBezTo>
                  <a:cubicBezTo>
                    <a:pt x="790" y="1224"/>
                    <a:pt x="872" y="1285"/>
                    <a:pt x="936" y="1287"/>
                  </a:cubicBezTo>
                  <a:cubicBezTo>
                    <a:pt x="1000" y="1289"/>
                    <a:pt x="1070" y="1225"/>
                    <a:pt x="1121" y="1189"/>
                  </a:cubicBezTo>
                  <a:cubicBezTo>
                    <a:pt x="1172" y="1153"/>
                    <a:pt x="1183" y="1141"/>
                    <a:pt x="1242" y="1068"/>
                  </a:cubicBezTo>
                  <a:cubicBezTo>
                    <a:pt x="1300" y="996"/>
                    <a:pt x="1399" y="836"/>
                    <a:pt x="1469" y="755"/>
                  </a:cubicBezTo>
                  <a:cubicBezTo>
                    <a:pt x="1539" y="675"/>
                    <a:pt x="1593" y="623"/>
                    <a:pt x="1657" y="581"/>
                  </a:cubicBezTo>
                  <a:cubicBezTo>
                    <a:pt x="1721" y="539"/>
                    <a:pt x="1773" y="495"/>
                    <a:pt x="1853" y="504"/>
                  </a:cubicBezTo>
                  <a:cubicBezTo>
                    <a:pt x="1933" y="513"/>
                    <a:pt x="2068" y="593"/>
                    <a:pt x="2138" y="635"/>
                  </a:cubicBezTo>
                  <a:cubicBezTo>
                    <a:pt x="2208" y="677"/>
                    <a:pt x="2227" y="716"/>
                    <a:pt x="2271" y="755"/>
                  </a:cubicBezTo>
                  <a:cubicBezTo>
                    <a:pt x="2316" y="795"/>
                    <a:pt x="2360" y="835"/>
                    <a:pt x="2405" y="875"/>
                  </a:cubicBezTo>
                </a:path>
              </a:pathLst>
            </a:custGeom>
            <a:noFill/>
            <a:ln w="28575">
              <a:solidFill>
                <a:srgbClr val="66FFFF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1621" name="Freeform 6"/>
            <p:cNvSpPr>
              <a:spLocks noChangeArrowheads="1"/>
            </p:cNvSpPr>
            <p:nvPr/>
          </p:nvSpPr>
          <p:spPr bwMode="auto">
            <a:xfrm>
              <a:off x="1238" y="3319"/>
              <a:ext cx="2875" cy="659"/>
            </a:xfrm>
            <a:custGeom>
              <a:avLst/>
              <a:gdLst/>
              <a:ahLst/>
              <a:cxnLst>
                <a:cxn ang="0">
                  <a:pos x="0" y="672"/>
                </a:cxn>
                <a:cxn ang="0">
                  <a:pos x="432" y="384"/>
                </a:cxn>
                <a:cxn ang="0">
                  <a:pos x="960" y="192"/>
                </a:cxn>
                <a:cxn ang="0">
                  <a:pos x="1584" y="48"/>
                </a:cxn>
                <a:cxn ang="0">
                  <a:pos x="2064" y="0"/>
                </a:cxn>
              </a:cxnLst>
              <a:rect l="0" t="0" r="r" b="b"/>
              <a:pathLst>
                <a:path w="2064" h="672">
                  <a:moveTo>
                    <a:pt x="0" y="672"/>
                  </a:moveTo>
                  <a:cubicBezTo>
                    <a:pt x="136" y="568"/>
                    <a:pt x="272" y="464"/>
                    <a:pt x="432" y="384"/>
                  </a:cubicBezTo>
                  <a:cubicBezTo>
                    <a:pt x="592" y="304"/>
                    <a:pt x="768" y="248"/>
                    <a:pt x="960" y="192"/>
                  </a:cubicBezTo>
                  <a:cubicBezTo>
                    <a:pt x="1152" y="136"/>
                    <a:pt x="1400" y="80"/>
                    <a:pt x="1584" y="48"/>
                  </a:cubicBezTo>
                  <a:cubicBezTo>
                    <a:pt x="1768" y="16"/>
                    <a:pt x="1916" y="8"/>
                    <a:pt x="2064" y="0"/>
                  </a:cubicBezTo>
                </a:path>
              </a:pathLst>
            </a:custGeom>
            <a:noFill/>
            <a:ln w="28575" cap="rnd">
              <a:solidFill>
                <a:srgbClr val="FF0000"/>
              </a:solidFill>
              <a:prstDash val="sysDot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1622" name="Line 7"/>
            <p:cNvSpPr>
              <a:spLocks noChangeShapeType="1"/>
            </p:cNvSpPr>
            <p:nvPr/>
          </p:nvSpPr>
          <p:spPr bwMode="auto">
            <a:xfrm>
              <a:off x="997" y="3081"/>
              <a:ext cx="3277" cy="0"/>
            </a:xfrm>
            <a:prstGeom prst="line">
              <a:avLst/>
            </a:prstGeom>
            <a:noFill/>
            <a:ln w="28575">
              <a:solidFill>
                <a:srgbClr val="FFFF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1623" name="Line 8"/>
            <p:cNvSpPr>
              <a:spLocks noChangeShapeType="1"/>
            </p:cNvSpPr>
            <p:nvPr/>
          </p:nvSpPr>
          <p:spPr bwMode="auto">
            <a:xfrm>
              <a:off x="1198" y="2140"/>
              <a:ext cx="0" cy="1930"/>
            </a:xfrm>
            <a:prstGeom prst="line">
              <a:avLst/>
            </a:prstGeom>
            <a:noFill/>
            <a:ln w="28575">
              <a:solidFill>
                <a:srgbClr val="FFFF00"/>
              </a:solidFill>
              <a:round/>
              <a:headEnd type="triangle" w="med" len="med"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1624" name="Text Box 9"/>
            <p:cNvSpPr txBox="1">
              <a:spLocks noChangeArrowheads="1"/>
            </p:cNvSpPr>
            <p:nvPr/>
          </p:nvSpPr>
          <p:spPr bwMode="auto">
            <a:xfrm>
              <a:off x="4125" y="3012"/>
              <a:ext cx="178" cy="327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 eaLnBrk="0" hangingPunct="0"/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t</a:t>
              </a:r>
              <a:endParaRPr lang="en-US" altLang="zh-CN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111625" name="Text Box 10"/>
            <p:cNvSpPr txBox="1">
              <a:spLocks noChangeArrowheads="1"/>
            </p:cNvSpPr>
            <p:nvPr/>
          </p:nvSpPr>
          <p:spPr bwMode="auto">
            <a:xfrm>
              <a:off x="1598" y="2999"/>
              <a:ext cx="437" cy="327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  <a:sym typeface="Symbol" pitchFamily="18" charset="2"/>
                </a:rPr>
                <a:t>-</a:t>
              </a:r>
            </a:p>
          </p:txBody>
        </p:sp>
        <p:sp>
          <p:nvSpPr>
            <p:cNvPr id="111626" name="Text Box 11"/>
            <p:cNvSpPr txBox="1">
              <a:spLocks noChangeArrowheads="1"/>
            </p:cNvSpPr>
            <p:nvPr/>
          </p:nvSpPr>
          <p:spPr bwMode="auto">
            <a:xfrm>
              <a:off x="2417" y="2999"/>
              <a:ext cx="549" cy="327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  <a:sym typeface="Symbol" pitchFamily="18" charset="2"/>
                </a:rPr>
                <a:t>2-</a:t>
              </a:r>
            </a:p>
          </p:txBody>
        </p:sp>
        <p:sp>
          <p:nvSpPr>
            <p:cNvPr id="111627" name="Text Box 12"/>
            <p:cNvSpPr txBox="1">
              <a:spLocks noChangeArrowheads="1"/>
            </p:cNvSpPr>
            <p:nvPr/>
          </p:nvSpPr>
          <p:spPr bwMode="auto">
            <a:xfrm>
              <a:off x="2944" y="2999"/>
              <a:ext cx="351" cy="327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  <a:sym typeface="Symbol" pitchFamily="18" charset="2"/>
                </a:rPr>
                <a:t>2</a:t>
              </a:r>
            </a:p>
          </p:txBody>
        </p:sp>
        <p:sp>
          <p:nvSpPr>
            <p:cNvPr id="111628" name="Text Box 13"/>
            <p:cNvSpPr txBox="1">
              <a:spLocks noChangeArrowheads="1"/>
            </p:cNvSpPr>
            <p:nvPr/>
          </p:nvSpPr>
          <p:spPr bwMode="auto">
            <a:xfrm>
              <a:off x="2083" y="2999"/>
              <a:ext cx="239" cy="327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  <a:sym typeface="Symbol" pitchFamily="18" charset="2"/>
                </a:rPr>
                <a:t></a:t>
              </a:r>
            </a:p>
          </p:txBody>
        </p:sp>
        <p:sp>
          <p:nvSpPr>
            <p:cNvPr id="111629" name="Text Box 14"/>
            <p:cNvSpPr txBox="1">
              <a:spLocks noChangeArrowheads="1"/>
            </p:cNvSpPr>
            <p:nvPr/>
          </p:nvSpPr>
          <p:spPr bwMode="auto">
            <a:xfrm>
              <a:off x="1195" y="3049"/>
              <a:ext cx="228" cy="327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0</a:t>
              </a:r>
            </a:p>
          </p:txBody>
        </p:sp>
        <p:sp>
          <p:nvSpPr>
            <p:cNvPr id="111630" name="Line 15"/>
            <p:cNvSpPr>
              <a:spLocks noChangeShapeType="1"/>
            </p:cNvSpPr>
            <p:nvPr/>
          </p:nvSpPr>
          <p:spPr bwMode="auto">
            <a:xfrm>
              <a:off x="2150" y="3081"/>
              <a:ext cx="0" cy="531"/>
            </a:xfrm>
            <a:prstGeom prst="line">
              <a:avLst/>
            </a:prstGeom>
            <a:noFill/>
            <a:ln w="381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1631" name="Text Box 16"/>
            <p:cNvSpPr txBox="1">
              <a:spLocks noChangeArrowheads="1"/>
            </p:cNvSpPr>
            <p:nvPr/>
          </p:nvSpPr>
          <p:spPr bwMode="auto">
            <a:xfrm>
              <a:off x="919" y="2245"/>
              <a:ext cx="354" cy="327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U</a:t>
              </a:r>
              <a:r>
                <a:rPr lang="en-US" altLang="zh-CN" b="0" baseline="-2500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0</a:t>
              </a:r>
              <a:endParaRPr lang="en-US" altLang="zh-CN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111632" name="Text Box 17"/>
            <p:cNvSpPr txBox="1">
              <a:spLocks noChangeArrowheads="1"/>
            </p:cNvSpPr>
            <p:nvPr/>
          </p:nvSpPr>
          <p:spPr bwMode="auto">
            <a:xfrm>
              <a:off x="1238" y="1957"/>
              <a:ext cx="329" cy="327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u</a:t>
              </a:r>
              <a:r>
                <a:rPr lang="en-US" altLang="zh-CN" b="0" i="1" baseline="-2500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C</a:t>
              </a:r>
            </a:p>
          </p:txBody>
        </p:sp>
        <p:sp>
          <p:nvSpPr>
            <p:cNvPr id="111633" name="Line 18"/>
            <p:cNvSpPr>
              <a:spLocks noChangeShapeType="1"/>
            </p:cNvSpPr>
            <p:nvPr/>
          </p:nvSpPr>
          <p:spPr bwMode="auto">
            <a:xfrm>
              <a:off x="3058" y="2827"/>
              <a:ext cx="0" cy="254"/>
            </a:xfrm>
            <a:prstGeom prst="line">
              <a:avLst/>
            </a:prstGeom>
            <a:noFill/>
            <a:ln w="381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85363" name="Text Box 19"/>
          <p:cNvSpPr txBox="1">
            <a:spLocks noChangeArrowheads="1"/>
          </p:cNvSpPr>
          <p:nvPr/>
        </p:nvSpPr>
        <p:spPr bwMode="auto">
          <a:xfrm>
            <a:off x="1331913" y="2276475"/>
            <a:ext cx="352425" cy="457200"/>
          </a:xfrm>
          <a:prstGeom prst="rect">
            <a:avLst/>
          </a:prstGeom>
          <a:solidFill>
            <a:schemeClr val="hlink"/>
          </a:solidFill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altLang="zh-CN" sz="2400">
                <a:latin typeface="Times New Roman" pitchFamily="18" charset="0"/>
                <a:ea typeface="宋体" pitchFamily="2" charset="-122"/>
                <a:sym typeface="Symbol" pitchFamily="18" charset="2"/>
              </a:rPr>
              <a:t></a:t>
            </a:r>
          </a:p>
        </p:txBody>
      </p:sp>
      <p:sp>
        <p:nvSpPr>
          <p:cNvPr id="185364" name="Freeform 20"/>
          <p:cNvSpPr>
            <a:spLocks noChangeArrowheads="1"/>
          </p:cNvSpPr>
          <p:nvPr/>
        </p:nvSpPr>
        <p:spPr bwMode="auto">
          <a:xfrm>
            <a:off x="1042988" y="1700213"/>
            <a:ext cx="4349750" cy="836612"/>
          </a:xfrm>
          <a:custGeom>
            <a:avLst/>
            <a:gdLst/>
            <a:ahLst/>
            <a:cxnLst>
              <a:cxn ang="0">
                <a:pos x="0" y="286"/>
              </a:cxn>
              <a:cxn ang="0">
                <a:pos x="120" y="137"/>
              </a:cxn>
              <a:cxn ang="0">
                <a:pos x="225" y="51"/>
              </a:cxn>
              <a:cxn ang="0">
                <a:pos x="345" y="3"/>
              </a:cxn>
              <a:cxn ang="0">
                <a:pos x="624" y="70"/>
              </a:cxn>
              <a:cxn ang="0">
                <a:pos x="830" y="204"/>
              </a:cxn>
              <a:cxn ang="0">
                <a:pos x="955" y="310"/>
              </a:cxn>
              <a:cxn ang="0">
                <a:pos x="998" y="353"/>
              </a:cxn>
              <a:cxn ang="0">
                <a:pos x="1041" y="401"/>
              </a:cxn>
              <a:cxn ang="0">
                <a:pos x="1157" y="468"/>
              </a:cxn>
              <a:cxn ang="0">
                <a:pos x="1329" y="525"/>
              </a:cxn>
              <a:cxn ang="0">
                <a:pos x="1508" y="481"/>
              </a:cxn>
              <a:cxn ang="0">
                <a:pos x="1624" y="432"/>
              </a:cxn>
              <a:cxn ang="0">
                <a:pos x="1842" y="302"/>
              </a:cxn>
              <a:cxn ang="0">
                <a:pos x="2023" y="230"/>
              </a:cxn>
              <a:cxn ang="0">
                <a:pos x="2202" y="192"/>
              </a:cxn>
              <a:cxn ang="0">
                <a:pos x="2483" y="253"/>
              </a:cxn>
              <a:cxn ang="0">
                <a:pos x="2612" y="302"/>
              </a:cxn>
              <a:cxn ang="0">
                <a:pos x="2740" y="351"/>
              </a:cxn>
            </a:cxnLst>
            <a:rect l="0" t="0" r="r" b="b"/>
            <a:pathLst>
              <a:path w="2740" h="527">
                <a:moveTo>
                  <a:pt x="0" y="286"/>
                </a:moveTo>
                <a:cubicBezTo>
                  <a:pt x="20" y="261"/>
                  <a:pt x="83" y="176"/>
                  <a:pt x="120" y="137"/>
                </a:cubicBezTo>
                <a:cubicBezTo>
                  <a:pt x="157" y="98"/>
                  <a:pt x="187" y="73"/>
                  <a:pt x="225" y="51"/>
                </a:cubicBezTo>
                <a:cubicBezTo>
                  <a:pt x="263" y="29"/>
                  <a:pt x="279" y="0"/>
                  <a:pt x="345" y="3"/>
                </a:cubicBezTo>
                <a:cubicBezTo>
                  <a:pt x="411" y="6"/>
                  <a:pt x="543" y="37"/>
                  <a:pt x="624" y="70"/>
                </a:cubicBezTo>
                <a:cubicBezTo>
                  <a:pt x="705" y="103"/>
                  <a:pt x="775" y="164"/>
                  <a:pt x="830" y="204"/>
                </a:cubicBezTo>
                <a:cubicBezTo>
                  <a:pt x="885" y="244"/>
                  <a:pt x="927" y="285"/>
                  <a:pt x="955" y="310"/>
                </a:cubicBezTo>
                <a:cubicBezTo>
                  <a:pt x="983" y="335"/>
                  <a:pt x="984" y="338"/>
                  <a:pt x="998" y="353"/>
                </a:cubicBezTo>
                <a:cubicBezTo>
                  <a:pt x="1012" y="368"/>
                  <a:pt x="1015" y="382"/>
                  <a:pt x="1041" y="401"/>
                </a:cubicBezTo>
                <a:cubicBezTo>
                  <a:pt x="1067" y="420"/>
                  <a:pt x="1109" y="447"/>
                  <a:pt x="1157" y="468"/>
                </a:cubicBezTo>
                <a:cubicBezTo>
                  <a:pt x="1205" y="489"/>
                  <a:pt x="1271" y="523"/>
                  <a:pt x="1329" y="525"/>
                </a:cubicBezTo>
                <a:cubicBezTo>
                  <a:pt x="1387" y="527"/>
                  <a:pt x="1459" y="497"/>
                  <a:pt x="1508" y="481"/>
                </a:cubicBezTo>
                <a:cubicBezTo>
                  <a:pt x="1558" y="466"/>
                  <a:pt x="1569" y="461"/>
                  <a:pt x="1624" y="432"/>
                </a:cubicBezTo>
                <a:cubicBezTo>
                  <a:pt x="1680" y="402"/>
                  <a:pt x="1775" y="336"/>
                  <a:pt x="1842" y="302"/>
                </a:cubicBezTo>
                <a:cubicBezTo>
                  <a:pt x="1909" y="269"/>
                  <a:pt x="1962" y="249"/>
                  <a:pt x="2023" y="230"/>
                </a:cubicBezTo>
                <a:cubicBezTo>
                  <a:pt x="2083" y="212"/>
                  <a:pt x="2125" y="188"/>
                  <a:pt x="2202" y="192"/>
                </a:cubicBezTo>
                <a:cubicBezTo>
                  <a:pt x="2278" y="195"/>
                  <a:pt x="2415" y="234"/>
                  <a:pt x="2483" y="253"/>
                </a:cubicBezTo>
                <a:cubicBezTo>
                  <a:pt x="2552" y="271"/>
                  <a:pt x="2569" y="286"/>
                  <a:pt x="2612" y="302"/>
                </a:cubicBezTo>
                <a:cubicBezTo>
                  <a:pt x="2654" y="319"/>
                  <a:pt x="2698" y="335"/>
                  <a:pt x="2740" y="351"/>
                </a:cubicBezTo>
              </a:path>
            </a:pathLst>
          </a:custGeom>
          <a:noFill/>
          <a:ln w="28575">
            <a:solidFill>
              <a:srgbClr val="66FF66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5365" name="Line 21"/>
          <p:cNvSpPr>
            <a:spLocks noChangeShapeType="1"/>
          </p:cNvSpPr>
          <p:nvPr/>
        </p:nvSpPr>
        <p:spPr bwMode="auto">
          <a:xfrm>
            <a:off x="1531938" y="1700213"/>
            <a:ext cx="0" cy="454025"/>
          </a:xfrm>
          <a:prstGeom prst="line">
            <a:avLst/>
          </a:prstGeom>
          <a:noFill/>
          <a:ln w="38100" cap="rnd">
            <a:solidFill>
              <a:schemeClr val="bg1"/>
            </a:solidFill>
            <a:prstDash val="sysDot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5366" name="Text Box 22"/>
          <p:cNvSpPr txBox="1">
            <a:spLocks noChangeArrowheads="1"/>
          </p:cNvSpPr>
          <p:nvPr/>
        </p:nvSpPr>
        <p:spPr bwMode="auto">
          <a:xfrm>
            <a:off x="1955800" y="1579563"/>
            <a:ext cx="40322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altLang="zh-CN" sz="2400" b="0" i="1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i</a:t>
            </a:r>
            <a:r>
              <a:rPr lang="en-US" altLang="zh-CN" sz="2400" b="0" i="1" baseline="-2500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C</a:t>
            </a:r>
            <a:endParaRPr lang="en-US" altLang="zh-CN" sz="2400" b="0">
              <a:solidFill>
                <a:schemeClr val="bg1"/>
              </a:solidFill>
              <a:latin typeface="Times New Roman" pitchFamily="18" charset="0"/>
              <a:ea typeface="宋体" pitchFamily="2" charset="-122"/>
            </a:endParaRPr>
          </a:p>
        </p:txBody>
      </p:sp>
      <p:graphicFrame>
        <p:nvGraphicFramePr>
          <p:cNvPr id="111638" name="Object 23"/>
          <p:cNvGraphicFramePr>
            <a:graphicFrameLocks noChangeAspect="1"/>
          </p:cNvGraphicFramePr>
          <p:nvPr/>
        </p:nvGraphicFramePr>
        <p:xfrm>
          <a:off x="3716338" y="404813"/>
          <a:ext cx="4919662" cy="1074737"/>
        </p:xfrm>
        <a:graphic>
          <a:graphicData uri="http://schemas.openxmlformats.org/presentationml/2006/ole">
            <p:oleObj spid="_x0000_s111638" r:id="rId3" imgW="1784520" imgH="403560" progId="Equation.3">
              <p:embed/>
            </p:oleObj>
          </a:graphicData>
        </a:graphic>
      </p:graphicFrame>
      <p:sp>
        <p:nvSpPr>
          <p:cNvPr id="111639" name="Text Box 24"/>
          <p:cNvSpPr txBox="1">
            <a:spLocks noChangeArrowheads="1"/>
          </p:cNvSpPr>
          <p:nvPr/>
        </p:nvSpPr>
        <p:spPr bwMode="auto">
          <a:xfrm>
            <a:off x="5265738" y="5064125"/>
            <a:ext cx="3609975" cy="822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/>
            <a:endParaRPr lang="en-US" altLang="zh-CN" sz="2400">
              <a:solidFill>
                <a:schemeClr val="bg1"/>
              </a:solidFill>
              <a:latin typeface="Times New Roman" pitchFamily="18" charset="0"/>
              <a:ea typeface="宋体" pitchFamily="2" charset="-122"/>
              <a:sym typeface="Symbol" pitchFamily="18" charset="2"/>
            </a:endParaRPr>
          </a:p>
          <a:p>
            <a:pPr eaLnBrk="0" hangingPunct="0"/>
            <a:endParaRPr lang="en-US" altLang="zh-CN" sz="2400">
              <a:solidFill>
                <a:schemeClr val="bg1"/>
              </a:solidFill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111640" name="Rectangle 25"/>
          <p:cNvSpPr>
            <a:spLocks noChangeArrowheads="1"/>
          </p:cNvSpPr>
          <p:nvPr/>
        </p:nvSpPr>
        <p:spPr bwMode="auto">
          <a:xfrm>
            <a:off x="901700" y="5473700"/>
            <a:ext cx="5207000" cy="1187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/>
            <a:endParaRPr lang="en-US" altLang="zh-CN" sz="2400">
              <a:solidFill>
                <a:schemeClr val="bg1"/>
              </a:solidFill>
              <a:latin typeface="Times New Roman" pitchFamily="18" charset="0"/>
              <a:ea typeface="宋体" pitchFamily="2" charset="-122"/>
              <a:sym typeface="Symbol" pitchFamily="18" charset="2"/>
            </a:endParaRPr>
          </a:p>
          <a:p>
            <a:pPr eaLnBrk="0" hangingPunct="0"/>
            <a:r>
              <a:rPr lang="en-US" altLang="zh-CN" sz="2400">
                <a:solidFill>
                  <a:schemeClr val="bg1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   </a:t>
            </a:r>
          </a:p>
          <a:p>
            <a:pPr eaLnBrk="0" hangingPunct="0"/>
            <a:r>
              <a:rPr lang="en-US" altLang="zh-CN" sz="2400">
                <a:solidFill>
                  <a:schemeClr val="bg1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    </a:t>
            </a:r>
          </a:p>
        </p:txBody>
      </p:sp>
      <p:graphicFrame>
        <p:nvGraphicFramePr>
          <p:cNvPr id="185370" name="Object 26"/>
          <p:cNvGraphicFramePr>
            <a:graphicFrameLocks noChangeAspect="1"/>
          </p:cNvGraphicFramePr>
          <p:nvPr/>
        </p:nvGraphicFramePr>
        <p:xfrm>
          <a:off x="1835150" y="4365625"/>
          <a:ext cx="5761038" cy="1090613"/>
        </p:xfrm>
        <a:graphic>
          <a:graphicData uri="http://schemas.openxmlformats.org/presentationml/2006/ole">
            <p:oleObj spid="_x0000_s111641" r:id="rId4" imgW="2189880" imgH="403560" progId="Equation.3">
              <p:embed/>
            </p:oleObj>
          </a:graphicData>
        </a:graphic>
      </p:graphicFrame>
      <p:sp>
        <p:nvSpPr>
          <p:cNvPr id="185371" name="Text Box 27"/>
          <p:cNvSpPr txBox="1">
            <a:spLocks noChangeArrowheads="1"/>
          </p:cNvSpPr>
          <p:nvPr/>
        </p:nvSpPr>
        <p:spPr bwMode="auto">
          <a:xfrm>
            <a:off x="1835150" y="5516563"/>
            <a:ext cx="5607050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altLang="zh-CN" b="0" i="1">
                <a:latin typeface="Times New Roman" pitchFamily="18" charset="0"/>
                <a:ea typeface="宋体" pitchFamily="2" charset="-122"/>
              </a:rPr>
              <a:t>u</a:t>
            </a:r>
            <a:r>
              <a:rPr lang="en-US" altLang="zh-CN" b="0" i="1" baseline="-25000">
                <a:latin typeface="Times New Roman" pitchFamily="18" charset="0"/>
                <a:ea typeface="宋体" pitchFamily="2" charset="-122"/>
              </a:rPr>
              <a:t>L</a:t>
            </a:r>
            <a:r>
              <a:rPr lang="en-US" altLang="zh-CN" b="0">
                <a:latin typeface="Times New Roman" pitchFamily="18" charset="0"/>
                <a:ea typeface="宋体" pitchFamily="2" charset="-122"/>
              </a:rPr>
              <a:t>=0</a:t>
            </a:r>
            <a:r>
              <a:rPr lang="zh-CN" altLang="en-US" b="0">
                <a:latin typeface="Times New Roman" pitchFamily="18" charset="0"/>
                <a:ea typeface="宋体" pitchFamily="2" charset="-122"/>
              </a:rPr>
              <a:t>：</a:t>
            </a:r>
            <a:r>
              <a:rPr lang="zh-CN" altLang="en-US" b="0">
                <a:latin typeface="Times New Roman" pitchFamily="18" charset="0"/>
                <a:ea typeface="宋体" pitchFamily="2" charset="-122"/>
                <a:sym typeface="Symbol" pitchFamily="18" charset="2"/>
              </a:rPr>
              <a:t></a:t>
            </a:r>
            <a:r>
              <a:rPr lang="en-US" altLang="zh-CN" b="0">
                <a:latin typeface="Times New Roman" pitchFamily="18" charset="0"/>
                <a:ea typeface="宋体" pitchFamily="2" charset="-122"/>
                <a:sym typeface="Symbol" pitchFamily="18" charset="2"/>
              </a:rPr>
              <a:t>t =  </a:t>
            </a:r>
            <a:r>
              <a:rPr lang="zh-CN" altLang="en-US" b="0">
                <a:latin typeface="Times New Roman" pitchFamily="18" charset="0"/>
                <a:ea typeface="宋体" pitchFamily="2" charset="-122"/>
                <a:sym typeface="Symbol" pitchFamily="18" charset="2"/>
              </a:rPr>
              <a:t>，</a:t>
            </a:r>
            <a:r>
              <a:rPr lang="en-US" altLang="zh-CN" b="0">
                <a:latin typeface="Times New Roman" pitchFamily="18" charset="0"/>
                <a:ea typeface="宋体" pitchFamily="2" charset="-122"/>
                <a:sym typeface="Symbol" pitchFamily="18" charset="2"/>
              </a:rPr>
              <a:t>+</a:t>
            </a:r>
            <a:r>
              <a:rPr lang="zh-CN" altLang="en-US" b="0">
                <a:latin typeface="Times New Roman" pitchFamily="18" charset="0"/>
                <a:ea typeface="宋体" pitchFamily="2" charset="-122"/>
                <a:sym typeface="Symbol" pitchFamily="18" charset="2"/>
              </a:rPr>
              <a:t>，</a:t>
            </a:r>
            <a:r>
              <a:rPr lang="en-US" altLang="zh-CN" b="0">
                <a:latin typeface="Times New Roman" pitchFamily="18" charset="0"/>
                <a:ea typeface="宋体" pitchFamily="2" charset="-122"/>
                <a:sym typeface="Symbol" pitchFamily="18" charset="2"/>
              </a:rPr>
              <a:t>2+  ... n+</a:t>
            </a:r>
          </a:p>
        </p:txBody>
      </p:sp>
      <p:sp>
        <p:nvSpPr>
          <p:cNvPr id="185372" name="Text Box 28"/>
          <p:cNvSpPr txBox="1">
            <a:spLocks noChangeArrowheads="1"/>
          </p:cNvSpPr>
          <p:nvPr/>
        </p:nvSpPr>
        <p:spPr bwMode="auto">
          <a:xfrm>
            <a:off x="1835150" y="3284538"/>
            <a:ext cx="6905625" cy="1031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>
              <a:spcBef>
                <a:spcPct val="20000"/>
              </a:spcBef>
            </a:pPr>
            <a:r>
              <a:rPr lang="en-US" altLang="zh-CN" b="0" i="1">
                <a:latin typeface="Times New Roman" pitchFamily="18" charset="0"/>
                <a:ea typeface="宋体" pitchFamily="2" charset="-122"/>
              </a:rPr>
              <a:t>i</a:t>
            </a:r>
            <a:r>
              <a:rPr lang="en-US" altLang="zh-CN" b="0" i="1" baseline="-25000">
                <a:latin typeface="Times New Roman" pitchFamily="18" charset="0"/>
                <a:ea typeface="宋体" pitchFamily="2" charset="-122"/>
              </a:rPr>
              <a:t>c</a:t>
            </a:r>
            <a:r>
              <a:rPr lang="en-US" altLang="zh-CN" b="0">
                <a:latin typeface="Times New Roman" pitchFamily="18" charset="0"/>
                <a:ea typeface="宋体" pitchFamily="2" charset="-122"/>
              </a:rPr>
              <a:t>=0</a:t>
            </a:r>
            <a:r>
              <a:rPr lang="zh-CN" altLang="en-US" b="0">
                <a:latin typeface="Times New Roman" pitchFamily="18" charset="0"/>
                <a:ea typeface="宋体" pitchFamily="2" charset="-122"/>
              </a:rPr>
              <a:t>：</a:t>
            </a:r>
            <a:r>
              <a:rPr lang="zh-CN" altLang="en-US" b="0">
                <a:latin typeface="Times New Roman" pitchFamily="18" charset="0"/>
                <a:ea typeface="宋体" pitchFamily="2" charset="-122"/>
                <a:sym typeface="Symbol" pitchFamily="18" charset="2"/>
              </a:rPr>
              <a:t></a:t>
            </a:r>
            <a:r>
              <a:rPr lang="en-US" altLang="zh-CN" b="0">
                <a:latin typeface="Times New Roman" pitchFamily="18" charset="0"/>
                <a:ea typeface="宋体" pitchFamily="2" charset="-122"/>
                <a:sym typeface="Symbol" pitchFamily="18" charset="2"/>
              </a:rPr>
              <a:t>t =0</a:t>
            </a:r>
            <a:r>
              <a:rPr lang="zh-CN" altLang="en-US" b="0">
                <a:latin typeface="Times New Roman" pitchFamily="18" charset="0"/>
                <a:ea typeface="宋体" pitchFamily="2" charset="-122"/>
                <a:sym typeface="Symbol" pitchFamily="18" charset="2"/>
              </a:rPr>
              <a:t>，，</a:t>
            </a:r>
            <a:r>
              <a:rPr lang="en-US" altLang="zh-CN" b="0">
                <a:latin typeface="Times New Roman" pitchFamily="18" charset="0"/>
                <a:ea typeface="宋体" pitchFamily="2" charset="-122"/>
                <a:sym typeface="Symbol" pitchFamily="18" charset="2"/>
              </a:rPr>
              <a:t>2    ... n </a:t>
            </a:r>
            <a:r>
              <a:rPr lang="zh-CN" altLang="en-US" b="0">
                <a:latin typeface="Times New Roman" pitchFamily="18" charset="0"/>
                <a:ea typeface="宋体" pitchFamily="2" charset="-122"/>
                <a:sym typeface="Symbol" pitchFamily="18" charset="2"/>
              </a:rPr>
              <a:t>，</a:t>
            </a:r>
            <a:r>
              <a:rPr lang="zh-CN" altLang="en-US">
                <a:latin typeface="Times New Roman" pitchFamily="18" charset="0"/>
                <a:sym typeface="Symbol" pitchFamily="18" charset="2"/>
              </a:rPr>
              <a:t>为</a:t>
            </a:r>
            <a:r>
              <a:rPr lang="zh-CN" altLang="en-US" b="0">
                <a:latin typeface="Times New Roman" pitchFamily="18" charset="0"/>
                <a:ea typeface="宋体" pitchFamily="2" charset="-122"/>
                <a:sym typeface="Symbol" pitchFamily="18" charset="2"/>
              </a:rPr>
              <a:t> </a:t>
            </a:r>
            <a:r>
              <a:rPr lang="en-US" altLang="zh-CN" b="0" i="1">
                <a:latin typeface="Times New Roman" pitchFamily="18" charset="0"/>
                <a:ea typeface="仿宋_GB2312" pitchFamily="49" charset="-122"/>
              </a:rPr>
              <a:t>u</a:t>
            </a:r>
            <a:r>
              <a:rPr lang="en-US" altLang="zh-CN" b="0" i="1" baseline="-25000">
                <a:ea typeface="仿宋_GB2312" pitchFamily="49" charset="-122"/>
              </a:rPr>
              <a:t>c</a:t>
            </a:r>
            <a:r>
              <a:rPr lang="zh-CN" altLang="en-US"/>
              <a:t>极值点，</a:t>
            </a:r>
            <a:endParaRPr lang="zh-CN" altLang="en-US">
              <a:latin typeface="Times New Roman" pitchFamily="18" charset="0"/>
              <a:sym typeface="Symbol" pitchFamily="18" charset="2"/>
            </a:endParaRPr>
          </a:p>
          <a:p>
            <a:pPr eaLnBrk="0" hangingPunct="0">
              <a:spcBef>
                <a:spcPct val="20000"/>
              </a:spcBef>
            </a:pPr>
            <a:r>
              <a:rPr lang="en-US" altLang="zh-CN" b="0" i="1">
                <a:latin typeface="Times New Roman" pitchFamily="18" charset="0"/>
                <a:ea typeface="宋体" pitchFamily="2" charset="-122"/>
              </a:rPr>
              <a:t>i</a:t>
            </a:r>
            <a:r>
              <a:rPr lang="en-US" altLang="zh-CN" b="0" i="1" baseline="-25000">
                <a:latin typeface="Times New Roman" pitchFamily="18" charset="0"/>
                <a:ea typeface="宋体" pitchFamily="2" charset="-122"/>
              </a:rPr>
              <a:t>c </a:t>
            </a:r>
            <a:r>
              <a:rPr lang="zh-CN" altLang="en-US">
                <a:latin typeface="Times New Roman" pitchFamily="18" charset="0"/>
              </a:rPr>
              <a:t>的极值点为 </a:t>
            </a:r>
            <a:r>
              <a:rPr lang="en-US" altLang="zh-CN" b="0" i="1">
                <a:latin typeface="Times New Roman" pitchFamily="18" charset="0"/>
                <a:ea typeface="宋体" pitchFamily="2" charset="-122"/>
              </a:rPr>
              <a:t>u</a:t>
            </a:r>
            <a:r>
              <a:rPr lang="en-US" altLang="zh-CN" b="0" i="1" baseline="-25000">
                <a:latin typeface="Times New Roman" pitchFamily="18" charset="0"/>
                <a:ea typeface="宋体" pitchFamily="2" charset="-122"/>
              </a:rPr>
              <a:t>L </a:t>
            </a:r>
            <a:r>
              <a:rPr lang="zh-CN" altLang="en-US">
                <a:latin typeface="Times New Roman" pitchFamily="18" charset="0"/>
              </a:rPr>
              <a:t>零点</a:t>
            </a:r>
            <a:r>
              <a:rPr lang="zh-CN" altLang="en-US">
                <a:latin typeface="Times New Roman" pitchFamily="18" charset="0"/>
                <a:ea typeface="宋体" pitchFamily="2" charset="-122"/>
              </a:rPr>
              <a:t>。</a:t>
            </a:r>
          </a:p>
        </p:txBody>
      </p:sp>
      <p:grpSp>
        <p:nvGrpSpPr>
          <p:cNvPr id="111644" name="Group 29"/>
          <p:cNvGrpSpPr>
            <a:grpSpLocks/>
          </p:cNvGrpSpPr>
          <p:nvPr/>
        </p:nvGrpSpPr>
        <p:grpSpPr bwMode="auto"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111645" name="Picture 30" descr="78900"/>
            <p:cNvPicPr>
              <a:picLocks noChangeAspect="1" noChangeArrowheads="1"/>
            </p:cNvPicPr>
            <p:nvPr/>
          </p:nvPicPr>
          <p:blipFill>
            <a:blip r:embed="rId5"/>
            <a:srcRect/>
            <a:stretch>
              <a:fillRect/>
            </a:stretch>
          </p:blipFill>
          <p:spPr bwMode="auto"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11646" name="Text Box 31">
              <a:hlinkClick r:id="" action="ppaction://hlinkshowjump?jump=nextslide"/>
            </p:cNvPr>
            <p:cNvSpPr txBox="1">
              <a:spLocks noChangeArrowheads="1"/>
            </p:cNvSpPr>
            <p:nvPr/>
          </p:nvSpPr>
          <p:spPr bwMode="auto"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0">
                  <a:solidFill>
                    <a:schemeClr val="bg1"/>
                  </a:solidFill>
                  <a:latin typeface="隶书" pitchFamily="49" charset="-122"/>
                  <a:ea typeface="隶书" pitchFamily="49" charset="-122"/>
                </a:rPr>
                <a:t>下 页</a:t>
              </a:r>
            </a:p>
          </p:txBody>
        </p:sp>
      </p:grpSp>
      <p:grpSp>
        <p:nvGrpSpPr>
          <p:cNvPr id="111647" name="Group 32"/>
          <p:cNvGrpSpPr>
            <a:grpSpLocks/>
          </p:cNvGrpSpPr>
          <p:nvPr/>
        </p:nvGrpSpPr>
        <p:grpSpPr bwMode="auto">
          <a:xfrm>
            <a:off x="7453313" y="6446838"/>
            <a:ext cx="792162" cy="366712"/>
            <a:chOff x="4649" y="4020"/>
            <a:chExt cx="499" cy="231"/>
          </a:xfrm>
        </p:grpSpPr>
        <p:pic>
          <p:nvPicPr>
            <p:cNvPr id="111648" name="Picture 33" descr="78900"/>
            <p:cNvPicPr>
              <a:picLocks noChangeAspect="1" noChangeArrowheads="1"/>
            </p:cNvPicPr>
            <p:nvPr/>
          </p:nvPicPr>
          <p:blipFill>
            <a:blip r:embed="rId5"/>
            <a:srcRect/>
            <a:stretch>
              <a:fillRect/>
            </a:stretch>
          </p:blipFill>
          <p:spPr bwMode="auto"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11649" name="Text Box 34">
              <a:hlinkClick r:id="" action="ppaction://hlinkshowjump?jump=previousslide"/>
            </p:cNvPr>
            <p:cNvSpPr txBox="1">
              <a:spLocks noChangeArrowheads="1"/>
            </p:cNvSpPr>
            <p:nvPr/>
          </p:nvSpPr>
          <p:spPr bwMode="auto"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0">
                  <a:solidFill>
                    <a:schemeClr val="bg1"/>
                  </a:solidFill>
                  <a:latin typeface="隶书" pitchFamily="49" charset="-122"/>
                  <a:ea typeface="隶书" pitchFamily="49" charset="-122"/>
                </a:rPr>
                <a:t>上 页</a:t>
              </a:r>
            </a:p>
          </p:txBody>
        </p:sp>
      </p:grpSp>
      <p:grpSp>
        <p:nvGrpSpPr>
          <p:cNvPr id="111650" name="Group 35"/>
          <p:cNvGrpSpPr>
            <a:grpSpLocks/>
          </p:cNvGrpSpPr>
          <p:nvPr/>
        </p:nvGrpSpPr>
        <p:grpSpPr bwMode="auto">
          <a:xfrm>
            <a:off x="6588125" y="6446838"/>
            <a:ext cx="792163" cy="366712"/>
            <a:chOff x="4649" y="4020"/>
            <a:chExt cx="499" cy="231"/>
          </a:xfrm>
        </p:grpSpPr>
        <p:pic>
          <p:nvPicPr>
            <p:cNvPr id="111651" name="Picture 36" descr="78900"/>
            <p:cNvPicPr>
              <a:picLocks noChangeAspect="1" noChangeArrowheads="1"/>
            </p:cNvPicPr>
            <p:nvPr/>
          </p:nvPicPr>
          <p:blipFill>
            <a:blip r:embed="rId5"/>
            <a:srcRect/>
            <a:stretch>
              <a:fillRect/>
            </a:stretch>
          </p:blipFill>
          <p:spPr bwMode="auto"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11652" name="Text Box 37">
              <a:hlinkClick r:id="rId6" action="ppaction://hlinksldjump"/>
            </p:cNvPr>
            <p:cNvSpPr txBox="1">
              <a:spLocks noChangeArrowheads="1"/>
            </p:cNvSpPr>
            <p:nvPr/>
          </p:nvSpPr>
          <p:spPr bwMode="auto"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0">
                  <a:solidFill>
                    <a:schemeClr val="bg1"/>
                  </a:solidFill>
                  <a:latin typeface="隶书" pitchFamily="49" charset="-122"/>
                  <a:ea typeface="隶书" pitchFamily="49" charset="-122"/>
                </a:rPr>
                <a:t>返 回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853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853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853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853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853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853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853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5363" grpId="0" animBg="1"/>
      <p:bldP spid="185365" grpId="0" animBg="1"/>
      <p:bldP spid="185366" grpId="0"/>
      <p:bldP spid="185371" grpId="0"/>
      <p:bldP spid="185372" grpId="0"/>
    </p:bld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370" name="Text Box 2" descr="绿色大理石"/>
          <p:cNvSpPr txBox="1">
            <a:spLocks noChangeArrowheads="1"/>
          </p:cNvSpPr>
          <p:nvPr/>
        </p:nvSpPr>
        <p:spPr bwMode="auto">
          <a:xfrm>
            <a:off x="4859338" y="692150"/>
            <a:ext cx="267335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zh-CN" altLang="en-US">
                <a:solidFill>
                  <a:schemeClr val="bg1"/>
                </a:solidFill>
                <a:latin typeface="Times New Roman" pitchFamily="18" charset="0"/>
              </a:rPr>
              <a:t>能量转换关系：</a:t>
            </a:r>
          </a:p>
        </p:txBody>
      </p:sp>
      <p:sp>
        <p:nvSpPr>
          <p:cNvPr id="186371" name="Text Box 3"/>
          <p:cNvSpPr txBox="1">
            <a:spLocks noChangeArrowheads="1"/>
          </p:cNvSpPr>
          <p:nvPr/>
        </p:nvSpPr>
        <p:spPr bwMode="auto">
          <a:xfrm>
            <a:off x="755650" y="5684838"/>
            <a:ext cx="1968500" cy="579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altLang="zh-CN" sz="3200" b="0">
                <a:latin typeface="Times New Roman" pitchFamily="18" charset="0"/>
                <a:ea typeface="宋体" pitchFamily="2" charset="-122"/>
                <a:sym typeface="Symbol" pitchFamily="18" charset="2"/>
              </a:rPr>
              <a:t>0 &lt; t &lt;  </a:t>
            </a:r>
          </a:p>
        </p:txBody>
      </p:sp>
      <p:sp>
        <p:nvSpPr>
          <p:cNvPr id="186372" name="Text Box 4"/>
          <p:cNvSpPr txBox="1">
            <a:spLocks noChangeArrowheads="1"/>
          </p:cNvSpPr>
          <p:nvPr/>
        </p:nvSpPr>
        <p:spPr bwMode="auto">
          <a:xfrm>
            <a:off x="3708400" y="5611813"/>
            <a:ext cx="2246313" cy="579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altLang="zh-CN" sz="3200" b="0">
                <a:latin typeface="Times New Roman" pitchFamily="18" charset="0"/>
                <a:ea typeface="宋体" pitchFamily="2" charset="-122"/>
                <a:sym typeface="Symbol" pitchFamily="18" charset="2"/>
              </a:rPr>
              <a:t> &lt; t &lt; -</a:t>
            </a:r>
          </a:p>
        </p:txBody>
      </p:sp>
      <p:sp>
        <p:nvSpPr>
          <p:cNvPr id="186373" name="Text Box 5"/>
          <p:cNvSpPr txBox="1">
            <a:spLocks noChangeArrowheads="1"/>
          </p:cNvSpPr>
          <p:nvPr/>
        </p:nvSpPr>
        <p:spPr bwMode="auto">
          <a:xfrm>
            <a:off x="6516688" y="5540375"/>
            <a:ext cx="2449512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altLang="zh-CN" sz="3200" b="0">
                <a:latin typeface="Times New Roman" pitchFamily="18" charset="0"/>
                <a:ea typeface="宋体" pitchFamily="2" charset="-122"/>
                <a:sym typeface="Symbol" pitchFamily="18" charset="2"/>
              </a:rPr>
              <a:t>-  &lt; t &lt;  </a:t>
            </a:r>
          </a:p>
        </p:txBody>
      </p:sp>
      <p:grpSp>
        <p:nvGrpSpPr>
          <p:cNvPr id="112645" name="Group 6"/>
          <p:cNvGrpSpPr>
            <a:grpSpLocks/>
          </p:cNvGrpSpPr>
          <p:nvPr/>
        </p:nvGrpSpPr>
        <p:grpSpPr bwMode="auto">
          <a:xfrm>
            <a:off x="1558925" y="307975"/>
            <a:ext cx="5372100" cy="3354388"/>
            <a:chOff x="919" y="1957"/>
            <a:chExt cx="3384" cy="2113"/>
          </a:xfrm>
        </p:grpSpPr>
        <p:sp>
          <p:nvSpPr>
            <p:cNvPr id="112646" name="Text Box 7"/>
            <p:cNvSpPr txBox="1">
              <a:spLocks noChangeArrowheads="1"/>
            </p:cNvSpPr>
            <p:nvPr/>
          </p:nvSpPr>
          <p:spPr bwMode="auto">
            <a:xfrm>
              <a:off x="3792" y="3414"/>
              <a:ext cx="116" cy="327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0" hangingPunct="0"/>
              <a:endParaRPr lang="zh-CN" altLang="zh-CN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endParaRPr>
            </a:p>
          </p:txBody>
        </p:sp>
        <p:sp>
          <p:nvSpPr>
            <p:cNvPr id="112647" name="Freeform 8"/>
            <p:cNvSpPr>
              <a:spLocks noChangeArrowheads="1"/>
            </p:cNvSpPr>
            <p:nvPr/>
          </p:nvSpPr>
          <p:spPr bwMode="auto">
            <a:xfrm>
              <a:off x="1198" y="2277"/>
              <a:ext cx="2727" cy="641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84" y="240"/>
                </a:cxn>
                <a:cxn ang="0">
                  <a:pos x="1200" y="528"/>
                </a:cxn>
                <a:cxn ang="0">
                  <a:pos x="1958" y="653"/>
                </a:cxn>
              </a:cxnLst>
              <a:rect l="0" t="0" r="r" b="b"/>
              <a:pathLst>
                <a:path w="1958" h="653">
                  <a:moveTo>
                    <a:pt x="0" y="0"/>
                  </a:moveTo>
                  <a:cubicBezTo>
                    <a:pt x="92" y="76"/>
                    <a:pt x="184" y="152"/>
                    <a:pt x="384" y="240"/>
                  </a:cubicBezTo>
                  <a:cubicBezTo>
                    <a:pt x="584" y="328"/>
                    <a:pt x="938" y="459"/>
                    <a:pt x="1200" y="528"/>
                  </a:cubicBezTo>
                  <a:cubicBezTo>
                    <a:pt x="1462" y="597"/>
                    <a:pt x="1800" y="627"/>
                    <a:pt x="1958" y="653"/>
                  </a:cubicBezTo>
                </a:path>
              </a:pathLst>
            </a:custGeom>
            <a:noFill/>
            <a:ln w="28575" cap="rnd">
              <a:solidFill>
                <a:srgbClr val="FF0000"/>
              </a:solidFill>
              <a:prstDash val="sysDot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2648" name="Freeform 9"/>
            <p:cNvSpPr>
              <a:spLocks noChangeArrowheads="1"/>
            </p:cNvSpPr>
            <p:nvPr/>
          </p:nvSpPr>
          <p:spPr bwMode="auto">
            <a:xfrm>
              <a:off x="1195" y="2323"/>
              <a:ext cx="2405" cy="1289"/>
            </a:xfrm>
            <a:custGeom>
              <a:avLst/>
              <a:gdLst/>
              <a:ahLst/>
              <a:cxnLst>
                <a:cxn ang="0">
                  <a:pos x="5" y="0"/>
                </a:cxn>
                <a:cxn ang="0">
                  <a:pos x="5" y="5"/>
                </a:cxn>
                <a:cxn ang="0">
                  <a:pos x="15" y="5"/>
                </a:cxn>
                <a:cxn ang="0">
                  <a:pos x="96" y="24"/>
                </a:cxn>
                <a:cxn ang="0">
                  <a:pos x="202" y="144"/>
                </a:cxn>
                <a:cxn ang="0">
                  <a:pos x="399" y="516"/>
                </a:cxn>
                <a:cxn ang="0">
                  <a:pos x="547" y="877"/>
                </a:cxn>
                <a:cxn ang="0">
                  <a:pos x="600" y="985"/>
                </a:cxn>
                <a:cxn ang="0">
                  <a:pos x="734" y="1174"/>
                </a:cxn>
                <a:cxn ang="0">
                  <a:pos x="936" y="1287"/>
                </a:cxn>
                <a:cxn ang="0">
                  <a:pos x="1121" y="1189"/>
                </a:cxn>
                <a:cxn ang="0">
                  <a:pos x="1242" y="1068"/>
                </a:cxn>
                <a:cxn ang="0">
                  <a:pos x="1469" y="755"/>
                </a:cxn>
                <a:cxn ang="0">
                  <a:pos x="1657" y="581"/>
                </a:cxn>
                <a:cxn ang="0">
                  <a:pos x="1853" y="504"/>
                </a:cxn>
                <a:cxn ang="0">
                  <a:pos x="2138" y="635"/>
                </a:cxn>
                <a:cxn ang="0">
                  <a:pos x="2271" y="755"/>
                </a:cxn>
                <a:cxn ang="0">
                  <a:pos x="2405" y="875"/>
                </a:cxn>
              </a:cxnLst>
              <a:rect l="0" t="0" r="r" b="b"/>
              <a:pathLst>
                <a:path w="2405" h="1289">
                  <a:moveTo>
                    <a:pt x="5" y="0"/>
                  </a:moveTo>
                  <a:cubicBezTo>
                    <a:pt x="5" y="1"/>
                    <a:pt x="3" y="4"/>
                    <a:pt x="5" y="5"/>
                  </a:cubicBezTo>
                  <a:cubicBezTo>
                    <a:pt x="7" y="6"/>
                    <a:pt x="0" y="2"/>
                    <a:pt x="15" y="5"/>
                  </a:cubicBezTo>
                  <a:cubicBezTo>
                    <a:pt x="30" y="8"/>
                    <a:pt x="65" y="1"/>
                    <a:pt x="96" y="24"/>
                  </a:cubicBezTo>
                  <a:cubicBezTo>
                    <a:pt x="127" y="47"/>
                    <a:pt x="152" y="62"/>
                    <a:pt x="202" y="144"/>
                  </a:cubicBezTo>
                  <a:cubicBezTo>
                    <a:pt x="252" y="226"/>
                    <a:pt x="342" y="394"/>
                    <a:pt x="399" y="516"/>
                  </a:cubicBezTo>
                  <a:cubicBezTo>
                    <a:pt x="456" y="638"/>
                    <a:pt x="513" y="799"/>
                    <a:pt x="547" y="877"/>
                  </a:cubicBezTo>
                  <a:cubicBezTo>
                    <a:pt x="580" y="956"/>
                    <a:pt x="569" y="935"/>
                    <a:pt x="600" y="985"/>
                  </a:cubicBezTo>
                  <a:cubicBezTo>
                    <a:pt x="630" y="1035"/>
                    <a:pt x="678" y="1124"/>
                    <a:pt x="734" y="1174"/>
                  </a:cubicBezTo>
                  <a:cubicBezTo>
                    <a:pt x="790" y="1224"/>
                    <a:pt x="872" y="1285"/>
                    <a:pt x="936" y="1287"/>
                  </a:cubicBezTo>
                  <a:cubicBezTo>
                    <a:pt x="1000" y="1289"/>
                    <a:pt x="1070" y="1225"/>
                    <a:pt x="1121" y="1189"/>
                  </a:cubicBezTo>
                  <a:cubicBezTo>
                    <a:pt x="1172" y="1153"/>
                    <a:pt x="1183" y="1141"/>
                    <a:pt x="1242" y="1068"/>
                  </a:cubicBezTo>
                  <a:cubicBezTo>
                    <a:pt x="1300" y="996"/>
                    <a:pt x="1399" y="836"/>
                    <a:pt x="1469" y="755"/>
                  </a:cubicBezTo>
                  <a:cubicBezTo>
                    <a:pt x="1539" y="675"/>
                    <a:pt x="1593" y="623"/>
                    <a:pt x="1657" y="581"/>
                  </a:cubicBezTo>
                  <a:cubicBezTo>
                    <a:pt x="1721" y="539"/>
                    <a:pt x="1773" y="495"/>
                    <a:pt x="1853" y="504"/>
                  </a:cubicBezTo>
                  <a:cubicBezTo>
                    <a:pt x="1933" y="513"/>
                    <a:pt x="2068" y="593"/>
                    <a:pt x="2138" y="635"/>
                  </a:cubicBezTo>
                  <a:cubicBezTo>
                    <a:pt x="2208" y="677"/>
                    <a:pt x="2227" y="716"/>
                    <a:pt x="2271" y="755"/>
                  </a:cubicBezTo>
                  <a:cubicBezTo>
                    <a:pt x="2316" y="795"/>
                    <a:pt x="2360" y="835"/>
                    <a:pt x="2405" y="875"/>
                  </a:cubicBezTo>
                </a:path>
              </a:pathLst>
            </a:custGeom>
            <a:noFill/>
            <a:ln w="28575">
              <a:solidFill>
                <a:srgbClr val="66FFFF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2649" name="Freeform 10"/>
            <p:cNvSpPr>
              <a:spLocks noChangeArrowheads="1"/>
            </p:cNvSpPr>
            <p:nvPr/>
          </p:nvSpPr>
          <p:spPr bwMode="auto">
            <a:xfrm>
              <a:off x="1238" y="3319"/>
              <a:ext cx="2875" cy="659"/>
            </a:xfrm>
            <a:custGeom>
              <a:avLst/>
              <a:gdLst/>
              <a:ahLst/>
              <a:cxnLst>
                <a:cxn ang="0">
                  <a:pos x="0" y="672"/>
                </a:cxn>
                <a:cxn ang="0">
                  <a:pos x="432" y="384"/>
                </a:cxn>
                <a:cxn ang="0">
                  <a:pos x="960" y="192"/>
                </a:cxn>
                <a:cxn ang="0">
                  <a:pos x="1584" y="48"/>
                </a:cxn>
                <a:cxn ang="0">
                  <a:pos x="2064" y="0"/>
                </a:cxn>
              </a:cxnLst>
              <a:rect l="0" t="0" r="r" b="b"/>
              <a:pathLst>
                <a:path w="2064" h="672">
                  <a:moveTo>
                    <a:pt x="0" y="672"/>
                  </a:moveTo>
                  <a:cubicBezTo>
                    <a:pt x="136" y="568"/>
                    <a:pt x="272" y="464"/>
                    <a:pt x="432" y="384"/>
                  </a:cubicBezTo>
                  <a:cubicBezTo>
                    <a:pt x="592" y="304"/>
                    <a:pt x="768" y="248"/>
                    <a:pt x="960" y="192"/>
                  </a:cubicBezTo>
                  <a:cubicBezTo>
                    <a:pt x="1152" y="136"/>
                    <a:pt x="1400" y="80"/>
                    <a:pt x="1584" y="48"/>
                  </a:cubicBezTo>
                  <a:cubicBezTo>
                    <a:pt x="1768" y="16"/>
                    <a:pt x="1916" y="8"/>
                    <a:pt x="2064" y="0"/>
                  </a:cubicBezTo>
                </a:path>
              </a:pathLst>
            </a:custGeom>
            <a:noFill/>
            <a:ln w="28575" cap="rnd">
              <a:solidFill>
                <a:srgbClr val="FF0000"/>
              </a:solidFill>
              <a:prstDash val="sysDot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2650" name="Line 11"/>
            <p:cNvSpPr>
              <a:spLocks noChangeShapeType="1"/>
            </p:cNvSpPr>
            <p:nvPr/>
          </p:nvSpPr>
          <p:spPr bwMode="auto">
            <a:xfrm>
              <a:off x="997" y="3081"/>
              <a:ext cx="3277" cy="0"/>
            </a:xfrm>
            <a:prstGeom prst="line">
              <a:avLst/>
            </a:prstGeom>
            <a:noFill/>
            <a:ln w="28575">
              <a:solidFill>
                <a:srgbClr val="FFFF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2651" name="Line 12"/>
            <p:cNvSpPr>
              <a:spLocks noChangeShapeType="1"/>
            </p:cNvSpPr>
            <p:nvPr/>
          </p:nvSpPr>
          <p:spPr bwMode="auto">
            <a:xfrm>
              <a:off x="1198" y="2140"/>
              <a:ext cx="0" cy="1930"/>
            </a:xfrm>
            <a:prstGeom prst="line">
              <a:avLst/>
            </a:prstGeom>
            <a:noFill/>
            <a:ln w="28575">
              <a:solidFill>
                <a:srgbClr val="FFFF00"/>
              </a:solidFill>
              <a:round/>
              <a:headEnd type="triangle" w="med" len="med"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2652" name="Text Box 13"/>
            <p:cNvSpPr txBox="1">
              <a:spLocks noChangeArrowheads="1"/>
            </p:cNvSpPr>
            <p:nvPr/>
          </p:nvSpPr>
          <p:spPr bwMode="auto">
            <a:xfrm>
              <a:off x="4125" y="3012"/>
              <a:ext cx="178" cy="327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 eaLnBrk="0" hangingPunct="0"/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t</a:t>
              </a:r>
              <a:endParaRPr lang="en-US" altLang="zh-CN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112653" name="Text Box 14"/>
            <p:cNvSpPr txBox="1">
              <a:spLocks noChangeArrowheads="1"/>
            </p:cNvSpPr>
            <p:nvPr/>
          </p:nvSpPr>
          <p:spPr bwMode="auto">
            <a:xfrm>
              <a:off x="1598" y="2999"/>
              <a:ext cx="437" cy="327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  <a:sym typeface="Symbol" pitchFamily="18" charset="2"/>
                </a:rPr>
                <a:t>-</a:t>
              </a:r>
            </a:p>
          </p:txBody>
        </p:sp>
        <p:sp>
          <p:nvSpPr>
            <p:cNvPr id="112654" name="Text Box 15"/>
            <p:cNvSpPr txBox="1">
              <a:spLocks noChangeArrowheads="1"/>
            </p:cNvSpPr>
            <p:nvPr/>
          </p:nvSpPr>
          <p:spPr bwMode="auto">
            <a:xfrm>
              <a:off x="2417" y="2999"/>
              <a:ext cx="549" cy="327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  <a:sym typeface="Symbol" pitchFamily="18" charset="2"/>
                </a:rPr>
                <a:t>2-</a:t>
              </a:r>
            </a:p>
          </p:txBody>
        </p:sp>
        <p:sp>
          <p:nvSpPr>
            <p:cNvPr id="112655" name="Text Box 16"/>
            <p:cNvSpPr txBox="1">
              <a:spLocks noChangeArrowheads="1"/>
            </p:cNvSpPr>
            <p:nvPr/>
          </p:nvSpPr>
          <p:spPr bwMode="auto">
            <a:xfrm>
              <a:off x="2944" y="2999"/>
              <a:ext cx="351" cy="327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  <a:sym typeface="Symbol" pitchFamily="18" charset="2"/>
                </a:rPr>
                <a:t>2</a:t>
              </a:r>
            </a:p>
          </p:txBody>
        </p:sp>
        <p:sp>
          <p:nvSpPr>
            <p:cNvPr id="112656" name="Text Box 17"/>
            <p:cNvSpPr txBox="1">
              <a:spLocks noChangeArrowheads="1"/>
            </p:cNvSpPr>
            <p:nvPr/>
          </p:nvSpPr>
          <p:spPr bwMode="auto">
            <a:xfrm>
              <a:off x="2083" y="2999"/>
              <a:ext cx="239" cy="327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  <a:sym typeface="Symbol" pitchFamily="18" charset="2"/>
                </a:rPr>
                <a:t></a:t>
              </a:r>
            </a:p>
          </p:txBody>
        </p:sp>
        <p:sp>
          <p:nvSpPr>
            <p:cNvPr id="112657" name="Text Box 18"/>
            <p:cNvSpPr txBox="1">
              <a:spLocks noChangeArrowheads="1"/>
            </p:cNvSpPr>
            <p:nvPr/>
          </p:nvSpPr>
          <p:spPr bwMode="auto">
            <a:xfrm>
              <a:off x="1195" y="3049"/>
              <a:ext cx="228" cy="327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0</a:t>
              </a:r>
            </a:p>
          </p:txBody>
        </p:sp>
        <p:sp>
          <p:nvSpPr>
            <p:cNvPr id="112658" name="Line 19"/>
            <p:cNvSpPr>
              <a:spLocks noChangeShapeType="1"/>
            </p:cNvSpPr>
            <p:nvPr/>
          </p:nvSpPr>
          <p:spPr bwMode="auto">
            <a:xfrm>
              <a:off x="2150" y="3081"/>
              <a:ext cx="0" cy="531"/>
            </a:xfrm>
            <a:prstGeom prst="line">
              <a:avLst/>
            </a:prstGeom>
            <a:noFill/>
            <a:ln w="381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2659" name="Text Box 20"/>
            <p:cNvSpPr txBox="1">
              <a:spLocks noChangeArrowheads="1"/>
            </p:cNvSpPr>
            <p:nvPr/>
          </p:nvSpPr>
          <p:spPr bwMode="auto">
            <a:xfrm>
              <a:off x="919" y="2245"/>
              <a:ext cx="354" cy="327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U</a:t>
              </a:r>
              <a:r>
                <a:rPr lang="en-US" altLang="zh-CN" b="0" baseline="-2500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0</a:t>
              </a:r>
              <a:endParaRPr lang="en-US" altLang="zh-CN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112660" name="Text Box 21"/>
            <p:cNvSpPr txBox="1">
              <a:spLocks noChangeArrowheads="1"/>
            </p:cNvSpPr>
            <p:nvPr/>
          </p:nvSpPr>
          <p:spPr bwMode="auto">
            <a:xfrm>
              <a:off x="1238" y="1957"/>
              <a:ext cx="295" cy="327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u</a:t>
              </a:r>
              <a:r>
                <a:rPr lang="en-US" altLang="zh-CN" b="0" i="1" baseline="-2500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c</a:t>
              </a:r>
            </a:p>
          </p:txBody>
        </p:sp>
        <p:sp>
          <p:nvSpPr>
            <p:cNvPr id="112661" name="Line 22"/>
            <p:cNvSpPr>
              <a:spLocks noChangeShapeType="1"/>
            </p:cNvSpPr>
            <p:nvPr/>
          </p:nvSpPr>
          <p:spPr bwMode="auto">
            <a:xfrm>
              <a:off x="3058" y="2827"/>
              <a:ext cx="0" cy="254"/>
            </a:xfrm>
            <a:prstGeom prst="line">
              <a:avLst/>
            </a:prstGeom>
            <a:noFill/>
            <a:ln w="381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12662" name="Text Box 23"/>
          <p:cNvSpPr txBox="1">
            <a:spLocks noChangeArrowheads="1"/>
          </p:cNvSpPr>
          <p:nvPr/>
        </p:nvSpPr>
        <p:spPr bwMode="auto">
          <a:xfrm>
            <a:off x="2268538" y="2160588"/>
            <a:ext cx="379412" cy="519112"/>
          </a:xfrm>
          <a:prstGeom prst="rect">
            <a:avLst/>
          </a:prstGeom>
          <a:solidFill>
            <a:schemeClr val="hlink"/>
          </a:solidFill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altLang="zh-CN" b="0">
                <a:latin typeface="Times New Roman" pitchFamily="18" charset="0"/>
                <a:ea typeface="宋体" pitchFamily="2" charset="-122"/>
                <a:sym typeface="Symbol" pitchFamily="18" charset="2"/>
              </a:rPr>
              <a:t></a:t>
            </a:r>
          </a:p>
        </p:txBody>
      </p:sp>
      <p:sp>
        <p:nvSpPr>
          <p:cNvPr id="112663" name="Freeform 24"/>
          <p:cNvSpPr>
            <a:spLocks noChangeArrowheads="1"/>
          </p:cNvSpPr>
          <p:nvPr/>
        </p:nvSpPr>
        <p:spPr bwMode="auto">
          <a:xfrm>
            <a:off x="1979613" y="1635125"/>
            <a:ext cx="4349750" cy="836613"/>
          </a:xfrm>
          <a:custGeom>
            <a:avLst/>
            <a:gdLst/>
            <a:ahLst/>
            <a:cxnLst>
              <a:cxn ang="0">
                <a:pos x="0" y="286"/>
              </a:cxn>
              <a:cxn ang="0">
                <a:pos x="120" y="137"/>
              </a:cxn>
              <a:cxn ang="0">
                <a:pos x="225" y="51"/>
              </a:cxn>
              <a:cxn ang="0">
                <a:pos x="345" y="3"/>
              </a:cxn>
              <a:cxn ang="0">
                <a:pos x="624" y="70"/>
              </a:cxn>
              <a:cxn ang="0">
                <a:pos x="830" y="204"/>
              </a:cxn>
              <a:cxn ang="0">
                <a:pos x="955" y="310"/>
              </a:cxn>
              <a:cxn ang="0">
                <a:pos x="998" y="353"/>
              </a:cxn>
              <a:cxn ang="0">
                <a:pos x="1041" y="401"/>
              </a:cxn>
              <a:cxn ang="0">
                <a:pos x="1157" y="468"/>
              </a:cxn>
              <a:cxn ang="0">
                <a:pos x="1329" y="525"/>
              </a:cxn>
              <a:cxn ang="0">
                <a:pos x="1508" y="481"/>
              </a:cxn>
              <a:cxn ang="0">
                <a:pos x="1624" y="432"/>
              </a:cxn>
              <a:cxn ang="0">
                <a:pos x="1842" y="302"/>
              </a:cxn>
              <a:cxn ang="0">
                <a:pos x="2023" y="230"/>
              </a:cxn>
              <a:cxn ang="0">
                <a:pos x="2202" y="192"/>
              </a:cxn>
              <a:cxn ang="0">
                <a:pos x="2483" y="253"/>
              </a:cxn>
              <a:cxn ang="0">
                <a:pos x="2612" y="302"/>
              </a:cxn>
              <a:cxn ang="0">
                <a:pos x="2740" y="351"/>
              </a:cxn>
            </a:cxnLst>
            <a:rect l="0" t="0" r="r" b="b"/>
            <a:pathLst>
              <a:path w="2740" h="527">
                <a:moveTo>
                  <a:pt x="0" y="286"/>
                </a:moveTo>
                <a:cubicBezTo>
                  <a:pt x="20" y="261"/>
                  <a:pt x="83" y="176"/>
                  <a:pt x="120" y="137"/>
                </a:cubicBezTo>
                <a:cubicBezTo>
                  <a:pt x="157" y="98"/>
                  <a:pt x="187" y="73"/>
                  <a:pt x="225" y="51"/>
                </a:cubicBezTo>
                <a:cubicBezTo>
                  <a:pt x="263" y="29"/>
                  <a:pt x="279" y="0"/>
                  <a:pt x="345" y="3"/>
                </a:cubicBezTo>
                <a:cubicBezTo>
                  <a:pt x="411" y="6"/>
                  <a:pt x="543" y="37"/>
                  <a:pt x="624" y="70"/>
                </a:cubicBezTo>
                <a:cubicBezTo>
                  <a:pt x="705" y="103"/>
                  <a:pt x="775" y="164"/>
                  <a:pt x="830" y="204"/>
                </a:cubicBezTo>
                <a:cubicBezTo>
                  <a:pt x="885" y="244"/>
                  <a:pt x="927" y="285"/>
                  <a:pt x="955" y="310"/>
                </a:cubicBezTo>
                <a:cubicBezTo>
                  <a:pt x="983" y="335"/>
                  <a:pt x="984" y="338"/>
                  <a:pt x="998" y="353"/>
                </a:cubicBezTo>
                <a:cubicBezTo>
                  <a:pt x="1012" y="368"/>
                  <a:pt x="1015" y="382"/>
                  <a:pt x="1041" y="401"/>
                </a:cubicBezTo>
                <a:cubicBezTo>
                  <a:pt x="1067" y="420"/>
                  <a:pt x="1109" y="447"/>
                  <a:pt x="1157" y="468"/>
                </a:cubicBezTo>
                <a:cubicBezTo>
                  <a:pt x="1205" y="489"/>
                  <a:pt x="1271" y="523"/>
                  <a:pt x="1329" y="525"/>
                </a:cubicBezTo>
                <a:cubicBezTo>
                  <a:pt x="1387" y="527"/>
                  <a:pt x="1459" y="497"/>
                  <a:pt x="1508" y="481"/>
                </a:cubicBezTo>
                <a:cubicBezTo>
                  <a:pt x="1558" y="466"/>
                  <a:pt x="1569" y="461"/>
                  <a:pt x="1624" y="432"/>
                </a:cubicBezTo>
                <a:cubicBezTo>
                  <a:pt x="1680" y="402"/>
                  <a:pt x="1775" y="336"/>
                  <a:pt x="1842" y="302"/>
                </a:cubicBezTo>
                <a:cubicBezTo>
                  <a:pt x="1909" y="269"/>
                  <a:pt x="1962" y="249"/>
                  <a:pt x="2023" y="230"/>
                </a:cubicBezTo>
                <a:cubicBezTo>
                  <a:pt x="2083" y="212"/>
                  <a:pt x="2125" y="188"/>
                  <a:pt x="2202" y="192"/>
                </a:cubicBezTo>
                <a:cubicBezTo>
                  <a:pt x="2278" y="195"/>
                  <a:pt x="2415" y="234"/>
                  <a:pt x="2483" y="253"/>
                </a:cubicBezTo>
                <a:cubicBezTo>
                  <a:pt x="2552" y="271"/>
                  <a:pt x="2569" y="286"/>
                  <a:pt x="2612" y="302"/>
                </a:cubicBezTo>
                <a:cubicBezTo>
                  <a:pt x="2654" y="319"/>
                  <a:pt x="2698" y="335"/>
                  <a:pt x="2740" y="351"/>
                </a:cubicBezTo>
              </a:path>
            </a:pathLst>
          </a:custGeom>
          <a:noFill/>
          <a:ln w="28575">
            <a:solidFill>
              <a:srgbClr val="66FF66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2664" name="Line 25"/>
          <p:cNvSpPr>
            <a:spLocks noChangeShapeType="1"/>
          </p:cNvSpPr>
          <p:nvPr/>
        </p:nvSpPr>
        <p:spPr bwMode="auto">
          <a:xfrm>
            <a:off x="2468563" y="1635125"/>
            <a:ext cx="0" cy="454025"/>
          </a:xfrm>
          <a:prstGeom prst="line">
            <a:avLst/>
          </a:prstGeom>
          <a:noFill/>
          <a:ln w="38100" cap="rnd">
            <a:solidFill>
              <a:schemeClr val="bg1"/>
            </a:solidFill>
            <a:prstDash val="sysDot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2665" name="Text Box 26"/>
          <p:cNvSpPr txBox="1">
            <a:spLocks noChangeArrowheads="1"/>
          </p:cNvSpPr>
          <p:nvPr/>
        </p:nvSpPr>
        <p:spPr bwMode="auto">
          <a:xfrm>
            <a:off x="2892425" y="1463675"/>
            <a:ext cx="442913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altLang="zh-CN" b="0" i="1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i</a:t>
            </a:r>
            <a:r>
              <a:rPr lang="en-US" altLang="zh-CN" b="0" i="1" baseline="-2500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C</a:t>
            </a:r>
            <a:endParaRPr lang="en-US" altLang="zh-CN" b="0">
              <a:solidFill>
                <a:schemeClr val="bg1"/>
              </a:solidFill>
              <a:latin typeface="Times New Roman" pitchFamily="18" charset="0"/>
              <a:ea typeface="宋体" pitchFamily="2" charset="-122"/>
            </a:endParaRPr>
          </a:p>
        </p:txBody>
      </p:sp>
      <p:grpSp>
        <p:nvGrpSpPr>
          <p:cNvPr id="112666" name="Group 27"/>
          <p:cNvGrpSpPr>
            <a:grpSpLocks/>
          </p:cNvGrpSpPr>
          <p:nvPr/>
        </p:nvGrpSpPr>
        <p:grpSpPr bwMode="auto"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112667" name="Picture 28" descr="78900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12668" name="Text Box 29">
              <a:hlinkClick r:id="" action="ppaction://hlinkshowjump?jump=nextslide"/>
            </p:cNvPr>
            <p:cNvSpPr txBox="1">
              <a:spLocks noChangeArrowheads="1"/>
            </p:cNvSpPr>
            <p:nvPr/>
          </p:nvSpPr>
          <p:spPr bwMode="auto"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0">
                  <a:solidFill>
                    <a:schemeClr val="bg1"/>
                  </a:solidFill>
                  <a:latin typeface="隶书" pitchFamily="49" charset="-122"/>
                  <a:ea typeface="隶书" pitchFamily="49" charset="-122"/>
                </a:rPr>
                <a:t>下 页</a:t>
              </a:r>
            </a:p>
          </p:txBody>
        </p:sp>
      </p:grpSp>
      <p:grpSp>
        <p:nvGrpSpPr>
          <p:cNvPr id="112669" name="Group 30"/>
          <p:cNvGrpSpPr>
            <a:grpSpLocks/>
          </p:cNvGrpSpPr>
          <p:nvPr/>
        </p:nvGrpSpPr>
        <p:grpSpPr bwMode="auto">
          <a:xfrm>
            <a:off x="7453313" y="6446838"/>
            <a:ext cx="792162" cy="366712"/>
            <a:chOff x="4649" y="4020"/>
            <a:chExt cx="499" cy="231"/>
          </a:xfrm>
        </p:grpSpPr>
        <p:pic>
          <p:nvPicPr>
            <p:cNvPr id="112670" name="Picture 31" descr="78900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12671" name="Text Box 32">
              <a:hlinkClick r:id="" action="ppaction://hlinkshowjump?jump=previousslide"/>
            </p:cNvPr>
            <p:cNvSpPr txBox="1">
              <a:spLocks noChangeArrowheads="1"/>
            </p:cNvSpPr>
            <p:nvPr/>
          </p:nvSpPr>
          <p:spPr bwMode="auto"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0">
                  <a:solidFill>
                    <a:schemeClr val="bg1"/>
                  </a:solidFill>
                  <a:latin typeface="隶书" pitchFamily="49" charset="-122"/>
                  <a:ea typeface="隶书" pitchFamily="49" charset="-122"/>
                </a:rPr>
                <a:t>上 页</a:t>
              </a:r>
            </a:p>
          </p:txBody>
        </p:sp>
      </p:grpSp>
      <p:grpSp>
        <p:nvGrpSpPr>
          <p:cNvPr id="186401" name="Group 33"/>
          <p:cNvGrpSpPr>
            <a:grpSpLocks/>
          </p:cNvGrpSpPr>
          <p:nvPr/>
        </p:nvGrpSpPr>
        <p:grpSpPr bwMode="auto">
          <a:xfrm>
            <a:off x="3276600" y="3716338"/>
            <a:ext cx="2827338" cy="2011362"/>
            <a:chOff x="567" y="2477"/>
            <a:chExt cx="1963" cy="1267"/>
          </a:xfrm>
        </p:grpSpPr>
        <p:sp>
          <p:nvSpPr>
            <p:cNvPr id="112673" name="Line 34"/>
            <p:cNvSpPr>
              <a:spLocks noChangeShapeType="1"/>
            </p:cNvSpPr>
            <p:nvPr/>
          </p:nvSpPr>
          <p:spPr bwMode="auto">
            <a:xfrm>
              <a:off x="2210" y="2477"/>
              <a:ext cx="1" cy="289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2674" name="Line 35"/>
            <p:cNvSpPr>
              <a:spLocks noChangeShapeType="1"/>
            </p:cNvSpPr>
            <p:nvPr/>
          </p:nvSpPr>
          <p:spPr bwMode="auto">
            <a:xfrm>
              <a:off x="2210" y="3203"/>
              <a:ext cx="0" cy="227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2675" name="Line 36"/>
            <p:cNvSpPr>
              <a:spLocks noChangeShapeType="1"/>
            </p:cNvSpPr>
            <p:nvPr/>
          </p:nvSpPr>
          <p:spPr bwMode="auto">
            <a:xfrm>
              <a:off x="748" y="3430"/>
              <a:ext cx="1452" cy="0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2676" name="Line 37"/>
            <p:cNvSpPr>
              <a:spLocks noChangeShapeType="1"/>
            </p:cNvSpPr>
            <p:nvPr/>
          </p:nvSpPr>
          <p:spPr bwMode="auto">
            <a:xfrm>
              <a:off x="748" y="2477"/>
              <a:ext cx="1" cy="428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2677" name="Line 38"/>
            <p:cNvSpPr>
              <a:spLocks noChangeShapeType="1"/>
            </p:cNvSpPr>
            <p:nvPr/>
          </p:nvSpPr>
          <p:spPr bwMode="auto">
            <a:xfrm flipH="1">
              <a:off x="748" y="2976"/>
              <a:ext cx="0" cy="454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2678" name="Rectangle 39"/>
            <p:cNvSpPr>
              <a:spLocks noChangeArrowheads="1"/>
            </p:cNvSpPr>
            <p:nvPr/>
          </p:nvSpPr>
          <p:spPr bwMode="auto">
            <a:xfrm>
              <a:off x="1338" y="3475"/>
              <a:ext cx="343" cy="269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eaLnBrk="0" hangingPunct="0"/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R</a:t>
              </a:r>
              <a:endParaRPr lang="en-US" altLang="zh-CN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112679" name="Rectangle 40"/>
            <p:cNvSpPr>
              <a:spLocks noChangeArrowheads="1"/>
            </p:cNvSpPr>
            <p:nvPr/>
          </p:nvSpPr>
          <p:spPr bwMode="auto">
            <a:xfrm>
              <a:off x="2392" y="2886"/>
              <a:ext cx="138" cy="269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0" hangingPunct="0"/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L</a:t>
              </a:r>
              <a:endParaRPr lang="en-US" altLang="zh-CN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112680" name="Rectangle 41"/>
            <p:cNvSpPr>
              <a:spLocks noChangeArrowheads="1"/>
            </p:cNvSpPr>
            <p:nvPr/>
          </p:nvSpPr>
          <p:spPr bwMode="auto">
            <a:xfrm>
              <a:off x="930" y="2795"/>
              <a:ext cx="318" cy="269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eaLnBrk="0" hangingPunct="0"/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C</a:t>
              </a:r>
              <a:endParaRPr lang="en-US" altLang="zh-CN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112681" name="Rectangle 42"/>
            <p:cNvSpPr>
              <a:spLocks noChangeArrowheads="1"/>
            </p:cNvSpPr>
            <p:nvPr/>
          </p:nvSpPr>
          <p:spPr bwMode="auto">
            <a:xfrm>
              <a:off x="567" y="2568"/>
              <a:ext cx="139" cy="269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0" hangingPunct="0"/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+</a:t>
              </a:r>
            </a:p>
          </p:txBody>
        </p:sp>
        <p:sp>
          <p:nvSpPr>
            <p:cNvPr id="112682" name="Rectangle 43"/>
            <p:cNvSpPr>
              <a:spLocks noChangeArrowheads="1"/>
            </p:cNvSpPr>
            <p:nvPr/>
          </p:nvSpPr>
          <p:spPr bwMode="auto">
            <a:xfrm>
              <a:off x="567" y="3022"/>
              <a:ext cx="123" cy="269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0" hangingPunct="0"/>
              <a:r>
                <a:rPr lang="en-US" altLang="zh-CN" b="0">
                  <a:solidFill>
                    <a:schemeClr val="bg1"/>
                  </a:solidFill>
                  <a:latin typeface="宋体" pitchFamily="2" charset="-122"/>
                  <a:ea typeface="宋体" pitchFamily="2" charset="-122"/>
                </a:rPr>
                <a:t>-</a:t>
              </a:r>
            </a:p>
          </p:txBody>
        </p:sp>
        <p:sp>
          <p:nvSpPr>
            <p:cNvPr id="112683" name="Line 44"/>
            <p:cNvSpPr>
              <a:spLocks noChangeShapeType="1"/>
            </p:cNvSpPr>
            <p:nvPr/>
          </p:nvSpPr>
          <p:spPr bwMode="auto">
            <a:xfrm>
              <a:off x="748" y="2477"/>
              <a:ext cx="1452" cy="1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12684" name="Group 45"/>
            <p:cNvGrpSpPr>
              <a:grpSpLocks/>
            </p:cNvGrpSpPr>
            <p:nvPr/>
          </p:nvGrpSpPr>
          <p:grpSpPr bwMode="auto">
            <a:xfrm>
              <a:off x="612" y="2885"/>
              <a:ext cx="240" cy="90"/>
              <a:chOff x="4604" y="2478"/>
              <a:chExt cx="240" cy="90"/>
            </a:xfrm>
          </p:grpSpPr>
          <p:sp>
            <p:nvSpPr>
              <p:cNvPr id="112685" name="Line 46"/>
              <p:cNvSpPr>
                <a:spLocks noChangeShapeType="1"/>
              </p:cNvSpPr>
              <p:nvPr/>
            </p:nvSpPr>
            <p:spPr bwMode="auto">
              <a:xfrm>
                <a:off x="4604" y="2478"/>
                <a:ext cx="240" cy="0"/>
              </a:xfrm>
              <a:prstGeom prst="line">
                <a:avLst/>
              </a:prstGeom>
              <a:noFill/>
              <a:ln w="57150">
                <a:solidFill>
                  <a:srgbClr val="FF99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686" name="Line 47"/>
              <p:cNvSpPr>
                <a:spLocks noChangeShapeType="1"/>
              </p:cNvSpPr>
              <p:nvPr/>
            </p:nvSpPr>
            <p:spPr bwMode="auto">
              <a:xfrm>
                <a:off x="4604" y="2568"/>
                <a:ext cx="240" cy="0"/>
              </a:xfrm>
              <a:prstGeom prst="line">
                <a:avLst/>
              </a:prstGeom>
              <a:noFill/>
              <a:ln w="57150">
                <a:solidFill>
                  <a:srgbClr val="FF99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112687" name="Group 48"/>
            <p:cNvGrpSpPr>
              <a:grpSpLocks/>
            </p:cNvGrpSpPr>
            <p:nvPr/>
          </p:nvGrpSpPr>
          <p:grpSpPr bwMode="auto">
            <a:xfrm rot="5400000">
              <a:off x="1753" y="2701"/>
              <a:ext cx="499" cy="590"/>
              <a:chOff x="476" y="663"/>
              <a:chExt cx="771" cy="862"/>
            </a:xfrm>
          </p:grpSpPr>
          <p:sp>
            <p:nvSpPr>
              <p:cNvPr id="112688" name="AutoShape 49"/>
              <p:cNvSpPr>
                <a:spLocks noChangeArrowheads="1"/>
              </p:cNvSpPr>
              <p:nvPr/>
            </p:nvSpPr>
            <p:spPr bwMode="auto">
              <a:xfrm>
                <a:off x="476" y="663"/>
                <a:ext cx="317" cy="862"/>
              </a:xfrm>
              <a:custGeom>
                <a:avLst/>
                <a:gdLst/>
                <a:ahLst/>
                <a:cxnLst>
                  <a:cxn ang="0">
                    <a:pos x="2646" y="3717"/>
                  </a:cxn>
                  <a:cxn ang="0">
                    <a:pos x="10800" y="0"/>
                  </a:cxn>
                  <a:cxn ang="0">
                    <a:pos x="18953" y="3717"/>
                  </a:cxn>
                  <a:cxn ang="0">
                    <a:pos x="10799" y="0"/>
                  </a:cxn>
                  <a:cxn ang="0">
                    <a:pos x="2646" y="3717"/>
                  </a:cxn>
                </a:cxnLst>
                <a:rect l="0" t="0" r="r" b="b"/>
                <a:pathLst>
                  <a:path w="21600" h="21600">
                    <a:moveTo>
                      <a:pt x="2646" y="3717"/>
                    </a:moveTo>
                    <a:cubicBezTo>
                      <a:pt x="4698" y="1356"/>
                      <a:pt x="7672" y="-1"/>
                      <a:pt x="10800" y="0"/>
                    </a:cubicBezTo>
                    <a:cubicBezTo>
                      <a:pt x="13927" y="0"/>
                      <a:pt x="16901" y="1356"/>
                      <a:pt x="18953" y="3717"/>
                    </a:cubicBezTo>
                    <a:cubicBezTo>
                      <a:pt x="16901" y="1356"/>
                      <a:pt x="13927" y="-1"/>
                      <a:pt x="10799" y="0"/>
                    </a:cubicBezTo>
                    <a:cubicBezTo>
                      <a:pt x="7672" y="0"/>
                      <a:pt x="4698" y="1356"/>
                      <a:pt x="2646" y="3717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764700"/>
                  </a:gs>
                  <a:gs pos="50000">
                    <a:srgbClr val="FF9900"/>
                  </a:gs>
                  <a:gs pos="100000">
                    <a:srgbClr val="764700"/>
                  </a:gs>
                </a:gsLst>
                <a:lin ang="5400000" scaled="1"/>
              </a:gradFill>
              <a:ln w="38100">
                <a:solidFill>
                  <a:srgbClr val="FF99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689" name="AutoShape 50"/>
              <p:cNvSpPr>
                <a:spLocks noChangeArrowheads="1"/>
              </p:cNvSpPr>
              <p:nvPr/>
            </p:nvSpPr>
            <p:spPr bwMode="auto">
              <a:xfrm>
                <a:off x="703" y="663"/>
                <a:ext cx="317" cy="862"/>
              </a:xfrm>
              <a:custGeom>
                <a:avLst/>
                <a:gdLst/>
                <a:ahLst/>
                <a:cxnLst>
                  <a:cxn ang="0">
                    <a:pos x="2646" y="3717"/>
                  </a:cxn>
                  <a:cxn ang="0">
                    <a:pos x="10800" y="0"/>
                  </a:cxn>
                  <a:cxn ang="0">
                    <a:pos x="18953" y="3717"/>
                  </a:cxn>
                  <a:cxn ang="0">
                    <a:pos x="10799" y="0"/>
                  </a:cxn>
                  <a:cxn ang="0">
                    <a:pos x="2646" y="3717"/>
                  </a:cxn>
                </a:cxnLst>
                <a:rect l="0" t="0" r="r" b="b"/>
                <a:pathLst>
                  <a:path w="21600" h="21600">
                    <a:moveTo>
                      <a:pt x="2646" y="3717"/>
                    </a:moveTo>
                    <a:cubicBezTo>
                      <a:pt x="4698" y="1356"/>
                      <a:pt x="7672" y="-1"/>
                      <a:pt x="10800" y="0"/>
                    </a:cubicBezTo>
                    <a:cubicBezTo>
                      <a:pt x="13927" y="0"/>
                      <a:pt x="16901" y="1356"/>
                      <a:pt x="18953" y="3717"/>
                    </a:cubicBezTo>
                    <a:cubicBezTo>
                      <a:pt x="16901" y="1356"/>
                      <a:pt x="13927" y="-1"/>
                      <a:pt x="10799" y="0"/>
                    </a:cubicBezTo>
                    <a:cubicBezTo>
                      <a:pt x="7672" y="0"/>
                      <a:pt x="4698" y="1356"/>
                      <a:pt x="2646" y="3717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764700"/>
                  </a:gs>
                  <a:gs pos="50000">
                    <a:srgbClr val="FF9900"/>
                  </a:gs>
                  <a:gs pos="100000">
                    <a:srgbClr val="764700"/>
                  </a:gs>
                </a:gsLst>
                <a:lin ang="5400000" scaled="1"/>
              </a:gradFill>
              <a:ln w="38100">
                <a:solidFill>
                  <a:srgbClr val="FF99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690" name="AutoShape 51"/>
              <p:cNvSpPr>
                <a:spLocks noChangeArrowheads="1"/>
              </p:cNvSpPr>
              <p:nvPr/>
            </p:nvSpPr>
            <p:spPr bwMode="auto">
              <a:xfrm>
                <a:off x="930" y="663"/>
                <a:ext cx="317" cy="862"/>
              </a:xfrm>
              <a:custGeom>
                <a:avLst/>
                <a:gdLst/>
                <a:ahLst/>
                <a:cxnLst>
                  <a:cxn ang="0">
                    <a:pos x="2646" y="3717"/>
                  </a:cxn>
                  <a:cxn ang="0">
                    <a:pos x="10800" y="0"/>
                  </a:cxn>
                  <a:cxn ang="0">
                    <a:pos x="18953" y="3717"/>
                  </a:cxn>
                  <a:cxn ang="0">
                    <a:pos x="10799" y="0"/>
                  </a:cxn>
                  <a:cxn ang="0">
                    <a:pos x="2646" y="3717"/>
                  </a:cxn>
                </a:cxnLst>
                <a:rect l="0" t="0" r="r" b="b"/>
                <a:pathLst>
                  <a:path w="21600" h="21600">
                    <a:moveTo>
                      <a:pt x="2646" y="3717"/>
                    </a:moveTo>
                    <a:cubicBezTo>
                      <a:pt x="4698" y="1356"/>
                      <a:pt x="7672" y="-1"/>
                      <a:pt x="10800" y="0"/>
                    </a:cubicBezTo>
                    <a:cubicBezTo>
                      <a:pt x="13927" y="0"/>
                      <a:pt x="16901" y="1356"/>
                      <a:pt x="18953" y="3717"/>
                    </a:cubicBezTo>
                    <a:cubicBezTo>
                      <a:pt x="16901" y="1356"/>
                      <a:pt x="13927" y="-1"/>
                      <a:pt x="10799" y="0"/>
                    </a:cubicBezTo>
                    <a:cubicBezTo>
                      <a:pt x="7672" y="0"/>
                      <a:pt x="4698" y="1356"/>
                      <a:pt x="2646" y="3717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764700"/>
                  </a:gs>
                  <a:gs pos="50000">
                    <a:srgbClr val="FF9900"/>
                  </a:gs>
                  <a:gs pos="100000">
                    <a:srgbClr val="764700"/>
                  </a:gs>
                </a:gsLst>
                <a:lin ang="5400000" scaled="1"/>
              </a:gradFill>
              <a:ln w="38100">
                <a:solidFill>
                  <a:srgbClr val="FF99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12691" name="Rectangle 52"/>
            <p:cNvSpPr>
              <a:spLocks noChangeArrowheads="1"/>
            </p:cNvSpPr>
            <p:nvPr/>
          </p:nvSpPr>
          <p:spPr bwMode="auto">
            <a:xfrm>
              <a:off x="1384" y="3339"/>
              <a:ext cx="317" cy="136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</a:gradFill>
            <a:ln w="2857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86421" name="Group 53"/>
          <p:cNvGrpSpPr>
            <a:grpSpLocks/>
          </p:cNvGrpSpPr>
          <p:nvPr/>
        </p:nvGrpSpPr>
        <p:grpSpPr bwMode="auto">
          <a:xfrm>
            <a:off x="323850" y="3716338"/>
            <a:ext cx="2813050" cy="2011362"/>
            <a:chOff x="567" y="2477"/>
            <a:chExt cx="1963" cy="1267"/>
          </a:xfrm>
        </p:grpSpPr>
        <p:sp>
          <p:nvSpPr>
            <p:cNvPr id="112693" name="Line 54"/>
            <p:cNvSpPr>
              <a:spLocks noChangeShapeType="1"/>
            </p:cNvSpPr>
            <p:nvPr/>
          </p:nvSpPr>
          <p:spPr bwMode="auto">
            <a:xfrm>
              <a:off x="2210" y="2477"/>
              <a:ext cx="1" cy="289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2694" name="Line 55"/>
            <p:cNvSpPr>
              <a:spLocks noChangeShapeType="1"/>
            </p:cNvSpPr>
            <p:nvPr/>
          </p:nvSpPr>
          <p:spPr bwMode="auto">
            <a:xfrm>
              <a:off x="2210" y="3203"/>
              <a:ext cx="0" cy="227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2695" name="Line 56"/>
            <p:cNvSpPr>
              <a:spLocks noChangeShapeType="1"/>
            </p:cNvSpPr>
            <p:nvPr/>
          </p:nvSpPr>
          <p:spPr bwMode="auto">
            <a:xfrm>
              <a:off x="748" y="3430"/>
              <a:ext cx="1452" cy="0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2696" name="Line 57"/>
            <p:cNvSpPr>
              <a:spLocks noChangeShapeType="1"/>
            </p:cNvSpPr>
            <p:nvPr/>
          </p:nvSpPr>
          <p:spPr bwMode="auto">
            <a:xfrm>
              <a:off x="748" y="2477"/>
              <a:ext cx="1" cy="428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2697" name="Line 58"/>
            <p:cNvSpPr>
              <a:spLocks noChangeShapeType="1"/>
            </p:cNvSpPr>
            <p:nvPr/>
          </p:nvSpPr>
          <p:spPr bwMode="auto">
            <a:xfrm flipH="1">
              <a:off x="748" y="2976"/>
              <a:ext cx="0" cy="454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2698" name="Rectangle 59"/>
            <p:cNvSpPr>
              <a:spLocks noChangeArrowheads="1"/>
            </p:cNvSpPr>
            <p:nvPr/>
          </p:nvSpPr>
          <p:spPr bwMode="auto">
            <a:xfrm>
              <a:off x="1338" y="3475"/>
              <a:ext cx="343" cy="269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eaLnBrk="0" hangingPunct="0"/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R</a:t>
              </a:r>
              <a:endParaRPr lang="en-US" altLang="zh-CN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112699" name="Rectangle 60"/>
            <p:cNvSpPr>
              <a:spLocks noChangeArrowheads="1"/>
            </p:cNvSpPr>
            <p:nvPr/>
          </p:nvSpPr>
          <p:spPr bwMode="auto">
            <a:xfrm>
              <a:off x="2392" y="2886"/>
              <a:ext cx="138" cy="269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0" hangingPunct="0"/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L</a:t>
              </a:r>
              <a:endParaRPr lang="en-US" altLang="zh-CN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112700" name="Rectangle 61"/>
            <p:cNvSpPr>
              <a:spLocks noChangeArrowheads="1"/>
            </p:cNvSpPr>
            <p:nvPr/>
          </p:nvSpPr>
          <p:spPr bwMode="auto">
            <a:xfrm>
              <a:off x="930" y="2795"/>
              <a:ext cx="318" cy="269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eaLnBrk="0" hangingPunct="0"/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C</a:t>
              </a:r>
              <a:endParaRPr lang="en-US" altLang="zh-CN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112701" name="Rectangle 62"/>
            <p:cNvSpPr>
              <a:spLocks noChangeArrowheads="1"/>
            </p:cNvSpPr>
            <p:nvPr/>
          </p:nvSpPr>
          <p:spPr bwMode="auto">
            <a:xfrm>
              <a:off x="567" y="2568"/>
              <a:ext cx="140" cy="269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0" hangingPunct="0"/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+</a:t>
              </a:r>
            </a:p>
          </p:txBody>
        </p:sp>
        <p:sp>
          <p:nvSpPr>
            <p:cNvPr id="112702" name="Rectangle 63"/>
            <p:cNvSpPr>
              <a:spLocks noChangeArrowheads="1"/>
            </p:cNvSpPr>
            <p:nvPr/>
          </p:nvSpPr>
          <p:spPr bwMode="auto">
            <a:xfrm>
              <a:off x="567" y="3022"/>
              <a:ext cx="124" cy="269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0" hangingPunct="0"/>
              <a:r>
                <a:rPr lang="en-US" altLang="zh-CN" b="0">
                  <a:solidFill>
                    <a:schemeClr val="bg1"/>
                  </a:solidFill>
                  <a:latin typeface="宋体" pitchFamily="2" charset="-122"/>
                  <a:ea typeface="宋体" pitchFamily="2" charset="-122"/>
                </a:rPr>
                <a:t>-</a:t>
              </a:r>
            </a:p>
          </p:txBody>
        </p:sp>
        <p:sp>
          <p:nvSpPr>
            <p:cNvPr id="112703" name="Line 64"/>
            <p:cNvSpPr>
              <a:spLocks noChangeShapeType="1"/>
            </p:cNvSpPr>
            <p:nvPr/>
          </p:nvSpPr>
          <p:spPr bwMode="auto">
            <a:xfrm>
              <a:off x="748" y="2477"/>
              <a:ext cx="1452" cy="1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12704" name="Group 65"/>
            <p:cNvGrpSpPr>
              <a:grpSpLocks/>
            </p:cNvGrpSpPr>
            <p:nvPr/>
          </p:nvGrpSpPr>
          <p:grpSpPr bwMode="auto">
            <a:xfrm>
              <a:off x="612" y="2885"/>
              <a:ext cx="240" cy="90"/>
              <a:chOff x="4604" y="2478"/>
              <a:chExt cx="240" cy="90"/>
            </a:xfrm>
          </p:grpSpPr>
          <p:sp>
            <p:nvSpPr>
              <p:cNvPr id="112705" name="Line 66"/>
              <p:cNvSpPr>
                <a:spLocks noChangeShapeType="1"/>
              </p:cNvSpPr>
              <p:nvPr/>
            </p:nvSpPr>
            <p:spPr bwMode="auto">
              <a:xfrm>
                <a:off x="4604" y="2478"/>
                <a:ext cx="240" cy="0"/>
              </a:xfrm>
              <a:prstGeom prst="line">
                <a:avLst/>
              </a:prstGeom>
              <a:noFill/>
              <a:ln w="57150">
                <a:solidFill>
                  <a:srgbClr val="FF99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706" name="Line 67"/>
              <p:cNvSpPr>
                <a:spLocks noChangeShapeType="1"/>
              </p:cNvSpPr>
              <p:nvPr/>
            </p:nvSpPr>
            <p:spPr bwMode="auto">
              <a:xfrm>
                <a:off x="4604" y="2568"/>
                <a:ext cx="240" cy="0"/>
              </a:xfrm>
              <a:prstGeom prst="line">
                <a:avLst/>
              </a:prstGeom>
              <a:noFill/>
              <a:ln w="57150">
                <a:solidFill>
                  <a:srgbClr val="FF99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112707" name="Group 68"/>
            <p:cNvGrpSpPr>
              <a:grpSpLocks/>
            </p:cNvGrpSpPr>
            <p:nvPr/>
          </p:nvGrpSpPr>
          <p:grpSpPr bwMode="auto">
            <a:xfrm rot="5400000">
              <a:off x="1753" y="2701"/>
              <a:ext cx="499" cy="590"/>
              <a:chOff x="476" y="663"/>
              <a:chExt cx="771" cy="862"/>
            </a:xfrm>
          </p:grpSpPr>
          <p:sp>
            <p:nvSpPr>
              <p:cNvPr id="112708" name="AutoShape 69"/>
              <p:cNvSpPr>
                <a:spLocks noChangeArrowheads="1"/>
              </p:cNvSpPr>
              <p:nvPr/>
            </p:nvSpPr>
            <p:spPr bwMode="auto">
              <a:xfrm>
                <a:off x="476" y="663"/>
                <a:ext cx="317" cy="862"/>
              </a:xfrm>
              <a:custGeom>
                <a:avLst/>
                <a:gdLst/>
                <a:ahLst/>
                <a:cxnLst>
                  <a:cxn ang="0">
                    <a:pos x="2646" y="3717"/>
                  </a:cxn>
                  <a:cxn ang="0">
                    <a:pos x="10800" y="0"/>
                  </a:cxn>
                  <a:cxn ang="0">
                    <a:pos x="18953" y="3717"/>
                  </a:cxn>
                  <a:cxn ang="0">
                    <a:pos x="10799" y="0"/>
                  </a:cxn>
                  <a:cxn ang="0">
                    <a:pos x="2646" y="3717"/>
                  </a:cxn>
                </a:cxnLst>
                <a:rect l="0" t="0" r="r" b="b"/>
                <a:pathLst>
                  <a:path w="21600" h="21600">
                    <a:moveTo>
                      <a:pt x="2646" y="3717"/>
                    </a:moveTo>
                    <a:cubicBezTo>
                      <a:pt x="4698" y="1356"/>
                      <a:pt x="7672" y="-1"/>
                      <a:pt x="10800" y="0"/>
                    </a:cubicBezTo>
                    <a:cubicBezTo>
                      <a:pt x="13927" y="0"/>
                      <a:pt x="16901" y="1356"/>
                      <a:pt x="18953" y="3717"/>
                    </a:cubicBezTo>
                    <a:cubicBezTo>
                      <a:pt x="16901" y="1356"/>
                      <a:pt x="13927" y="-1"/>
                      <a:pt x="10799" y="0"/>
                    </a:cubicBezTo>
                    <a:cubicBezTo>
                      <a:pt x="7672" y="0"/>
                      <a:pt x="4698" y="1356"/>
                      <a:pt x="2646" y="3717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764700"/>
                  </a:gs>
                  <a:gs pos="50000">
                    <a:srgbClr val="FF9900"/>
                  </a:gs>
                  <a:gs pos="100000">
                    <a:srgbClr val="764700"/>
                  </a:gs>
                </a:gsLst>
                <a:lin ang="5400000" scaled="1"/>
              </a:gradFill>
              <a:ln w="38100">
                <a:solidFill>
                  <a:srgbClr val="FF99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709" name="AutoShape 70"/>
              <p:cNvSpPr>
                <a:spLocks noChangeArrowheads="1"/>
              </p:cNvSpPr>
              <p:nvPr/>
            </p:nvSpPr>
            <p:spPr bwMode="auto">
              <a:xfrm>
                <a:off x="703" y="663"/>
                <a:ext cx="317" cy="862"/>
              </a:xfrm>
              <a:custGeom>
                <a:avLst/>
                <a:gdLst/>
                <a:ahLst/>
                <a:cxnLst>
                  <a:cxn ang="0">
                    <a:pos x="2646" y="3717"/>
                  </a:cxn>
                  <a:cxn ang="0">
                    <a:pos x="10800" y="0"/>
                  </a:cxn>
                  <a:cxn ang="0">
                    <a:pos x="18953" y="3717"/>
                  </a:cxn>
                  <a:cxn ang="0">
                    <a:pos x="10799" y="0"/>
                  </a:cxn>
                  <a:cxn ang="0">
                    <a:pos x="2646" y="3717"/>
                  </a:cxn>
                </a:cxnLst>
                <a:rect l="0" t="0" r="r" b="b"/>
                <a:pathLst>
                  <a:path w="21600" h="21600">
                    <a:moveTo>
                      <a:pt x="2646" y="3717"/>
                    </a:moveTo>
                    <a:cubicBezTo>
                      <a:pt x="4698" y="1356"/>
                      <a:pt x="7672" y="-1"/>
                      <a:pt x="10800" y="0"/>
                    </a:cubicBezTo>
                    <a:cubicBezTo>
                      <a:pt x="13927" y="0"/>
                      <a:pt x="16901" y="1356"/>
                      <a:pt x="18953" y="3717"/>
                    </a:cubicBezTo>
                    <a:cubicBezTo>
                      <a:pt x="16901" y="1356"/>
                      <a:pt x="13927" y="-1"/>
                      <a:pt x="10799" y="0"/>
                    </a:cubicBezTo>
                    <a:cubicBezTo>
                      <a:pt x="7672" y="0"/>
                      <a:pt x="4698" y="1356"/>
                      <a:pt x="2646" y="3717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764700"/>
                  </a:gs>
                  <a:gs pos="50000">
                    <a:srgbClr val="FF9900"/>
                  </a:gs>
                  <a:gs pos="100000">
                    <a:srgbClr val="764700"/>
                  </a:gs>
                </a:gsLst>
                <a:lin ang="5400000" scaled="1"/>
              </a:gradFill>
              <a:ln w="38100">
                <a:solidFill>
                  <a:srgbClr val="FF99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710" name="AutoShape 71"/>
              <p:cNvSpPr>
                <a:spLocks noChangeArrowheads="1"/>
              </p:cNvSpPr>
              <p:nvPr/>
            </p:nvSpPr>
            <p:spPr bwMode="auto">
              <a:xfrm>
                <a:off x="930" y="663"/>
                <a:ext cx="317" cy="862"/>
              </a:xfrm>
              <a:custGeom>
                <a:avLst/>
                <a:gdLst/>
                <a:ahLst/>
                <a:cxnLst>
                  <a:cxn ang="0">
                    <a:pos x="2646" y="3717"/>
                  </a:cxn>
                  <a:cxn ang="0">
                    <a:pos x="10800" y="0"/>
                  </a:cxn>
                  <a:cxn ang="0">
                    <a:pos x="18953" y="3717"/>
                  </a:cxn>
                  <a:cxn ang="0">
                    <a:pos x="10799" y="0"/>
                  </a:cxn>
                  <a:cxn ang="0">
                    <a:pos x="2646" y="3717"/>
                  </a:cxn>
                </a:cxnLst>
                <a:rect l="0" t="0" r="r" b="b"/>
                <a:pathLst>
                  <a:path w="21600" h="21600">
                    <a:moveTo>
                      <a:pt x="2646" y="3717"/>
                    </a:moveTo>
                    <a:cubicBezTo>
                      <a:pt x="4698" y="1356"/>
                      <a:pt x="7672" y="-1"/>
                      <a:pt x="10800" y="0"/>
                    </a:cubicBezTo>
                    <a:cubicBezTo>
                      <a:pt x="13927" y="0"/>
                      <a:pt x="16901" y="1356"/>
                      <a:pt x="18953" y="3717"/>
                    </a:cubicBezTo>
                    <a:cubicBezTo>
                      <a:pt x="16901" y="1356"/>
                      <a:pt x="13927" y="-1"/>
                      <a:pt x="10799" y="0"/>
                    </a:cubicBezTo>
                    <a:cubicBezTo>
                      <a:pt x="7672" y="0"/>
                      <a:pt x="4698" y="1356"/>
                      <a:pt x="2646" y="3717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764700"/>
                  </a:gs>
                  <a:gs pos="50000">
                    <a:srgbClr val="FF9900"/>
                  </a:gs>
                  <a:gs pos="100000">
                    <a:srgbClr val="764700"/>
                  </a:gs>
                </a:gsLst>
                <a:lin ang="5400000" scaled="1"/>
              </a:gradFill>
              <a:ln w="38100">
                <a:solidFill>
                  <a:srgbClr val="FF99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12711" name="Rectangle 72"/>
            <p:cNvSpPr>
              <a:spLocks noChangeArrowheads="1"/>
            </p:cNvSpPr>
            <p:nvPr/>
          </p:nvSpPr>
          <p:spPr bwMode="auto">
            <a:xfrm>
              <a:off x="1384" y="3339"/>
              <a:ext cx="317" cy="136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</a:gradFill>
            <a:ln w="2857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86441" name="AutoShape 73"/>
          <p:cNvSpPr>
            <a:spLocks noChangeArrowheads="1"/>
          </p:cNvSpPr>
          <p:nvPr/>
        </p:nvSpPr>
        <p:spPr bwMode="auto">
          <a:xfrm rot="10800000">
            <a:off x="4643438" y="4221163"/>
            <a:ext cx="720725" cy="503237"/>
          </a:xfrm>
          <a:custGeom>
            <a:avLst/>
            <a:gdLst/>
            <a:ahLst/>
            <a:cxnLst>
              <a:cxn ang="0">
                <a:pos x="16295" y="0"/>
              </a:cxn>
              <a:cxn ang="0">
                <a:pos x="10990" y="6405"/>
              </a:cxn>
              <a:cxn ang="0">
                <a:pos x="15320" y="6405"/>
              </a:cxn>
              <a:cxn ang="0">
                <a:pos x="15320" y="19161"/>
              </a:cxn>
              <a:cxn ang="0">
                <a:pos x="0" y="19161"/>
              </a:cxn>
              <a:cxn ang="0">
                <a:pos x="0" y="21600"/>
              </a:cxn>
              <a:cxn ang="0">
                <a:pos x="17270" y="21600"/>
              </a:cxn>
              <a:cxn ang="0">
                <a:pos x="17270" y="6405"/>
              </a:cxn>
              <a:cxn ang="0">
                <a:pos x="21600" y="6405"/>
              </a:cxn>
              <a:cxn ang="0">
                <a:pos x="16295" y="0"/>
              </a:cxn>
            </a:cxnLst>
            <a:rect l="0" t="0" r="r" b="b"/>
            <a:pathLst>
              <a:path w="21600" h="21600">
                <a:moveTo>
                  <a:pt x="16295" y="0"/>
                </a:moveTo>
                <a:lnTo>
                  <a:pt x="10990" y="6405"/>
                </a:lnTo>
                <a:lnTo>
                  <a:pt x="15320" y="6405"/>
                </a:lnTo>
                <a:lnTo>
                  <a:pt x="15320" y="19161"/>
                </a:lnTo>
                <a:lnTo>
                  <a:pt x="0" y="19161"/>
                </a:lnTo>
                <a:lnTo>
                  <a:pt x="0" y="21600"/>
                </a:lnTo>
                <a:lnTo>
                  <a:pt x="17270" y="21600"/>
                </a:lnTo>
                <a:lnTo>
                  <a:pt x="17270" y="6405"/>
                </a:lnTo>
                <a:lnTo>
                  <a:pt x="21600" y="6405"/>
                </a:lnTo>
                <a:lnTo>
                  <a:pt x="16295" y="0"/>
                </a:lnTo>
                <a:close/>
              </a:path>
            </a:pathLst>
          </a:custGeom>
          <a:solidFill>
            <a:srgbClr val="00CC66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6442" name="AutoShape 74"/>
          <p:cNvSpPr>
            <a:spLocks noChangeArrowheads="1"/>
          </p:cNvSpPr>
          <p:nvPr/>
        </p:nvSpPr>
        <p:spPr bwMode="auto">
          <a:xfrm flipV="1">
            <a:off x="3924300" y="4221163"/>
            <a:ext cx="720725" cy="503237"/>
          </a:xfrm>
          <a:custGeom>
            <a:avLst/>
            <a:gdLst/>
            <a:ahLst/>
            <a:cxnLst>
              <a:cxn ang="0">
                <a:pos x="16295" y="0"/>
              </a:cxn>
              <a:cxn ang="0">
                <a:pos x="10990" y="6405"/>
              </a:cxn>
              <a:cxn ang="0">
                <a:pos x="15320" y="6405"/>
              </a:cxn>
              <a:cxn ang="0">
                <a:pos x="15320" y="19161"/>
              </a:cxn>
              <a:cxn ang="0">
                <a:pos x="0" y="19161"/>
              </a:cxn>
              <a:cxn ang="0">
                <a:pos x="0" y="21600"/>
              </a:cxn>
              <a:cxn ang="0">
                <a:pos x="17270" y="21600"/>
              </a:cxn>
              <a:cxn ang="0">
                <a:pos x="17270" y="6405"/>
              </a:cxn>
              <a:cxn ang="0">
                <a:pos x="21600" y="6405"/>
              </a:cxn>
              <a:cxn ang="0">
                <a:pos x="16295" y="0"/>
              </a:cxn>
            </a:cxnLst>
            <a:rect l="0" t="0" r="r" b="b"/>
            <a:pathLst>
              <a:path w="21600" h="21600">
                <a:moveTo>
                  <a:pt x="16295" y="0"/>
                </a:moveTo>
                <a:lnTo>
                  <a:pt x="10990" y="6405"/>
                </a:lnTo>
                <a:lnTo>
                  <a:pt x="15320" y="6405"/>
                </a:lnTo>
                <a:lnTo>
                  <a:pt x="15320" y="19161"/>
                </a:lnTo>
                <a:lnTo>
                  <a:pt x="0" y="19161"/>
                </a:lnTo>
                <a:lnTo>
                  <a:pt x="0" y="21600"/>
                </a:lnTo>
                <a:lnTo>
                  <a:pt x="17270" y="21600"/>
                </a:lnTo>
                <a:lnTo>
                  <a:pt x="17270" y="6405"/>
                </a:lnTo>
                <a:lnTo>
                  <a:pt x="21600" y="6405"/>
                </a:lnTo>
                <a:lnTo>
                  <a:pt x="16295" y="0"/>
                </a:lnTo>
                <a:close/>
              </a:path>
            </a:pathLst>
          </a:custGeom>
          <a:solidFill>
            <a:srgbClr val="00CC66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6443" name="AutoShape 75"/>
          <p:cNvSpPr>
            <a:spLocks noChangeArrowheads="1"/>
          </p:cNvSpPr>
          <p:nvPr/>
        </p:nvSpPr>
        <p:spPr bwMode="auto">
          <a:xfrm flipV="1">
            <a:off x="1258888" y="4437063"/>
            <a:ext cx="720725" cy="503237"/>
          </a:xfrm>
          <a:custGeom>
            <a:avLst/>
            <a:gdLst/>
            <a:ahLst/>
            <a:cxnLst>
              <a:cxn ang="0">
                <a:pos x="16224" y="0"/>
              </a:cxn>
              <a:cxn ang="0">
                <a:pos x="10847" y="6405"/>
              </a:cxn>
              <a:cxn ang="0">
                <a:pos x="15177" y="6405"/>
              </a:cxn>
              <a:cxn ang="0">
                <a:pos x="15177" y="18982"/>
              </a:cxn>
              <a:cxn ang="0">
                <a:pos x="0" y="18982"/>
              </a:cxn>
              <a:cxn ang="0">
                <a:pos x="0" y="21600"/>
              </a:cxn>
              <a:cxn ang="0">
                <a:pos x="17270" y="21600"/>
              </a:cxn>
              <a:cxn ang="0">
                <a:pos x="17270" y="6405"/>
              </a:cxn>
              <a:cxn ang="0">
                <a:pos x="21600" y="6405"/>
              </a:cxn>
              <a:cxn ang="0">
                <a:pos x="16224" y="0"/>
              </a:cxn>
            </a:cxnLst>
            <a:rect l="0" t="0" r="r" b="b"/>
            <a:pathLst>
              <a:path w="21600" h="21600">
                <a:moveTo>
                  <a:pt x="16224" y="0"/>
                </a:moveTo>
                <a:lnTo>
                  <a:pt x="10847" y="6405"/>
                </a:lnTo>
                <a:lnTo>
                  <a:pt x="15177" y="6405"/>
                </a:lnTo>
                <a:lnTo>
                  <a:pt x="15177" y="18982"/>
                </a:lnTo>
                <a:lnTo>
                  <a:pt x="0" y="18982"/>
                </a:lnTo>
                <a:lnTo>
                  <a:pt x="0" y="21600"/>
                </a:lnTo>
                <a:lnTo>
                  <a:pt x="17270" y="21600"/>
                </a:lnTo>
                <a:lnTo>
                  <a:pt x="17270" y="6405"/>
                </a:lnTo>
                <a:lnTo>
                  <a:pt x="21600" y="6405"/>
                </a:lnTo>
                <a:lnTo>
                  <a:pt x="16224" y="0"/>
                </a:lnTo>
                <a:close/>
              </a:path>
            </a:pathLst>
          </a:custGeom>
          <a:solidFill>
            <a:srgbClr val="00CC66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6444" name="AutoShape 76"/>
          <p:cNvSpPr>
            <a:spLocks noChangeArrowheads="1"/>
          </p:cNvSpPr>
          <p:nvPr/>
        </p:nvSpPr>
        <p:spPr bwMode="auto">
          <a:xfrm>
            <a:off x="1258888" y="4221163"/>
            <a:ext cx="1150937" cy="141287"/>
          </a:xfrm>
          <a:prstGeom prst="rightArrow">
            <a:avLst>
              <a:gd name="adj1" fmla="val 50000"/>
              <a:gd name="adj2" fmla="val 203539"/>
            </a:avLst>
          </a:prstGeom>
          <a:solidFill>
            <a:srgbClr val="00CC66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186445" name="Group 77"/>
          <p:cNvGrpSpPr>
            <a:grpSpLocks/>
          </p:cNvGrpSpPr>
          <p:nvPr/>
        </p:nvGrpSpPr>
        <p:grpSpPr bwMode="auto">
          <a:xfrm>
            <a:off x="6227763" y="3644900"/>
            <a:ext cx="2792412" cy="2011363"/>
            <a:chOff x="567" y="2477"/>
            <a:chExt cx="1965" cy="1267"/>
          </a:xfrm>
        </p:grpSpPr>
        <p:sp>
          <p:nvSpPr>
            <p:cNvPr id="112717" name="Line 78"/>
            <p:cNvSpPr>
              <a:spLocks noChangeShapeType="1"/>
            </p:cNvSpPr>
            <p:nvPr/>
          </p:nvSpPr>
          <p:spPr bwMode="auto">
            <a:xfrm>
              <a:off x="2210" y="2477"/>
              <a:ext cx="1" cy="289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2718" name="Line 79"/>
            <p:cNvSpPr>
              <a:spLocks noChangeShapeType="1"/>
            </p:cNvSpPr>
            <p:nvPr/>
          </p:nvSpPr>
          <p:spPr bwMode="auto">
            <a:xfrm>
              <a:off x="2210" y="3203"/>
              <a:ext cx="0" cy="227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2719" name="Line 80"/>
            <p:cNvSpPr>
              <a:spLocks noChangeShapeType="1"/>
            </p:cNvSpPr>
            <p:nvPr/>
          </p:nvSpPr>
          <p:spPr bwMode="auto">
            <a:xfrm>
              <a:off x="748" y="3430"/>
              <a:ext cx="1452" cy="0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2720" name="Line 81"/>
            <p:cNvSpPr>
              <a:spLocks noChangeShapeType="1"/>
            </p:cNvSpPr>
            <p:nvPr/>
          </p:nvSpPr>
          <p:spPr bwMode="auto">
            <a:xfrm>
              <a:off x="748" y="2477"/>
              <a:ext cx="1" cy="428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2721" name="Line 82"/>
            <p:cNvSpPr>
              <a:spLocks noChangeShapeType="1"/>
            </p:cNvSpPr>
            <p:nvPr/>
          </p:nvSpPr>
          <p:spPr bwMode="auto">
            <a:xfrm flipH="1">
              <a:off x="748" y="2976"/>
              <a:ext cx="0" cy="454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2722" name="Rectangle 83"/>
            <p:cNvSpPr>
              <a:spLocks noChangeArrowheads="1"/>
            </p:cNvSpPr>
            <p:nvPr/>
          </p:nvSpPr>
          <p:spPr bwMode="auto">
            <a:xfrm>
              <a:off x="1338" y="3475"/>
              <a:ext cx="343" cy="269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eaLnBrk="0" hangingPunct="0"/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R</a:t>
              </a:r>
              <a:endParaRPr lang="en-US" altLang="zh-CN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112723" name="Rectangle 84"/>
            <p:cNvSpPr>
              <a:spLocks noChangeArrowheads="1"/>
            </p:cNvSpPr>
            <p:nvPr/>
          </p:nvSpPr>
          <p:spPr bwMode="auto">
            <a:xfrm>
              <a:off x="2392" y="2886"/>
              <a:ext cx="140" cy="269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0" hangingPunct="0"/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L</a:t>
              </a:r>
              <a:endParaRPr lang="en-US" altLang="zh-CN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112724" name="Rectangle 85"/>
            <p:cNvSpPr>
              <a:spLocks noChangeArrowheads="1"/>
            </p:cNvSpPr>
            <p:nvPr/>
          </p:nvSpPr>
          <p:spPr bwMode="auto">
            <a:xfrm>
              <a:off x="930" y="2795"/>
              <a:ext cx="318" cy="269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eaLnBrk="0" hangingPunct="0"/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C</a:t>
              </a:r>
              <a:endParaRPr lang="en-US" altLang="zh-CN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112725" name="Rectangle 86"/>
            <p:cNvSpPr>
              <a:spLocks noChangeArrowheads="1"/>
            </p:cNvSpPr>
            <p:nvPr/>
          </p:nvSpPr>
          <p:spPr bwMode="auto">
            <a:xfrm>
              <a:off x="567" y="2568"/>
              <a:ext cx="141" cy="269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0" hangingPunct="0"/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+</a:t>
              </a:r>
            </a:p>
          </p:txBody>
        </p:sp>
        <p:sp>
          <p:nvSpPr>
            <p:cNvPr id="112726" name="Rectangle 87"/>
            <p:cNvSpPr>
              <a:spLocks noChangeArrowheads="1"/>
            </p:cNvSpPr>
            <p:nvPr/>
          </p:nvSpPr>
          <p:spPr bwMode="auto">
            <a:xfrm>
              <a:off x="567" y="3022"/>
              <a:ext cx="125" cy="269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0" hangingPunct="0"/>
              <a:r>
                <a:rPr lang="en-US" altLang="zh-CN" b="0">
                  <a:solidFill>
                    <a:schemeClr val="bg1"/>
                  </a:solidFill>
                  <a:latin typeface="宋体" pitchFamily="2" charset="-122"/>
                  <a:ea typeface="宋体" pitchFamily="2" charset="-122"/>
                </a:rPr>
                <a:t>-</a:t>
              </a:r>
            </a:p>
          </p:txBody>
        </p:sp>
        <p:sp>
          <p:nvSpPr>
            <p:cNvPr id="112727" name="Line 88"/>
            <p:cNvSpPr>
              <a:spLocks noChangeShapeType="1"/>
            </p:cNvSpPr>
            <p:nvPr/>
          </p:nvSpPr>
          <p:spPr bwMode="auto">
            <a:xfrm>
              <a:off x="748" y="2477"/>
              <a:ext cx="1452" cy="1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12728" name="Group 89"/>
            <p:cNvGrpSpPr>
              <a:grpSpLocks/>
            </p:cNvGrpSpPr>
            <p:nvPr/>
          </p:nvGrpSpPr>
          <p:grpSpPr bwMode="auto">
            <a:xfrm>
              <a:off x="612" y="2885"/>
              <a:ext cx="240" cy="90"/>
              <a:chOff x="4604" y="2478"/>
              <a:chExt cx="240" cy="90"/>
            </a:xfrm>
          </p:grpSpPr>
          <p:sp>
            <p:nvSpPr>
              <p:cNvPr id="112729" name="Line 90"/>
              <p:cNvSpPr>
                <a:spLocks noChangeShapeType="1"/>
              </p:cNvSpPr>
              <p:nvPr/>
            </p:nvSpPr>
            <p:spPr bwMode="auto">
              <a:xfrm>
                <a:off x="4604" y="2478"/>
                <a:ext cx="240" cy="0"/>
              </a:xfrm>
              <a:prstGeom prst="line">
                <a:avLst/>
              </a:prstGeom>
              <a:noFill/>
              <a:ln w="57150">
                <a:solidFill>
                  <a:srgbClr val="FF99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730" name="Line 91"/>
              <p:cNvSpPr>
                <a:spLocks noChangeShapeType="1"/>
              </p:cNvSpPr>
              <p:nvPr/>
            </p:nvSpPr>
            <p:spPr bwMode="auto">
              <a:xfrm>
                <a:off x="4604" y="2568"/>
                <a:ext cx="240" cy="0"/>
              </a:xfrm>
              <a:prstGeom prst="line">
                <a:avLst/>
              </a:prstGeom>
              <a:noFill/>
              <a:ln w="57150">
                <a:solidFill>
                  <a:srgbClr val="FF99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112731" name="Group 92"/>
            <p:cNvGrpSpPr>
              <a:grpSpLocks/>
            </p:cNvGrpSpPr>
            <p:nvPr/>
          </p:nvGrpSpPr>
          <p:grpSpPr bwMode="auto">
            <a:xfrm rot="5400000">
              <a:off x="1753" y="2701"/>
              <a:ext cx="499" cy="590"/>
              <a:chOff x="476" y="663"/>
              <a:chExt cx="771" cy="862"/>
            </a:xfrm>
          </p:grpSpPr>
          <p:sp>
            <p:nvSpPr>
              <p:cNvPr id="112732" name="AutoShape 93"/>
              <p:cNvSpPr>
                <a:spLocks noChangeArrowheads="1"/>
              </p:cNvSpPr>
              <p:nvPr/>
            </p:nvSpPr>
            <p:spPr bwMode="auto">
              <a:xfrm>
                <a:off x="476" y="663"/>
                <a:ext cx="317" cy="862"/>
              </a:xfrm>
              <a:custGeom>
                <a:avLst/>
                <a:gdLst/>
                <a:ahLst/>
                <a:cxnLst>
                  <a:cxn ang="0">
                    <a:pos x="2646" y="3717"/>
                  </a:cxn>
                  <a:cxn ang="0">
                    <a:pos x="10800" y="0"/>
                  </a:cxn>
                  <a:cxn ang="0">
                    <a:pos x="18953" y="3717"/>
                  </a:cxn>
                  <a:cxn ang="0">
                    <a:pos x="10799" y="0"/>
                  </a:cxn>
                  <a:cxn ang="0">
                    <a:pos x="2646" y="3717"/>
                  </a:cxn>
                </a:cxnLst>
                <a:rect l="0" t="0" r="r" b="b"/>
                <a:pathLst>
                  <a:path w="21600" h="21600">
                    <a:moveTo>
                      <a:pt x="2646" y="3717"/>
                    </a:moveTo>
                    <a:cubicBezTo>
                      <a:pt x="4698" y="1356"/>
                      <a:pt x="7672" y="-1"/>
                      <a:pt x="10800" y="0"/>
                    </a:cubicBezTo>
                    <a:cubicBezTo>
                      <a:pt x="13927" y="0"/>
                      <a:pt x="16901" y="1356"/>
                      <a:pt x="18953" y="3717"/>
                    </a:cubicBezTo>
                    <a:cubicBezTo>
                      <a:pt x="16901" y="1356"/>
                      <a:pt x="13927" y="-1"/>
                      <a:pt x="10799" y="0"/>
                    </a:cubicBezTo>
                    <a:cubicBezTo>
                      <a:pt x="7672" y="0"/>
                      <a:pt x="4698" y="1356"/>
                      <a:pt x="2646" y="3717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764700"/>
                  </a:gs>
                  <a:gs pos="50000">
                    <a:srgbClr val="FF9900"/>
                  </a:gs>
                  <a:gs pos="100000">
                    <a:srgbClr val="764700"/>
                  </a:gs>
                </a:gsLst>
                <a:lin ang="5400000" scaled="1"/>
              </a:gradFill>
              <a:ln w="38100">
                <a:solidFill>
                  <a:srgbClr val="FF99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733" name="AutoShape 94"/>
              <p:cNvSpPr>
                <a:spLocks noChangeArrowheads="1"/>
              </p:cNvSpPr>
              <p:nvPr/>
            </p:nvSpPr>
            <p:spPr bwMode="auto">
              <a:xfrm>
                <a:off x="703" y="663"/>
                <a:ext cx="317" cy="862"/>
              </a:xfrm>
              <a:custGeom>
                <a:avLst/>
                <a:gdLst/>
                <a:ahLst/>
                <a:cxnLst>
                  <a:cxn ang="0">
                    <a:pos x="2646" y="3717"/>
                  </a:cxn>
                  <a:cxn ang="0">
                    <a:pos x="10800" y="0"/>
                  </a:cxn>
                  <a:cxn ang="0">
                    <a:pos x="18953" y="3717"/>
                  </a:cxn>
                  <a:cxn ang="0">
                    <a:pos x="10799" y="0"/>
                  </a:cxn>
                  <a:cxn ang="0">
                    <a:pos x="2646" y="3717"/>
                  </a:cxn>
                </a:cxnLst>
                <a:rect l="0" t="0" r="r" b="b"/>
                <a:pathLst>
                  <a:path w="21600" h="21600">
                    <a:moveTo>
                      <a:pt x="2646" y="3717"/>
                    </a:moveTo>
                    <a:cubicBezTo>
                      <a:pt x="4698" y="1356"/>
                      <a:pt x="7672" y="-1"/>
                      <a:pt x="10800" y="0"/>
                    </a:cubicBezTo>
                    <a:cubicBezTo>
                      <a:pt x="13927" y="0"/>
                      <a:pt x="16901" y="1356"/>
                      <a:pt x="18953" y="3717"/>
                    </a:cubicBezTo>
                    <a:cubicBezTo>
                      <a:pt x="16901" y="1356"/>
                      <a:pt x="13927" y="-1"/>
                      <a:pt x="10799" y="0"/>
                    </a:cubicBezTo>
                    <a:cubicBezTo>
                      <a:pt x="7672" y="0"/>
                      <a:pt x="4698" y="1356"/>
                      <a:pt x="2646" y="3717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764700"/>
                  </a:gs>
                  <a:gs pos="50000">
                    <a:srgbClr val="FF9900"/>
                  </a:gs>
                  <a:gs pos="100000">
                    <a:srgbClr val="764700"/>
                  </a:gs>
                </a:gsLst>
                <a:lin ang="5400000" scaled="1"/>
              </a:gradFill>
              <a:ln w="38100">
                <a:solidFill>
                  <a:srgbClr val="FF99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734" name="AutoShape 95"/>
              <p:cNvSpPr>
                <a:spLocks noChangeArrowheads="1"/>
              </p:cNvSpPr>
              <p:nvPr/>
            </p:nvSpPr>
            <p:spPr bwMode="auto">
              <a:xfrm>
                <a:off x="930" y="663"/>
                <a:ext cx="317" cy="862"/>
              </a:xfrm>
              <a:custGeom>
                <a:avLst/>
                <a:gdLst/>
                <a:ahLst/>
                <a:cxnLst>
                  <a:cxn ang="0">
                    <a:pos x="2646" y="3717"/>
                  </a:cxn>
                  <a:cxn ang="0">
                    <a:pos x="10800" y="0"/>
                  </a:cxn>
                  <a:cxn ang="0">
                    <a:pos x="18953" y="3717"/>
                  </a:cxn>
                  <a:cxn ang="0">
                    <a:pos x="10799" y="0"/>
                  </a:cxn>
                  <a:cxn ang="0">
                    <a:pos x="2646" y="3717"/>
                  </a:cxn>
                </a:cxnLst>
                <a:rect l="0" t="0" r="r" b="b"/>
                <a:pathLst>
                  <a:path w="21600" h="21600">
                    <a:moveTo>
                      <a:pt x="2646" y="3717"/>
                    </a:moveTo>
                    <a:cubicBezTo>
                      <a:pt x="4698" y="1356"/>
                      <a:pt x="7672" y="-1"/>
                      <a:pt x="10800" y="0"/>
                    </a:cubicBezTo>
                    <a:cubicBezTo>
                      <a:pt x="13927" y="0"/>
                      <a:pt x="16901" y="1356"/>
                      <a:pt x="18953" y="3717"/>
                    </a:cubicBezTo>
                    <a:cubicBezTo>
                      <a:pt x="16901" y="1356"/>
                      <a:pt x="13927" y="-1"/>
                      <a:pt x="10799" y="0"/>
                    </a:cubicBezTo>
                    <a:cubicBezTo>
                      <a:pt x="7672" y="0"/>
                      <a:pt x="4698" y="1356"/>
                      <a:pt x="2646" y="3717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764700"/>
                  </a:gs>
                  <a:gs pos="50000">
                    <a:srgbClr val="FF9900"/>
                  </a:gs>
                  <a:gs pos="100000">
                    <a:srgbClr val="764700"/>
                  </a:gs>
                </a:gsLst>
                <a:lin ang="5400000" scaled="1"/>
              </a:gradFill>
              <a:ln w="38100">
                <a:solidFill>
                  <a:srgbClr val="FF99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12735" name="Rectangle 96"/>
            <p:cNvSpPr>
              <a:spLocks noChangeArrowheads="1"/>
            </p:cNvSpPr>
            <p:nvPr/>
          </p:nvSpPr>
          <p:spPr bwMode="auto">
            <a:xfrm>
              <a:off x="1384" y="3339"/>
              <a:ext cx="317" cy="136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</a:gradFill>
            <a:ln w="2857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86465" name="AutoShape 97"/>
          <p:cNvSpPr>
            <a:spLocks noChangeArrowheads="1"/>
          </p:cNvSpPr>
          <p:nvPr/>
        </p:nvSpPr>
        <p:spPr bwMode="auto">
          <a:xfrm flipH="1">
            <a:off x="7164388" y="4076700"/>
            <a:ext cx="1079500" cy="144463"/>
          </a:xfrm>
          <a:prstGeom prst="rightArrow">
            <a:avLst>
              <a:gd name="adj1" fmla="val 50000"/>
              <a:gd name="adj2" fmla="val 186709"/>
            </a:avLst>
          </a:prstGeom>
          <a:solidFill>
            <a:srgbClr val="00CC66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6466" name="AutoShape 98"/>
          <p:cNvSpPr>
            <a:spLocks noChangeArrowheads="1"/>
          </p:cNvSpPr>
          <p:nvPr/>
        </p:nvSpPr>
        <p:spPr bwMode="auto">
          <a:xfrm flipH="1" flipV="1">
            <a:off x="7380288" y="4292600"/>
            <a:ext cx="792162" cy="503238"/>
          </a:xfrm>
          <a:custGeom>
            <a:avLst/>
            <a:gdLst/>
            <a:ahLst/>
            <a:cxnLst>
              <a:cxn ang="0">
                <a:pos x="16224" y="0"/>
              </a:cxn>
              <a:cxn ang="0">
                <a:pos x="10847" y="6405"/>
              </a:cxn>
              <a:cxn ang="0">
                <a:pos x="15177" y="6405"/>
              </a:cxn>
              <a:cxn ang="0">
                <a:pos x="15177" y="18982"/>
              </a:cxn>
              <a:cxn ang="0">
                <a:pos x="0" y="18982"/>
              </a:cxn>
              <a:cxn ang="0">
                <a:pos x="0" y="21600"/>
              </a:cxn>
              <a:cxn ang="0">
                <a:pos x="17270" y="21600"/>
              </a:cxn>
              <a:cxn ang="0">
                <a:pos x="17270" y="6405"/>
              </a:cxn>
              <a:cxn ang="0">
                <a:pos x="21600" y="6405"/>
              </a:cxn>
              <a:cxn ang="0">
                <a:pos x="16224" y="0"/>
              </a:cxn>
            </a:cxnLst>
            <a:rect l="0" t="0" r="r" b="b"/>
            <a:pathLst>
              <a:path w="21600" h="21600">
                <a:moveTo>
                  <a:pt x="16224" y="0"/>
                </a:moveTo>
                <a:lnTo>
                  <a:pt x="10847" y="6405"/>
                </a:lnTo>
                <a:lnTo>
                  <a:pt x="15177" y="6405"/>
                </a:lnTo>
                <a:lnTo>
                  <a:pt x="15177" y="18982"/>
                </a:lnTo>
                <a:lnTo>
                  <a:pt x="0" y="18982"/>
                </a:lnTo>
                <a:lnTo>
                  <a:pt x="0" y="21600"/>
                </a:lnTo>
                <a:lnTo>
                  <a:pt x="17270" y="21600"/>
                </a:lnTo>
                <a:lnTo>
                  <a:pt x="17270" y="6405"/>
                </a:lnTo>
                <a:lnTo>
                  <a:pt x="21600" y="6405"/>
                </a:lnTo>
                <a:lnTo>
                  <a:pt x="16224" y="0"/>
                </a:lnTo>
                <a:close/>
              </a:path>
            </a:pathLst>
          </a:custGeom>
          <a:solidFill>
            <a:srgbClr val="00CC66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grpSp>
        <p:nvGrpSpPr>
          <p:cNvPr id="112738" name="Group 99"/>
          <p:cNvGrpSpPr>
            <a:grpSpLocks/>
          </p:cNvGrpSpPr>
          <p:nvPr/>
        </p:nvGrpSpPr>
        <p:grpSpPr bwMode="auto">
          <a:xfrm>
            <a:off x="6588125" y="6446838"/>
            <a:ext cx="792163" cy="366712"/>
            <a:chOff x="4649" y="4020"/>
            <a:chExt cx="499" cy="231"/>
          </a:xfrm>
        </p:grpSpPr>
        <p:pic>
          <p:nvPicPr>
            <p:cNvPr id="112739" name="Picture 100" descr="78900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12740" name="Text Box 101">
              <a:hlinkClick r:id="rId3" action="ppaction://hlinksldjump"/>
            </p:cNvPr>
            <p:cNvSpPr txBox="1">
              <a:spLocks noChangeArrowheads="1"/>
            </p:cNvSpPr>
            <p:nvPr/>
          </p:nvSpPr>
          <p:spPr bwMode="auto"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0">
                  <a:solidFill>
                    <a:schemeClr val="bg1"/>
                  </a:solidFill>
                  <a:latin typeface="隶书" pitchFamily="49" charset="-122"/>
                  <a:ea typeface="隶书" pitchFamily="49" charset="-122"/>
                </a:rPr>
                <a:t>返 回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63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63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3" dur="500"/>
                                        <p:tgtEl>
                                          <p:spTgt spid="1863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1864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864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1864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3" dur="500"/>
                                        <p:tgtEl>
                                          <p:spTgt spid="1863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1864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1864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"/>
                            </p:stCondLst>
                            <p:childTnLst>
                              <p:par>
                                <p:cTn id="4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1864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3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52" dur="500"/>
                                        <p:tgtEl>
                                          <p:spTgt spid="1863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1864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864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7" dur="500"/>
                                        <p:tgtEl>
                                          <p:spTgt spid="1864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6370" grpId="0"/>
      <p:bldP spid="186371" grpId="0"/>
      <p:bldP spid="186372" grpId="0"/>
      <p:bldP spid="186373" grpId="0" build="p"/>
      <p:bldP spid="186444" grpId="0" animBg="1"/>
      <p:bldP spid="186465" grpId="0" animBg="1"/>
    </p:bld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394" name="Text Box 2" descr="绿色大理石"/>
          <p:cNvSpPr txBox="1">
            <a:spLocks noChangeArrowheads="1"/>
          </p:cNvSpPr>
          <p:nvPr/>
        </p:nvSpPr>
        <p:spPr bwMode="auto">
          <a:xfrm>
            <a:off x="539750" y="692150"/>
            <a:ext cx="2592388" cy="519113"/>
          </a:xfrm>
          <a:prstGeom prst="rect">
            <a:avLst/>
          </a:prstGeom>
          <a:blipFill dpi="0" rotWithShape="1">
            <a:blip r:embed="rId3"/>
            <a:srcRect/>
            <a:tile tx="0" ty="0" sx="100000" sy="100000" flip="none" algn="tl"/>
          </a:blip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/>
            <a:r>
              <a:rPr lang="zh-CN" altLang="en-US">
                <a:solidFill>
                  <a:schemeClr val="bg1"/>
                </a:solidFill>
                <a:latin typeface="Times New Roman" pitchFamily="18" charset="0"/>
              </a:rPr>
              <a:t>特例</a:t>
            </a:r>
            <a:r>
              <a:rPr lang="zh-CN" altLang="en-US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：</a:t>
            </a:r>
            <a:r>
              <a:rPr lang="en-US" altLang="zh-CN" b="0" i="1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R</a:t>
            </a:r>
            <a:r>
              <a:rPr lang="en-US" altLang="zh-CN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=0 </a:t>
            </a:r>
            <a:r>
              <a:rPr lang="zh-CN" altLang="en-US">
                <a:solidFill>
                  <a:schemeClr val="bg1"/>
                </a:solidFill>
                <a:latin typeface="Times New Roman" pitchFamily="18" charset="0"/>
              </a:rPr>
              <a:t>时</a:t>
            </a:r>
          </a:p>
        </p:txBody>
      </p:sp>
      <p:graphicFrame>
        <p:nvGraphicFramePr>
          <p:cNvPr id="187395" name="Object 3"/>
          <p:cNvGraphicFramePr>
            <a:graphicFrameLocks noChangeAspect="1"/>
          </p:cNvGraphicFramePr>
          <p:nvPr/>
        </p:nvGraphicFramePr>
        <p:xfrm>
          <a:off x="3348038" y="549275"/>
          <a:ext cx="5326062" cy="1100138"/>
        </p:xfrm>
        <a:graphic>
          <a:graphicData uri="http://schemas.openxmlformats.org/presentationml/2006/ole">
            <p:oleObj spid="_x0000_s113666" r:id="rId4" imgW="2062440" imgH="415080" progId="Equation.3">
              <p:embed/>
            </p:oleObj>
          </a:graphicData>
        </a:graphic>
      </p:graphicFrame>
      <p:graphicFrame>
        <p:nvGraphicFramePr>
          <p:cNvPr id="187396" name="Object 4"/>
          <p:cNvGraphicFramePr>
            <a:graphicFrameLocks noChangeAspect="1"/>
          </p:cNvGraphicFramePr>
          <p:nvPr/>
        </p:nvGraphicFramePr>
        <p:xfrm>
          <a:off x="725488" y="1700213"/>
          <a:ext cx="4454525" cy="1779587"/>
        </p:xfrm>
        <a:graphic>
          <a:graphicData uri="http://schemas.openxmlformats.org/presentationml/2006/ole">
            <p:oleObj spid="_x0000_s113667" r:id="rId5" imgW="1645560" imgH="645840" progId="Equation.3">
              <p:embed/>
            </p:oleObj>
          </a:graphicData>
        </a:graphic>
      </p:graphicFrame>
      <p:sp>
        <p:nvSpPr>
          <p:cNvPr id="187397" name="Text Box 5"/>
          <p:cNvSpPr txBox="1">
            <a:spLocks noChangeArrowheads="1"/>
          </p:cNvSpPr>
          <p:nvPr/>
        </p:nvSpPr>
        <p:spPr bwMode="auto">
          <a:xfrm>
            <a:off x="6011863" y="2276475"/>
            <a:ext cx="2592387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98000" rIns="198000">
            <a:spAutoFit/>
          </a:bodyPr>
          <a:lstStyle/>
          <a:p>
            <a:pPr eaLnBrk="0" hangingPunct="0"/>
            <a:r>
              <a:rPr lang="zh-CN" altLang="en-US">
                <a:latin typeface="Times New Roman" pitchFamily="18" charset="0"/>
              </a:rPr>
              <a:t>等幅振荡</a:t>
            </a:r>
          </a:p>
        </p:txBody>
      </p:sp>
      <p:grpSp>
        <p:nvGrpSpPr>
          <p:cNvPr id="187398" name="Group 6"/>
          <p:cNvGrpSpPr>
            <a:grpSpLocks/>
          </p:cNvGrpSpPr>
          <p:nvPr/>
        </p:nvGrpSpPr>
        <p:grpSpPr bwMode="auto">
          <a:xfrm>
            <a:off x="900113" y="3644900"/>
            <a:ext cx="3581400" cy="1838325"/>
            <a:chOff x="897" y="2278"/>
            <a:chExt cx="2256" cy="1158"/>
          </a:xfrm>
        </p:grpSpPr>
        <p:grpSp>
          <p:nvGrpSpPr>
            <p:cNvPr id="113670" name="Group 7"/>
            <p:cNvGrpSpPr>
              <a:grpSpLocks/>
            </p:cNvGrpSpPr>
            <p:nvPr/>
          </p:nvGrpSpPr>
          <p:grpSpPr bwMode="auto">
            <a:xfrm>
              <a:off x="897" y="2651"/>
              <a:ext cx="2256" cy="785"/>
              <a:chOff x="2976" y="1375"/>
              <a:chExt cx="2256" cy="785"/>
            </a:xfrm>
          </p:grpSpPr>
          <p:sp>
            <p:nvSpPr>
              <p:cNvPr id="113671" name="Freeform 8"/>
              <p:cNvSpPr>
                <a:spLocks noChangeArrowheads="1"/>
              </p:cNvSpPr>
              <p:nvPr/>
            </p:nvSpPr>
            <p:spPr bwMode="auto">
              <a:xfrm>
                <a:off x="3066" y="1375"/>
                <a:ext cx="1868" cy="785"/>
              </a:xfrm>
              <a:custGeom>
                <a:avLst/>
                <a:gdLst/>
                <a:ahLst/>
                <a:cxnLst>
                  <a:cxn ang="0">
                    <a:pos x="0" y="403"/>
                  </a:cxn>
                  <a:cxn ang="0">
                    <a:pos x="63" y="262"/>
                  </a:cxn>
                  <a:cxn ang="0">
                    <a:pos x="135" y="141"/>
                  </a:cxn>
                  <a:cxn ang="0">
                    <a:pos x="190" y="60"/>
                  </a:cxn>
                  <a:cxn ang="0">
                    <a:pos x="256" y="7"/>
                  </a:cxn>
                  <a:cxn ang="0">
                    <a:pos x="332" y="17"/>
                  </a:cxn>
                  <a:cxn ang="0">
                    <a:pos x="406" y="75"/>
                  </a:cxn>
                  <a:cxn ang="0">
                    <a:pos x="496" y="206"/>
                  </a:cxn>
                  <a:cxn ang="0">
                    <a:pos x="569" y="353"/>
                  </a:cxn>
                  <a:cxn ang="0">
                    <a:pos x="695" y="585"/>
                  </a:cxn>
                  <a:cxn ang="0">
                    <a:pos x="812" y="730"/>
                  </a:cxn>
                  <a:cxn ang="0">
                    <a:pos x="948" y="774"/>
                  </a:cxn>
                  <a:cxn ang="0">
                    <a:pos x="1083" y="665"/>
                  </a:cxn>
                  <a:cxn ang="0">
                    <a:pos x="1218" y="424"/>
                  </a:cxn>
                  <a:cxn ang="0">
                    <a:pos x="1354" y="184"/>
                  </a:cxn>
                  <a:cxn ang="0">
                    <a:pos x="1444" y="75"/>
                  </a:cxn>
                  <a:cxn ang="0">
                    <a:pos x="1516" y="43"/>
                  </a:cxn>
                  <a:cxn ang="0">
                    <a:pos x="1579" y="54"/>
                  </a:cxn>
                  <a:cxn ang="0">
                    <a:pos x="1670" y="119"/>
                  </a:cxn>
                  <a:cxn ang="0">
                    <a:pos x="1868" y="401"/>
                  </a:cxn>
                </a:cxnLst>
                <a:rect l="0" t="0" r="r" b="b"/>
                <a:pathLst>
                  <a:path w="1868" h="785">
                    <a:moveTo>
                      <a:pt x="0" y="403"/>
                    </a:moveTo>
                    <a:cubicBezTo>
                      <a:pt x="10" y="379"/>
                      <a:pt x="40" y="306"/>
                      <a:pt x="63" y="262"/>
                    </a:cubicBezTo>
                    <a:cubicBezTo>
                      <a:pt x="86" y="218"/>
                      <a:pt x="115" y="174"/>
                      <a:pt x="135" y="141"/>
                    </a:cubicBezTo>
                    <a:cubicBezTo>
                      <a:pt x="156" y="107"/>
                      <a:pt x="170" y="82"/>
                      <a:pt x="190" y="60"/>
                    </a:cubicBezTo>
                    <a:cubicBezTo>
                      <a:pt x="210" y="38"/>
                      <a:pt x="232" y="14"/>
                      <a:pt x="256" y="7"/>
                    </a:cubicBezTo>
                    <a:cubicBezTo>
                      <a:pt x="280" y="0"/>
                      <a:pt x="307" y="6"/>
                      <a:pt x="332" y="17"/>
                    </a:cubicBezTo>
                    <a:cubicBezTo>
                      <a:pt x="357" y="28"/>
                      <a:pt x="379" y="43"/>
                      <a:pt x="406" y="75"/>
                    </a:cubicBezTo>
                    <a:cubicBezTo>
                      <a:pt x="433" y="107"/>
                      <a:pt x="469" y="160"/>
                      <a:pt x="496" y="206"/>
                    </a:cubicBezTo>
                    <a:cubicBezTo>
                      <a:pt x="524" y="252"/>
                      <a:pt x="536" y="290"/>
                      <a:pt x="569" y="353"/>
                    </a:cubicBezTo>
                    <a:cubicBezTo>
                      <a:pt x="602" y="416"/>
                      <a:pt x="654" y="522"/>
                      <a:pt x="695" y="585"/>
                    </a:cubicBezTo>
                    <a:cubicBezTo>
                      <a:pt x="735" y="648"/>
                      <a:pt x="770" y="699"/>
                      <a:pt x="812" y="730"/>
                    </a:cubicBezTo>
                    <a:cubicBezTo>
                      <a:pt x="855" y="762"/>
                      <a:pt x="903" y="785"/>
                      <a:pt x="948" y="774"/>
                    </a:cubicBezTo>
                    <a:cubicBezTo>
                      <a:pt x="993" y="763"/>
                      <a:pt x="1038" y="723"/>
                      <a:pt x="1083" y="665"/>
                    </a:cubicBezTo>
                    <a:cubicBezTo>
                      <a:pt x="1128" y="607"/>
                      <a:pt x="1173" y="505"/>
                      <a:pt x="1218" y="424"/>
                    </a:cubicBezTo>
                    <a:cubicBezTo>
                      <a:pt x="1264" y="344"/>
                      <a:pt x="1316" y="243"/>
                      <a:pt x="1354" y="184"/>
                    </a:cubicBezTo>
                    <a:cubicBezTo>
                      <a:pt x="1391" y="126"/>
                      <a:pt x="1417" y="99"/>
                      <a:pt x="1444" y="75"/>
                    </a:cubicBezTo>
                    <a:cubicBezTo>
                      <a:pt x="1471" y="52"/>
                      <a:pt x="1494" y="47"/>
                      <a:pt x="1516" y="43"/>
                    </a:cubicBezTo>
                    <a:cubicBezTo>
                      <a:pt x="1539" y="40"/>
                      <a:pt x="1554" y="40"/>
                      <a:pt x="1579" y="54"/>
                    </a:cubicBezTo>
                    <a:cubicBezTo>
                      <a:pt x="1605" y="66"/>
                      <a:pt x="1622" y="61"/>
                      <a:pt x="1670" y="119"/>
                    </a:cubicBezTo>
                    <a:cubicBezTo>
                      <a:pt x="1718" y="176"/>
                      <a:pt x="1827" y="342"/>
                      <a:pt x="1868" y="401"/>
                    </a:cubicBezTo>
                  </a:path>
                </a:pathLst>
              </a:custGeom>
              <a:noFill/>
              <a:ln w="28575">
                <a:solidFill>
                  <a:srgbClr val="FF33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3672" name="Line 9"/>
              <p:cNvSpPr>
                <a:spLocks noChangeShapeType="1"/>
              </p:cNvSpPr>
              <p:nvPr/>
            </p:nvSpPr>
            <p:spPr bwMode="auto">
              <a:xfrm>
                <a:off x="2976" y="1776"/>
                <a:ext cx="2256" cy="0"/>
              </a:xfrm>
              <a:prstGeom prst="line">
                <a:avLst/>
              </a:prstGeom>
              <a:noFill/>
              <a:ln w="28575">
                <a:solidFill>
                  <a:srgbClr val="FFFF00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3673" name="Text Box 10"/>
              <p:cNvSpPr txBox="1">
                <a:spLocks noChangeArrowheads="1"/>
              </p:cNvSpPr>
              <p:nvPr/>
            </p:nvSpPr>
            <p:spPr bwMode="auto">
              <a:xfrm>
                <a:off x="4968" y="1786"/>
                <a:ext cx="169" cy="288"/>
              </a:xfrm>
              <a:prstGeom prst="rect">
                <a:avLst/>
              </a:prstGeom>
              <a:noFill/>
              <a:ln w="28575">
                <a:noFill/>
                <a:miter lim="800000"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pPr algn="ctr" eaLnBrk="0" hangingPunct="0"/>
                <a:r>
                  <a:rPr lang="en-US" altLang="zh-CN" sz="2400" i="1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rPr>
                  <a:t>t</a:t>
                </a:r>
                <a:endParaRPr lang="en-US" altLang="zh-CN" sz="240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endParaRPr>
              </a:p>
            </p:txBody>
          </p:sp>
        </p:grpSp>
        <p:sp>
          <p:nvSpPr>
            <p:cNvPr id="113674" name="Line 11"/>
            <p:cNvSpPr>
              <a:spLocks noChangeShapeType="1"/>
            </p:cNvSpPr>
            <p:nvPr/>
          </p:nvSpPr>
          <p:spPr bwMode="auto">
            <a:xfrm flipV="1">
              <a:off x="1260" y="2278"/>
              <a:ext cx="0" cy="1158"/>
            </a:xfrm>
            <a:prstGeom prst="line">
              <a:avLst/>
            </a:prstGeom>
            <a:noFill/>
            <a:ln w="28575">
              <a:solidFill>
                <a:srgbClr val="FFFF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87404" name="Line 12"/>
          <p:cNvSpPr>
            <a:spLocks noChangeShapeType="1"/>
          </p:cNvSpPr>
          <p:nvPr/>
        </p:nvSpPr>
        <p:spPr bwMode="auto">
          <a:xfrm>
            <a:off x="5219700" y="2563813"/>
            <a:ext cx="720725" cy="0"/>
          </a:xfrm>
          <a:prstGeom prst="line">
            <a:avLst/>
          </a:prstGeom>
          <a:noFill/>
          <a:ln w="76200">
            <a:solidFill>
              <a:srgbClr val="33CCFF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grpSp>
        <p:nvGrpSpPr>
          <p:cNvPr id="113676" name="Group 13"/>
          <p:cNvGrpSpPr>
            <a:grpSpLocks/>
          </p:cNvGrpSpPr>
          <p:nvPr/>
        </p:nvGrpSpPr>
        <p:grpSpPr bwMode="auto"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113677" name="Picture 14" descr="78900"/>
            <p:cNvPicPr>
              <a:picLocks noChangeAspect="1" noChangeArrowheads="1"/>
            </p:cNvPicPr>
            <p:nvPr/>
          </p:nvPicPr>
          <p:blipFill>
            <a:blip r:embed="rId6"/>
            <a:srcRect/>
            <a:stretch>
              <a:fillRect/>
            </a:stretch>
          </p:blipFill>
          <p:spPr bwMode="auto"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13678" name="Text Box 15">
              <a:hlinkClick r:id="" action="ppaction://hlinkshowjump?jump=nextslide"/>
            </p:cNvPr>
            <p:cNvSpPr txBox="1">
              <a:spLocks noChangeArrowheads="1"/>
            </p:cNvSpPr>
            <p:nvPr/>
          </p:nvSpPr>
          <p:spPr bwMode="auto"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0">
                  <a:solidFill>
                    <a:schemeClr val="bg1"/>
                  </a:solidFill>
                  <a:latin typeface="隶书" pitchFamily="49" charset="-122"/>
                  <a:ea typeface="隶书" pitchFamily="49" charset="-122"/>
                </a:rPr>
                <a:t>下 页</a:t>
              </a:r>
            </a:p>
          </p:txBody>
        </p:sp>
      </p:grpSp>
      <p:grpSp>
        <p:nvGrpSpPr>
          <p:cNvPr id="113679" name="Group 16"/>
          <p:cNvGrpSpPr>
            <a:grpSpLocks/>
          </p:cNvGrpSpPr>
          <p:nvPr/>
        </p:nvGrpSpPr>
        <p:grpSpPr bwMode="auto">
          <a:xfrm>
            <a:off x="7453313" y="6446838"/>
            <a:ext cx="792162" cy="366712"/>
            <a:chOff x="4649" y="4020"/>
            <a:chExt cx="499" cy="231"/>
          </a:xfrm>
        </p:grpSpPr>
        <p:pic>
          <p:nvPicPr>
            <p:cNvPr id="113680" name="Picture 17" descr="78900"/>
            <p:cNvPicPr>
              <a:picLocks noChangeAspect="1" noChangeArrowheads="1"/>
            </p:cNvPicPr>
            <p:nvPr/>
          </p:nvPicPr>
          <p:blipFill>
            <a:blip r:embed="rId6"/>
            <a:srcRect/>
            <a:stretch>
              <a:fillRect/>
            </a:stretch>
          </p:blipFill>
          <p:spPr bwMode="auto"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13681" name="Text Box 18">
              <a:hlinkClick r:id="" action="ppaction://hlinkshowjump?jump=previousslide"/>
            </p:cNvPr>
            <p:cNvSpPr txBox="1">
              <a:spLocks noChangeArrowheads="1"/>
            </p:cNvSpPr>
            <p:nvPr/>
          </p:nvSpPr>
          <p:spPr bwMode="auto"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0">
                  <a:solidFill>
                    <a:schemeClr val="bg1"/>
                  </a:solidFill>
                  <a:latin typeface="隶书" pitchFamily="49" charset="-122"/>
                  <a:ea typeface="隶书" pitchFamily="49" charset="-122"/>
                </a:rPr>
                <a:t>上 页</a:t>
              </a:r>
            </a:p>
          </p:txBody>
        </p:sp>
      </p:grpSp>
      <p:grpSp>
        <p:nvGrpSpPr>
          <p:cNvPr id="187411" name="Group 19"/>
          <p:cNvGrpSpPr>
            <a:grpSpLocks/>
          </p:cNvGrpSpPr>
          <p:nvPr/>
        </p:nvGrpSpPr>
        <p:grpSpPr bwMode="auto">
          <a:xfrm>
            <a:off x="5076825" y="3933825"/>
            <a:ext cx="2813050" cy="1512888"/>
            <a:chOff x="3198" y="2478"/>
            <a:chExt cx="1772" cy="953"/>
          </a:xfrm>
        </p:grpSpPr>
        <p:grpSp>
          <p:nvGrpSpPr>
            <p:cNvPr id="113683" name="Group 20"/>
            <p:cNvGrpSpPr>
              <a:grpSpLocks/>
            </p:cNvGrpSpPr>
            <p:nvPr/>
          </p:nvGrpSpPr>
          <p:grpSpPr bwMode="auto">
            <a:xfrm>
              <a:off x="3833" y="2795"/>
              <a:ext cx="725" cy="272"/>
              <a:chOff x="3833" y="2795"/>
              <a:chExt cx="725" cy="272"/>
            </a:xfrm>
          </p:grpSpPr>
          <p:sp>
            <p:nvSpPr>
              <p:cNvPr id="113684" name="Line 21"/>
              <p:cNvSpPr>
                <a:spLocks noChangeShapeType="1"/>
              </p:cNvSpPr>
              <p:nvPr/>
            </p:nvSpPr>
            <p:spPr bwMode="auto">
              <a:xfrm>
                <a:off x="3878" y="2795"/>
                <a:ext cx="680" cy="0"/>
              </a:xfrm>
              <a:prstGeom prst="line">
                <a:avLst/>
              </a:prstGeom>
              <a:noFill/>
              <a:ln w="57150">
                <a:solidFill>
                  <a:srgbClr val="00CC66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3685" name="Line 22"/>
              <p:cNvSpPr>
                <a:spLocks noChangeShapeType="1"/>
              </p:cNvSpPr>
              <p:nvPr/>
            </p:nvSpPr>
            <p:spPr bwMode="auto">
              <a:xfrm>
                <a:off x="3833" y="3067"/>
                <a:ext cx="680" cy="0"/>
              </a:xfrm>
              <a:prstGeom prst="line">
                <a:avLst/>
              </a:prstGeom>
              <a:noFill/>
              <a:ln w="57150">
                <a:solidFill>
                  <a:srgbClr val="00CC66"/>
                </a:solidFill>
                <a:round/>
                <a:headEnd type="triangle" w="med" len="med"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13686" name="Line 23"/>
            <p:cNvSpPr>
              <a:spLocks noChangeShapeType="1"/>
            </p:cNvSpPr>
            <p:nvPr/>
          </p:nvSpPr>
          <p:spPr bwMode="auto">
            <a:xfrm>
              <a:off x="4681" y="2478"/>
              <a:ext cx="1" cy="289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687" name="Line 24"/>
            <p:cNvSpPr>
              <a:spLocks noChangeShapeType="1"/>
            </p:cNvSpPr>
            <p:nvPr/>
          </p:nvSpPr>
          <p:spPr bwMode="auto">
            <a:xfrm>
              <a:off x="4681" y="3204"/>
              <a:ext cx="0" cy="227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688" name="Line 25"/>
            <p:cNvSpPr>
              <a:spLocks noChangeShapeType="1"/>
            </p:cNvSpPr>
            <p:nvPr/>
          </p:nvSpPr>
          <p:spPr bwMode="auto">
            <a:xfrm>
              <a:off x="3361" y="3431"/>
              <a:ext cx="1311" cy="0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689" name="Line 26"/>
            <p:cNvSpPr>
              <a:spLocks noChangeShapeType="1"/>
            </p:cNvSpPr>
            <p:nvPr/>
          </p:nvSpPr>
          <p:spPr bwMode="auto">
            <a:xfrm>
              <a:off x="3361" y="2478"/>
              <a:ext cx="1" cy="428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690" name="Line 27"/>
            <p:cNvSpPr>
              <a:spLocks noChangeShapeType="1"/>
            </p:cNvSpPr>
            <p:nvPr/>
          </p:nvSpPr>
          <p:spPr bwMode="auto">
            <a:xfrm flipH="1">
              <a:off x="3361" y="2977"/>
              <a:ext cx="0" cy="454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691" name="Rectangle 28"/>
            <p:cNvSpPr>
              <a:spLocks noChangeArrowheads="1"/>
            </p:cNvSpPr>
            <p:nvPr/>
          </p:nvSpPr>
          <p:spPr bwMode="auto">
            <a:xfrm>
              <a:off x="4845" y="2887"/>
              <a:ext cx="125" cy="269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0" hangingPunct="0"/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L</a:t>
              </a:r>
              <a:endParaRPr lang="en-US" altLang="zh-CN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113692" name="Rectangle 29"/>
            <p:cNvSpPr>
              <a:spLocks noChangeArrowheads="1"/>
            </p:cNvSpPr>
            <p:nvPr/>
          </p:nvSpPr>
          <p:spPr bwMode="auto">
            <a:xfrm>
              <a:off x="3526" y="2796"/>
              <a:ext cx="287" cy="269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eaLnBrk="0" hangingPunct="0"/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C</a:t>
              </a:r>
              <a:endParaRPr lang="en-US" altLang="zh-CN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113693" name="Rectangle 30"/>
            <p:cNvSpPr>
              <a:spLocks noChangeArrowheads="1"/>
            </p:cNvSpPr>
            <p:nvPr/>
          </p:nvSpPr>
          <p:spPr bwMode="auto">
            <a:xfrm>
              <a:off x="3198" y="2569"/>
              <a:ext cx="126" cy="269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0" hangingPunct="0"/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+</a:t>
              </a:r>
            </a:p>
          </p:txBody>
        </p:sp>
        <p:sp>
          <p:nvSpPr>
            <p:cNvPr id="113694" name="Rectangle 31"/>
            <p:cNvSpPr>
              <a:spLocks noChangeArrowheads="1"/>
            </p:cNvSpPr>
            <p:nvPr/>
          </p:nvSpPr>
          <p:spPr bwMode="auto">
            <a:xfrm>
              <a:off x="3198" y="3023"/>
              <a:ext cx="112" cy="269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0" hangingPunct="0"/>
              <a:r>
                <a:rPr lang="en-US" altLang="zh-CN" b="0">
                  <a:solidFill>
                    <a:schemeClr val="bg1"/>
                  </a:solidFill>
                  <a:latin typeface="宋体" pitchFamily="2" charset="-122"/>
                  <a:ea typeface="宋体" pitchFamily="2" charset="-122"/>
                </a:rPr>
                <a:t>-</a:t>
              </a:r>
            </a:p>
          </p:txBody>
        </p:sp>
        <p:sp>
          <p:nvSpPr>
            <p:cNvPr id="113695" name="Line 32"/>
            <p:cNvSpPr>
              <a:spLocks noChangeShapeType="1"/>
            </p:cNvSpPr>
            <p:nvPr/>
          </p:nvSpPr>
          <p:spPr bwMode="auto">
            <a:xfrm>
              <a:off x="3361" y="2478"/>
              <a:ext cx="1311" cy="1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13696" name="Group 33"/>
            <p:cNvGrpSpPr>
              <a:grpSpLocks/>
            </p:cNvGrpSpPr>
            <p:nvPr/>
          </p:nvGrpSpPr>
          <p:grpSpPr bwMode="auto">
            <a:xfrm>
              <a:off x="3239" y="2886"/>
              <a:ext cx="216" cy="90"/>
              <a:chOff x="4604" y="2478"/>
              <a:chExt cx="240" cy="90"/>
            </a:xfrm>
          </p:grpSpPr>
          <p:sp>
            <p:nvSpPr>
              <p:cNvPr id="113697" name="Line 34"/>
              <p:cNvSpPr>
                <a:spLocks noChangeShapeType="1"/>
              </p:cNvSpPr>
              <p:nvPr/>
            </p:nvSpPr>
            <p:spPr bwMode="auto">
              <a:xfrm>
                <a:off x="4604" y="2478"/>
                <a:ext cx="240" cy="0"/>
              </a:xfrm>
              <a:prstGeom prst="line">
                <a:avLst/>
              </a:prstGeom>
              <a:noFill/>
              <a:ln w="57150">
                <a:solidFill>
                  <a:srgbClr val="FF99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3698" name="Line 35"/>
              <p:cNvSpPr>
                <a:spLocks noChangeShapeType="1"/>
              </p:cNvSpPr>
              <p:nvPr/>
            </p:nvSpPr>
            <p:spPr bwMode="auto">
              <a:xfrm>
                <a:off x="4604" y="2568"/>
                <a:ext cx="240" cy="0"/>
              </a:xfrm>
              <a:prstGeom prst="line">
                <a:avLst/>
              </a:prstGeom>
              <a:noFill/>
              <a:ln w="57150">
                <a:solidFill>
                  <a:srgbClr val="FF99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113699" name="Group 36"/>
            <p:cNvGrpSpPr>
              <a:grpSpLocks/>
            </p:cNvGrpSpPr>
            <p:nvPr/>
          </p:nvGrpSpPr>
          <p:grpSpPr bwMode="auto">
            <a:xfrm rot="5400000">
              <a:off x="4244" y="2731"/>
              <a:ext cx="499" cy="532"/>
              <a:chOff x="476" y="663"/>
              <a:chExt cx="771" cy="862"/>
            </a:xfrm>
          </p:grpSpPr>
          <p:sp>
            <p:nvSpPr>
              <p:cNvPr id="113700" name="AutoShape 37"/>
              <p:cNvSpPr>
                <a:spLocks noChangeArrowheads="1"/>
              </p:cNvSpPr>
              <p:nvPr/>
            </p:nvSpPr>
            <p:spPr bwMode="auto">
              <a:xfrm>
                <a:off x="476" y="663"/>
                <a:ext cx="317" cy="862"/>
              </a:xfrm>
              <a:custGeom>
                <a:avLst/>
                <a:gdLst/>
                <a:ahLst/>
                <a:cxnLst>
                  <a:cxn ang="0">
                    <a:pos x="2646" y="3717"/>
                  </a:cxn>
                  <a:cxn ang="0">
                    <a:pos x="10800" y="0"/>
                  </a:cxn>
                  <a:cxn ang="0">
                    <a:pos x="18953" y="3717"/>
                  </a:cxn>
                  <a:cxn ang="0">
                    <a:pos x="10799" y="0"/>
                  </a:cxn>
                  <a:cxn ang="0">
                    <a:pos x="2646" y="3717"/>
                  </a:cxn>
                </a:cxnLst>
                <a:rect l="0" t="0" r="r" b="b"/>
                <a:pathLst>
                  <a:path w="21600" h="21600">
                    <a:moveTo>
                      <a:pt x="2646" y="3717"/>
                    </a:moveTo>
                    <a:cubicBezTo>
                      <a:pt x="4698" y="1356"/>
                      <a:pt x="7672" y="-1"/>
                      <a:pt x="10800" y="0"/>
                    </a:cubicBezTo>
                    <a:cubicBezTo>
                      <a:pt x="13927" y="0"/>
                      <a:pt x="16901" y="1356"/>
                      <a:pt x="18953" y="3717"/>
                    </a:cubicBezTo>
                    <a:cubicBezTo>
                      <a:pt x="16901" y="1356"/>
                      <a:pt x="13927" y="-1"/>
                      <a:pt x="10799" y="0"/>
                    </a:cubicBezTo>
                    <a:cubicBezTo>
                      <a:pt x="7672" y="0"/>
                      <a:pt x="4698" y="1356"/>
                      <a:pt x="2646" y="3717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764700"/>
                  </a:gs>
                  <a:gs pos="50000">
                    <a:srgbClr val="FF9900"/>
                  </a:gs>
                  <a:gs pos="100000">
                    <a:srgbClr val="764700"/>
                  </a:gs>
                </a:gsLst>
                <a:lin ang="5400000" scaled="1"/>
              </a:gradFill>
              <a:ln w="38100">
                <a:solidFill>
                  <a:srgbClr val="FF99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3701" name="AutoShape 38"/>
              <p:cNvSpPr>
                <a:spLocks noChangeArrowheads="1"/>
              </p:cNvSpPr>
              <p:nvPr/>
            </p:nvSpPr>
            <p:spPr bwMode="auto">
              <a:xfrm>
                <a:off x="703" y="663"/>
                <a:ext cx="317" cy="862"/>
              </a:xfrm>
              <a:custGeom>
                <a:avLst/>
                <a:gdLst/>
                <a:ahLst/>
                <a:cxnLst>
                  <a:cxn ang="0">
                    <a:pos x="2646" y="3717"/>
                  </a:cxn>
                  <a:cxn ang="0">
                    <a:pos x="10800" y="0"/>
                  </a:cxn>
                  <a:cxn ang="0">
                    <a:pos x="18953" y="3717"/>
                  </a:cxn>
                  <a:cxn ang="0">
                    <a:pos x="10799" y="0"/>
                  </a:cxn>
                  <a:cxn ang="0">
                    <a:pos x="2646" y="3717"/>
                  </a:cxn>
                </a:cxnLst>
                <a:rect l="0" t="0" r="r" b="b"/>
                <a:pathLst>
                  <a:path w="21600" h="21600">
                    <a:moveTo>
                      <a:pt x="2646" y="3717"/>
                    </a:moveTo>
                    <a:cubicBezTo>
                      <a:pt x="4698" y="1356"/>
                      <a:pt x="7672" y="-1"/>
                      <a:pt x="10800" y="0"/>
                    </a:cubicBezTo>
                    <a:cubicBezTo>
                      <a:pt x="13927" y="0"/>
                      <a:pt x="16901" y="1356"/>
                      <a:pt x="18953" y="3717"/>
                    </a:cubicBezTo>
                    <a:cubicBezTo>
                      <a:pt x="16901" y="1356"/>
                      <a:pt x="13927" y="-1"/>
                      <a:pt x="10799" y="0"/>
                    </a:cubicBezTo>
                    <a:cubicBezTo>
                      <a:pt x="7672" y="0"/>
                      <a:pt x="4698" y="1356"/>
                      <a:pt x="2646" y="3717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764700"/>
                  </a:gs>
                  <a:gs pos="50000">
                    <a:srgbClr val="FF9900"/>
                  </a:gs>
                  <a:gs pos="100000">
                    <a:srgbClr val="764700"/>
                  </a:gs>
                </a:gsLst>
                <a:lin ang="5400000" scaled="1"/>
              </a:gradFill>
              <a:ln w="38100">
                <a:solidFill>
                  <a:srgbClr val="FF99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3702" name="AutoShape 39"/>
              <p:cNvSpPr>
                <a:spLocks noChangeArrowheads="1"/>
              </p:cNvSpPr>
              <p:nvPr/>
            </p:nvSpPr>
            <p:spPr bwMode="auto">
              <a:xfrm>
                <a:off x="930" y="663"/>
                <a:ext cx="317" cy="862"/>
              </a:xfrm>
              <a:custGeom>
                <a:avLst/>
                <a:gdLst/>
                <a:ahLst/>
                <a:cxnLst>
                  <a:cxn ang="0">
                    <a:pos x="2646" y="3717"/>
                  </a:cxn>
                  <a:cxn ang="0">
                    <a:pos x="10800" y="0"/>
                  </a:cxn>
                  <a:cxn ang="0">
                    <a:pos x="18953" y="3717"/>
                  </a:cxn>
                  <a:cxn ang="0">
                    <a:pos x="10799" y="0"/>
                  </a:cxn>
                  <a:cxn ang="0">
                    <a:pos x="2646" y="3717"/>
                  </a:cxn>
                </a:cxnLst>
                <a:rect l="0" t="0" r="r" b="b"/>
                <a:pathLst>
                  <a:path w="21600" h="21600">
                    <a:moveTo>
                      <a:pt x="2646" y="3717"/>
                    </a:moveTo>
                    <a:cubicBezTo>
                      <a:pt x="4698" y="1356"/>
                      <a:pt x="7672" y="-1"/>
                      <a:pt x="10800" y="0"/>
                    </a:cubicBezTo>
                    <a:cubicBezTo>
                      <a:pt x="13927" y="0"/>
                      <a:pt x="16901" y="1356"/>
                      <a:pt x="18953" y="3717"/>
                    </a:cubicBezTo>
                    <a:cubicBezTo>
                      <a:pt x="16901" y="1356"/>
                      <a:pt x="13927" y="-1"/>
                      <a:pt x="10799" y="0"/>
                    </a:cubicBezTo>
                    <a:cubicBezTo>
                      <a:pt x="7672" y="0"/>
                      <a:pt x="4698" y="1356"/>
                      <a:pt x="2646" y="3717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764700"/>
                  </a:gs>
                  <a:gs pos="50000">
                    <a:srgbClr val="FF9900"/>
                  </a:gs>
                  <a:gs pos="100000">
                    <a:srgbClr val="764700"/>
                  </a:gs>
                </a:gsLst>
                <a:lin ang="5400000" scaled="1"/>
              </a:gradFill>
              <a:ln w="38100">
                <a:solidFill>
                  <a:srgbClr val="FF99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sp>
        <p:nvSpPr>
          <p:cNvPr id="187432" name="Text Box 40"/>
          <p:cNvSpPr txBox="1">
            <a:spLocks noChangeArrowheads="1"/>
          </p:cNvSpPr>
          <p:nvPr/>
        </p:nvSpPr>
        <p:spPr bwMode="auto">
          <a:xfrm>
            <a:off x="1042988" y="4868863"/>
            <a:ext cx="358775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b="0">
                <a:solidFill>
                  <a:schemeClr val="bg1"/>
                </a:solidFill>
                <a:latin typeface="Times New Roman" pitchFamily="18" charset="0"/>
                <a:ea typeface="仿宋_GB2312" pitchFamily="49" charset="-122"/>
              </a:rPr>
              <a:t>0</a:t>
            </a:r>
          </a:p>
        </p:txBody>
      </p:sp>
      <p:grpSp>
        <p:nvGrpSpPr>
          <p:cNvPr id="113704" name="Group 41"/>
          <p:cNvGrpSpPr>
            <a:grpSpLocks/>
          </p:cNvGrpSpPr>
          <p:nvPr/>
        </p:nvGrpSpPr>
        <p:grpSpPr bwMode="auto">
          <a:xfrm>
            <a:off x="6588125" y="6446838"/>
            <a:ext cx="792163" cy="366712"/>
            <a:chOff x="4649" y="4020"/>
            <a:chExt cx="499" cy="231"/>
          </a:xfrm>
        </p:grpSpPr>
        <p:pic>
          <p:nvPicPr>
            <p:cNvPr id="113705" name="Picture 42" descr="78900"/>
            <p:cNvPicPr>
              <a:picLocks noChangeAspect="1" noChangeArrowheads="1"/>
            </p:cNvPicPr>
            <p:nvPr/>
          </p:nvPicPr>
          <p:blipFill>
            <a:blip r:embed="rId6"/>
            <a:srcRect/>
            <a:stretch>
              <a:fillRect/>
            </a:stretch>
          </p:blipFill>
          <p:spPr bwMode="auto"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13706" name="Text Box 43">
              <a:hlinkClick r:id="rId7" action="ppaction://hlinksldjump"/>
            </p:cNvPr>
            <p:cNvSpPr txBox="1">
              <a:spLocks noChangeArrowheads="1"/>
            </p:cNvSpPr>
            <p:nvPr/>
          </p:nvSpPr>
          <p:spPr bwMode="auto"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0">
                  <a:solidFill>
                    <a:schemeClr val="bg1"/>
                  </a:solidFill>
                  <a:latin typeface="隶书" pitchFamily="49" charset="-122"/>
                  <a:ea typeface="隶书" pitchFamily="49" charset="-122"/>
                </a:rPr>
                <a:t>返 回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73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73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3000"/>
                                        <p:tgtEl>
                                          <p:spTgt spid="1873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3000"/>
                                        <p:tgtEl>
                                          <p:spTgt spid="1873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23" dur="1" fill="hold"/>
                                        <p:tgtEl>
                                          <p:spTgt spid="187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"/>
                            </p:stCondLst>
                            <p:childTnLst>
                              <p:par>
                                <p:cTn id="25" presetID="4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39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7" dur="500"/>
                                        <p:tgtEl>
                                          <p:spTgt spid="18739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2" dur="500"/>
                                        <p:tgtEl>
                                          <p:spTgt spid="1873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1874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1874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7394" grpId="0" animBg="1"/>
      <p:bldP spid="187397" grpId="0" build="p"/>
      <p:bldP spid="187404" grpId="0" animBg="1"/>
      <p:bldP spid="187432" grpId="0"/>
    </p:bld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8418" name="Object 2"/>
          <p:cNvGraphicFramePr>
            <a:graphicFrameLocks noChangeAspect="1"/>
          </p:cNvGraphicFramePr>
          <p:nvPr/>
        </p:nvGraphicFramePr>
        <p:xfrm>
          <a:off x="684213" y="620713"/>
          <a:ext cx="2962275" cy="1166812"/>
        </p:xfrm>
        <a:graphic>
          <a:graphicData uri="http://schemas.openxmlformats.org/presentationml/2006/ole">
            <p:oleObj spid="_x0000_s114689" r:id="rId3" imgW="1135440" imgH="438120" progId="Equation.3">
              <p:embed/>
            </p:oleObj>
          </a:graphicData>
        </a:graphic>
      </p:graphicFrame>
      <p:graphicFrame>
        <p:nvGraphicFramePr>
          <p:cNvPr id="188419" name="Object 3"/>
          <p:cNvGraphicFramePr>
            <a:graphicFrameLocks noChangeAspect="1"/>
          </p:cNvGraphicFramePr>
          <p:nvPr/>
        </p:nvGraphicFramePr>
        <p:xfrm>
          <a:off x="4211638" y="620713"/>
          <a:ext cx="3240087" cy="1031875"/>
        </p:xfrm>
        <a:graphic>
          <a:graphicData uri="http://schemas.openxmlformats.org/presentationml/2006/ole">
            <p:oleObj spid="_x0000_s114690" r:id="rId4" imgW="1262880" imgH="392040" progId="Equation.3">
              <p:embed/>
            </p:oleObj>
          </a:graphicData>
        </a:graphic>
      </p:graphicFrame>
      <p:graphicFrame>
        <p:nvGraphicFramePr>
          <p:cNvPr id="188420" name="Object 4"/>
          <p:cNvGraphicFramePr>
            <a:graphicFrameLocks noChangeAspect="1"/>
          </p:cNvGraphicFramePr>
          <p:nvPr/>
        </p:nvGraphicFramePr>
        <p:xfrm>
          <a:off x="1525588" y="1989138"/>
          <a:ext cx="4940300" cy="706437"/>
        </p:xfrm>
        <a:graphic>
          <a:graphicData uri="http://schemas.openxmlformats.org/presentationml/2006/ole">
            <p:oleObj spid="_x0000_s114691" r:id="rId5" imgW="1262880" imgH="219240" progId="Equation.3">
              <p:embed/>
            </p:oleObj>
          </a:graphicData>
        </a:graphic>
      </p:graphicFrame>
      <p:graphicFrame>
        <p:nvGraphicFramePr>
          <p:cNvPr id="188421" name="Object 5"/>
          <p:cNvGraphicFramePr>
            <a:graphicFrameLocks noChangeAspect="1"/>
          </p:cNvGraphicFramePr>
          <p:nvPr/>
        </p:nvGraphicFramePr>
        <p:xfrm>
          <a:off x="900113" y="2852738"/>
          <a:ext cx="7704137" cy="1744662"/>
        </p:xfrm>
        <a:graphic>
          <a:graphicData uri="http://schemas.openxmlformats.org/presentationml/2006/ole">
            <p:oleObj spid="_x0000_s114692" r:id="rId6" imgW="2873880" imgH="668880" progId="Equation.3">
              <p:embed/>
            </p:oleObj>
          </a:graphicData>
        </a:graphic>
      </p:graphicFrame>
      <p:graphicFrame>
        <p:nvGraphicFramePr>
          <p:cNvPr id="188422" name="Object 6"/>
          <p:cNvGraphicFramePr>
            <a:graphicFrameLocks noChangeAspect="1"/>
          </p:cNvGraphicFramePr>
          <p:nvPr/>
        </p:nvGraphicFramePr>
        <p:xfrm>
          <a:off x="3059113" y="4797425"/>
          <a:ext cx="1681162" cy="1204913"/>
        </p:xfrm>
        <a:graphic>
          <a:graphicData uri="http://schemas.openxmlformats.org/presentationml/2006/ole">
            <p:oleObj spid="_x0000_s114693" r:id="rId7" imgW="683640" imgH="484560" progId="Equation.3">
              <p:embed/>
            </p:oleObj>
          </a:graphicData>
        </a:graphic>
      </p:graphicFrame>
      <p:grpSp>
        <p:nvGrpSpPr>
          <p:cNvPr id="114694" name="Group 7"/>
          <p:cNvGrpSpPr>
            <a:grpSpLocks/>
          </p:cNvGrpSpPr>
          <p:nvPr/>
        </p:nvGrpSpPr>
        <p:grpSpPr bwMode="auto"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114695" name="Picture 8" descr="78900"/>
            <p:cNvPicPr>
              <a:picLocks noChangeAspect="1" noChangeArrowheads="1"/>
            </p:cNvPicPr>
            <p:nvPr/>
          </p:nvPicPr>
          <p:blipFill>
            <a:blip r:embed="rId8"/>
            <a:srcRect/>
            <a:stretch>
              <a:fillRect/>
            </a:stretch>
          </p:blipFill>
          <p:spPr bwMode="auto"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14696" name="Text Box 9">
              <a:hlinkClick r:id="" action="ppaction://hlinkshowjump?jump=nextslide"/>
            </p:cNvPr>
            <p:cNvSpPr txBox="1">
              <a:spLocks noChangeArrowheads="1"/>
            </p:cNvSpPr>
            <p:nvPr/>
          </p:nvSpPr>
          <p:spPr bwMode="auto"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0">
                  <a:solidFill>
                    <a:schemeClr val="bg1"/>
                  </a:solidFill>
                  <a:latin typeface="隶书" pitchFamily="49" charset="-122"/>
                  <a:ea typeface="隶书" pitchFamily="49" charset="-122"/>
                </a:rPr>
                <a:t>下 页</a:t>
              </a:r>
            </a:p>
          </p:txBody>
        </p:sp>
      </p:grpSp>
      <p:grpSp>
        <p:nvGrpSpPr>
          <p:cNvPr id="114697" name="Group 10"/>
          <p:cNvGrpSpPr>
            <a:grpSpLocks/>
          </p:cNvGrpSpPr>
          <p:nvPr/>
        </p:nvGrpSpPr>
        <p:grpSpPr bwMode="auto">
          <a:xfrm>
            <a:off x="7453313" y="6446838"/>
            <a:ext cx="792162" cy="366712"/>
            <a:chOff x="4649" y="4020"/>
            <a:chExt cx="499" cy="231"/>
          </a:xfrm>
        </p:grpSpPr>
        <p:pic>
          <p:nvPicPr>
            <p:cNvPr id="114698" name="Picture 11" descr="78900"/>
            <p:cNvPicPr>
              <a:picLocks noChangeAspect="1" noChangeArrowheads="1"/>
            </p:cNvPicPr>
            <p:nvPr/>
          </p:nvPicPr>
          <p:blipFill>
            <a:blip r:embed="rId8"/>
            <a:srcRect/>
            <a:stretch>
              <a:fillRect/>
            </a:stretch>
          </p:blipFill>
          <p:spPr bwMode="auto"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14699" name="Text Box 12">
              <a:hlinkClick r:id="" action="ppaction://hlinkshowjump?jump=previousslide"/>
            </p:cNvPr>
            <p:cNvSpPr txBox="1">
              <a:spLocks noChangeArrowheads="1"/>
            </p:cNvSpPr>
            <p:nvPr/>
          </p:nvSpPr>
          <p:spPr bwMode="auto"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0">
                  <a:solidFill>
                    <a:schemeClr val="bg1"/>
                  </a:solidFill>
                  <a:latin typeface="隶书" pitchFamily="49" charset="-122"/>
                  <a:ea typeface="隶书" pitchFamily="49" charset="-122"/>
                </a:rPr>
                <a:t>上 页</a:t>
              </a:r>
            </a:p>
          </p:txBody>
        </p:sp>
      </p:grpSp>
      <p:sp>
        <p:nvSpPr>
          <p:cNvPr id="188429" name="AutoShape 13" descr="羊皮纸"/>
          <p:cNvSpPr>
            <a:spLocks noChangeArrowheads="1"/>
          </p:cNvSpPr>
          <p:nvPr/>
        </p:nvSpPr>
        <p:spPr bwMode="auto">
          <a:xfrm>
            <a:off x="6659563" y="1773238"/>
            <a:ext cx="2195512" cy="504825"/>
          </a:xfrm>
          <a:prstGeom prst="wedgeRoundRectCallout">
            <a:avLst>
              <a:gd name="adj1" fmla="val -34597"/>
              <a:gd name="adj2" fmla="val -126102"/>
              <a:gd name="adj3" fmla="val 16667"/>
            </a:avLst>
          </a:prstGeom>
          <a:blipFill dpi="0" rotWithShape="1">
            <a:blip r:embed="rId9"/>
            <a:srcRect/>
            <a:tile tx="0" ty="0" sx="100000" sy="100000" flip="none" algn="tl"/>
          </a:blipFill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zh-CN" altLang="en-US">
                <a:solidFill>
                  <a:schemeClr val="tx1"/>
                </a:solidFill>
              </a:rPr>
              <a:t>相等负实根</a:t>
            </a:r>
          </a:p>
        </p:txBody>
      </p:sp>
      <p:grpSp>
        <p:nvGrpSpPr>
          <p:cNvPr id="114701" name="Group 14"/>
          <p:cNvGrpSpPr>
            <a:grpSpLocks/>
          </p:cNvGrpSpPr>
          <p:nvPr/>
        </p:nvGrpSpPr>
        <p:grpSpPr bwMode="auto">
          <a:xfrm>
            <a:off x="6588125" y="6446838"/>
            <a:ext cx="792163" cy="366712"/>
            <a:chOff x="4649" y="4020"/>
            <a:chExt cx="499" cy="231"/>
          </a:xfrm>
        </p:grpSpPr>
        <p:pic>
          <p:nvPicPr>
            <p:cNvPr id="114702" name="Picture 15" descr="78900"/>
            <p:cNvPicPr>
              <a:picLocks noChangeAspect="1" noChangeArrowheads="1"/>
            </p:cNvPicPr>
            <p:nvPr/>
          </p:nvPicPr>
          <p:blipFill>
            <a:blip r:embed="rId8"/>
            <a:srcRect/>
            <a:stretch>
              <a:fillRect/>
            </a:stretch>
          </p:blipFill>
          <p:spPr bwMode="auto"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14703" name="Text Box 16">
              <a:hlinkClick r:id="rId10" action="ppaction://hlinksldjump"/>
            </p:cNvPr>
            <p:cNvSpPr txBox="1">
              <a:spLocks noChangeArrowheads="1"/>
            </p:cNvSpPr>
            <p:nvPr/>
          </p:nvSpPr>
          <p:spPr bwMode="auto"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0">
                  <a:solidFill>
                    <a:schemeClr val="bg1"/>
                  </a:solidFill>
                  <a:latin typeface="隶书" pitchFamily="49" charset="-122"/>
                  <a:ea typeface="隶书" pitchFamily="49" charset="-122"/>
                </a:rPr>
                <a:t>返 回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84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84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2000"/>
                                        <p:tgtEl>
                                          <p:spTgt spid="1884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000"/>
                            </p:stCondLst>
                            <p:childTnLst>
                              <p:par>
                                <p:cTn id="15" presetID="2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7" dur="2000"/>
                                        <p:tgtEl>
                                          <p:spTgt spid="1884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2000"/>
                                        <p:tgtEl>
                                          <p:spTgt spid="1884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2000"/>
                                        <p:tgtEl>
                                          <p:spTgt spid="1884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2000"/>
                                        <p:tgtEl>
                                          <p:spTgt spid="1884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8429" grpId="0" animBg="1"/>
    </p:bld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5713" name="Object 2"/>
          <p:cNvGraphicFramePr>
            <a:graphicFrameLocks noChangeAspect="1"/>
          </p:cNvGraphicFramePr>
          <p:nvPr/>
        </p:nvGraphicFramePr>
        <p:xfrm>
          <a:off x="1454150" y="765175"/>
          <a:ext cx="4940300" cy="706438"/>
        </p:xfrm>
        <a:graphic>
          <a:graphicData uri="http://schemas.openxmlformats.org/presentationml/2006/ole">
            <p:oleObj spid="_x0000_s115713" r:id="rId3" imgW="1262880" imgH="219240" progId="Equation.3">
              <p:embed/>
            </p:oleObj>
          </a:graphicData>
        </a:graphic>
      </p:graphicFrame>
      <p:graphicFrame>
        <p:nvGraphicFramePr>
          <p:cNvPr id="115714" name="Object 3"/>
          <p:cNvGraphicFramePr>
            <a:graphicFrameLocks noChangeAspect="1"/>
          </p:cNvGraphicFramePr>
          <p:nvPr/>
        </p:nvGraphicFramePr>
        <p:xfrm>
          <a:off x="1476375" y="1628775"/>
          <a:ext cx="2998788" cy="1092200"/>
        </p:xfrm>
        <a:graphic>
          <a:graphicData uri="http://schemas.openxmlformats.org/presentationml/2006/ole">
            <p:oleObj spid="_x0000_s115714" r:id="rId4" imgW="1228320" imgH="438120" progId="Equation.3">
              <p:embed/>
            </p:oleObj>
          </a:graphicData>
        </a:graphic>
      </p:graphicFrame>
      <p:graphicFrame>
        <p:nvGraphicFramePr>
          <p:cNvPr id="189444" name="Object 4"/>
          <p:cNvGraphicFramePr>
            <a:graphicFrameLocks noChangeAspect="1"/>
          </p:cNvGraphicFramePr>
          <p:nvPr/>
        </p:nvGraphicFramePr>
        <p:xfrm>
          <a:off x="1403350" y="2060575"/>
          <a:ext cx="6738938" cy="3416300"/>
        </p:xfrm>
        <a:graphic>
          <a:graphicData uri="http://schemas.openxmlformats.org/presentationml/2006/ole">
            <p:oleObj spid="_x0000_s115715" r:id="rId5" imgW="2526120" imgH="1268640" progId="Equation.3">
              <p:embed/>
            </p:oleObj>
          </a:graphicData>
        </a:graphic>
      </p:graphicFrame>
      <p:grpSp>
        <p:nvGrpSpPr>
          <p:cNvPr id="115716" name="Group 5"/>
          <p:cNvGrpSpPr>
            <a:grpSpLocks/>
          </p:cNvGrpSpPr>
          <p:nvPr/>
        </p:nvGrpSpPr>
        <p:grpSpPr bwMode="auto"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115717" name="Picture 6" descr="78900"/>
            <p:cNvPicPr>
              <a:picLocks noChangeAspect="1" noChangeArrowheads="1"/>
            </p:cNvPicPr>
            <p:nvPr/>
          </p:nvPicPr>
          <p:blipFill>
            <a:blip r:embed="rId6"/>
            <a:srcRect/>
            <a:stretch>
              <a:fillRect/>
            </a:stretch>
          </p:blipFill>
          <p:spPr bwMode="auto"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15718" name="Text Box 7">
              <a:hlinkClick r:id="" action="ppaction://hlinkshowjump?jump=nextslide"/>
            </p:cNvPr>
            <p:cNvSpPr txBox="1">
              <a:spLocks noChangeArrowheads="1"/>
            </p:cNvSpPr>
            <p:nvPr/>
          </p:nvSpPr>
          <p:spPr bwMode="auto"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0">
                  <a:solidFill>
                    <a:schemeClr val="bg1"/>
                  </a:solidFill>
                  <a:latin typeface="隶书" pitchFamily="49" charset="-122"/>
                  <a:ea typeface="隶书" pitchFamily="49" charset="-122"/>
                </a:rPr>
                <a:t>下 页</a:t>
              </a:r>
            </a:p>
          </p:txBody>
        </p:sp>
      </p:grpSp>
      <p:grpSp>
        <p:nvGrpSpPr>
          <p:cNvPr id="115719" name="Group 8"/>
          <p:cNvGrpSpPr>
            <a:grpSpLocks/>
          </p:cNvGrpSpPr>
          <p:nvPr/>
        </p:nvGrpSpPr>
        <p:grpSpPr bwMode="auto">
          <a:xfrm>
            <a:off x="7453313" y="6446838"/>
            <a:ext cx="792162" cy="366712"/>
            <a:chOff x="4649" y="4020"/>
            <a:chExt cx="499" cy="231"/>
          </a:xfrm>
        </p:grpSpPr>
        <p:pic>
          <p:nvPicPr>
            <p:cNvPr id="115720" name="Picture 9" descr="78900"/>
            <p:cNvPicPr>
              <a:picLocks noChangeAspect="1" noChangeArrowheads="1"/>
            </p:cNvPicPr>
            <p:nvPr/>
          </p:nvPicPr>
          <p:blipFill>
            <a:blip r:embed="rId6"/>
            <a:srcRect/>
            <a:stretch>
              <a:fillRect/>
            </a:stretch>
          </p:blipFill>
          <p:spPr bwMode="auto"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15721" name="Text Box 10">
              <a:hlinkClick r:id="" action="ppaction://hlinkshowjump?jump=previousslide"/>
            </p:cNvPr>
            <p:cNvSpPr txBox="1">
              <a:spLocks noChangeArrowheads="1"/>
            </p:cNvSpPr>
            <p:nvPr/>
          </p:nvSpPr>
          <p:spPr bwMode="auto"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0">
                  <a:solidFill>
                    <a:schemeClr val="bg1"/>
                  </a:solidFill>
                  <a:latin typeface="隶书" pitchFamily="49" charset="-122"/>
                  <a:ea typeface="隶书" pitchFamily="49" charset="-122"/>
                </a:rPr>
                <a:t>上 页</a:t>
              </a:r>
            </a:p>
          </p:txBody>
        </p:sp>
      </p:grpSp>
      <p:grpSp>
        <p:nvGrpSpPr>
          <p:cNvPr id="115722" name="Group 11"/>
          <p:cNvGrpSpPr>
            <a:grpSpLocks/>
          </p:cNvGrpSpPr>
          <p:nvPr/>
        </p:nvGrpSpPr>
        <p:grpSpPr bwMode="auto">
          <a:xfrm>
            <a:off x="6588125" y="6446838"/>
            <a:ext cx="792163" cy="366712"/>
            <a:chOff x="4649" y="4020"/>
            <a:chExt cx="499" cy="231"/>
          </a:xfrm>
        </p:grpSpPr>
        <p:pic>
          <p:nvPicPr>
            <p:cNvPr id="115723" name="Picture 12" descr="78900"/>
            <p:cNvPicPr>
              <a:picLocks noChangeAspect="1" noChangeArrowheads="1"/>
            </p:cNvPicPr>
            <p:nvPr/>
          </p:nvPicPr>
          <p:blipFill>
            <a:blip r:embed="rId6"/>
            <a:srcRect/>
            <a:stretch>
              <a:fillRect/>
            </a:stretch>
          </p:blipFill>
          <p:spPr bwMode="auto"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15724" name="Text Box 13">
              <a:hlinkClick r:id="rId7" action="ppaction://hlinksldjump"/>
            </p:cNvPr>
            <p:cNvSpPr txBox="1">
              <a:spLocks noChangeArrowheads="1"/>
            </p:cNvSpPr>
            <p:nvPr/>
          </p:nvSpPr>
          <p:spPr bwMode="auto"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0">
                  <a:solidFill>
                    <a:schemeClr val="bg1"/>
                  </a:solidFill>
                  <a:latin typeface="隶书" pitchFamily="49" charset="-122"/>
                  <a:ea typeface="隶书" pitchFamily="49" charset="-122"/>
                </a:rPr>
                <a:t>返 回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1894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7" name="Text Box 2"/>
          <p:cNvSpPr txBox="1">
            <a:spLocks noChangeArrowheads="1"/>
          </p:cNvSpPr>
          <p:nvPr/>
        </p:nvSpPr>
        <p:spPr bwMode="auto">
          <a:xfrm>
            <a:off x="212725" y="249238"/>
            <a:ext cx="1841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endParaRPr lang="zh-CN" altLang="zh-CN" sz="2400"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116738" name="Rectangle 3"/>
          <p:cNvSpPr>
            <a:spLocks noChangeArrowheads="1"/>
          </p:cNvSpPr>
          <p:nvPr/>
        </p:nvSpPr>
        <p:spPr bwMode="auto">
          <a:xfrm>
            <a:off x="304800" y="228600"/>
            <a:ext cx="1841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endParaRPr lang="zh-CN" altLang="zh-CN" sz="2400">
              <a:latin typeface="Times New Roman" pitchFamily="18" charset="0"/>
              <a:ea typeface="宋体" pitchFamily="2" charset="-122"/>
            </a:endParaRPr>
          </a:p>
        </p:txBody>
      </p:sp>
      <p:graphicFrame>
        <p:nvGraphicFramePr>
          <p:cNvPr id="190468" name="Object 4"/>
          <p:cNvGraphicFramePr>
            <a:graphicFrameLocks noChangeAspect="1"/>
          </p:cNvGraphicFramePr>
          <p:nvPr/>
        </p:nvGraphicFramePr>
        <p:xfrm>
          <a:off x="1908175" y="549275"/>
          <a:ext cx="5111750" cy="1003300"/>
        </p:xfrm>
        <a:graphic>
          <a:graphicData uri="http://schemas.openxmlformats.org/presentationml/2006/ole">
            <p:oleObj spid="_x0000_s116739" r:id="rId3" imgW="2294280" imgH="438120" progId="Equation.3">
              <p:embed/>
            </p:oleObj>
          </a:graphicData>
        </a:graphic>
      </p:graphicFrame>
      <p:graphicFrame>
        <p:nvGraphicFramePr>
          <p:cNvPr id="190469" name="Object 5"/>
          <p:cNvGraphicFramePr>
            <a:graphicFrameLocks noChangeAspect="1"/>
          </p:cNvGraphicFramePr>
          <p:nvPr/>
        </p:nvGraphicFramePr>
        <p:xfrm>
          <a:off x="3746500" y="1268413"/>
          <a:ext cx="3595688" cy="817562"/>
        </p:xfrm>
        <a:graphic>
          <a:graphicData uri="http://schemas.openxmlformats.org/presentationml/2006/ole">
            <p:oleObj spid="_x0000_s116740" r:id="rId4" imgW="1228320" imgH="288360" progId="Equation.3">
              <p:embed/>
            </p:oleObj>
          </a:graphicData>
        </a:graphic>
      </p:graphicFrame>
      <p:graphicFrame>
        <p:nvGraphicFramePr>
          <p:cNvPr id="190470" name="Object 6"/>
          <p:cNvGraphicFramePr>
            <a:graphicFrameLocks noChangeAspect="1"/>
          </p:cNvGraphicFramePr>
          <p:nvPr/>
        </p:nvGraphicFramePr>
        <p:xfrm>
          <a:off x="1835150" y="3357563"/>
          <a:ext cx="5257800" cy="1109662"/>
        </p:xfrm>
        <a:graphic>
          <a:graphicData uri="http://schemas.openxmlformats.org/presentationml/2006/ole">
            <p:oleObj spid="_x0000_s116741" r:id="rId5" imgW="2132280" imgH="438120" progId="Equation.3">
              <p:embed/>
            </p:oleObj>
          </a:graphicData>
        </a:graphic>
      </p:graphicFrame>
      <p:graphicFrame>
        <p:nvGraphicFramePr>
          <p:cNvPr id="190471" name="Object 7"/>
          <p:cNvGraphicFramePr>
            <a:graphicFrameLocks noChangeAspect="1"/>
          </p:cNvGraphicFramePr>
          <p:nvPr/>
        </p:nvGraphicFramePr>
        <p:xfrm>
          <a:off x="3386138" y="4437063"/>
          <a:ext cx="4171950" cy="606425"/>
        </p:xfrm>
        <a:graphic>
          <a:graphicData uri="http://schemas.openxmlformats.org/presentationml/2006/ole">
            <p:oleObj spid="_x0000_s116742" r:id="rId6" imgW="1425240" imgH="219240" progId="Equation.3">
              <p:embed/>
            </p:oleObj>
          </a:graphicData>
        </a:graphic>
      </p:graphicFrame>
      <p:graphicFrame>
        <p:nvGraphicFramePr>
          <p:cNvPr id="190472" name="Object 8"/>
          <p:cNvGraphicFramePr>
            <a:graphicFrameLocks noChangeAspect="1"/>
          </p:cNvGraphicFramePr>
          <p:nvPr/>
        </p:nvGraphicFramePr>
        <p:xfrm>
          <a:off x="1763713" y="1989138"/>
          <a:ext cx="5522912" cy="1011237"/>
        </p:xfrm>
        <a:graphic>
          <a:graphicData uri="http://schemas.openxmlformats.org/presentationml/2006/ole">
            <p:oleObj spid="_x0000_s116743" r:id="rId7" imgW="2456640" imgH="438120" progId="Equation.3">
              <p:embed/>
            </p:oleObj>
          </a:graphicData>
        </a:graphic>
      </p:graphicFrame>
      <p:graphicFrame>
        <p:nvGraphicFramePr>
          <p:cNvPr id="190473" name="Object 9"/>
          <p:cNvGraphicFramePr>
            <a:graphicFrameLocks noChangeAspect="1"/>
          </p:cNvGraphicFramePr>
          <p:nvPr/>
        </p:nvGraphicFramePr>
        <p:xfrm>
          <a:off x="3692525" y="2781300"/>
          <a:ext cx="3633788" cy="660400"/>
        </p:xfrm>
        <a:graphic>
          <a:graphicData uri="http://schemas.openxmlformats.org/presentationml/2006/ole">
            <p:oleObj spid="_x0000_s116744" r:id="rId8" imgW="1262880" imgH="219240" progId="Equation.3">
              <p:embed/>
            </p:oleObj>
          </a:graphicData>
        </a:graphic>
      </p:graphicFrame>
      <p:grpSp>
        <p:nvGrpSpPr>
          <p:cNvPr id="190474" name="Group 10"/>
          <p:cNvGrpSpPr>
            <a:grpSpLocks/>
          </p:cNvGrpSpPr>
          <p:nvPr/>
        </p:nvGrpSpPr>
        <p:grpSpPr bwMode="auto">
          <a:xfrm>
            <a:off x="1951038" y="5084763"/>
            <a:ext cx="5314950" cy="1458912"/>
            <a:chOff x="1229" y="3113"/>
            <a:chExt cx="3348" cy="919"/>
          </a:xfrm>
        </p:grpSpPr>
        <p:sp>
          <p:nvSpPr>
            <p:cNvPr id="116746" name="Rectangle 11"/>
            <p:cNvSpPr>
              <a:spLocks noChangeArrowheads="1"/>
            </p:cNvSpPr>
            <p:nvPr/>
          </p:nvSpPr>
          <p:spPr bwMode="auto">
            <a:xfrm>
              <a:off x="3560" y="3339"/>
              <a:ext cx="1017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198000" rIns="198000">
              <a:spAutoFit/>
            </a:bodyPr>
            <a:lstStyle/>
            <a:p>
              <a:pPr eaLnBrk="0" hangingPunct="0"/>
              <a:r>
                <a:rPr lang="zh-CN" altLang="en-US">
                  <a:latin typeface="Times New Roman" pitchFamily="18" charset="0"/>
                  <a:sym typeface="Symbol" pitchFamily="18" charset="2"/>
                </a:rPr>
                <a:t>定常数</a:t>
              </a:r>
            </a:p>
          </p:txBody>
        </p:sp>
        <p:graphicFrame>
          <p:nvGraphicFramePr>
            <p:cNvPr id="116747" name="Object 12"/>
            <p:cNvGraphicFramePr>
              <a:graphicFrameLocks noChangeAspect="1"/>
            </p:cNvGraphicFramePr>
            <p:nvPr/>
          </p:nvGraphicFramePr>
          <p:xfrm>
            <a:off x="1229" y="3113"/>
            <a:ext cx="2350" cy="919"/>
          </p:xfrm>
          <a:graphic>
            <a:graphicData uri="http://schemas.openxmlformats.org/presentationml/2006/ole">
              <p:oleObj spid="_x0000_s116747" r:id="rId9" imgW="1448280" imgH="622800" progId="Equation.3">
                <p:embed/>
              </p:oleObj>
            </a:graphicData>
          </a:graphic>
        </p:graphicFrame>
      </p:grpSp>
      <p:sp>
        <p:nvSpPr>
          <p:cNvPr id="190477" name="Text Box 13" descr="绿色大理石"/>
          <p:cNvSpPr txBox="1">
            <a:spLocks noChangeArrowheads="1"/>
          </p:cNvSpPr>
          <p:nvPr/>
        </p:nvSpPr>
        <p:spPr bwMode="auto">
          <a:xfrm>
            <a:off x="468313" y="2276475"/>
            <a:ext cx="1295400" cy="2654300"/>
          </a:xfrm>
          <a:prstGeom prst="rect">
            <a:avLst/>
          </a:prstGeom>
          <a:blipFill dpi="0" rotWithShape="1">
            <a:blip r:embed="rId10"/>
            <a:srcRect/>
            <a:tile tx="0" ty="0" sx="100000" sy="100000" flip="none" algn="tl"/>
          </a:blipFill>
          <a:ln w="9525">
            <a:noFill/>
            <a:miter lim="800000"/>
            <a:headEnd/>
            <a:tailEnd/>
          </a:ln>
        </p:spPr>
        <p:txBody>
          <a:bodyPr lIns="198000" rIns="198000">
            <a:spAutoFit/>
          </a:bodyPr>
          <a:lstStyle/>
          <a:p>
            <a:pPr eaLnBrk="0" hangingPunct="0"/>
            <a:r>
              <a:rPr lang="zh-CN" altLang="en-US">
                <a:solidFill>
                  <a:schemeClr val="bg1"/>
                </a:solidFill>
                <a:latin typeface="Times New Roman" pitchFamily="18" charset="0"/>
              </a:rPr>
              <a:t>可推广应用于一般二阶电路</a:t>
            </a:r>
          </a:p>
        </p:txBody>
      </p:sp>
      <p:grpSp>
        <p:nvGrpSpPr>
          <p:cNvPr id="116749" name="Group 14"/>
          <p:cNvGrpSpPr>
            <a:grpSpLocks/>
          </p:cNvGrpSpPr>
          <p:nvPr/>
        </p:nvGrpSpPr>
        <p:grpSpPr bwMode="auto"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116750" name="Picture 15" descr="78900"/>
            <p:cNvPicPr>
              <a:picLocks noChangeAspect="1" noChangeArrowheads="1"/>
            </p:cNvPicPr>
            <p:nvPr/>
          </p:nvPicPr>
          <p:blipFill>
            <a:blip r:embed="rId11"/>
            <a:srcRect/>
            <a:stretch>
              <a:fillRect/>
            </a:stretch>
          </p:blipFill>
          <p:spPr bwMode="auto"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16751" name="Text Box 16">
              <a:hlinkClick r:id="" action="ppaction://hlinkshowjump?jump=nextslide"/>
            </p:cNvPr>
            <p:cNvSpPr txBox="1">
              <a:spLocks noChangeArrowheads="1"/>
            </p:cNvSpPr>
            <p:nvPr/>
          </p:nvSpPr>
          <p:spPr bwMode="auto"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0">
                  <a:solidFill>
                    <a:schemeClr val="bg1"/>
                  </a:solidFill>
                  <a:latin typeface="隶书" pitchFamily="49" charset="-122"/>
                  <a:ea typeface="隶书" pitchFamily="49" charset="-122"/>
                </a:rPr>
                <a:t>下 页</a:t>
              </a:r>
            </a:p>
          </p:txBody>
        </p:sp>
      </p:grpSp>
      <p:grpSp>
        <p:nvGrpSpPr>
          <p:cNvPr id="116752" name="Group 17"/>
          <p:cNvGrpSpPr>
            <a:grpSpLocks/>
          </p:cNvGrpSpPr>
          <p:nvPr/>
        </p:nvGrpSpPr>
        <p:grpSpPr bwMode="auto">
          <a:xfrm>
            <a:off x="7453313" y="6446838"/>
            <a:ext cx="792162" cy="366712"/>
            <a:chOff x="4649" y="4020"/>
            <a:chExt cx="499" cy="231"/>
          </a:xfrm>
        </p:grpSpPr>
        <p:pic>
          <p:nvPicPr>
            <p:cNvPr id="116753" name="Picture 18" descr="78900"/>
            <p:cNvPicPr>
              <a:picLocks noChangeAspect="1" noChangeArrowheads="1"/>
            </p:cNvPicPr>
            <p:nvPr/>
          </p:nvPicPr>
          <p:blipFill>
            <a:blip r:embed="rId11"/>
            <a:srcRect/>
            <a:stretch>
              <a:fillRect/>
            </a:stretch>
          </p:blipFill>
          <p:spPr bwMode="auto"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16754" name="Text Box 19">
              <a:hlinkClick r:id="" action="ppaction://hlinkshowjump?jump=previousslide"/>
            </p:cNvPr>
            <p:cNvSpPr txBox="1">
              <a:spLocks noChangeArrowheads="1"/>
            </p:cNvSpPr>
            <p:nvPr/>
          </p:nvSpPr>
          <p:spPr bwMode="auto"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0">
                  <a:solidFill>
                    <a:schemeClr val="bg1"/>
                  </a:solidFill>
                  <a:latin typeface="隶书" pitchFamily="49" charset="-122"/>
                  <a:ea typeface="隶书" pitchFamily="49" charset="-122"/>
                </a:rPr>
                <a:t>上 页</a:t>
              </a:r>
            </a:p>
          </p:txBody>
        </p:sp>
      </p:grpSp>
      <p:grpSp>
        <p:nvGrpSpPr>
          <p:cNvPr id="190484" name="Group 20"/>
          <p:cNvGrpSpPr>
            <a:grpSpLocks/>
          </p:cNvGrpSpPr>
          <p:nvPr/>
        </p:nvGrpSpPr>
        <p:grpSpPr bwMode="auto">
          <a:xfrm>
            <a:off x="250825" y="620713"/>
            <a:ext cx="1644650" cy="850900"/>
            <a:chOff x="385" y="3022"/>
            <a:chExt cx="1036" cy="536"/>
          </a:xfrm>
        </p:grpSpPr>
        <p:pic>
          <p:nvPicPr>
            <p:cNvPr id="116756" name="Picture 21" descr="123"/>
            <p:cNvPicPr>
              <a:picLocks noChangeAspect="1" noChangeArrowheads="1"/>
            </p:cNvPicPr>
            <p:nvPr/>
          </p:nvPicPr>
          <p:blipFill>
            <a:blip r:embed="rId12"/>
            <a:srcRect/>
            <a:stretch>
              <a:fillRect/>
            </a:stretch>
          </p:blipFill>
          <p:spPr bwMode="auto">
            <a:xfrm>
              <a:off x="385" y="3022"/>
              <a:ext cx="590" cy="53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16757" name="Text Box 22"/>
            <p:cNvSpPr txBox="1">
              <a:spLocks noChangeArrowheads="1"/>
            </p:cNvSpPr>
            <p:nvPr/>
          </p:nvSpPr>
          <p:spPr bwMode="auto">
            <a:xfrm>
              <a:off x="793" y="3125"/>
              <a:ext cx="628" cy="3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zh-CN" altLang="en-US" sz="3200" b="0">
                  <a:solidFill>
                    <a:srgbClr val="FA7748"/>
                  </a:solidFill>
                  <a:latin typeface="Times New Roman" pitchFamily="18" charset="0"/>
                  <a:ea typeface="华文行楷" pitchFamily="2" charset="-122"/>
                </a:rPr>
                <a:t>小结</a:t>
              </a:r>
            </a:p>
          </p:txBody>
        </p:sp>
      </p:grpSp>
      <p:grpSp>
        <p:nvGrpSpPr>
          <p:cNvPr id="116758" name="Group 23"/>
          <p:cNvGrpSpPr>
            <a:grpSpLocks/>
          </p:cNvGrpSpPr>
          <p:nvPr/>
        </p:nvGrpSpPr>
        <p:grpSpPr bwMode="auto">
          <a:xfrm>
            <a:off x="6588125" y="6446838"/>
            <a:ext cx="792163" cy="366712"/>
            <a:chOff x="4649" y="4020"/>
            <a:chExt cx="499" cy="231"/>
          </a:xfrm>
        </p:grpSpPr>
        <p:pic>
          <p:nvPicPr>
            <p:cNvPr id="116759" name="Picture 24" descr="78900"/>
            <p:cNvPicPr>
              <a:picLocks noChangeAspect="1" noChangeArrowheads="1"/>
            </p:cNvPicPr>
            <p:nvPr/>
          </p:nvPicPr>
          <p:blipFill>
            <a:blip r:embed="rId11"/>
            <a:srcRect/>
            <a:stretch>
              <a:fillRect/>
            </a:stretch>
          </p:blipFill>
          <p:spPr bwMode="auto"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16760" name="Text Box 25">
              <a:hlinkClick r:id="rId13" action="ppaction://hlinksldjump"/>
            </p:cNvPr>
            <p:cNvSpPr txBox="1">
              <a:spLocks noChangeArrowheads="1"/>
            </p:cNvSpPr>
            <p:nvPr/>
          </p:nvSpPr>
          <p:spPr bwMode="auto"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0">
                  <a:solidFill>
                    <a:schemeClr val="bg1"/>
                  </a:solidFill>
                  <a:latin typeface="隶书" pitchFamily="49" charset="-122"/>
                  <a:ea typeface="隶书" pitchFamily="49" charset="-122"/>
                </a:rPr>
                <a:t>返 回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904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1904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000"/>
                                        <p:tgtEl>
                                          <p:spTgt spid="1904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2000"/>
                                        <p:tgtEl>
                                          <p:spTgt spid="1904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2000"/>
                                        <p:tgtEl>
                                          <p:spTgt spid="1904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2000"/>
                                        <p:tgtEl>
                                          <p:spTgt spid="1904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2000"/>
                                        <p:tgtEl>
                                          <p:spTgt spid="1904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1000"/>
                                        <p:tgtEl>
                                          <p:spTgt spid="1904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904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904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0477" grpId="0" animBg="1"/>
    </p:bld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490" name="Text Box 2"/>
          <p:cNvSpPr txBox="1">
            <a:spLocks noChangeArrowheads="1"/>
          </p:cNvSpPr>
          <p:nvPr/>
        </p:nvSpPr>
        <p:spPr bwMode="auto">
          <a:xfrm>
            <a:off x="1547813" y="404813"/>
            <a:ext cx="6913562" cy="1117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>
                <a:latin typeface="楷体_GB2312" pitchFamily="49" charset="-122"/>
              </a:rPr>
              <a:t>电路如图，</a:t>
            </a:r>
            <a:r>
              <a:rPr lang="en-US" altLang="zh-CN" b="0">
                <a:latin typeface="Times New Roman" pitchFamily="18" charset="0"/>
              </a:rPr>
              <a:t>t=0 </a:t>
            </a:r>
            <a:r>
              <a:rPr lang="zh-CN" altLang="en-US">
                <a:latin typeface="楷体_GB2312" pitchFamily="49" charset="-122"/>
              </a:rPr>
              <a:t>时打开开关。求 </a:t>
            </a:r>
            <a:r>
              <a:rPr lang="en-US" altLang="zh-CN" b="0" i="1">
                <a:solidFill>
                  <a:schemeClr val="bg1"/>
                </a:solidFill>
                <a:latin typeface="Times New Roman" pitchFamily="18" charset="0"/>
              </a:rPr>
              <a:t>u</a:t>
            </a:r>
            <a:r>
              <a:rPr lang="en-US" altLang="zh-CN" b="0" i="1" baseline="-25000">
                <a:solidFill>
                  <a:schemeClr val="bg1"/>
                </a:solidFill>
                <a:latin typeface="Times New Roman" pitchFamily="18" charset="0"/>
              </a:rPr>
              <a:t>C</a:t>
            </a:r>
            <a:r>
              <a:rPr lang="zh-CN" altLang="en-US">
                <a:latin typeface="楷体_GB2312" pitchFamily="49" charset="-122"/>
              </a:rPr>
              <a:t>并画出其变化曲线。</a:t>
            </a:r>
          </a:p>
        </p:txBody>
      </p:sp>
      <p:sp>
        <p:nvSpPr>
          <p:cNvPr id="191491" name="Text Box 3"/>
          <p:cNvSpPr txBox="1">
            <a:spLocks noChangeArrowheads="1"/>
          </p:cNvSpPr>
          <p:nvPr/>
        </p:nvSpPr>
        <p:spPr bwMode="auto">
          <a:xfrm>
            <a:off x="611188" y="1628775"/>
            <a:ext cx="552450" cy="519113"/>
          </a:xfrm>
          <a:prstGeom prst="rect">
            <a:avLst/>
          </a:prstGeom>
          <a:solidFill>
            <a:srgbClr val="990033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解</a:t>
            </a:r>
            <a:endParaRPr lang="zh-CN" altLang="en-US" b="0">
              <a:solidFill>
                <a:schemeClr val="bg1"/>
              </a:solidFill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191492" name="Text Box 4"/>
          <p:cNvSpPr txBox="1">
            <a:spLocks noChangeArrowheads="1"/>
          </p:cNvSpPr>
          <p:nvPr/>
        </p:nvSpPr>
        <p:spPr bwMode="auto">
          <a:xfrm>
            <a:off x="1258888" y="1628775"/>
            <a:ext cx="3132137" cy="1031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>
              <a:spcBef>
                <a:spcPct val="20000"/>
              </a:spcBef>
            </a:pPr>
            <a:r>
              <a:rPr lang="zh-CN" altLang="en-US" sz="2400" b="0">
                <a:latin typeface="Times New Roman" pitchFamily="18" charset="0"/>
                <a:ea typeface="宋体" pitchFamily="2" charset="-122"/>
              </a:rPr>
              <a:t>（</a:t>
            </a:r>
            <a:r>
              <a:rPr lang="en-US" altLang="zh-CN" sz="2400" b="0">
                <a:latin typeface="Times New Roman" pitchFamily="18" charset="0"/>
                <a:ea typeface="宋体" pitchFamily="2" charset="-122"/>
              </a:rPr>
              <a:t>1</a:t>
            </a:r>
            <a:r>
              <a:rPr lang="zh-CN" altLang="en-US" sz="2400" b="0">
                <a:latin typeface="Times New Roman" pitchFamily="18" charset="0"/>
                <a:ea typeface="宋体" pitchFamily="2" charset="-122"/>
              </a:rPr>
              <a:t>）</a:t>
            </a:r>
            <a:r>
              <a:rPr lang="zh-CN" altLang="en-US" sz="2400" i="1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 </a:t>
            </a:r>
            <a:r>
              <a:rPr lang="en-US" altLang="zh-CN" b="0" i="1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u</a:t>
            </a:r>
            <a:r>
              <a:rPr lang="en-US" altLang="zh-CN" b="0" i="1" baseline="-2500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C</a:t>
            </a:r>
            <a:r>
              <a:rPr lang="en-US" altLang="zh-CN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(0</a:t>
            </a:r>
            <a:r>
              <a:rPr lang="zh-CN" altLang="en-US" b="0" baseline="-2500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－</a:t>
            </a:r>
            <a:r>
              <a:rPr lang="en-US" altLang="zh-CN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)=25V  </a:t>
            </a:r>
          </a:p>
          <a:p>
            <a:pPr marL="342900" indent="-342900">
              <a:spcBef>
                <a:spcPct val="20000"/>
              </a:spcBef>
            </a:pPr>
            <a:r>
              <a:rPr lang="en-US" altLang="zh-CN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         </a:t>
            </a:r>
            <a:r>
              <a:rPr lang="en-US" altLang="zh-CN" b="0" i="1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  i</a:t>
            </a:r>
            <a:r>
              <a:rPr lang="en-US" altLang="zh-CN" b="0" baseline="-2500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L</a:t>
            </a:r>
            <a:r>
              <a:rPr lang="en-US" altLang="zh-CN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(0</a:t>
            </a:r>
            <a:r>
              <a:rPr lang="zh-CN" altLang="en-US" b="0" baseline="-2500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－</a:t>
            </a:r>
            <a:r>
              <a:rPr lang="en-US" altLang="zh-CN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)=5A</a:t>
            </a:r>
          </a:p>
        </p:txBody>
      </p:sp>
      <p:sp>
        <p:nvSpPr>
          <p:cNvPr id="191493" name="Text Box 5"/>
          <p:cNvSpPr txBox="1">
            <a:spLocks noChangeArrowheads="1"/>
          </p:cNvSpPr>
          <p:nvPr/>
        </p:nvSpPr>
        <p:spPr bwMode="auto">
          <a:xfrm>
            <a:off x="611188" y="4868863"/>
            <a:ext cx="6769100" cy="579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>
                <a:latin typeface="Times New Roman" pitchFamily="18" charset="0"/>
              </a:rPr>
              <a:t>特征方程为：</a:t>
            </a:r>
            <a:r>
              <a:rPr lang="zh-CN" altLang="en-US" sz="240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 </a:t>
            </a:r>
            <a:r>
              <a:rPr lang="en-US" altLang="zh-CN" sz="3200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50</a:t>
            </a:r>
            <a:r>
              <a:rPr lang="en-US" altLang="zh-CN" sz="3200" b="0" i="1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P</a:t>
            </a:r>
            <a:r>
              <a:rPr lang="en-US" altLang="zh-CN" sz="3200" b="0" baseline="3000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2</a:t>
            </a:r>
            <a:r>
              <a:rPr lang="en-US" altLang="zh-CN" sz="3200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+2500</a:t>
            </a:r>
            <a:r>
              <a:rPr lang="en-US" altLang="zh-CN" sz="3200" b="0" i="1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P</a:t>
            </a:r>
            <a:r>
              <a:rPr lang="en-US" altLang="zh-CN" sz="3200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+10</a:t>
            </a:r>
            <a:r>
              <a:rPr lang="en-US" altLang="zh-CN" sz="3200" b="0" baseline="3000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6</a:t>
            </a:r>
            <a:r>
              <a:rPr lang="en-US" altLang="zh-CN" sz="3200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=0</a:t>
            </a:r>
          </a:p>
        </p:txBody>
      </p:sp>
      <p:graphicFrame>
        <p:nvGraphicFramePr>
          <p:cNvPr id="191494" name="Object 6"/>
          <p:cNvGraphicFramePr>
            <a:graphicFrameLocks noChangeAspect="1"/>
          </p:cNvGraphicFramePr>
          <p:nvPr/>
        </p:nvGraphicFramePr>
        <p:xfrm>
          <a:off x="755650" y="5661025"/>
          <a:ext cx="2592388" cy="528638"/>
        </p:xfrm>
        <a:graphic>
          <a:graphicData uri="http://schemas.openxmlformats.org/presentationml/2006/ole">
            <p:oleObj spid="_x0000_s117765" r:id="rId3" imgW="1008000" imgH="196200" progId="Equation.3">
              <p:embed/>
            </p:oleObj>
          </a:graphicData>
        </a:graphic>
      </p:graphicFrame>
      <p:sp>
        <p:nvSpPr>
          <p:cNvPr id="191495" name="Text Box 7"/>
          <p:cNvSpPr txBox="1">
            <a:spLocks noChangeArrowheads="1"/>
          </p:cNvSpPr>
          <p:nvPr/>
        </p:nvSpPr>
        <p:spPr bwMode="auto">
          <a:xfrm>
            <a:off x="539750" y="620713"/>
            <a:ext cx="1008063" cy="579437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 sz="320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例</a:t>
            </a:r>
            <a:r>
              <a:rPr lang="en-US" altLang="zh-CN" sz="3200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1</a:t>
            </a:r>
          </a:p>
        </p:txBody>
      </p:sp>
      <p:graphicFrame>
        <p:nvGraphicFramePr>
          <p:cNvPr id="191496" name="Object 8"/>
          <p:cNvGraphicFramePr>
            <a:graphicFrameLocks noChangeAspect="1"/>
          </p:cNvGraphicFramePr>
          <p:nvPr/>
        </p:nvGraphicFramePr>
        <p:xfrm>
          <a:off x="534988" y="3716338"/>
          <a:ext cx="4619625" cy="1063625"/>
        </p:xfrm>
        <a:graphic>
          <a:graphicData uri="http://schemas.openxmlformats.org/presentationml/2006/ole">
            <p:oleObj spid="_x0000_s117767" r:id="rId4" imgW="1738080" imgH="415080" progId="Equation.3">
              <p:embed/>
            </p:oleObj>
          </a:graphicData>
        </a:graphic>
      </p:graphicFrame>
      <p:graphicFrame>
        <p:nvGraphicFramePr>
          <p:cNvPr id="191497" name="Object 9"/>
          <p:cNvGraphicFramePr>
            <a:graphicFrameLocks noChangeAspect="1"/>
          </p:cNvGraphicFramePr>
          <p:nvPr/>
        </p:nvGraphicFramePr>
        <p:xfrm>
          <a:off x="3892550" y="5516563"/>
          <a:ext cx="4311650" cy="576262"/>
        </p:xfrm>
        <a:graphic>
          <a:graphicData uri="http://schemas.openxmlformats.org/presentationml/2006/ole">
            <p:oleObj spid="_x0000_s117768" r:id="rId5" imgW="1564200" imgH="219240" progId="Equation.3">
              <p:embed/>
            </p:oleObj>
          </a:graphicData>
        </a:graphic>
      </p:graphicFrame>
      <p:sp>
        <p:nvSpPr>
          <p:cNvPr id="191498" name="Text Box 10"/>
          <p:cNvSpPr txBox="1">
            <a:spLocks noChangeArrowheads="1"/>
          </p:cNvSpPr>
          <p:nvPr/>
        </p:nvSpPr>
        <p:spPr bwMode="auto">
          <a:xfrm>
            <a:off x="684213" y="2636838"/>
            <a:ext cx="4032250" cy="1117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20000"/>
              </a:lnSpc>
              <a:spcBef>
                <a:spcPct val="20000"/>
              </a:spcBef>
            </a:pPr>
            <a:r>
              <a:rPr lang="zh-CN" altLang="en-US" sz="2400" b="0">
                <a:latin typeface="Times New Roman" pitchFamily="18" charset="0"/>
                <a:ea typeface="仿宋_GB2312" pitchFamily="49" charset="-122"/>
              </a:rPr>
              <a:t>（</a:t>
            </a:r>
            <a:r>
              <a:rPr lang="en-US" altLang="zh-CN" sz="2400" b="0">
                <a:latin typeface="Times New Roman" pitchFamily="18" charset="0"/>
                <a:ea typeface="仿宋_GB2312" pitchFamily="49" charset="-122"/>
              </a:rPr>
              <a:t>2</a:t>
            </a:r>
            <a:r>
              <a:rPr lang="zh-CN" altLang="en-US" sz="2400" b="0">
                <a:latin typeface="Times New Roman" pitchFamily="18" charset="0"/>
                <a:ea typeface="仿宋_GB2312" pitchFamily="49" charset="-122"/>
              </a:rPr>
              <a:t>）</a:t>
            </a:r>
            <a:r>
              <a:rPr lang="zh-CN" altLang="en-US">
                <a:latin typeface="楷体_GB2312" pitchFamily="49" charset="-122"/>
              </a:rPr>
              <a:t>开关打开为</a:t>
            </a:r>
            <a:r>
              <a:rPr lang="en-US" altLang="zh-CN" b="0" i="1">
                <a:latin typeface="Times New Roman" pitchFamily="18" charset="0"/>
              </a:rPr>
              <a:t>RLC</a:t>
            </a:r>
            <a:r>
              <a:rPr lang="zh-CN" altLang="en-US">
                <a:latin typeface="楷体_GB2312" pitchFamily="49" charset="-122"/>
              </a:rPr>
              <a:t>串联电路，方程为：</a:t>
            </a:r>
          </a:p>
        </p:txBody>
      </p:sp>
      <p:grpSp>
        <p:nvGrpSpPr>
          <p:cNvPr id="117770" name="Group 11"/>
          <p:cNvGrpSpPr>
            <a:grpSpLocks/>
          </p:cNvGrpSpPr>
          <p:nvPr/>
        </p:nvGrpSpPr>
        <p:grpSpPr bwMode="auto"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117771" name="Picture 12" descr="78900"/>
            <p:cNvPicPr>
              <a:picLocks noChangeAspect="1" noChangeArrowheads="1"/>
            </p:cNvPicPr>
            <p:nvPr/>
          </p:nvPicPr>
          <p:blipFill>
            <a:blip r:embed="rId6"/>
            <a:srcRect/>
            <a:stretch>
              <a:fillRect/>
            </a:stretch>
          </p:blipFill>
          <p:spPr bwMode="auto"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17772" name="Text Box 13">
              <a:hlinkClick r:id="" action="ppaction://hlinkshowjump?jump=nextslide"/>
            </p:cNvPr>
            <p:cNvSpPr txBox="1">
              <a:spLocks noChangeArrowheads="1"/>
            </p:cNvSpPr>
            <p:nvPr/>
          </p:nvSpPr>
          <p:spPr bwMode="auto"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0">
                  <a:solidFill>
                    <a:schemeClr val="bg1"/>
                  </a:solidFill>
                  <a:latin typeface="隶书" pitchFamily="49" charset="-122"/>
                  <a:ea typeface="隶书" pitchFamily="49" charset="-122"/>
                </a:rPr>
                <a:t>下 页</a:t>
              </a:r>
            </a:p>
          </p:txBody>
        </p:sp>
      </p:grpSp>
      <p:grpSp>
        <p:nvGrpSpPr>
          <p:cNvPr id="117773" name="Group 14"/>
          <p:cNvGrpSpPr>
            <a:grpSpLocks/>
          </p:cNvGrpSpPr>
          <p:nvPr/>
        </p:nvGrpSpPr>
        <p:grpSpPr bwMode="auto">
          <a:xfrm>
            <a:off x="7453313" y="6446838"/>
            <a:ext cx="792162" cy="366712"/>
            <a:chOff x="4649" y="4020"/>
            <a:chExt cx="499" cy="231"/>
          </a:xfrm>
        </p:grpSpPr>
        <p:pic>
          <p:nvPicPr>
            <p:cNvPr id="117774" name="Picture 15" descr="78900"/>
            <p:cNvPicPr>
              <a:picLocks noChangeAspect="1" noChangeArrowheads="1"/>
            </p:cNvPicPr>
            <p:nvPr/>
          </p:nvPicPr>
          <p:blipFill>
            <a:blip r:embed="rId6"/>
            <a:srcRect/>
            <a:stretch>
              <a:fillRect/>
            </a:stretch>
          </p:blipFill>
          <p:spPr bwMode="auto"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17775" name="Text Box 16">
              <a:hlinkClick r:id="" action="ppaction://hlinkshowjump?jump=previousslide"/>
            </p:cNvPr>
            <p:cNvSpPr txBox="1">
              <a:spLocks noChangeArrowheads="1"/>
            </p:cNvSpPr>
            <p:nvPr/>
          </p:nvSpPr>
          <p:spPr bwMode="auto"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0">
                  <a:solidFill>
                    <a:schemeClr val="bg1"/>
                  </a:solidFill>
                  <a:latin typeface="隶书" pitchFamily="49" charset="-122"/>
                  <a:ea typeface="隶书" pitchFamily="49" charset="-122"/>
                </a:rPr>
                <a:t>上 页</a:t>
              </a:r>
            </a:p>
          </p:txBody>
        </p:sp>
      </p:grpSp>
      <p:grpSp>
        <p:nvGrpSpPr>
          <p:cNvPr id="191505" name="Group 17"/>
          <p:cNvGrpSpPr>
            <a:grpSpLocks/>
          </p:cNvGrpSpPr>
          <p:nvPr/>
        </p:nvGrpSpPr>
        <p:grpSpPr bwMode="auto">
          <a:xfrm>
            <a:off x="5514975" y="1125538"/>
            <a:ext cx="3629025" cy="3024187"/>
            <a:chOff x="3107" y="391"/>
            <a:chExt cx="2286" cy="1905"/>
          </a:xfrm>
        </p:grpSpPr>
        <p:sp>
          <p:nvSpPr>
            <p:cNvPr id="117777" name="Oval 18"/>
            <p:cNvSpPr>
              <a:spLocks noChangeArrowheads="1"/>
            </p:cNvSpPr>
            <p:nvPr/>
          </p:nvSpPr>
          <p:spPr bwMode="auto">
            <a:xfrm>
              <a:off x="4332" y="391"/>
              <a:ext cx="363" cy="363"/>
            </a:xfrm>
            <a:prstGeom prst="ellipse">
              <a:avLst/>
            </a:prstGeom>
            <a:gradFill rotWithShape="1">
              <a:gsLst>
                <a:gs pos="0">
                  <a:srgbClr val="0099FF"/>
                </a:gs>
                <a:gs pos="100000">
                  <a:srgbClr val="004776"/>
                </a:gs>
              </a:gsLst>
              <a:path path="shape">
                <a:fillToRect l="50000" t="50000" r="50000" b="50000"/>
              </a:path>
            </a:gradFill>
            <a:ln w="38100">
              <a:solidFill>
                <a:srgbClr val="FF99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7778" name="Rectangle 19"/>
            <p:cNvSpPr>
              <a:spLocks noChangeArrowheads="1"/>
            </p:cNvSpPr>
            <p:nvPr/>
          </p:nvSpPr>
          <p:spPr bwMode="auto">
            <a:xfrm>
              <a:off x="5057" y="845"/>
              <a:ext cx="336" cy="269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5Ω</a:t>
              </a:r>
            </a:p>
          </p:txBody>
        </p:sp>
        <p:sp>
          <p:nvSpPr>
            <p:cNvPr id="117779" name="Line 20"/>
            <p:cNvSpPr>
              <a:spLocks noChangeShapeType="1"/>
            </p:cNvSpPr>
            <p:nvPr/>
          </p:nvSpPr>
          <p:spPr bwMode="auto">
            <a:xfrm>
              <a:off x="4967" y="572"/>
              <a:ext cx="0" cy="635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 type="oval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7780" name="Line 21"/>
            <p:cNvSpPr>
              <a:spLocks noChangeShapeType="1"/>
            </p:cNvSpPr>
            <p:nvPr/>
          </p:nvSpPr>
          <p:spPr bwMode="auto">
            <a:xfrm flipH="1" flipV="1">
              <a:off x="4967" y="1207"/>
              <a:ext cx="87" cy="171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7781" name="Line 22"/>
            <p:cNvSpPr>
              <a:spLocks noChangeShapeType="1"/>
            </p:cNvSpPr>
            <p:nvPr/>
          </p:nvSpPr>
          <p:spPr bwMode="auto">
            <a:xfrm>
              <a:off x="3243" y="572"/>
              <a:ext cx="0" cy="953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7782" name="Freeform 23"/>
            <p:cNvSpPr>
              <a:spLocks noChangeArrowheads="1"/>
            </p:cNvSpPr>
            <p:nvPr/>
          </p:nvSpPr>
          <p:spPr bwMode="auto">
            <a:xfrm flipH="1">
              <a:off x="3198" y="1616"/>
              <a:ext cx="45" cy="68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599"/>
                </a:cxn>
                <a:cxn ang="0">
                  <a:pos x="0" y="801"/>
                </a:cxn>
              </a:cxnLst>
              <a:rect l="0" t="0" r="r" b="b"/>
              <a:pathLst>
                <a:path w="45" h="801">
                  <a:moveTo>
                    <a:pt x="0" y="0"/>
                  </a:moveTo>
                  <a:lnTo>
                    <a:pt x="0" y="599"/>
                  </a:lnTo>
                  <a:lnTo>
                    <a:pt x="0" y="801"/>
                  </a:lnTo>
                </a:path>
              </a:pathLst>
            </a:cu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7783" name="Line 24"/>
            <p:cNvSpPr>
              <a:spLocks noChangeShapeType="1"/>
            </p:cNvSpPr>
            <p:nvPr/>
          </p:nvSpPr>
          <p:spPr bwMode="auto">
            <a:xfrm>
              <a:off x="3243" y="2296"/>
              <a:ext cx="1724" cy="0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7784" name="Line 25"/>
            <p:cNvSpPr>
              <a:spLocks noChangeShapeType="1"/>
            </p:cNvSpPr>
            <p:nvPr/>
          </p:nvSpPr>
          <p:spPr bwMode="auto">
            <a:xfrm>
              <a:off x="4967" y="1389"/>
              <a:ext cx="0" cy="907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 type="oval" w="med" len="med"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7785" name="Line 26"/>
            <p:cNvSpPr>
              <a:spLocks noChangeShapeType="1"/>
            </p:cNvSpPr>
            <p:nvPr/>
          </p:nvSpPr>
          <p:spPr bwMode="auto">
            <a:xfrm>
              <a:off x="3243" y="572"/>
              <a:ext cx="1724" cy="0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7786" name="Line 27"/>
            <p:cNvSpPr>
              <a:spLocks noChangeShapeType="1"/>
            </p:cNvSpPr>
            <p:nvPr/>
          </p:nvSpPr>
          <p:spPr bwMode="auto">
            <a:xfrm>
              <a:off x="4014" y="1570"/>
              <a:ext cx="953" cy="0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 type="oval" w="med" len="med"/>
              <a:tailEnd type="oval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7787" name="Rectangle 28"/>
            <p:cNvSpPr>
              <a:spLocks noChangeArrowheads="1"/>
            </p:cNvSpPr>
            <p:nvPr/>
          </p:nvSpPr>
          <p:spPr bwMode="auto">
            <a:xfrm>
              <a:off x="3288" y="1797"/>
              <a:ext cx="590" cy="269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100</a:t>
              </a:r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  <a:sym typeface="Symbol" pitchFamily="18" charset="2"/>
                </a:rPr>
                <a:t></a:t>
              </a:r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F</a:t>
              </a:r>
            </a:p>
          </p:txBody>
        </p:sp>
        <p:sp>
          <p:nvSpPr>
            <p:cNvPr id="117788" name="Rectangle 29"/>
            <p:cNvSpPr>
              <a:spLocks noChangeArrowheads="1"/>
            </p:cNvSpPr>
            <p:nvPr/>
          </p:nvSpPr>
          <p:spPr bwMode="auto">
            <a:xfrm>
              <a:off x="3470" y="663"/>
              <a:ext cx="448" cy="269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20Ω</a:t>
              </a:r>
            </a:p>
          </p:txBody>
        </p:sp>
        <p:sp>
          <p:nvSpPr>
            <p:cNvPr id="117789" name="Rectangle 30"/>
            <p:cNvSpPr>
              <a:spLocks noChangeArrowheads="1"/>
            </p:cNvSpPr>
            <p:nvPr/>
          </p:nvSpPr>
          <p:spPr bwMode="auto">
            <a:xfrm>
              <a:off x="4286" y="1298"/>
              <a:ext cx="448" cy="269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10Ω</a:t>
              </a:r>
            </a:p>
          </p:txBody>
        </p:sp>
        <p:sp>
          <p:nvSpPr>
            <p:cNvPr id="117790" name="Rectangle 31"/>
            <p:cNvSpPr>
              <a:spLocks noChangeArrowheads="1"/>
            </p:cNvSpPr>
            <p:nvPr/>
          </p:nvSpPr>
          <p:spPr bwMode="auto">
            <a:xfrm>
              <a:off x="4105" y="1797"/>
              <a:ext cx="448" cy="269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10Ω</a:t>
              </a:r>
            </a:p>
          </p:txBody>
        </p:sp>
        <p:sp>
          <p:nvSpPr>
            <p:cNvPr id="117791" name="Rectangle 32"/>
            <p:cNvSpPr>
              <a:spLocks noChangeArrowheads="1"/>
            </p:cNvSpPr>
            <p:nvPr/>
          </p:nvSpPr>
          <p:spPr bwMode="auto">
            <a:xfrm>
              <a:off x="4150" y="981"/>
              <a:ext cx="442" cy="269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0.5H</a:t>
              </a:r>
            </a:p>
          </p:txBody>
        </p:sp>
        <p:sp>
          <p:nvSpPr>
            <p:cNvPr id="117792" name="Rectangle 33"/>
            <p:cNvSpPr>
              <a:spLocks noChangeArrowheads="1"/>
            </p:cNvSpPr>
            <p:nvPr/>
          </p:nvSpPr>
          <p:spPr bwMode="auto">
            <a:xfrm>
              <a:off x="4422" y="754"/>
              <a:ext cx="386" cy="269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50V</a:t>
              </a:r>
            </a:p>
          </p:txBody>
        </p:sp>
        <p:sp>
          <p:nvSpPr>
            <p:cNvPr id="117793" name="Rectangle 34"/>
            <p:cNvSpPr>
              <a:spLocks noChangeArrowheads="1"/>
            </p:cNvSpPr>
            <p:nvPr/>
          </p:nvSpPr>
          <p:spPr bwMode="auto">
            <a:xfrm>
              <a:off x="3288" y="1207"/>
              <a:ext cx="126" cy="269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+</a:t>
              </a:r>
            </a:p>
          </p:txBody>
        </p:sp>
        <p:sp>
          <p:nvSpPr>
            <p:cNvPr id="117794" name="Rectangle 35"/>
            <p:cNvSpPr>
              <a:spLocks noChangeArrowheads="1"/>
            </p:cNvSpPr>
            <p:nvPr/>
          </p:nvSpPr>
          <p:spPr bwMode="auto">
            <a:xfrm>
              <a:off x="3288" y="1661"/>
              <a:ext cx="75" cy="269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-</a:t>
              </a:r>
            </a:p>
          </p:txBody>
        </p:sp>
        <p:sp>
          <p:nvSpPr>
            <p:cNvPr id="117795" name="Rectangle 36"/>
            <p:cNvSpPr>
              <a:spLocks noChangeArrowheads="1"/>
            </p:cNvSpPr>
            <p:nvPr/>
          </p:nvSpPr>
          <p:spPr bwMode="auto">
            <a:xfrm>
              <a:off x="4195" y="572"/>
              <a:ext cx="126" cy="269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+</a:t>
              </a:r>
            </a:p>
          </p:txBody>
        </p:sp>
        <p:sp>
          <p:nvSpPr>
            <p:cNvPr id="117796" name="Rectangle 37"/>
            <p:cNvSpPr>
              <a:spLocks noChangeArrowheads="1"/>
            </p:cNvSpPr>
            <p:nvPr/>
          </p:nvSpPr>
          <p:spPr bwMode="auto">
            <a:xfrm>
              <a:off x="4740" y="572"/>
              <a:ext cx="75" cy="269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-</a:t>
              </a:r>
            </a:p>
          </p:txBody>
        </p:sp>
        <p:sp>
          <p:nvSpPr>
            <p:cNvPr id="117797" name="Line 38"/>
            <p:cNvSpPr>
              <a:spLocks noChangeShapeType="1"/>
            </p:cNvSpPr>
            <p:nvPr/>
          </p:nvSpPr>
          <p:spPr bwMode="auto">
            <a:xfrm flipV="1">
              <a:off x="4014" y="572"/>
              <a:ext cx="0" cy="248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 type="oval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7798" name="Line 39"/>
            <p:cNvSpPr>
              <a:spLocks noChangeShapeType="1"/>
            </p:cNvSpPr>
            <p:nvPr/>
          </p:nvSpPr>
          <p:spPr bwMode="auto">
            <a:xfrm>
              <a:off x="4014" y="1253"/>
              <a:ext cx="0" cy="1043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 type="oval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7799" name="Line 40"/>
            <p:cNvSpPr>
              <a:spLocks noChangeShapeType="1"/>
            </p:cNvSpPr>
            <p:nvPr/>
          </p:nvSpPr>
          <p:spPr bwMode="auto">
            <a:xfrm>
              <a:off x="3923" y="935"/>
              <a:ext cx="0" cy="384"/>
            </a:xfrm>
            <a:prstGeom prst="line">
              <a:avLst/>
            </a:prstGeom>
            <a:noFill/>
            <a:ln w="38100">
              <a:solidFill>
                <a:srgbClr val="66FFFF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7800" name="Text Box 41"/>
            <p:cNvSpPr txBox="1">
              <a:spLocks noChangeArrowheads="1"/>
            </p:cNvSpPr>
            <p:nvPr/>
          </p:nvSpPr>
          <p:spPr bwMode="auto">
            <a:xfrm>
              <a:off x="3651" y="981"/>
              <a:ext cx="409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i</a:t>
              </a:r>
              <a:r>
                <a:rPr lang="en-US" altLang="zh-CN" b="0" i="1" baseline="-2500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L</a:t>
              </a:r>
              <a:endParaRPr lang="en-US" altLang="zh-CN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grpSp>
          <p:nvGrpSpPr>
            <p:cNvPr id="117801" name="Group 42"/>
            <p:cNvGrpSpPr>
              <a:grpSpLocks/>
            </p:cNvGrpSpPr>
            <p:nvPr/>
          </p:nvGrpSpPr>
          <p:grpSpPr bwMode="auto">
            <a:xfrm rot="5400000">
              <a:off x="3557" y="751"/>
              <a:ext cx="499" cy="590"/>
              <a:chOff x="476" y="663"/>
              <a:chExt cx="771" cy="862"/>
            </a:xfrm>
          </p:grpSpPr>
          <p:sp>
            <p:nvSpPr>
              <p:cNvPr id="117802" name="AutoShape 43"/>
              <p:cNvSpPr>
                <a:spLocks noChangeArrowheads="1"/>
              </p:cNvSpPr>
              <p:nvPr/>
            </p:nvSpPr>
            <p:spPr bwMode="auto">
              <a:xfrm>
                <a:off x="476" y="663"/>
                <a:ext cx="317" cy="862"/>
              </a:xfrm>
              <a:custGeom>
                <a:avLst/>
                <a:gdLst/>
                <a:ahLst/>
                <a:cxnLst>
                  <a:cxn ang="0">
                    <a:pos x="2646" y="3717"/>
                  </a:cxn>
                  <a:cxn ang="0">
                    <a:pos x="10800" y="0"/>
                  </a:cxn>
                  <a:cxn ang="0">
                    <a:pos x="18953" y="3717"/>
                  </a:cxn>
                  <a:cxn ang="0">
                    <a:pos x="10799" y="0"/>
                  </a:cxn>
                  <a:cxn ang="0">
                    <a:pos x="2646" y="3717"/>
                  </a:cxn>
                </a:cxnLst>
                <a:rect l="0" t="0" r="r" b="b"/>
                <a:pathLst>
                  <a:path w="21600" h="21600">
                    <a:moveTo>
                      <a:pt x="2646" y="3717"/>
                    </a:moveTo>
                    <a:cubicBezTo>
                      <a:pt x="4698" y="1356"/>
                      <a:pt x="7672" y="-1"/>
                      <a:pt x="10800" y="0"/>
                    </a:cubicBezTo>
                    <a:cubicBezTo>
                      <a:pt x="13927" y="0"/>
                      <a:pt x="16901" y="1356"/>
                      <a:pt x="18953" y="3717"/>
                    </a:cubicBezTo>
                    <a:cubicBezTo>
                      <a:pt x="16901" y="1356"/>
                      <a:pt x="13927" y="-1"/>
                      <a:pt x="10799" y="0"/>
                    </a:cubicBezTo>
                    <a:cubicBezTo>
                      <a:pt x="7672" y="0"/>
                      <a:pt x="4698" y="1356"/>
                      <a:pt x="2646" y="3717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764700"/>
                  </a:gs>
                  <a:gs pos="50000">
                    <a:srgbClr val="FF9900"/>
                  </a:gs>
                  <a:gs pos="100000">
                    <a:srgbClr val="764700"/>
                  </a:gs>
                </a:gsLst>
                <a:lin ang="5400000" scaled="1"/>
              </a:gradFill>
              <a:ln w="38100">
                <a:solidFill>
                  <a:srgbClr val="FF99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7803" name="AutoShape 44"/>
              <p:cNvSpPr>
                <a:spLocks noChangeArrowheads="1"/>
              </p:cNvSpPr>
              <p:nvPr/>
            </p:nvSpPr>
            <p:spPr bwMode="auto">
              <a:xfrm>
                <a:off x="703" y="663"/>
                <a:ext cx="317" cy="862"/>
              </a:xfrm>
              <a:custGeom>
                <a:avLst/>
                <a:gdLst/>
                <a:ahLst/>
                <a:cxnLst>
                  <a:cxn ang="0">
                    <a:pos x="2646" y="3717"/>
                  </a:cxn>
                  <a:cxn ang="0">
                    <a:pos x="10800" y="0"/>
                  </a:cxn>
                  <a:cxn ang="0">
                    <a:pos x="18953" y="3717"/>
                  </a:cxn>
                  <a:cxn ang="0">
                    <a:pos x="10799" y="0"/>
                  </a:cxn>
                  <a:cxn ang="0">
                    <a:pos x="2646" y="3717"/>
                  </a:cxn>
                </a:cxnLst>
                <a:rect l="0" t="0" r="r" b="b"/>
                <a:pathLst>
                  <a:path w="21600" h="21600">
                    <a:moveTo>
                      <a:pt x="2646" y="3717"/>
                    </a:moveTo>
                    <a:cubicBezTo>
                      <a:pt x="4698" y="1356"/>
                      <a:pt x="7672" y="-1"/>
                      <a:pt x="10800" y="0"/>
                    </a:cubicBezTo>
                    <a:cubicBezTo>
                      <a:pt x="13927" y="0"/>
                      <a:pt x="16901" y="1356"/>
                      <a:pt x="18953" y="3717"/>
                    </a:cubicBezTo>
                    <a:cubicBezTo>
                      <a:pt x="16901" y="1356"/>
                      <a:pt x="13927" y="-1"/>
                      <a:pt x="10799" y="0"/>
                    </a:cubicBezTo>
                    <a:cubicBezTo>
                      <a:pt x="7672" y="0"/>
                      <a:pt x="4698" y="1356"/>
                      <a:pt x="2646" y="3717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764700"/>
                  </a:gs>
                  <a:gs pos="50000">
                    <a:srgbClr val="FF9900"/>
                  </a:gs>
                  <a:gs pos="100000">
                    <a:srgbClr val="764700"/>
                  </a:gs>
                </a:gsLst>
                <a:lin ang="5400000" scaled="1"/>
              </a:gradFill>
              <a:ln w="38100">
                <a:solidFill>
                  <a:srgbClr val="FF99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7804" name="AutoShape 45"/>
              <p:cNvSpPr>
                <a:spLocks noChangeArrowheads="1"/>
              </p:cNvSpPr>
              <p:nvPr/>
            </p:nvSpPr>
            <p:spPr bwMode="auto">
              <a:xfrm>
                <a:off x="930" y="663"/>
                <a:ext cx="317" cy="862"/>
              </a:xfrm>
              <a:custGeom>
                <a:avLst/>
                <a:gdLst/>
                <a:ahLst/>
                <a:cxnLst>
                  <a:cxn ang="0">
                    <a:pos x="2646" y="3717"/>
                  </a:cxn>
                  <a:cxn ang="0">
                    <a:pos x="10800" y="0"/>
                  </a:cxn>
                  <a:cxn ang="0">
                    <a:pos x="18953" y="3717"/>
                  </a:cxn>
                  <a:cxn ang="0">
                    <a:pos x="10799" y="0"/>
                  </a:cxn>
                  <a:cxn ang="0">
                    <a:pos x="2646" y="3717"/>
                  </a:cxn>
                </a:cxnLst>
                <a:rect l="0" t="0" r="r" b="b"/>
                <a:pathLst>
                  <a:path w="21600" h="21600">
                    <a:moveTo>
                      <a:pt x="2646" y="3717"/>
                    </a:moveTo>
                    <a:cubicBezTo>
                      <a:pt x="4698" y="1356"/>
                      <a:pt x="7672" y="-1"/>
                      <a:pt x="10800" y="0"/>
                    </a:cubicBezTo>
                    <a:cubicBezTo>
                      <a:pt x="13927" y="0"/>
                      <a:pt x="16901" y="1356"/>
                      <a:pt x="18953" y="3717"/>
                    </a:cubicBezTo>
                    <a:cubicBezTo>
                      <a:pt x="16901" y="1356"/>
                      <a:pt x="13927" y="-1"/>
                      <a:pt x="10799" y="0"/>
                    </a:cubicBezTo>
                    <a:cubicBezTo>
                      <a:pt x="7672" y="0"/>
                      <a:pt x="4698" y="1356"/>
                      <a:pt x="2646" y="3717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764700"/>
                  </a:gs>
                  <a:gs pos="50000">
                    <a:srgbClr val="FF9900"/>
                  </a:gs>
                  <a:gs pos="100000">
                    <a:srgbClr val="764700"/>
                  </a:gs>
                </a:gsLst>
                <a:lin ang="5400000" scaled="1"/>
              </a:gradFill>
              <a:ln w="38100">
                <a:solidFill>
                  <a:srgbClr val="FF99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17805" name="Rectangle 46"/>
            <p:cNvSpPr>
              <a:spLocks noChangeArrowheads="1"/>
            </p:cNvSpPr>
            <p:nvPr/>
          </p:nvSpPr>
          <p:spPr bwMode="auto">
            <a:xfrm>
              <a:off x="4286" y="1525"/>
              <a:ext cx="317" cy="136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</a:gradFill>
            <a:ln w="2857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7806" name="Rectangle 47"/>
            <p:cNvSpPr>
              <a:spLocks noChangeArrowheads="1"/>
            </p:cNvSpPr>
            <p:nvPr/>
          </p:nvSpPr>
          <p:spPr bwMode="auto">
            <a:xfrm>
              <a:off x="3470" y="527"/>
              <a:ext cx="317" cy="136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</a:gradFill>
            <a:ln w="2857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7807" name="Rectangle 48"/>
            <p:cNvSpPr>
              <a:spLocks noChangeArrowheads="1"/>
            </p:cNvSpPr>
            <p:nvPr/>
          </p:nvSpPr>
          <p:spPr bwMode="auto">
            <a:xfrm>
              <a:off x="3969" y="1797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</a:gradFill>
            <a:ln w="2857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7808" name="Rectangle 49"/>
            <p:cNvSpPr>
              <a:spLocks noChangeArrowheads="1"/>
            </p:cNvSpPr>
            <p:nvPr/>
          </p:nvSpPr>
          <p:spPr bwMode="auto">
            <a:xfrm>
              <a:off x="4921" y="799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</a:gradFill>
            <a:ln w="2857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117809" name="Group 50"/>
            <p:cNvGrpSpPr>
              <a:grpSpLocks/>
            </p:cNvGrpSpPr>
            <p:nvPr/>
          </p:nvGrpSpPr>
          <p:grpSpPr bwMode="auto">
            <a:xfrm>
              <a:off x="3107" y="1525"/>
              <a:ext cx="240" cy="90"/>
              <a:chOff x="4604" y="2478"/>
              <a:chExt cx="240" cy="90"/>
            </a:xfrm>
          </p:grpSpPr>
          <p:sp>
            <p:nvSpPr>
              <p:cNvPr id="117810" name="Line 51"/>
              <p:cNvSpPr>
                <a:spLocks noChangeShapeType="1"/>
              </p:cNvSpPr>
              <p:nvPr/>
            </p:nvSpPr>
            <p:spPr bwMode="auto">
              <a:xfrm>
                <a:off x="4604" y="2478"/>
                <a:ext cx="240" cy="0"/>
              </a:xfrm>
              <a:prstGeom prst="line">
                <a:avLst/>
              </a:prstGeom>
              <a:noFill/>
              <a:ln w="57150">
                <a:solidFill>
                  <a:srgbClr val="FF99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7811" name="Line 52"/>
              <p:cNvSpPr>
                <a:spLocks noChangeShapeType="1"/>
              </p:cNvSpPr>
              <p:nvPr/>
            </p:nvSpPr>
            <p:spPr bwMode="auto">
              <a:xfrm>
                <a:off x="4604" y="2568"/>
                <a:ext cx="240" cy="0"/>
              </a:xfrm>
              <a:prstGeom prst="line">
                <a:avLst/>
              </a:prstGeom>
              <a:noFill/>
              <a:ln w="57150">
                <a:solidFill>
                  <a:srgbClr val="FF99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17812" name="Line 53"/>
            <p:cNvSpPr>
              <a:spLocks noChangeShapeType="1"/>
            </p:cNvSpPr>
            <p:nvPr/>
          </p:nvSpPr>
          <p:spPr bwMode="auto">
            <a:xfrm flipV="1">
              <a:off x="4876" y="1207"/>
              <a:ext cx="317" cy="91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7813" name="Text Box 54"/>
            <p:cNvSpPr txBox="1">
              <a:spLocks noChangeArrowheads="1"/>
            </p:cNvSpPr>
            <p:nvPr/>
          </p:nvSpPr>
          <p:spPr bwMode="auto">
            <a:xfrm>
              <a:off x="3334" y="1434"/>
              <a:ext cx="408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u</a:t>
              </a:r>
              <a:r>
                <a:rPr lang="en-US" altLang="zh-CN" b="0" i="1" baseline="-2500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C</a:t>
              </a:r>
              <a:endParaRPr lang="en-US" altLang="zh-CN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</p:grpSp>
      <p:grpSp>
        <p:nvGrpSpPr>
          <p:cNvPr id="117814" name="Group 55"/>
          <p:cNvGrpSpPr>
            <a:grpSpLocks/>
          </p:cNvGrpSpPr>
          <p:nvPr/>
        </p:nvGrpSpPr>
        <p:grpSpPr bwMode="auto">
          <a:xfrm>
            <a:off x="6588125" y="6446838"/>
            <a:ext cx="792163" cy="366712"/>
            <a:chOff x="4649" y="4020"/>
            <a:chExt cx="499" cy="231"/>
          </a:xfrm>
        </p:grpSpPr>
        <p:pic>
          <p:nvPicPr>
            <p:cNvPr id="117815" name="Picture 56" descr="78900"/>
            <p:cNvPicPr>
              <a:picLocks noChangeAspect="1" noChangeArrowheads="1"/>
            </p:cNvPicPr>
            <p:nvPr/>
          </p:nvPicPr>
          <p:blipFill>
            <a:blip r:embed="rId6"/>
            <a:srcRect/>
            <a:stretch>
              <a:fillRect/>
            </a:stretch>
          </p:blipFill>
          <p:spPr bwMode="auto"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17816" name="Text Box 57">
              <a:hlinkClick r:id="rId7" action="ppaction://hlinksldjump"/>
            </p:cNvPr>
            <p:cNvSpPr txBox="1">
              <a:spLocks noChangeArrowheads="1"/>
            </p:cNvSpPr>
            <p:nvPr/>
          </p:nvSpPr>
          <p:spPr bwMode="auto"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0">
                  <a:solidFill>
                    <a:schemeClr val="bg1"/>
                  </a:solidFill>
                  <a:latin typeface="隶书" pitchFamily="49" charset="-122"/>
                  <a:ea typeface="隶书" pitchFamily="49" charset="-122"/>
                </a:rPr>
                <a:t>返 回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9149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9149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914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1914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5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" dur="500"/>
                                        <p:tgtEl>
                                          <p:spTgt spid="1915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500"/>
                            </p:stCondLst>
                            <p:childTnLst>
                              <p:par>
                                <p:cTn id="16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9149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9149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1914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9149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9149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914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914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000"/>
                            </p:stCondLst>
                            <p:childTnLst>
                              <p:par>
                                <p:cTn id="3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2000"/>
                                        <p:tgtEl>
                                          <p:spTgt spid="1914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4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914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914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2000"/>
                                        <p:tgtEl>
                                          <p:spTgt spid="1914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2000"/>
                                        <p:tgtEl>
                                          <p:spTgt spid="1914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2000"/>
                                        <p:tgtEl>
                                          <p:spTgt spid="1914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4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2000"/>
                                        <p:tgtEl>
                                          <p:spTgt spid="1914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1490" grpId="0"/>
      <p:bldP spid="191491" grpId="0" animBg="1"/>
      <p:bldP spid="191492" grpId="0"/>
      <p:bldP spid="191493" grpId="0"/>
      <p:bldP spid="191495" grpId="0"/>
      <p:bldP spid="191498" grpId="0"/>
    </p:bld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8785" name="Object 2"/>
          <p:cNvGraphicFramePr>
            <a:graphicFrameLocks noChangeAspect="1"/>
          </p:cNvGraphicFramePr>
          <p:nvPr/>
        </p:nvGraphicFramePr>
        <p:xfrm>
          <a:off x="2236788" y="549275"/>
          <a:ext cx="4384675" cy="576263"/>
        </p:xfrm>
        <a:graphic>
          <a:graphicData uri="http://schemas.openxmlformats.org/presentationml/2006/ole">
            <p:oleObj spid="_x0000_s118785" r:id="rId3" imgW="1564200" imgH="219240" progId="Equation.3">
              <p:embed/>
            </p:oleObj>
          </a:graphicData>
        </a:graphic>
      </p:graphicFrame>
      <p:grpSp>
        <p:nvGrpSpPr>
          <p:cNvPr id="192515" name="Group 3"/>
          <p:cNvGrpSpPr>
            <a:grpSpLocks/>
          </p:cNvGrpSpPr>
          <p:nvPr/>
        </p:nvGrpSpPr>
        <p:grpSpPr bwMode="auto">
          <a:xfrm>
            <a:off x="539750" y="1412875"/>
            <a:ext cx="3055938" cy="1541463"/>
            <a:chOff x="340" y="420"/>
            <a:chExt cx="2021" cy="1136"/>
          </a:xfrm>
        </p:grpSpPr>
        <p:sp>
          <p:nvSpPr>
            <p:cNvPr id="118787" name="Text Box 4"/>
            <p:cNvSpPr txBox="1">
              <a:spLocks noChangeArrowheads="1"/>
            </p:cNvSpPr>
            <p:nvPr/>
          </p:nvSpPr>
          <p:spPr bwMode="auto">
            <a:xfrm>
              <a:off x="340" y="572"/>
              <a:ext cx="408" cy="38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zh-CN" b="0">
                  <a:latin typeface="Times New Roman" pitchFamily="18" charset="0"/>
                  <a:ea typeface="宋体" pitchFamily="2" charset="-122"/>
                </a:rPr>
                <a:t>(3)</a:t>
              </a:r>
              <a:r>
                <a:rPr lang="en-US" altLang="zh-CN" sz="240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    </a:t>
              </a:r>
            </a:p>
          </p:txBody>
        </p:sp>
        <p:graphicFrame>
          <p:nvGraphicFramePr>
            <p:cNvPr id="118788" name="Object 5"/>
            <p:cNvGraphicFramePr>
              <a:graphicFrameLocks noChangeAspect="1"/>
            </p:cNvGraphicFramePr>
            <p:nvPr/>
          </p:nvGraphicFramePr>
          <p:xfrm>
            <a:off x="587" y="420"/>
            <a:ext cx="1774" cy="1136"/>
          </p:xfrm>
          <a:graphic>
            <a:graphicData uri="http://schemas.openxmlformats.org/presentationml/2006/ole">
              <p:oleObj spid="_x0000_s118788" r:id="rId4" imgW="984960" imgH="622800" progId="Equation.3">
                <p:embed/>
              </p:oleObj>
            </a:graphicData>
          </a:graphic>
        </p:graphicFrame>
      </p:grpSp>
      <p:graphicFrame>
        <p:nvGraphicFramePr>
          <p:cNvPr id="192518" name="Object 6"/>
          <p:cNvGraphicFramePr>
            <a:graphicFrameLocks noChangeAspect="1"/>
          </p:cNvGraphicFramePr>
          <p:nvPr/>
        </p:nvGraphicFramePr>
        <p:xfrm>
          <a:off x="4284663" y="1196975"/>
          <a:ext cx="4567237" cy="1441450"/>
        </p:xfrm>
        <a:graphic>
          <a:graphicData uri="http://schemas.openxmlformats.org/presentationml/2006/ole">
            <p:oleObj spid="_x0000_s118789" r:id="rId5" imgW="2004480" imgH="622800" progId="Equation.3">
              <p:embed/>
            </p:oleObj>
          </a:graphicData>
        </a:graphic>
      </p:graphicFrame>
      <p:sp>
        <p:nvSpPr>
          <p:cNvPr id="192519" name="AutoShape 7"/>
          <p:cNvSpPr>
            <a:spLocks noChangeArrowheads="1"/>
          </p:cNvSpPr>
          <p:nvPr/>
        </p:nvSpPr>
        <p:spPr bwMode="auto">
          <a:xfrm>
            <a:off x="3563938" y="1916113"/>
            <a:ext cx="636587" cy="144462"/>
          </a:xfrm>
          <a:prstGeom prst="rightArrow">
            <a:avLst>
              <a:gd name="adj1" fmla="val 50000"/>
              <a:gd name="adj2" fmla="val 110104"/>
            </a:avLst>
          </a:prstGeom>
          <a:solidFill>
            <a:srgbClr val="33CCFF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192520" name="Object 8"/>
          <p:cNvGraphicFramePr>
            <a:graphicFrameLocks noChangeAspect="1"/>
          </p:cNvGraphicFramePr>
          <p:nvPr/>
        </p:nvGraphicFramePr>
        <p:xfrm>
          <a:off x="4500563" y="2708275"/>
          <a:ext cx="3240087" cy="527050"/>
        </p:xfrm>
        <a:graphic>
          <a:graphicData uri="http://schemas.openxmlformats.org/presentationml/2006/ole">
            <p:oleObj spid="_x0000_s118791" r:id="rId6" imgW="1344240" imgH="207720" progId="Equation.3">
              <p:embed/>
            </p:oleObj>
          </a:graphicData>
        </a:graphic>
      </p:graphicFrame>
      <p:graphicFrame>
        <p:nvGraphicFramePr>
          <p:cNvPr id="192521" name="Object 9"/>
          <p:cNvGraphicFramePr>
            <a:graphicFrameLocks noChangeAspect="1"/>
          </p:cNvGraphicFramePr>
          <p:nvPr/>
        </p:nvGraphicFramePr>
        <p:xfrm>
          <a:off x="2884488" y="3357563"/>
          <a:ext cx="5716587" cy="590550"/>
        </p:xfrm>
        <a:graphic>
          <a:graphicData uri="http://schemas.openxmlformats.org/presentationml/2006/ole">
            <p:oleObj spid="_x0000_s118792" r:id="rId7" imgW="1981440" imgH="219240" progId="Equation.3">
              <p:embed/>
            </p:oleObj>
          </a:graphicData>
        </a:graphic>
      </p:graphicFrame>
      <p:grpSp>
        <p:nvGrpSpPr>
          <p:cNvPr id="192522" name="Group 10"/>
          <p:cNvGrpSpPr>
            <a:grpSpLocks/>
          </p:cNvGrpSpPr>
          <p:nvPr/>
        </p:nvGrpSpPr>
        <p:grpSpPr bwMode="auto">
          <a:xfrm>
            <a:off x="1331913" y="3357563"/>
            <a:ext cx="5370512" cy="3019425"/>
            <a:chOff x="997" y="1890"/>
            <a:chExt cx="3383" cy="1902"/>
          </a:xfrm>
        </p:grpSpPr>
        <p:sp>
          <p:nvSpPr>
            <p:cNvPr id="118794" name="Line 11"/>
            <p:cNvSpPr>
              <a:spLocks noChangeShapeType="1"/>
            </p:cNvSpPr>
            <p:nvPr/>
          </p:nvSpPr>
          <p:spPr bwMode="auto">
            <a:xfrm>
              <a:off x="1507" y="2140"/>
              <a:ext cx="0" cy="1652"/>
            </a:xfrm>
            <a:prstGeom prst="line">
              <a:avLst/>
            </a:prstGeom>
            <a:noFill/>
            <a:ln w="28575">
              <a:solidFill>
                <a:srgbClr val="FFFF00"/>
              </a:solidFill>
              <a:round/>
              <a:headEnd type="triangle" w="med" len="med"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18795" name="Group 12"/>
            <p:cNvGrpSpPr>
              <a:grpSpLocks/>
            </p:cNvGrpSpPr>
            <p:nvPr/>
          </p:nvGrpSpPr>
          <p:grpSpPr bwMode="auto">
            <a:xfrm>
              <a:off x="997" y="1890"/>
              <a:ext cx="3383" cy="1722"/>
              <a:chOff x="997" y="1886"/>
              <a:chExt cx="3383" cy="1944"/>
            </a:xfrm>
          </p:grpSpPr>
          <p:sp>
            <p:nvSpPr>
              <p:cNvPr id="118796" name="Text Box 13"/>
              <p:cNvSpPr txBox="1">
                <a:spLocks noChangeArrowheads="1"/>
              </p:cNvSpPr>
              <p:nvPr/>
            </p:nvSpPr>
            <p:spPr bwMode="auto">
              <a:xfrm>
                <a:off x="3792" y="3410"/>
                <a:ext cx="116" cy="369"/>
              </a:xfrm>
              <a:prstGeom prst="rect">
                <a:avLst/>
              </a:prstGeom>
              <a:noFill/>
              <a:ln w="25400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endParaRPr lang="zh-CN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  <a:sym typeface="Symbol" pitchFamily="18" charset="2"/>
                </a:endParaRPr>
              </a:p>
            </p:txBody>
          </p:sp>
          <p:sp>
            <p:nvSpPr>
              <p:cNvPr id="118797" name="Freeform 14"/>
              <p:cNvSpPr>
                <a:spLocks noChangeArrowheads="1"/>
              </p:cNvSpPr>
              <p:nvPr/>
            </p:nvSpPr>
            <p:spPr bwMode="auto">
              <a:xfrm>
                <a:off x="1506" y="2424"/>
                <a:ext cx="2419" cy="494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227" y="89"/>
                  </a:cxn>
                  <a:cxn ang="0">
                    <a:pos x="1363" y="371"/>
                  </a:cxn>
                  <a:cxn ang="0">
                    <a:pos x="2419" y="494"/>
                  </a:cxn>
                </a:cxnLst>
                <a:rect l="0" t="0" r="r" b="b"/>
                <a:pathLst>
                  <a:path w="2419" h="494">
                    <a:moveTo>
                      <a:pt x="1" y="0"/>
                    </a:moveTo>
                    <a:cubicBezTo>
                      <a:pt x="39" y="15"/>
                      <a:pt x="0" y="27"/>
                      <a:pt x="227" y="89"/>
                    </a:cubicBezTo>
                    <a:cubicBezTo>
                      <a:pt x="454" y="151"/>
                      <a:pt x="998" y="304"/>
                      <a:pt x="1363" y="371"/>
                    </a:cubicBezTo>
                    <a:cubicBezTo>
                      <a:pt x="1728" y="439"/>
                      <a:pt x="2199" y="468"/>
                      <a:pt x="2419" y="494"/>
                    </a:cubicBezTo>
                  </a:path>
                </a:pathLst>
              </a:custGeom>
              <a:noFill/>
              <a:ln w="28575" cap="rnd">
                <a:solidFill>
                  <a:srgbClr val="FF0000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8798" name="Freeform 15"/>
              <p:cNvSpPr>
                <a:spLocks noChangeArrowheads="1"/>
              </p:cNvSpPr>
              <p:nvPr/>
            </p:nvSpPr>
            <p:spPr bwMode="auto">
              <a:xfrm>
                <a:off x="1517" y="2818"/>
                <a:ext cx="2083" cy="794"/>
              </a:xfrm>
              <a:custGeom>
                <a:avLst/>
                <a:gdLst/>
                <a:ahLst/>
                <a:cxnLst>
                  <a:cxn ang="0">
                    <a:pos x="0" y="81"/>
                  </a:cxn>
                  <a:cxn ang="0">
                    <a:pos x="115" y="168"/>
                  </a:cxn>
                  <a:cxn ang="0">
                    <a:pos x="211" y="340"/>
                  </a:cxn>
                  <a:cxn ang="0">
                    <a:pos x="195" y="312"/>
                  </a:cxn>
                  <a:cxn ang="0">
                    <a:pos x="208" y="331"/>
                  </a:cxn>
                  <a:cxn ang="0">
                    <a:pos x="170" y="259"/>
                  </a:cxn>
                  <a:cxn ang="0">
                    <a:pos x="173" y="260"/>
                  </a:cxn>
                  <a:cxn ang="0">
                    <a:pos x="233" y="404"/>
                  </a:cxn>
                  <a:cxn ang="0">
                    <a:pos x="177" y="268"/>
                  </a:cxn>
                  <a:cxn ang="0">
                    <a:pos x="158" y="240"/>
                  </a:cxn>
                  <a:cxn ang="0">
                    <a:pos x="173" y="256"/>
                  </a:cxn>
                  <a:cxn ang="0">
                    <a:pos x="225" y="382"/>
                  </a:cxn>
                  <a:cxn ang="0">
                    <a:pos x="278" y="490"/>
                  </a:cxn>
                  <a:cxn ang="0">
                    <a:pos x="412" y="679"/>
                  </a:cxn>
                  <a:cxn ang="0">
                    <a:pos x="614" y="792"/>
                  </a:cxn>
                  <a:cxn ang="0">
                    <a:pos x="799" y="694"/>
                  </a:cxn>
                  <a:cxn ang="0">
                    <a:pos x="920" y="573"/>
                  </a:cxn>
                  <a:cxn ang="0">
                    <a:pos x="1147" y="260"/>
                  </a:cxn>
                  <a:cxn ang="0">
                    <a:pos x="1335" y="86"/>
                  </a:cxn>
                  <a:cxn ang="0">
                    <a:pos x="1531" y="9"/>
                  </a:cxn>
                  <a:cxn ang="0">
                    <a:pos x="1816" y="140"/>
                  </a:cxn>
                  <a:cxn ang="0">
                    <a:pos x="1949" y="260"/>
                  </a:cxn>
                  <a:cxn ang="0">
                    <a:pos x="2083" y="380"/>
                  </a:cxn>
                </a:cxnLst>
                <a:rect l="0" t="0" r="r" b="b"/>
                <a:pathLst>
                  <a:path w="2083" h="794">
                    <a:moveTo>
                      <a:pt x="0" y="81"/>
                    </a:moveTo>
                    <a:cubicBezTo>
                      <a:pt x="19" y="95"/>
                      <a:pt x="80" y="125"/>
                      <a:pt x="115" y="168"/>
                    </a:cubicBezTo>
                    <a:cubicBezTo>
                      <a:pt x="150" y="211"/>
                      <a:pt x="198" y="316"/>
                      <a:pt x="211" y="340"/>
                    </a:cubicBezTo>
                    <a:cubicBezTo>
                      <a:pt x="224" y="364"/>
                      <a:pt x="195" y="313"/>
                      <a:pt x="195" y="312"/>
                    </a:cubicBezTo>
                    <a:cubicBezTo>
                      <a:pt x="195" y="311"/>
                      <a:pt x="212" y="340"/>
                      <a:pt x="208" y="331"/>
                    </a:cubicBezTo>
                    <a:cubicBezTo>
                      <a:pt x="204" y="322"/>
                      <a:pt x="176" y="271"/>
                      <a:pt x="170" y="259"/>
                    </a:cubicBezTo>
                    <a:cubicBezTo>
                      <a:pt x="164" y="247"/>
                      <a:pt x="163" y="236"/>
                      <a:pt x="173" y="260"/>
                    </a:cubicBezTo>
                    <a:cubicBezTo>
                      <a:pt x="183" y="284"/>
                      <a:pt x="232" y="403"/>
                      <a:pt x="233" y="404"/>
                    </a:cubicBezTo>
                    <a:cubicBezTo>
                      <a:pt x="234" y="405"/>
                      <a:pt x="189" y="295"/>
                      <a:pt x="177" y="268"/>
                    </a:cubicBezTo>
                    <a:cubicBezTo>
                      <a:pt x="165" y="241"/>
                      <a:pt x="159" y="242"/>
                      <a:pt x="158" y="240"/>
                    </a:cubicBezTo>
                    <a:cubicBezTo>
                      <a:pt x="157" y="238"/>
                      <a:pt x="162" y="232"/>
                      <a:pt x="173" y="256"/>
                    </a:cubicBezTo>
                    <a:cubicBezTo>
                      <a:pt x="184" y="280"/>
                      <a:pt x="208" y="343"/>
                      <a:pt x="225" y="382"/>
                    </a:cubicBezTo>
                    <a:cubicBezTo>
                      <a:pt x="242" y="421"/>
                      <a:pt x="247" y="440"/>
                      <a:pt x="278" y="490"/>
                    </a:cubicBezTo>
                    <a:cubicBezTo>
                      <a:pt x="308" y="540"/>
                      <a:pt x="356" y="629"/>
                      <a:pt x="412" y="679"/>
                    </a:cubicBezTo>
                    <a:cubicBezTo>
                      <a:pt x="468" y="729"/>
                      <a:pt x="550" y="790"/>
                      <a:pt x="614" y="792"/>
                    </a:cubicBezTo>
                    <a:cubicBezTo>
                      <a:pt x="678" y="794"/>
                      <a:pt x="748" y="730"/>
                      <a:pt x="799" y="694"/>
                    </a:cubicBezTo>
                    <a:cubicBezTo>
                      <a:pt x="850" y="658"/>
                      <a:pt x="861" y="646"/>
                      <a:pt x="920" y="573"/>
                    </a:cubicBezTo>
                    <a:cubicBezTo>
                      <a:pt x="978" y="501"/>
                      <a:pt x="1077" y="341"/>
                      <a:pt x="1147" y="260"/>
                    </a:cubicBezTo>
                    <a:cubicBezTo>
                      <a:pt x="1217" y="180"/>
                      <a:pt x="1271" y="128"/>
                      <a:pt x="1335" y="86"/>
                    </a:cubicBezTo>
                    <a:cubicBezTo>
                      <a:pt x="1399" y="44"/>
                      <a:pt x="1451" y="0"/>
                      <a:pt x="1531" y="9"/>
                    </a:cubicBezTo>
                    <a:cubicBezTo>
                      <a:pt x="1611" y="18"/>
                      <a:pt x="1746" y="98"/>
                      <a:pt x="1816" y="140"/>
                    </a:cubicBezTo>
                    <a:cubicBezTo>
                      <a:pt x="1886" y="182"/>
                      <a:pt x="1905" y="221"/>
                      <a:pt x="1949" y="260"/>
                    </a:cubicBezTo>
                    <a:cubicBezTo>
                      <a:pt x="1994" y="300"/>
                      <a:pt x="2038" y="340"/>
                      <a:pt x="2083" y="380"/>
                    </a:cubicBezTo>
                  </a:path>
                </a:pathLst>
              </a:custGeom>
              <a:noFill/>
              <a:ln w="28575">
                <a:solidFill>
                  <a:srgbClr val="66FFFF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8799" name="Freeform 16"/>
              <p:cNvSpPr>
                <a:spLocks noChangeArrowheads="1"/>
              </p:cNvSpPr>
              <p:nvPr/>
            </p:nvSpPr>
            <p:spPr bwMode="auto">
              <a:xfrm>
                <a:off x="1498" y="3319"/>
                <a:ext cx="2615" cy="511"/>
              </a:xfrm>
              <a:custGeom>
                <a:avLst/>
                <a:gdLst/>
                <a:ahLst/>
                <a:cxnLst>
                  <a:cxn ang="0">
                    <a:pos x="0" y="511"/>
                  </a:cxn>
                  <a:cxn ang="0">
                    <a:pos x="342" y="377"/>
                  </a:cxn>
                  <a:cxn ang="0">
                    <a:pos x="1077" y="188"/>
                  </a:cxn>
                  <a:cxn ang="0">
                    <a:pos x="1946" y="47"/>
                  </a:cxn>
                  <a:cxn ang="0">
                    <a:pos x="2615" y="0"/>
                  </a:cxn>
                </a:cxnLst>
                <a:rect l="0" t="0" r="r" b="b"/>
                <a:pathLst>
                  <a:path w="2615" h="511">
                    <a:moveTo>
                      <a:pt x="0" y="511"/>
                    </a:moveTo>
                    <a:cubicBezTo>
                      <a:pt x="57" y="488"/>
                      <a:pt x="162" y="431"/>
                      <a:pt x="342" y="377"/>
                    </a:cubicBezTo>
                    <a:cubicBezTo>
                      <a:pt x="522" y="323"/>
                      <a:pt x="810" y="243"/>
                      <a:pt x="1077" y="188"/>
                    </a:cubicBezTo>
                    <a:cubicBezTo>
                      <a:pt x="1345" y="133"/>
                      <a:pt x="1690" y="78"/>
                      <a:pt x="1946" y="47"/>
                    </a:cubicBezTo>
                    <a:cubicBezTo>
                      <a:pt x="2203" y="16"/>
                      <a:pt x="2409" y="8"/>
                      <a:pt x="2615" y="0"/>
                    </a:cubicBezTo>
                  </a:path>
                </a:pathLst>
              </a:custGeom>
              <a:noFill/>
              <a:ln w="28575" cap="rnd">
                <a:solidFill>
                  <a:srgbClr val="FF0000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8800" name="Line 17"/>
              <p:cNvSpPr>
                <a:spLocks noChangeShapeType="1"/>
              </p:cNvSpPr>
              <p:nvPr/>
            </p:nvSpPr>
            <p:spPr bwMode="auto">
              <a:xfrm>
                <a:off x="997" y="3081"/>
                <a:ext cx="3277" cy="0"/>
              </a:xfrm>
              <a:prstGeom prst="line">
                <a:avLst/>
              </a:prstGeom>
              <a:noFill/>
              <a:ln w="28575">
                <a:solidFill>
                  <a:srgbClr val="FFFF00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8801" name="Text Box 18"/>
              <p:cNvSpPr txBox="1">
                <a:spLocks noChangeArrowheads="1"/>
              </p:cNvSpPr>
              <p:nvPr/>
            </p:nvSpPr>
            <p:spPr bwMode="auto">
              <a:xfrm>
                <a:off x="4048" y="2991"/>
                <a:ext cx="332" cy="369"/>
              </a:xfrm>
              <a:prstGeom prst="rect">
                <a:avLst/>
              </a:prstGeom>
              <a:noFill/>
              <a:ln w="25400">
                <a:noFill/>
                <a:miter lim="800000"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pPr algn="ctr"/>
                <a:r>
                  <a:rPr lang="en-US" altLang="zh-CN" b="0" i="1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  <a:sym typeface="Symbol" pitchFamily="18" charset="2"/>
                  </a:rPr>
                  <a:t></a:t>
                </a:r>
                <a:r>
                  <a:rPr lang="en-US" altLang="zh-CN" b="0" i="1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rPr>
                  <a:t>t</a:t>
                </a:r>
                <a:endPara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endParaRPr>
              </a:p>
            </p:txBody>
          </p:sp>
          <p:sp>
            <p:nvSpPr>
              <p:cNvPr id="118802" name="Text Box 19"/>
              <p:cNvSpPr txBox="1">
                <a:spLocks noChangeArrowheads="1"/>
              </p:cNvSpPr>
              <p:nvPr/>
            </p:nvSpPr>
            <p:spPr bwMode="auto">
              <a:xfrm>
                <a:off x="1195" y="3045"/>
                <a:ext cx="228" cy="370"/>
              </a:xfrm>
              <a:prstGeom prst="rect">
                <a:avLst/>
              </a:prstGeom>
              <a:noFill/>
              <a:ln w="25400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zh-CN" b="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rPr>
                  <a:t>0</a:t>
                </a:r>
              </a:p>
            </p:txBody>
          </p:sp>
          <p:sp>
            <p:nvSpPr>
              <p:cNvPr id="118803" name="Line 20"/>
              <p:cNvSpPr>
                <a:spLocks noChangeShapeType="1"/>
              </p:cNvSpPr>
              <p:nvPr/>
            </p:nvSpPr>
            <p:spPr bwMode="auto">
              <a:xfrm>
                <a:off x="2150" y="3081"/>
                <a:ext cx="0" cy="531"/>
              </a:xfrm>
              <a:prstGeom prst="line">
                <a:avLst/>
              </a:prstGeom>
              <a:noFill/>
              <a:ln w="38100" cap="rnd">
                <a:solidFill>
                  <a:schemeClr val="bg1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8804" name="Text Box 21"/>
              <p:cNvSpPr txBox="1">
                <a:spLocks noChangeArrowheads="1"/>
              </p:cNvSpPr>
              <p:nvPr/>
            </p:nvSpPr>
            <p:spPr bwMode="auto">
              <a:xfrm>
                <a:off x="1517" y="1886"/>
                <a:ext cx="329" cy="369"/>
              </a:xfrm>
              <a:prstGeom prst="rect">
                <a:avLst/>
              </a:prstGeom>
              <a:noFill/>
              <a:ln w="25400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zh-CN" b="0" i="1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rPr>
                  <a:t>u</a:t>
                </a:r>
                <a:r>
                  <a:rPr lang="en-US" altLang="zh-CN" b="0" i="1" baseline="-250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rPr>
                  <a:t>C</a:t>
                </a:r>
              </a:p>
            </p:txBody>
          </p:sp>
          <p:sp>
            <p:nvSpPr>
              <p:cNvPr id="118805" name="Line 22"/>
              <p:cNvSpPr>
                <a:spLocks noChangeShapeType="1"/>
              </p:cNvSpPr>
              <p:nvPr/>
            </p:nvSpPr>
            <p:spPr bwMode="auto">
              <a:xfrm>
                <a:off x="3058" y="2827"/>
                <a:ext cx="0" cy="254"/>
              </a:xfrm>
              <a:prstGeom prst="line">
                <a:avLst/>
              </a:prstGeom>
              <a:noFill/>
              <a:ln w="38100" cap="rnd">
                <a:solidFill>
                  <a:schemeClr val="bg1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8806" name="Text Box 23"/>
              <p:cNvSpPr txBox="1">
                <a:spLocks noChangeArrowheads="1"/>
              </p:cNvSpPr>
              <p:nvPr/>
            </p:nvSpPr>
            <p:spPr bwMode="auto">
              <a:xfrm>
                <a:off x="1113" y="2174"/>
                <a:ext cx="452" cy="36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zh-CN" b="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rPr>
                  <a:t>356</a:t>
                </a:r>
              </a:p>
            </p:txBody>
          </p:sp>
          <p:sp>
            <p:nvSpPr>
              <p:cNvPr id="118807" name="Text Box 24"/>
              <p:cNvSpPr txBox="1">
                <a:spLocks noChangeArrowheads="1"/>
              </p:cNvSpPr>
              <p:nvPr/>
            </p:nvSpPr>
            <p:spPr bwMode="auto">
              <a:xfrm>
                <a:off x="1209" y="2756"/>
                <a:ext cx="340" cy="37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zh-CN" b="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rPr>
                  <a:t>25</a:t>
                </a:r>
              </a:p>
            </p:txBody>
          </p:sp>
        </p:grpSp>
      </p:grpSp>
      <p:grpSp>
        <p:nvGrpSpPr>
          <p:cNvPr id="118808" name="Group 25"/>
          <p:cNvGrpSpPr>
            <a:grpSpLocks/>
          </p:cNvGrpSpPr>
          <p:nvPr/>
        </p:nvGrpSpPr>
        <p:grpSpPr bwMode="auto"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118809" name="Picture 26" descr="78900"/>
            <p:cNvPicPr>
              <a:picLocks noChangeAspect="1" noChangeArrowheads="1"/>
            </p:cNvPicPr>
            <p:nvPr/>
          </p:nvPicPr>
          <p:blipFill>
            <a:blip r:embed="rId8"/>
            <a:srcRect/>
            <a:stretch>
              <a:fillRect/>
            </a:stretch>
          </p:blipFill>
          <p:spPr bwMode="auto"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18810" name="Text Box 27">
              <a:hlinkClick r:id="" action="ppaction://hlinkshowjump?jump=nextslide"/>
            </p:cNvPr>
            <p:cNvSpPr txBox="1">
              <a:spLocks noChangeArrowheads="1"/>
            </p:cNvSpPr>
            <p:nvPr/>
          </p:nvSpPr>
          <p:spPr bwMode="auto"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0">
                  <a:solidFill>
                    <a:schemeClr val="bg1"/>
                  </a:solidFill>
                  <a:latin typeface="隶书" pitchFamily="49" charset="-122"/>
                  <a:ea typeface="隶书" pitchFamily="49" charset="-122"/>
                </a:rPr>
                <a:t>下 页</a:t>
              </a:r>
            </a:p>
          </p:txBody>
        </p:sp>
      </p:grpSp>
      <p:grpSp>
        <p:nvGrpSpPr>
          <p:cNvPr id="118811" name="Group 28"/>
          <p:cNvGrpSpPr>
            <a:grpSpLocks/>
          </p:cNvGrpSpPr>
          <p:nvPr/>
        </p:nvGrpSpPr>
        <p:grpSpPr bwMode="auto">
          <a:xfrm>
            <a:off x="7453313" y="6446838"/>
            <a:ext cx="792162" cy="366712"/>
            <a:chOff x="4649" y="4020"/>
            <a:chExt cx="499" cy="231"/>
          </a:xfrm>
        </p:grpSpPr>
        <p:pic>
          <p:nvPicPr>
            <p:cNvPr id="118812" name="Picture 29" descr="78900"/>
            <p:cNvPicPr>
              <a:picLocks noChangeAspect="1" noChangeArrowheads="1"/>
            </p:cNvPicPr>
            <p:nvPr/>
          </p:nvPicPr>
          <p:blipFill>
            <a:blip r:embed="rId8"/>
            <a:srcRect/>
            <a:stretch>
              <a:fillRect/>
            </a:stretch>
          </p:blipFill>
          <p:spPr bwMode="auto"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18813" name="Text Box 30">
              <a:hlinkClick r:id="" action="ppaction://hlinkshowjump?jump=previousslide"/>
            </p:cNvPr>
            <p:cNvSpPr txBox="1">
              <a:spLocks noChangeArrowheads="1"/>
            </p:cNvSpPr>
            <p:nvPr/>
          </p:nvSpPr>
          <p:spPr bwMode="auto"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0">
                  <a:solidFill>
                    <a:schemeClr val="bg1"/>
                  </a:solidFill>
                  <a:latin typeface="隶书" pitchFamily="49" charset="-122"/>
                  <a:ea typeface="隶书" pitchFamily="49" charset="-122"/>
                </a:rPr>
                <a:t>上 页</a:t>
              </a:r>
            </a:p>
          </p:txBody>
        </p:sp>
      </p:grpSp>
      <p:grpSp>
        <p:nvGrpSpPr>
          <p:cNvPr id="118814" name="Group 31"/>
          <p:cNvGrpSpPr>
            <a:grpSpLocks/>
          </p:cNvGrpSpPr>
          <p:nvPr/>
        </p:nvGrpSpPr>
        <p:grpSpPr bwMode="auto">
          <a:xfrm>
            <a:off x="6588125" y="6446838"/>
            <a:ext cx="792163" cy="366712"/>
            <a:chOff x="4649" y="4020"/>
            <a:chExt cx="499" cy="231"/>
          </a:xfrm>
        </p:grpSpPr>
        <p:pic>
          <p:nvPicPr>
            <p:cNvPr id="118815" name="Picture 32" descr="78900"/>
            <p:cNvPicPr>
              <a:picLocks noChangeAspect="1" noChangeArrowheads="1"/>
            </p:cNvPicPr>
            <p:nvPr/>
          </p:nvPicPr>
          <p:blipFill>
            <a:blip r:embed="rId8"/>
            <a:srcRect/>
            <a:stretch>
              <a:fillRect/>
            </a:stretch>
          </p:blipFill>
          <p:spPr bwMode="auto"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18816" name="Text Box 33">
              <a:hlinkClick r:id="rId9" action="ppaction://hlinksldjump"/>
            </p:cNvPr>
            <p:cNvSpPr txBox="1">
              <a:spLocks noChangeArrowheads="1"/>
            </p:cNvSpPr>
            <p:nvPr/>
          </p:nvSpPr>
          <p:spPr bwMode="auto"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0">
                  <a:solidFill>
                    <a:schemeClr val="bg1"/>
                  </a:solidFill>
                  <a:latin typeface="隶书" pitchFamily="49" charset="-122"/>
                  <a:ea typeface="隶书" pitchFamily="49" charset="-122"/>
                </a:rPr>
                <a:t>返 回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1925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925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2000"/>
                                        <p:tgtEl>
                                          <p:spTgt spid="1925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2000"/>
                                        <p:tgtEl>
                                          <p:spTgt spid="1925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5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2000"/>
                                        <p:tgtEl>
                                          <p:spTgt spid="1925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2000"/>
                                        <p:tgtEl>
                                          <p:spTgt spid="1925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2519" grpId="0" animBg="1"/>
    </p:bld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610" name="Rectangle 2"/>
          <p:cNvSpPr>
            <a:spLocks noChangeArrowheads="1"/>
          </p:cNvSpPr>
          <p:nvPr/>
        </p:nvSpPr>
        <p:spPr bwMode="auto">
          <a:xfrm>
            <a:off x="646113" y="476250"/>
            <a:ext cx="8497887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sz="3600">
                <a:solidFill>
                  <a:schemeClr val="bg1"/>
                </a:solidFill>
                <a:latin typeface="楷体_GB2312" pitchFamily="49" charset="-122"/>
              </a:rPr>
              <a:t>7.6 </a:t>
            </a:r>
            <a:r>
              <a:rPr lang="zh-CN" altLang="en-US" sz="3600">
                <a:solidFill>
                  <a:schemeClr val="bg1"/>
                </a:solidFill>
                <a:latin typeface="楷体_GB2312" pitchFamily="49" charset="-122"/>
              </a:rPr>
              <a:t>二阶电路的零状态响应和全响应</a:t>
            </a:r>
          </a:p>
        </p:txBody>
      </p:sp>
      <p:sp>
        <p:nvSpPr>
          <p:cNvPr id="196611" name="Text Box 3"/>
          <p:cNvSpPr txBox="1">
            <a:spLocks noChangeArrowheads="1"/>
          </p:cNvSpPr>
          <p:nvPr/>
        </p:nvSpPr>
        <p:spPr bwMode="auto">
          <a:xfrm>
            <a:off x="1476375" y="1844675"/>
            <a:ext cx="3960813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98000" rIns="198000">
            <a:spAutoFit/>
          </a:bodyPr>
          <a:lstStyle/>
          <a:p>
            <a:r>
              <a:rPr lang="en-US" altLang="zh-CN" sz="3200" b="0" i="1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u</a:t>
            </a:r>
            <a:r>
              <a:rPr lang="en-US" altLang="zh-CN" sz="3200" b="0" baseline="-2500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C</a:t>
            </a:r>
            <a:r>
              <a:rPr lang="en-US" altLang="zh-CN" sz="3200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(0</a:t>
            </a:r>
            <a:r>
              <a:rPr lang="zh-CN" altLang="en-US" sz="3200" b="0" baseline="-2500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－</a:t>
            </a:r>
            <a:r>
              <a:rPr lang="en-US" altLang="zh-CN" sz="3200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)=0 ,   </a:t>
            </a:r>
            <a:r>
              <a:rPr lang="en-US" altLang="zh-CN" sz="3200" b="0" i="1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i</a:t>
            </a:r>
            <a:r>
              <a:rPr lang="en-US" altLang="zh-CN" sz="3200" b="0" baseline="-2500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L</a:t>
            </a:r>
            <a:r>
              <a:rPr lang="en-US" altLang="zh-CN" sz="3200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(0</a:t>
            </a:r>
            <a:r>
              <a:rPr lang="zh-CN" altLang="en-US" sz="3200" b="0" baseline="-2500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－</a:t>
            </a:r>
            <a:r>
              <a:rPr lang="en-US" altLang="zh-CN" sz="3200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)=0</a:t>
            </a:r>
          </a:p>
        </p:txBody>
      </p:sp>
      <p:sp>
        <p:nvSpPr>
          <p:cNvPr id="196612" name="Text Box 4"/>
          <p:cNvSpPr txBox="1">
            <a:spLocks noChangeArrowheads="1"/>
          </p:cNvSpPr>
          <p:nvPr/>
        </p:nvSpPr>
        <p:spPr bwMode="auto">
          <a:xfrm>
            <a:off x="4643438" y="2420938"/>
            <a:ext cx="2317750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>
                <a:latin typeface="Times New Roman" pitchFamily="18" charset="0"/>
              </a:rPr>
              <a:t>微分方程为：</a:t>
            </a:r>
            <a:endParaRPr lang="zh-CN" altLang="en-US" b="0">
              <a:latin typeface="Times New Roman" pitchFamily="18" charset="0"/>
            </a:endParaRPr>
          </a:p>
        </p:txBody>
      </p:sp>
      <p:graphicFrame>
        <p:nvGraphicFramePr>
          <p:cNvPr id="196613" name="Object 5"/>
          <p:cNvGraphicFramePr>
            <a:graphicFrameLocks noChangeAspect="1"/>
          </p:cNvGraphicFramePr>
          <p:nvPr/>
        </p:nvGraphicFramePr>
        <p:xfrm>
          <a:off x="4289425" y="2997200"/>
          <a:ext cx="4589463" cy="1036638"/>
        </p:xfrm>
        <a:graphic>
          <a:graphicData uri="http://schemas.openxmlformats.org/presentationml/2006/ole">
            <p:oleObj spid="_x0000_s119812" r:id="rId3" imgW="1888920" imgH="415080" progId="Equation.3">
              <p:embed/>
            </p:oleObj>
          </a:graphicData>
        </a:graphic>
      </p:graphicFrame>
      <p:graphicFrame>
        <p:nvGraphicFramePr>
          <p:cNvPr id="196614" name="Object 6"/>
          <p:cNvGraphicFramePr>
            <a:graphicFrameLocks noChangeAspect="1"/>
          </p:cNvGraphicFramePr>
          <p:nvPr/>
        </p:nvGraphicFramePr>
        <p:xfrm>
          <a:off x="955675" y="4868863"/>
          <a:ext cx="2192338" cy="603250"/>
        </p:xfrm>
        <a:graphic>
          <a:graphicData uri="http://schemas.openxmlformats.org/presentationml/2006/ole">
            <p:oleObj spid="_x0000_s119813" r:id="rId4" imgW="788040" imgH="207720" progId="Equation.3">
              <p:embed/>
            </p:oleObj>
          </a:graphicData>
        </a:graphic>
      </p:graphicFrame>
      <p:sp>
        <p:nvSpPr>
          <p:cNvPr id="196615" name="AutoShape 7" descr="羊皮纸"/>
          <p:cNvSpPr>
            <a:spLocks/>
          </p:cNvSpPr>
          <p:nvPr/>
        </p:nvSpPr>
        <p:spPr bwMode="auto">
          <a:xfrm>
            <a:off x="3300413" y="5899150"/>
            <a:ext cx="1008062" cy="576263"/>
          </a:xfrm>
          <a:prstGeom prst="callout2">
            <a:avLst>
              <a:gd name="adj1" fmla="val 19833"/>
              <a:gd name="adj2" fmla="val -7560"/>
              <a:gd name="adj3" fmla="val 19833"/>
              <a:gd name="adj4" fmla="val -36380"/>
              <a:gd name="adj5" fmla="val -78514"/>
              <a:gd name="adj6" fmla="val -44407"/>
            </a:avLst>
          </a:prstGeom>
          <a:blipFill dpi="0" rotWithShape="1">
            <a:blip r:embed="rId5"/>
            <a:srcRect/>
            <a:tile tx="0" ty="0" sx="100000" sy="100000" flip="none" algn="tl"/>
          </a:blipFill>
          <a:ln w="57150">
            <a:solidFill>
              <a:schemeClr val="accent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>
                <a:solidFill>
                  <a:schemeClr val="tx1"/>
                </a:solidFill>
                <a:latin typeface="Times New Roman" pitchFamily="18" charset="0"/>
              </a:rPr>
              <a:t>通解</a:t>
            </a:r>
            <a:endParaRPr lang="zh-CN" altLang="en-US" b="0">
              <a:solidFill>
                <a:schemeClr val="tx1"/>
              </a:solidFill>
              <a:latin typeface="Times New Roman" pitchFamily="18" charset="0"/>
            </a:endParaRPr>
          </a:p>
        </p:txBody>
      </p:sp>
      <p:sp>
        <p:nvSpPr>
          <p:cNvPr id="196616" name="AutoShape 8" descr="羊皮纸"/>
          <p:cNvSpPr>
            <a:spLocks/>
          </p:cNvSpPr>
          <p:nvPr/>
        </p:nvSpPr>
        <p:spPr bwMode="auto">
          <a:xfrm>
            <a:off x="539750" y="5876925"/>
            <a:ext cx="1008063" cy="576263"/>
          </a:xfrm>
          <a:prstGeom prst="callout2">
            <a:avLst>
              <a:gd name="adj1" fmla="val 19833"/>
              <a:gd name="adj2" fmla="val 107560"/>
              <a:gd name="adj3" fmla="val 19833"/>
              <a:gd name="adj4" fmla="val 129449"/>
              <a:gd name="adj5" fmla="val -68319"/>
              <a:gd name="adj6" fmla="val 151338"/>
            </a:avLst>
          </a:prstGeom>
          <a:blipFill dpi="0" rotWithShape="1">
            <a:blip r:embed="rId5"/>
            <a:srcRect/>
            <a:tile tx="0" ty="0" sx="100000" sy="100000" flip="none" algn="tl"/>
          </a:blipFill>
          <a:ln w="57150">
            <a:solidFill>
              <a:schemeClr val="accent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>
                <a:solidFill>
                  <a:schemeClr val="tx1"/>
                </a:solidFill>
                <a:latin typeface="Times New Roman" pitchFamily="18" charset="0"/>
              </a:rPr>
              <a:t>特解</a:t>
            </a:r>
          </a:p>
        </p:txBody>
      </p:sp>
      <p:sp>
        <p:nvSpPr>
          <p:cNvPr id="196617" name="Text Box 9"/>
          <p:cNvSpPr txBox="1">
            <a:spLocks noChangeArrowheads="1"/>
          </p:cNvSpPr>
          <p:nvPr/>
        </p:nvSpPr>
        <p:spPr bwMode="auto">
          <a:xfrm>
            <a:off x="4643438" y="5445125"/>
            <a:ext cx="142875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>
                <a:latin typeface="楷体_GB2312" pitchFamily="49" charset="-122"/>
              </a:rPr>
              <a:t>特解</a:t>
            </a:r>
            <a:r>
              <a:rPr lang="en-US" altLang="zh-CN">
                <a:latin typeface="楷体_GB2312" pitchFamily="49" charset="-122"/>
              </a:rPr>
              <a:t>:</a:t>
            </a:r>
            <a:r>
              <a:rPr lang="en-US" altLang="zh-CN" b="0">
                <a:latin typeface="楷体_GB2312" pitchFamily="49" charset="-122"/>
              </a:rPr>
              <a:t>  </a:t>
            </a:r>
          </a:p>
        </p:txBody>
      </p:sp>
      <p:graphicFrame>
        <p:nvGraphicFramePr>
          <p:cNvPr id="196618" name="Object 10"/>
          <p:cNvGraphicFramePr>
            <a:graphicFrameLocks noChangeAspect="1"/>
          </p:cNvGraphicFramePr>
          <p:nvPr/>
        </p:nvGraphicFramePr>
        <p:xfrm>
          <a:off x="5948363" y="5373688"/>
          <a:ext cx="1397000" cy="603250"/>
        </p:xfrm>
        <a:graphic>
          <a:graphicData uri="http://schemas.openxmlformats.org/presentationml/2006/ole">
            <p:oleObj spid="_x0000_s119817" r:id="rId6" imgW="498240" imgH="207720" progId="Equation.3">
              <p:embed/>
            </p:oleObj>
          </a:graphicData>
        </a:graphic>
      </p:graphicFrame>
      <p:sp>
        <p:nvSpPr>
          <p:cNvPr id="196619" name="Text Box 11"/>
          <p:cNvSpPr txBox="1">
            <a:spLocks noChangeArrowheads="1"/>
          </p:cNvSpPr>
          <p:nvPr/>
        </p:nvSpPr>
        <p:spPr bwMode="auto">
          <a:xfrm>
            <a:off x="4643438" y="4076700"/>
            <a:ext cx="2592387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>
                <a:latin typeface="Times New Roman" pitchFamily="18" charset="0"/>
              </a:rPr>
              <a:t>特征方程为</a:t>
            </a:r>
            <a:r>
              <a:rPr lang="en-US" altLang="zh-CN">
                <a:latin typeface="Times New Roman" pitchFamily="18" charset="0"/>
              </a:rPr>
              <a:t>:</a:t>
            </a:r>
            <a:endParaRPr lang="en-US" altLang="zh-CN" b="0">
              <a:latin typeface="Times New Roman" pitchFamily="18" charset="0"/>
            </a:endParaRPr>
          </a:p>
        </p:txBody>
      </p:sp>
      <p:graphicFrame>
        <p:nvGraphicFramePr>
          <p:cNvPr id="196620" name="Object 12"/>
          <p:cNvGraphicFramePr>
            <a:graphicFrameLocks noChangeAspect="1"/>
          </p:cNvGraphicFramePr>
          <p:nvPr/>
        </p:nvGraphicFramePr>
        <p:xfrm>
          <a:off x="4572000" y="4725988"/>
          <a:ext cx="3457575" cy="511175"/>
        </p:xfrm>
        <a:graphic>
          <a:graphicData uri="http://schemas.openxmlformats.org/presentationml/2006/ole">
            <p:oleObj spid="_x0000_s119819" r:id="rId7" imgW="1309320" imgH="184680" progId="Equation.3">
              <p:embed/>
            </p:oleObj>
          </a:graphicData>
        </a:graphic>
      </p:graphicFrame>
      <p:grpSp>
        <p:nvGrpSpPr>
          <p:cNvPr id="119820" name="Group 13"/>
          <p:cNvGrpSpPr>
            <a:grpSpLocks/>
          </p:cNvGrpSpPr>
          <p:nvPr/>
        </p:nvGrpSpPr>
        <p:grpSpPr bwMode="auto"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119821" name="Picture 14" descr="78900"/>
            <p:cNvPicPr>
              <a:picLocks noChangeAspect="1" noChangeArrowheads="1"/>
            </p:cNvPicPr>
            <p:nvPr/>
          </p:nvPicPr>
          <p:blipFill>
            <a:blip r:embed="rId8"/>
            <a:srcRect/>
            <a:stretch>
              <a:fillRect/>
            </a:stretch>
          </p:blipFill>
          <p:spPr bwMode="auto"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19822" name="Text Box 15">
              <a:hlinkClick r:id="" action="ppaction://hlinkshowjump?jump=nextslide"/>
            </p:cNvPr>
            <p:cNvSpPr txBox="1">
              <a:spLocks noChangeArrowheads="1"/>
            </p:cNvSpPr>
            <p:nvPr/>
          </p:nvSpPr>
          <p:spPr bwMode="auto"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0">
                  <a:solidFill>
                    <a:schemeClr val="bg1"/>
                  </a:solidFill>
                  <a:latin typeface="隶书" pitchFamily="49" charset="-122"/>
                  <a:ea typeface="隶书" pitchFamily="49" charset="-122"/>
                </a:rPr>
                <a:t>下 页</a:t>
              </a:r>
            </a:p>
          </p:txBody>
        </p:sp>
      </p:grpSp>
      <p:grpSp>
        <p:nvGrpSpPr>
          <p:cNvPr id="119823" name="Group 16"/>
          <p:cNvGrpSpPr>
            <a:grpSpLocks/>
          </p:cNvGrpSpPr>
          <p:nvPr/>
        </p:nvGrpSpPr>
        <p:grpSpPr bwMode="auto">
          <a:xfrm>
            <a:off x="7453313" y="6446838"/>
            <a:ext cx="792162" cy="366712"/>
            <a:chOff x="4649" y="4020"/>
            <a:chExt cx="499" cy="231"/>
          </a:xfrm>
        </p:grpSpPr>
        <p:pic>
          <p:nvPicPr>
            <p:cNvPr id="119824" name="Picture 17" descr="78900"/>
            <p:cNvPicPr>
              <a:picLocks noChangeAspect="1" noChangeArrowheads="1"/>
            </p:cNvPicPr>
            <p:nvPr/>
          </p:nvPicPr>
          <p:blipFill>
            <a:blip r:embed="rId8"/>
            <a:srcRect/>
            <a:stretch>
              <a:fillRect/>
            </a:stretch>
          </p:blipFill>
          <p:spPr bwMode="auto"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19825" name="Text Box 18">
              <a:hlinkClick r:id="" action="ppaction://hlinkshowjump?jump=previousslide"/>
            </p:cNvPr>
            <p:cNvSpPr txBox="1">
              <a:spLocks noChangeArrowheads="1"/>
            </p:cNvSpPr>
            <p:nvPr/>
          </p:nvSpPr>
          <p:spPr bwMode="auto"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0">
                  <a:solidFill>
                    <a:schemeClr val="bg1"/>
                  </a:solidFill>
                  <a:latin typeface="隶书" pitchFamily="49" charset="-122"/>
                  <a:ea typeface="隶书" pitchFamily="49" charset="-122"/>
                </a:rPr>
                <a:t>上 页</a:t>
              </a:r>
            </a:p>
          </p:txBody>
        </p:sp>
      </p:grpSp>
      <p:grpSp>
        <p:nvGrpSpPr>
          <p:cNvPr id="196627" name="Group 19"/>
          <p:cNvGrpSpPr>
            <a:grpSpLocks/>
          </p:cNvGrpSpPr>
          <p:nvPr/>
        </p:nvGrpSpPr>
        <p:grpSpPr bwMode="auto">
          <a:xfrm>
            <a:off x="250825" y="2709863"/>
            <a:ext cx="3619500" cy="1873250"/>
            <a:chOff x="3016" y="663"/>
            <a:chExt cx="2280" cy="1180"/>
          </a:xfrm>
        </p:grpSpPr>
        <p:sp>
          <p:nvSpPr>
            <p:cNvPr id="119827" name="Oval 20"/>
            <p:cNvSpPr>
              <a:spLocks noChangeArrowheads="1"/>
            </p:cNvSpPr>
            <p:nvPr/>
          </p:nvSpPr>
          <p:spPr bwMode="auto">
            <a:xfrm>
              <a:off x="3016" y="1026"/>
              <a:ext cx="363" cy="363"/>
            </a:xfrm>
            <a:prstGeom prst="ellipse">
              <a:avLst/>
            </a:prstGeom>
            <a:gradFill rotWithShape="1">
              <a:gsLst>
                <a:gs pos="0">
                  <a:srgbClr val="0099FF"/>
                </a:gs>
                <a:gs pos="100000">
                  <a:srgbClr val="004776"/>
                </a:gs>
              </a:gsLst>
              <a:path path="shape">
                <a:fillToRect l="50000" t="50000" r="50000" b="50000"/>
              </a:path>
            </a:gradFill>
            <a:ln w="38100">
              <a:solidFill>
                <a:srgbClr val="FF99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119828" name="Group 21"/>
            <p:cNvGrpSpPr>
              <a:grpSpLocks/>
            </p:cNvGrpSpPr>
            <p:nvPr/>
          </p:nvGrpSpPr>
          <p:grpSpPr bwMode="auto">
            <a:xfrm>
              <a:off x="4967" y="1207"/>
              <a:ext cx="240" cy="90"/>
              <a:chOff x="4604" y="2478"/>
              <a:chExt cx="240" cy="90"/>
            </a:xfrm>
          </p:grpSpPr>
          <p:sp>
            <p:nvSpPr>
              <p:cNvPr id="119829" name="Line 22"/>
              <p:cNvSpPr>
                <a:spLocks noChangeShapeType="1"/>
              </p:cNvSpPr>
              <p:nvPr/>
            </p:nvSpPr>
            <p:spPr bwMode="auto">
              <a:xfrm>
                <a:off x="4604" y="2478"/>
                <a:ext cx="240" cy="0"/>
              </a:xfrm>
              <a:prstGeom prst="line">
                <a:avLst/>
              </a:prstGeom>
              <a:noFill/>
              <a:ln w="57150">
                <a:solidFill>
                  <a:srgbClr val="FF99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9830" name="Line 23"/>
              <p:cNvSpPr>
                <a:spLocks noChangeShapeType="1"/>
              </p:cNvSpPr>
              <p:nvPr/>
            </p:nvSpPr>
            <p:spPr bwMode="auto">
              <a:xfrm>
                <a:off x="4604" y="2568"/>
                <a:ext cx="240" cy="0"/>
              </a:xfrm>
              <a:prstGeom prst="line">
                <a:avLst/>
              </a:prstGeom>
              <a:noFill/>
              <a:ln w="57150">
                <a:solidFill>
                  <a:srgbClr val="FF99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19831" name="Line 24"/>
            <p:cNvSpPr>
              <a:spLocks noChangeShapeType="1"/>
            </p:cNvSpPr>
            <p:nvPr/>
          </p:nvSpPr>
          <p:spPr bwMode="auto">
            <a:xfrm>
              <a:off x="3198" y="754"/>
              <a:ext cx="0" cy="1088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9832" name="Line 25"/>
            <p:cNvSpPr>
              <a:spLocks noChangeShapeType="1"/>
            </p:cNvSpPr>
            <p:nvPr/>
          </p:nvSpPr>
          <p:spPr bwMode="auto">
            <a:xfrm>
              <a:off x="3198" y="754"/>
              <a:ext cx="1043" cy="0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9833" name="Freeform 26"/>
            <p:cNvSpPr>
              <a:spLocks noChangeArrowheads="1"/>
            </p:cNvSpPr>
            <p:nvPr/>
          </p:nvSpPr>
          <p:spPr bwMode="auto">
            <a:xfrm>
              <a:off x="4649" y="754"/>
              <a:ext cx="454" cy="45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37" y="0"/>
                </a:cxn>
                <a:cxn ang="0">
                  <a:pos x="337" y="346"/>
                </a:cxn>
              </a:cxnLst>
              <a:rect l="0" t="0" r="r" b="b"/>
              <a:pathLst>
                <a:path w="337" h="346">
                  <a:moveTo>
                    <a:pt x="0" y="0"/>
                  </a:moveTo>
                  <a:lnTo>
                    <a:pt x="337" y="0"/>
                  </a:lnTo>
                  <a:lnTo>
                    <a:pt x="337" y="346"/>
                  </a:lnTo>
                </a:path>
              </a:pathLst>
            </a:cu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9834" name="Line 27"/>
            <p:cNvSpPr>
              <a:spLocks noChangeShapeType="1"/>
            </p:cNvSpPr>
            <p:nvPr/>
          </p:nvSpPr>
          <p:spPr bwMode="auto">
            <a:xfrm>
              <a:off x="5103" y="1298"/>
              <a:ext cx="0" cy="544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9835" name="Line 28"/>
            <p:cNvSpPr>
              <a:spLocks noChangeShapeType="1"/>
            </p:cNvSpPr>
            <p:nvPr/>
          </p:nvSpPr>
          <p:spPr bwMode="auto">
            <a:xfrm>
              <a:off x="3198" y="1842"/>
              <a:ext cx="1899" cy="1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9836" name="Rectangle 29"/>
            <p:cNvSpPr>
              <a:spLocks noChangeArrowheads="1"/>
            </p:cNvSpPr>
            <p:nvPr/>
          </p:nvSpPr>
          <p:spPr bwMode="auto">
            <a:xfrm>
              <a:off x="3651" y="845"/>
              <a:ext cx="137" cy="269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R</a:t>
              </a:r>
              <a:endParaRPr lang="en-US" altLang="zh-CN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119837" name="Rectangle 30"/>
            <p:cNvSpPr>
              <a:spLocks noChangeArrowheads="1"/>
            </p:cNvSpPr>
            <p:nvPr/>
          </p:nvSpPr>
          <p:spPr bwMode="auto">
            <a:xfrm>
              <a:off x="4422" y="799"/>
              <a:ext cx="125" cy="269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L</a:t>
              </a:r>
              <a:endParaRPr lang="en-US" altLang="zh-CN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119838" name="Rectangle 31"/>
            <p:cNvSpPr>
              <a:spLocks noChangeArrowheads="1"/>
            </p:cNvSpPr>
            <p:nvPr/>
          </p:nvSpPr>
          <p:spPr bwMode="auto">
            <a:xfrm>
              <a:off x="5148" y="1344"/>
              <a:ext cx="148" cy="269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C</a:t>
              </a:r>
              <a:endParaRPr lang="en-US" altLang="zh-CN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119839" name="Rectangle 32"/>
            <p:cNvSpPr>
              <a:spLocks noChangeArrowheads="1"/>
            </p:cNvSpPr>
            <p:nvPr/>
          </p:nvSpPr>
          <p:spPr bwMode="auto">
            <a:xfrm>
              <a:off x="4876" y="890"/>
              <a:ext cx="126" cy="269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+</a:t>
              </a:r>
            </a:p>
          </p:txBody>
        </p:sp>
        <p:sp>
          <p:nvSpPr>
            <p:cNvPr id="119840" name="Rectangle 33"/>
            <p:cNvSpPr>
              <a:spLocks noChangeArrowheads="1"/>
            </p:cNvSpPr>
            <p:nvPr/>
          </p:nvSpPr>
          <p:spPr bwMode="auto">
            <a:xfrm>
              <a:off x="4830" y="1344"/>
              <a:ext cx="112" cy="269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b="0">
                  <a:solidFill>
                    <a:schemeClr val="bg1"/>
                  </a:solidFill>
                  <a:latin typeface="宋体" pitchFamily="2" charset="-122"/>
                  <a:ea typeface="宋体" pitchFamily="2" charset="-122"/>
                </a:rPr>
                <a:t>-</a:t>
              </a:r>
            </a:p>
          </p:txBody>
        </p:sp>
        <p:sp>
          <p:nvSpPr>
            <p:cNvPr id="119841" name="Rectangle 34"/>
            <p:cNvSpPr>
              <a:spLocks noChangeArrowheads="1"/>
            </p:cNvSpPr>
            <p:nvPr/>
          </p:nvSpPr>
          <p:spPr bwMode="auto">
            <a:xfrm>
              <a:off x="4694" y="1117"/>
              <a:ext cx="249" cy="30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r>
                <a:rPr lang="en-US" altLang="zh-CN" sz="3200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u</a:t>
              </a:r>
              <a:r>
                <a:rPr lang="en-US" altLang="zh-CN" sz="3200" b="0" i="1" baseline="-2500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C</a:t>
              </a:r>
              <a:endParaRPr lang="en-US" altLang="zh-CN" sz="3200" b="0" i="1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119842" name="Line 35"/>
            <p:cNvSpPr>
              <a:spLocks noChangeShapeType="1"/>
            </p:cNvSpPr>
            <p:nvPr/>
          </p:nvSpPr>
          <p:spPr bwMode="auto">
            <a:xfrm>
              <a:off x="3923" y="890"/>
              <a:ext cx="318" cy="0"/>
            </a:xfrm>
            <a:prstGeom prst="line">
              <a:avLst/>
            </a:prstGeom>
            <a:noFill/>
            <a:ln w="28575">
              <a:solidFill>
                <a:srgbClr val="66FFFF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9843" name="Rectangle 36"/>
            <p:cNvSpPr>
              <a:spLocks noChangeArrowheads="1"/>
            </p:cNvSpPr>
            <p:nvPr/>
          </p:nvSpPr>
          <p:spPr bwMode="auto">
            <a:xfrm>
              <a:off x="4059" y="890"/>
              <a:ext cx="174" cy="30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3200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i</a:t>
              </a:r>
              <a:r>
                <a:rPr lang="en-US" altLang="zh-CN" sz="3200" b="0" baseline="-2500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L</a:t>
              </a:r>
              <a:endParaRPr lang="en-US" altLang="zh-CN" sz="3200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119844" name="Text Box 37"/>
            <p:cNvSpPr txBox="1">
              <a:spLocks noChangeArrowheads="1"/>
            </p:cNvSpPr>
            <p:nvPr/>
          </p:nvSpPr>
          <p:spPr bwMode="auto">
            <a:xfrm>
              <a:off x="3379" y="1162"/>
              <a:ext cx="720" cy="32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U</a:t>
              </a:r>
              <a:r>
                <a:rPr lang="en-US" altLang="zh-CN" b="0" i="1" baseline="-2500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S</a:t>
              </a:r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  <a:sym typeface="Symbol" pitchFamily="18" charset="2"/>
                </a:rPr>
                <a:t> </a:t>
              </a:r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  <a:sym typeface="Symbol" pitchFamily="18" charset="2"/>
                </a:rPr>
                <a:t>(t)</a:t>
              </a:r>
            </a:p>
          </p:txBody>
        </p:sp>
        <p:grpSp>
          <p:nvGrpSpPr>
            <p:cNvPr id="119845" name="Group 38"/>
            <p:cNvGrpSpPr>
              <a:grpSpLocks/>
            </p:cNvGrpSpPr>
            <p:nvPr/>
          </p:nvGrpSpPr>
          <p:grpSpPr bwMode="auto">
            <a:xfrm>
              <a:off x="4195" y="663"/>
              <a:ext cx="499" cy="590"/>
              <a:chOff x="476" y="663"/>
              <a:chExt cx="771" cy="862"/>
            </a:xfrm>
          </p:grpSpPr>
          <p:sp>
            <p:nvSpPr>
              <p:cNvPr id="119846" name="AutoShape 39"/>
              <p:cNvSpPr>
                <a:spLocks noChangeArrowheads="1"/>
              </p:cNvSpPr>
              <p:nvPr/>
            </p:nvSpPr>
            <p:spPr bwMode="auto">
              <a:xfrm>
                <a:off x="476" y="663"/>
                <a:ext cx="317" cy="862"/>
              </a:xfrm>
              <a:custGeom>
                <a:avLst/>
                <a:gdLst/>
                <a:ahLst/>
                <a:cxnLst>
                  <a:cxn ang="0">
                    <a:pos x="2646" y="3717"/>
                  </a:cxn>
                  <a:cxn ang="0">
                    <a:pos x="10800" y="0"/>
                  </a:cxn>
                  <a:cxn ang="0">
                    <a:pos x="18953" y="3717"/>
                  </a:cxn>
                  <a:cxn ang="0">
                    <a:pos x="10799" y="0"/>
                  </a:cxn>
                  <a:cxn ang="0">
                    <a:pos x="2646" y="3717"/>
                  </a:cxn>
                </a:cxnLst>
                <a:rect l="0" t="0" r="r" b="b"/>
                <a:pathLst>
                  <a:path w="21600" h="21600">
                    <a:moveTo>
                      <a:pt x="2646" y="3717"/>
                    </a:moveTo>
                    <a:cubicBezTo>
                      <a:pt x="4698" y="1356"/>
                      <a:pt x="7672" y="-1"/>
                      <a:pt x="10800" y="0"/>
                    </a:cubicBezTo>
                    <a:cubicBezTo>
                      <a:pt x="13927" y="0"/>
                      <a:pt x="16901" y="1356"/>
                      <a:pt x="18953" y="3717"/>
                    </a:cubicBezTo>
                    <a:cubicBezTo>
                      <a:pt x="16901" y="1356"/>
                      <a:pt x="13927" y="-1"/>
                      <a:pt x="10799" y="0"/>
                    </a:cubicBezTo>
                    <a:cubicBezTo>
                      <a:pt x="7672" y="0"/>
                      <a:pt x="4698" y="1356"/>
                      <a:pt x="2646" y="3717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764700"/>
                  </a:gs>
                  <a:gs pos="50000">
                    <a:srgbClr val="FF9900"/>
                  </a:gs>
                  <a:gs pos="100000">
                    <a:srgbClr val="764700"/>
                  </a:gs>
                </a:gsLst>
                <a:lin ang="5400000" scaled="1"/>
              </a:gradFill>
              <a:ln w="38100">
                <a:solidFill>
                  <a:srgbClr val="FF99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9847" name="AutoShape 40"/>
              <p:cNvSpPr>
                <a:spLocks noChangeArrowheads="1"/>
              </p:cNvSpPr>
              <p:nvPr/>
            </p:nvSpPr>
            <p:spPr bwMode="auto">
              <a:xfrm>
                <a:off x="703" y="663"/>
                <a:ext cx="317" cy="862"/>
              </a:xfrm>
              <a:custGeom>
                <a:avLst/>
                <a:gdLst/>
                <a:ahLst/>
                <a:cxnLst>
                  <a:cxn ang="0">
                    <a:pos x="2646" y="3717"/>
                  </a:cxn>
                  <a:cxn ang="0">
                    <a:pos x="10800" y="0"/>
                  </a:cxn>
                  <a:cxn ang="0">
                    <a:pos x="18953" y="3717"/>
                  </a:cxn>
                  <a:cxn ang="0">
                    <a:pos x="10799" y="0"/>
                  </a:cxn>
                  <a:cxn ang="0">
                    <a:pos x="2646" y="3717"/>
                  </a:cxn>
                </a:cxnLst>
                <a:rect l="0" t="0" r="r" b="b"/>
                <a:pathLst>
                  <a:path w="21600" h="21600">
                    <a:moveTo>
                      <a:pt x="2646" y="3717"/>
                    </a:moveTo>
                    <a:cubicBezTo>
                      <a:pt x="4698" y="1356"/>
                      <a:pt x="7672" y="-1"/>
                      <a:pt x="10800" y="0"/>
                    </a:cubicBezTo>
                    <a:cubicBezTo>
                      <a:pt x="13927" y="0"/>
                      <a:pt x="16901" y="1356"/>
                      <a:pt x="18953" y="3717"/>
                    </a:cubicBezTo>
                    <a:cubicBezTo>
                      <a:pt x="16901" y="1356"/>
                      <a:pt x="13927" y="-1"/>
                      <a:pt x="10799" y="0"/>
                    </a:cubicBezTo>
                    <a:cubicBezTo>
                      <a:pt x="7672" y="0"/>
                      <a:pt x="4698" y="1356"/>
                      <a:pt x="2646" y="3717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764700"/>
                  </a:gs>
                  <a:gs pos="50000">
                    <a:srgbClr val="FF9900"/>
                  </a:gs>
                  <a:gs pos="100000">
                    <a:srgbClr val="764700"/>
                  </a:gs>
                </a:gsLst>
                <a:lin ang="5400000" scaled="1"/>
              </a:gradFill>
              <a:ln w="38100">
                <a:solidFill>
                  <a:srgbClr val="FF99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9848" name="AutoShape 41"/>
              <p:cNvSpPr>
                <a:spLocks noChangeArrowheads="1"/>
              </p:cNvSpPr>
              <p:nvPr/>
            </p:nvSpPr>
            <p:spPr bwMode="auto">
              <a:xfrm>
                <a:off x="930" y="663"/>
                <a:ext cx="317" cy="862"/>
              </a:xfrm>
              <a:custGeom>
                <a:avLst/>
                <a:gdLst/>
                <a:ahLst/>
                <a:cxnLst>
                  <a:cxn ang="0">
                    <a:pos x="2646" y="3717"/>
                  </a:cxn>
                  <a:cxn ang="0">
                    <a:pos x="10800" y="0"/>
                  </a:cxn>
                  <a:cxn ang="0">
                    <a:pos x="18953" y="3717"/>
                  </a:cxn>
                  <a:cxn ang="0">
                    <a:pos x="10799" y="0"/>
                  </a:cxn>
                  <a:cxn ang="0">
                    <a:pos x="2646" y="3717"/>
                  </a:cxn>
                </a:cxnLst>
                <a:rect l="0" t="0" r="r" b="b"/>
                <a:pathLst>
                  <a:path w="21600" h="21600">
                    <a:moveTo>
                      <a:pt x="2646" y="3717"/>
                    </a:moveTo>
                    <a:cubicBezTo>
                      <a:pt x="4698" y="1356"/>
                      <a:pt x="7672" y="-1"/>
                      <a:pt x="10800" y="0"/>
                    </a:cubicBezTo>
                    <a:cubicBezTo>
                      <a:pt x="13927" y="0"/>
                      <a:pt x="16901" y="1356"/>
                      <a:pt x="18953" y="3717"/>
                    </a:cubicBezTo>
                    <a:cubicBezTo>
                      <a:pt x="16901" y="1356"/>
                      <a:pt x="13927" y="-1"/>
                      <a:pt x="10799" y="0"/>
                    </a:cubicBezTo>
                    <a:cubicBezTo>
                      <a:pt x="7672" y="0"/>
                      <a:pt x="4698" y="1356"/>
                      <a:pt x="2646" y="3717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764700"/>
                  </a:gs>
                  <a:gs pos="50000">
                    <a:srgbClr val="FF9900"/>
                  </a:gs>
                  <a:gs pos="100000">
                    <a:srgbClr val="764700"/>
                  </a:gs>
                </a:gsLst>
                <a:lin ang="5400000" scaled="1"/>
              </a:gradFill>
              <a:ln w="38100">
                <a:solidFill>
                  <a:srgbClr val="FF99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19849" name="Rectangle 42"/>
            <p:cNvSpPr>
              <a:spLocks noChangeArrowheads="1"/>
            </p:cNvSpPr>
            <p:nvPr/>
          </p:nvSpPr>
          <p:spPr bwMode="auto">
            <a:xfrm>
              <a:off x="3560" y="709"/>
              <a:ext cx="317" cy="136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</a:gradFill>
            <a:ln w="2857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9850" name="Rectangle 43"/>
            <p:cNvSpPr>
              <a:spLocks noChangeArrowheads="1"/>
            </p:cNvSpPr>
            <p:nvPr/>
          </p:nvSpPr>
          <p:spPr bwMode="auto">
            <a:xfrm>
              <a:off x="3288" y="799"/>
              <a:ext cx="126" cy="269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+</a:t>
              </a:r>
            </a:p>
          </p:txBody>
        </p:sp>
        <p:sp>
          <p:nvSpPr>
            <p:cNvPr id="119851" name="Rectangle 44"/>
            <p:cNvSpPr>
              <a:spLocks noChangeArrowheads="1"/>
            </p:cNvSpPr>
            <p:nvPr/>
          </p:nvSpPr>
          <p:spPr bwMode="auto">
            <a:xfrm>
              <a:off x="3288" y="1389"/>
              <a:ext cx="112" cy="269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b="0">
                  <a:solidFill>
                    <a:schemeClr val="bg1"/>
                  </a:solidFill>
                  <a:latin typeface="宋体" pitchFamily="2" charset="-122"/>
                  <a:ea typeface="宋体" pitchFamily="2" charset="-122"/>
                </a:rPr>
                <a:t>-</a:t>
              </a:r>
            </a:p>
          </p:txBody>
        </p:sp>
      </p:grpSp>
      <p:sp>
        <p:nvSpPr>
          <p:cNvPr id="196653" name="Text Box 45"/>
          <p:cNvSpPr txBox="1">
            <a:spLocks noChangeArrowheads="1"/>
          </p:cNvSpPr>
          <p:nvPr/>
        </p:nvSpPr>
        <p:spPr bwMode="auto">
          <a:xfrm>
            <a:off x="611188" y="1844675"/>
            <a:ext cx="647700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 sz="320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例</a:t>
            </a:r>
            <a:endParaRPr lang="zh-CN" altLang="en-US" sz="3200" b="0">
              <a:solidFill>
                <a:schemeClr val="bg1"/>
              </a:solidFill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196654" name="Rectangle 46"/>
          <p:cNvSpPr>
            <a:spLocks noChangeArrowheads="1"/>
          </p:cNvSpPr>
          <p:nvPr/>
        </p:nvSpPr>
        <p:spPr bwMode="auto">
          <a:xfrm>
            <a:off x="395288" y="1125538"/>
            <a:ext cx="5256212" cy="579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/>
            <a:r>
              <a:rPr lang="en-US" altLang="zh-CN" sz="3200">
                <a:solidFill>
                  <a:schemeClr val="bg1"/>
                </a:solidFill>
                <a:latin typeface="楷体_GB2312" pitchFamily="49" charset="-122"/>
              </a:rPr>
              <a:t>1. </a:t>
            </a:r>
            <a:r>
              <a:rPr lang="zh-CN" altLang="en-US" sz="3200">
                <a:solidFill>
                  <a:schemeClr val="bg1"/>
                </a:solidFill>
                <a:latin typeface="楷体_GB2312" pitchFamily="49" charset="-122"/>
              </a:rPr>
              <a:t>二阶电路的零状态响应</a:t>
            </a:r>
          </a:p>
        </p:txBody>
      </p:sp>
      <p:grpSp>
        <p:nvGrpSpPr>
          <p:cNvPr id="119854" name="Group 47"/>
          <p:cNvGrpSpPr>
            <a:grpSpLocks/>
          </p:cNvGrpSpPr>
          <p:nvPr/>
        </p:nvGrpSpPr>
        <p:grpSpPr bwMode="auto">
          <a:xfrm>
            <a:off x="6588125" y="6446838"/>
            <a:ext cx="792163" cy="366712"/>
            <a:chOff x="4649" y="4020"/>
            <a:chExt cx="499" cy="231"/>
          </a:xfrm>
        </p:grpSpPr>
        <p:pic>
          <p:nvPicPr>
            <p:cNvPr id="119855" name="Picture 48" descr="78900"/>
            <p:cNvPicPr>
              <a:picLocks noChangeAspect="1" noChangeArrowheads="1"/>
            </p:cNvPicPr>
            <p:nvPr/>
          </p:nvPicPr>
          <p:blipFill>
            <a:blip r:embed="rId8"/>
            <a:srcRect/>
            <a:stretch>
              <a:fillRect/>
            </a:stretch>
          </p:blipFill>
          <p:spPr bwMode="auto"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19856" name="Text Box 49">
              <a:hlinkClick r:id="rId9" action="ppaction://hlinksldjump"/>
            </p:cNvPr>
            <p:cNvSpPr txBox="1">
              <a:spLocks noChangeArrowheads="1"/>
            </p:cNvSpPr>
            <p:nvPr/>
          </p:nvSpPr>
          <p:spPr bwMode="auto"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0">
                  <a:solidFill>
                    <a:schemeClr val="bg1"/>
                  </a:solidFill>
                  <a:latin typeface="隶书" pitchFamily="49" charset="-122"/>
                  <a:ea typeface="隶书" pitchFamily="49" charset="-122"/>
                </a:rPr>
                <a:t>返 回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9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966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966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966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966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966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966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966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966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000"/>
                            </p:stCondLst>
                            <p:childTnLst>
                              <p:par>
                                <p:cTn id="24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1966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6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2000"/>
                                        <p:tgtEl>
                                          <p:spTgt spid="1966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6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6" dur="500"/>
                                        <p:tgtEl>
                                          <p:spTgt spid="1966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2000"/>
                                        <p:tgtEl>
                                          <p:spTgt spid="1966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6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6" dur="500"/>
                                        <p:tgtEl>
                                          <p:spTgt spid="1966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6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51" dur="500"/>
                                        <p:tgtEl>
                                          <p:spTgt spid="1966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500"/>
                            </p:stCondLst>
                            <p:childTnLst>
                              <p:par>
                                <p:cTn id="53" presetID="4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55" dur="500"/>
                                        <p:tgtEl>
                                          <p:spTgt spid="1966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6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60" dur="500"/>
                                        <p:tgtEl>
                                          <p:spTgt spid="1966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500"/>
                            </p:stCondLst>
                            <p:childTnLst>
                              <p:par>
                                <p:cTn id="6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6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2000"/>
                                        <p:tgtEl>
                                          <p:spTgt spid="1966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6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69" dur="500"/>
                                        <p:tgtEl>
                                          <p:spTgt spid="1966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500"/>
                            </p:stCondLst>
                            <p:childTnLst>
                              <p:par>
                                <p:cTn id="71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6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3" dur="500"/>
                                        <p:tgtEl>
                                          <p:spTgt spid="1966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6610" grpId="0"/>
      <p:bldP spid="196611" grpId="0" build="p"/>
      <p:bldP spid="196612" grpId="0" build="p"/>
      <p:bldP spid="196615" grpId="0" animBg="1"/>
      <p:bldP spid="196616" grpId="0" animBg="1"/>
      <p:bldP spid="196617" grpId="0" build="p"/>
      <p:bldP spid="196619" grpId="0" build="p"/>
      <p:bldP spid="196653" grpId="0"/>
      <p:bldP spid="196654" grpId="0"/>
    </p:bld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7634" name="Object 2"/>
          <p:cNvGraphicFramePr>
            <a:graphicFrameLocks noChangeAspect="1"/>
          </p:cNvGraphicFramePr>
          <p:nvPr/>
        </p:nvGraphicFramePr>
        <p:xfrm>
          <a:off x="1087438" y="1196975"/>
          <a:ext cx="5529262" cy="738188"/>
        </p:xfrm>
        <a:graphic>
          <a:graphicData uri="http://schemas.openxmlformats.org/presentationml/2006/ole">
            <p:oleObj spid="_x0000_s120833" r:id="rId3" imgW="2247840" imgH="288360" progId="Equation.3">
              <p:embed/>
            </p:oleObj>
          </a:graphicData>
        </a:graphic>
      </p:graphicFrame>
      <p:graphicFrame>
        <p:nvGraphicFramePr>
          <p:cNvPr id="197635" name="Object 3"/>
          <p:cNvGraphicFramePr>
            <a:graphicFrameLocks noChangeAspect="1"/>
          </p:cNvGraphicFramePr>
          <p:nvPr/>
        </p:nvGraphicFramePr>
        <p:xfrm>
          <a:off x="1128713" y="2060575"/>
          <a:ext cx="6584950" cy="588963"/>
        </p:xfrm>
        <a:graphic>
          <a:graphicData uri="http://schemas.openxmlformats.org/presentationml/2006/ole">
            <p:oleObj spid="_x0000_s120834" r:id="rId4" imgW="2572560" imgH="219240" progId="Equation.3">
              <p:embed/>
            </p:oleObj>
          </a:graphicData>
        </a:graphic>
      </p:graphicFrame>
      <p:graphicFrame>
        <p:nvGraphicFramePr>
          <p:cNvPr id="197636" name="Object 4"/>
          <p:cNvGraphicFramePr>
            <a:graphicFrameLocks noChangeAspect="1"/>
          </p:cNvGraphicFramePr>
          <p:nvPr/>
        </p:nvGraphicFramePr>
        <p:xfrm>
          <a:off x="1025525" y="2722563"/>
          <a:ext cx="7526338" cy="606425"/>
        </p:xfrm>
        <a:graphic>
          <a:graphicData uri="http://schemas.openxmlformats.org/presentationml/2006/ole">
            <p:oleObj spid="_x0000_s120835" r:id="rId5" imgW="2862000" imgH="219240" progId="Equation.3">
              <p:embed/>
            </p:oleObj>
          </a:graphicData>
        </a:graphic>
      </p:graphicFrame>
      <p:sp>
        <p:nvSpPr>
          <p:cNvPr id="197637" name="Text Box 5"/>
          <p:cNvSpPr txBox="1">
            <a:spLocks noChangeArrowheads="1"/>
          </p:cNvSpPr>
          <p:nvPr/>
        </p:nvSpPr>
        <p:spPr bwMode="auto">
          <a:xfrm>
            <a:off x="971550" y="620713"/>
            <a:ext cx="2727325" cy="608012"/>
          </a:xfrm>
          <a:prstGeom prst="rect">
            <a:avLst/>
          </a:prstGeom>
          <a:noFill/>
          <a:ln w="28575">
            <a:solidFill>
              <a:srgbClr val="66FFFF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3200" b="0" i="1">
                <a:latin typeface="Times New Roman" pitchFamily="18" charset="0"/>
                <a:ea typeface="仿宋_GB2312" pitchFamily="49" charset="-122"/>
              </a:rPr>
              <a:t>u</a:t>
            </a:r>
            <a:r>
              <a:rPr lang="en-US" altLang="zh-CN" sz="3200" b="0" baseline="-25000">
                <a:latin typeface="Times New Roman" pitchFamily="18" charset="0"/>
                <a:ea typeface="仿宋_GB2312" pitchFamily="49" charset="-122"/>
              </a:rPr>
              <a:t>C</a:t>
            </a:r>
            <a:r>
              <a:rPr lang="zh-CN" altLang="en-US">
                <a:latin typeface="楷体_GB2312" pitchFamily="49" charset="-122"/>
              </a:rPr>
              <a:t>解答形式</a:t>
            </a:r>
            <a:r>
              <a:rPr lang="zh-CN" altLang="en-US">
                <a:latin typeface="仿宋_GB2312" pitchFamily="49" charset="-122"/>
                <a:ea typeface="仿宋_GB2312" pitchFamily="49" charset="-122"/>
              </a:rPr>
              <a:t>为：</a:t>
            </a:r>
          </a:p>
        </p:txBody>
      </p:sp>
      <p:sp>
        <p:nvSpPr>
          <p:cNvPr id="197638" name="AutoShape 6"/>
          <p:cNvSpPr>
            <a:spLocks/>
          </p:cNvSpPr>
          <p:nvPr/>
        </p:nvSpPr>
        <p:spPr bwMode="auto">
          <a:xfrm>
            <a:off x="827088" y="1341438"/>
            <a:ext cx="215900" cy="1800225"/>
          </a:xfrm>
          <a:prstGeom prst="leftBrace">
            <a:avLst>
              <a:gd name="adj1" fmla="val 69369"/>
              <a:gd name="adj2" fmla="val 50000"/>
            </a:avLst>
          </a:prstGeom>
          <a:noFill/>
          <a:ln w="28575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endParaRPr lang="zh-CN" altLang="zh-CN" sz="2400">
              <a:solidFill>
                <a:schemeClr val="bg1"/>
              </a:solidFill>
              <a:ea typeface="仿宋_GB2312" pitchFamily="49" charset="-122"/>
            </a:endParaRPr>
          </a:p>
        </p:txBody>
      </p:sp>
      <p:graphicFrame>
        <p:nvGraphicFramePr>
          <p:cNvPr id="197639" name="Object 7"/>
          <p:cNvGraphicFramePr>
            <a:graphicFrameLocks noChangeAspect="1"/>
          </p:cNvGraphicFramePr>
          <p:nvPr/>
        </p:nvGraphicFramePr>
        <p:xfrm>
          <a:off x="1116013" y="3429000"/>
          <a:ext cx="6121400" cy="896938"/>
        </p:xfrm>
        <a:graphic>
          <a:graphicData uri="http://schemas.openxmlformats.org/presentationml/2006/ole">
            <p:oleObj spid="_x0000_s120838" r:id="rId6" imgW="2642040" imgH="403560" progId="Equation.3">
              <p:embed/>
            </p:oleObj>
          </a:graphicData>
        </a:graphic>
      </p:graphicFrame>
      <p:grpSp>
        <p:nvGrpSpPr>
          <p:cNvPr id="120839" name="Group 9"/>
          <p:cNvGrpSpPr>
            <a:grpSpLocks/>
          </p:cNvGrpSpPr>
          <p:nvPr/>
        </p:nvGrpSpPr>
        <p:grpSpPr bwMode="auto"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120840" name="Picture 10" descr="78900"/>
            <p:cNvPicPr>
              <a:picLocks noChangeAspect="1" noChangeArrowheads="1"/>
            </p:cNvPicPr>
            <p:nvPr/>
          </p:nvPicPr>
          <p:blipFill>
            <a:blip r:embed="rId7"/>
            <a:srcRect/>
            <a:stretch>
              <a:fillRect/>
            </a:stretch>
          </p:blipFill>
          <p:spPr bwMode="auto"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20841" name="Text Box 11">
              <a:hlinkClick r:id="" action="ppaction://hlinkshowjump?jump=nextslide"/>
            </p:cNvPr>
            <p:cNvSpPr txBox="1">
              <a:spLocks noChangeArrowheads="1"/>
            </p:cNvSpPr>
            <p:nvPr/>
          </p:nvSpPr>
          <p:spPr bwMode="auto"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0">
                  <a:solidFill>
                    <a:schemeClr val="bg1"/>
                  </a:solidFill>
                  <a:latin typeface="隶书" pitchFamily="49" charset="-122"/>
                  <a:ea typeface="隶书" pitchFamily="49" charset="-122"/>
                </a:rPr>
                <a:t>下 页</a:t>
              </a:r>
            </a:p>
          </p:txBody>
        </p:sp>
      </p:grpSp>
      <p:grpSp>
        <p:nvGrpSpPr>
          <p:cNvPr id="120842" name="Group 12"/>
          <p:cNvGrpSpPr>
            <a:grpSpLocks/>
          </p:cNvGrpSpPr>
          <p:nvPr/>
        </p:nvGrpSpPr>
        <p:grpSpPr bwMode="auto">
          <a:xfrm>
            <a:off x="7453313" y="6446838"/>
            <a:ext cx="792162" cy="366712"/>
            <a:chOff x="4649" y="4020"/>
            <a:chExt cx="499" cy="231"/>
          </a:xfrm>
        </p:grpSpPr>
        <p:pic>
          <p:nvPicPr>
            <p:cNvPr id="120843" name="Picture 13" descr="78900"/>
            <p:cNvPicPr>
              <a:picLocks noChangeAspect="1" noChangeArrowheads="1"/>
            </p:cNvPicPr>
            <p:nvPr/>
          </p:nvPicPr>
          <p:blipFill>
            <a:blip r:embed="rId7"/>
            <a:srcRect/>
            <a:stretch>
              <a:fillRect/>
            </a:stretch>
          </p:blipFill>
          <p:spPr bwMode="auto"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20844" name="Text Box 14">
              <a:hlinkClick r:id="" action="ppaction://hlinkshowjump?jump=previousslide"/>
            </p:cNvPr>
            <p:cNvSpPr txBox="1">
              <a:spLocks noChangeArrowheads="1"/>
            </p:cNvSpPr>
            <p:nvPr/>
          </p:nvSpPr>
          <p:spPr bwMode="auto"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0">
                  <a:solidFill>
                    <a:schemeClr val="bg1"/>
                  </a:solidFill>
                  <a:latin typeface="隶书" pitchFamily="49" charset="-122"/>
                  <a:ea typeface="隶书" pitchFamily="49" charset="-122"/>
                </a:rPr>
                <a:t>上 页</a:t>
              </a:r>
            </a:p>
          </p:txBody>
        </p:sp>
      </p:grpSp>
      <p:grpSp>
        <p:nvGrpSpPr>
          <p:cNvPr id="197660" name="Group 28"/>
          <p:cNvGrpSpPr>
            <a:grpSpLocks/>
          </p:cNvGrpSpPr>
          <p:nvPr/>
        </p:nvGrpSpPr>
        <p:grpSpPr bwMode="auto">
          <a:xfrm>
            <a:off x="755650" y="4149725"/>
            <a:ext cx="5827713" cy="2227263"/>
            <a:chOff x="476" y="2614"/>
            <a:chExt cx="3671" cy="1403"/>
          </a:xfrm>
        </p:grpSpPr>
        <p:sp>
          <p:nvSpPr>
            <p:cNvPr id="120846" name="Text Box 8"/>
            <p:cNvSpPr txBox="1">
              <a:spLocks noChangeArrowheads="1"/>
            </p:cNvSpPr>
            <p:nvPr/>
          </p:nvSpPr>
          <p:spPr bwMode="auto">
            <a:xfrm>
              <a:off x="3391" y="3630"/>
              <a:ext cx="116" cy="327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0" hangingPunct="0"/>
              <a:endParaRPr lang="zh-CN" altLang="zh-CN">
                <a:solidFill>
                  <a:schemeClr val="bg1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endParaRPr>
            </a:p>
          </p:txBody>
        </p:sp>
        <p:sp>
          <p:nvSpPr>
            <p:cNvPr id="120847" name="Line 16"/>
            <p:cNvSpPr>
              <a:spLocks noChangeShapeType="1"/>
            </p:cNvSpPr>
            <p:nvPr/>
          </p:nvSpPr>
          <p:spPr bwMode="auto">
            <a:xfrm>
              <a:off x="642" y="3738"/>
              <a:ext cx="3277" cy="0"/>
            </a:xfrm>
            <a:prstGeom prst="line">
              <a:avLst/>
            </a:prstGeom>
            <a:noFill/>
            <a:ln w="28575">
              <a:solidFill>
                <a:srgbClr val="FFFF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0848" name="Line 17"/>
            <p:cNvSpPr>
              <a:spLocks noChangeShapeType="1"/>
            </p:cNvSpPr>
            <p:nvPr/>
          </p:nvSpPr>
          <p:spPr bwMode="auto">
            <a:xfrm flipH="1">
              <a:off x="839" y="2797"/>
              <a:ext cx="4" cy="1119"/>
            </a:xfrm>
            <a:prstGeom prst="line">
              <a:avLst/>
            </a:prstGeom>
            <a:noFill/>
            <a:ln w="28575">
              <a:solidFill>
                <a:srgbClr val="FFFF00"/>
              </a:solidFill>
              <a:round/>
              <a:headEnd type="triangle" w="med" len="med"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0849" name="Text Box 18"/>
            <p:cNvSpPr txBox="1">
              <a:spLocks noChangeArrowheads="1"/>
            </p:cNvSpPr>
            <p:nvPr/>
          </p:nvSpPr>
          <p:spPr bwMode="auto">
            <a:xfrm>
              <a:off x="3969" y="3554"/>
              <a:ext cx="178" cy="327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 eaLnBrk="0" hangingPunct="0"/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t</a:t>
              </a:r>
              <a:endParaRPr lang="en-US" altLang="zh-CN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120850" name="Text Box 19"/>
            <p:cNvSpPr txBox="1">
              <a:spLocks noChangeArrowheads="1"/>
            </p:cNvSpPr>
            <p:nvPr/>
          </p:nvSpPr>
          <p:spPr bwMode="auto">
            <a:xfrm>
              <a:off x="883" y="2614"/>
              <a:ext cx="329" cy="327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u</a:t>
              </a:r>
              <a:r>
                <a:rPr lang="en-US" altLang="zh-CN" b="0" i="1" baseline="-2500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C</a:t>
              </a:r>
            </a:p>
          </p:txBody>
        </p:sp>
        <p:sp>
          <p:nvSpPr>
            <p:cNvPr id="120851" name="Freeform 20"/>
            <p:cNvSpPr>
              <a:spLocks noChangeArrowheads="1"/>
            </p:cNvSpPr>
            <p:nvPr/>
          </p:nvSpPr>
          <p:spPr bwMode="auto">
            <a:xfrm>
              <a:off x="865" y="2782"/>
              <a:ext cx="2909" cy="956"/>
            </a:xfrm>
            <a:custGeom>
              <a:avLst/>
              <a:gdLst/>
              <a:ahLst/>
              <a:cxnLst>
                <a:cxn ang="0">
                  <a:pos x="0" y="956"/>
                </a:cxn>
                <a:cxn ang="0">
                  <a:pos x="216" y="296"/>
                </a:cxn>
                <a:cxn ang="0">
                  <a:pos x="394" y="66"/>
                </a:cxn>
                <a:cxn ang="0">
                  <a:pos x="514" y="18"/>
                </a:cxn>
                <a:cxn ang="0">
                  <a:pos x="648" y="8"/>
                </a:cxn>
                <a:cxn ang="0">
                  <a:pos x="780" y="68"/>
                </a:cxn>
                <a:cxn ang="0">
                  <a:pos x="999" y="219"/>
                </a:cxn>
                <a:cxn ang="0">
                  <a:pos x="1124" y="325"/>
                </a:cxn>
                <a:cxn ang="0">
                  <a:pos x="1167" y="368"/>
                </a:cxn>
                <a:cxn ang="0">
                  <a:pos x="1210" y="416"/>
                </a:cxn>
                <a:cxn ang="0">
                  <a:pos x="1326" y="483"/>
                </a:cxn>
                <a:cxn ang="0">
                  <a:pos x="1512" y="560"/>
                </a:cxn>
                <a:cxn ang="0">
                  <a:pos x="1692" y="512"/>
                </a:cxn>
                <a:cxn ang="0">
                  <a:pos x="1788" y="464"/>
                </a:cxn>
                <a:cxn ang="0">
                  <a:pos x="2004" y="344"/>
                </a:cxn>
                <a:cxn ang="0">
                  <a:pos x="2232" y="272"/>
                </a:cxn>
                <a:cxn ang="0">
                  <a:pos x="2400" y="248"/>
                </a:cxn>
                <a:cxn ang="0">
                  <a:pos x="2640" y="284"/>
                </a:cxn>
                <a:cxn ang="0">
                  <a:pos x="2796" y="332"/>
                </a:cxn>
                <a:cxn ang="0">
                  <a:pos x="2909" y="366"/>
                </a:cxn>
              </a:cxnLst>
              <a:rect l="0" t="0" r="r" b="b"/>
              <a:pathLst>
                <a:path w="2909" h="956">
                  <a:moveTo>
                    <a:pt x="0" y="956"/>
                  </a:moveTo>
                  <a:cubicBezTo>
                    <a:pt x="36" y="846"/>
                    <a:pt x="150" y="444"/>
                    <a:pt x="216" y="296"/>
                  </a:cubicBezTo>
                  <a:cubicBezTo>
                    <a:pt x="282" y="148"/>
                    <a:pt x="344" y="112"/>
                    <a:pt x="394" y="66"/>
                  </a:cubicBezTo>
                  <a:cubicBezTo>
                    <a:pt x="444" y="20"/>
                    <a:pt x="472" y="28"/>
                    <a:pt x="514" y="18"/>
                  </a:cubicBezTo>
                  <a:cubicBezTo>
                    <a:pt x="556" y="8"/>
                    <a:pt x="604" y="0"/>
                    <a:pt x="648" y="8"/>
                  </a:cubicBezTo>
                  <a:cubicBezTo>
                    <a:pt x="692" y="16"/>
                    <a:pt x="722" y="33"/>
                    <a:pt x="780" y="68"/>
                  </a:cubicBezTo>
                  <a:cubicBezTo>
                    <a:pt x="838" y="103"/>
                    <a:pt x="942" y="176"/>
                    <a:pt x="999" y="219"/>
                  </a:cubicBezTo>
                  <a:cubicBezTo>
                    <a:pt x="1056" y="262"/>
                    <a:pt x="1096" y="300"/>
                    <a:pt x="1124" y="325"/>
                  </a:cubicBezTo>
                  <a:cubicBezTo>
                    <a:pt x="1152" y="350"/>
                    <a:pt x="1153" y="353"/>
                    <a:pt x="1167" y="368"/>
                  </a:cubicBezTo>
                  <a:cubicBezTo>
                    <a:pt x="1181" y="383"/>
                    <a:pt x="1184" y="397"/>
                    <a:pt x="1210" y="416"/>
                  </a:cubicBezTo>
                  <a:cubicBezTo>
                    <a:pt x="1236" y="435"/>
                    <a:pt x="1276" y="459"/>
                    <a:pt x="1326" y="483"/>
                  </a:cubicBezTo>
                  <a:cubicBezTo>
                    <a:pt x="1376" y="507"/>
                    <a:pt x="1451" y="555"/>
                    <a:pt x="1512" y="560"/>
                  </a:cubicBezTo>
                  <a:cubicBezTo>
                    <a:pt x="1573" y="565"/>
                    <a:pt x="1646" y="528"/>
                    <a:pt x="1692" y="512"/>
                  </a:cubicBezTo>
                  <a:cubicBezTo>
                    <a:pt x="1738" y="496"/>
                    <a:pt x="1736" y="492"/>
                    <a:pt x="1788" y="464"/>
                  </a:cubicBezTo>
                  <a:cubicBezTo>
                    <a:pt x="1840" y="436"/>
                    <a:pt x="1930" y="376"/>
                    <a:pt x="2004" y="344"/>
                  </a:cubicBezTo>
                  <a:cubicBezTo>
                    <a:pt x="2078" y="312"/>
                    <a:pt x="2166" y="288"/>
                    <a:pt x="2232" y="272"/>
                  </a:cubicBezTo>
                  <a:cubicBezTo>
                    <a:pt x="2298" y="256"/>
                    <a:pt x="2332" y="246"/>
                    <a:pt x="2400" y="248"/>
                  </a:cubicBezTo>
                  <a:cubicBezTo>
                    <a:pt x="2468" y="250"/>
                    <a:pt x="2574" y="270"/>
                    <a:pt x="2640" y="284"/>
                  </a:cubicBezTo>
                  <a:cubicBezTo>
                    <a:pt x="2706" y="298"/>
                    <a:pt x="2751" y="318"/>
                    <a:pt x="2796" y="332"/>
                  </a:cubicBezTo>
                  <a:cubicBezTo>
                    <a:pt x="2841" y="346"/>
                    <a:pt x="2886" y="359"/>
                    <a:pt x="2909" y="366"/>
                  </a:cubicBezTo>
                </a:path>
              </a:pathLst>
            </a:custGeom>
            <a:noFill/>
            <a:ln w="28575">
              <a:solidFill>
                <a:srgbClr val="66FFFF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0852" name="Freeform 21"/>
            <p:cNvSpPr>
              <a:spLocks noChangeArrowheads="1"/>
            </p:cNvSpPr>
            <p:nvPr/>
          </p:nvSpPr>
          <p:spPr bwMode="auto">
            <a:xfrm>
              <a:off x="839" y="3100"/>
              <a:ext cx="2820" cy="47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560" y="0"/>
                </a:cxn>
                <a:cxn ang="0">
                  <a:pos x="2784" y="0"/>
                </a:cxn>
                <a:cxn ang="0">
                  <a:pos x="2820" y="47"/>
                </a:cxn>
              </a:cxnLst>
              <a:rect l="0" t="0" r="r" b="b"/>
              <a:pathLst>
                <a:path w="2820" h="47">
                  <a:moveTo>
                    <a:pt x="0" y="0"/>
                  </a:moveTo>
                  <a:lnTo>
                    <a:pt x="1560" y="0"/>
                  </a:lnTo>
                  <a:lnTo>
                    <a:pt x="2784" y="0"/>
                  </a:lnTo>
                  <a:lnTo>
                    <a:pt x="2820" y="47"/>
                  </a:lnTo>
                </a:path>
              </a:pathLst>
            </a:custGeom>
            <a:noFill/>
            <a:ln w="28575">
              <a:solidFill>
                <a:schemeClr val="bg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0853" name="Freeform 22"/>
            <p:cNvSpPr>
              <a:spLocks noChangeArrowheads="1"/>
            </p:cNvSpPr>
            <p:nvPr/>
          </p:nvSpPr>
          <p:spPr bwMode="auto">
            <a:xfrm>
              <a:off x="853" y="3150"/>
              <a:ext cx="2028" cy="576"/>
            </a:xfrm>
            <a:custGeom>
              <a:avLst/>
              <a:gdLst/>
              <a:ahLst/>
              <a:cxnLst>
                <a:cxn ang="0">
                  <a:pos x="0" y="576"/>
                </a:cxn>
                <a:cxn ang="0">
                  <a:pos x="192" y="444"/>
                </a:cxn>
                <a:cxn ang="0">
                  <a:pos x="324" y="240"/>
                </a:cxn>
                <a:cxn ang="0">
                  <a:pos x="564" y="96"/>
                </a:cxn>
                <a:cxn ang="0">
                  <a:pos x="828" y="48"/>
                </a:cxn>
                <a:cxn ang="0">
                  <a:pos x="1332" y="24"/>
                </a:cxn>
                <a:cxn ang="0">
                  <a:pos x="2028" y="0"/>
                </a:cxn>
              </a:cxnLst>
              <a:rect l="0" t="0" r="r" b="b"/>
              <a:pathLst>
                <a:path w="2028" h="576">
                  <a:moveTo>
                    <a:pt x="0" y="576"/>
                  </a:moveTo>
                  <a:cubicBezTo>
                    <a:pt x="32" y="554"/>
                    <a:pt x="138" y="500"/>
                    <a:pt x="192" y="444"/>
                  </a:cubicBezTo>
                  <a:cubicBezTo>
                    <a:pt x="246" y="388"/>
                    <a:pt x="262" y="298"/>
                    <a:pt x="324" y="240"/>
                  </a:cubicBezTo>
                  <a:cubicBezTo>
                    <a:pt x="386" y="182"/>
                    <a:pt x="480" y="128"/>
                    <a:pt x="564" y="96"/>
                  </a:cubicBezTo>
                  <a:cubicBezTo>
                    <a:pt x="648" y="64"/>
                    <a:pt x="700" y="60"/>
                    <a:pt x="828" y="48"/>
                  </a:cubicBezTo>
                  <a:cubicBezTo>
                    <a:pt x="956" y="36"/>
                    <a:pt x="1132" y="32"/>
                    <a:pt x="1332" y="24"/>
                  </a:cubicBezTo>
                  <a:cubicBezTo>
                    <a:pt x="1532" y="16"/>
                    <a:pt x="1883" y="5"/>
                    <a:pt x="2028" y="0"/>
                  </a:cubicBezTo>
                </a:path>
              </a:pathLst>
            </a:custGeom>
            <a:noFill/>
            <a:ln w="28575">
              <a:solidFill>
                <a:srgbClr val="FF33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0854" name="Text Box 23"/>
            <p:cNvSpPr txBox="1">
              <a:spLocks noChangeArrowheads="1"/>
            </p:cNvSpPr>
            <p:nvPr/>
          </p:nvSpPr>
          <p:spPr bwMode="auto">
            <a:xfrm>
              <a:off x="476" y="2886"/>
              <a:ext cx="354" cy="327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U</a:t>
              </a:r>
              <a:r>
                <a:rPr lang="en-US" altLang="zh-CN" b="0" i="1" baseline="-2500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S</a:t>
              </a:r>
            </a:p>
          </p:txBody>
        </p:sp>
        <p:sp>
          <p:nvSpPr>
            <p:cNvPr id="120855" name="Text Box 24"/>
            <p:cNvSpPr txBox="1">
              <a:spLocks noChangeArrowheads="1"/>
            </p:cNvSpPr>
            <p:nvPr/>
          </p:nvSpPr>
          <p:spPr bwMode="auto">
            <a:xfrm>
              <a:off x="567" y="3690"/>
              <a:ext cx="228" cy="327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0</a:t>
              </a:r>
            </a:p>
          </p:txBody>
        </p:sp>
      </p:grpSp>
      <p:grpSp>
        <p:nvGrpSpPr>
          <p:cNvPr id="120856" name="Group 25"/>
          <p:cNvGrpSpPr>
            <a:grpSpLocks/>
          </p:cNvGrpSpPr>
          <p:nvPr/>
        </p:nvGrpSpPr>
        <p:grpSpPr bwMode="auto">
          <a:xfrm>
            <a:off x="6588125" y="6446838"/>
            <a:ext cx="792163" cy="366712"/>
            <a:chOff x="4649" y="4020"/>
            <a:chExt cx="499" cy="231"/>
          </a:xfrm>
        </p:grpSpPr>
        <p:pic>
          <p:nvPicPr>
            <p:cNvPr id="120857" name="Picture 26" descr="78900"/>
            <p:cNvPicPr>
              <a:picLocks noChangeAspect="1" noChangeArrowheads="1"/>
            </p:cNvPicPr>
            <p:nvPr/>
          </p:nvPicPr>
          <p:blipFill>
            <a:blip r:embed="rId7"/>
            <a:srcRect/>
            <a:stretch>
              <a:fillRect/>
            </a:stretch>
          </p:blipFill>
          <p:spPr bwMode="auto"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20858" name="Text Box 27">
              <a:hlinkClick r:id="rId8" action="ppaction://hlinksldjump"/>
            </p:cNvPr>
            <p:cNvSpPr txBox="1">
              <a:spLocks noChangeArrowheads="1"/>
            </p:cNvSpPr>
            <p:nvPr/>
          </p:nvSpPr>
          <p:spPr bwMode="auto"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0">
                  <a:solidFill>
                    <a:schemeClr val="bg1"/>
                  </a:solidFill>
                  <a:latin typeface="隶书" pitchFamily="49" charset="-122"/>
                  <a:ea typeface="隶书" pitchFamily="49" charset="-122"/>
                </a:rPr>
                <a:t>返 回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976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976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2000"/>
                                        <p:tgtEl>
                                          <p:spTgt spid="1976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2000"/>
                                        <p:tgtEl>
                                          <p:spTgt spid="1976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2000"/>
                                        <p:tgtEl>
                                          <p:spTgt spid="1976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976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2000"/>
                                        <p:tgtEl>
                                          <p:spTgt spid="1976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000"/>
                                        <p:tgtEl>
                                          <p:spTgt spid="1976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7637" grpId="0" animBg="1"/>
      <p:bldP spid="197638" grpId="0" animBg="1"/>
    </p:bld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658" name="Text Box 2"/>
          <p:cNvSpPr txBox="1">
            <a:spLocks noChangeArrowheads="1"/>
          </p:cNvSpPr>
          <p:nvPr/>
        </p:nvSpPr>
        <p:spPr bwMode="auto">
          <a:xfrm>
            <a:off x="1042988" y="549275"/>
            <a:ext cx="489585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98000" rIns="198000">
            <a:spAutoFit/>
          </a:bodyPr>
          <a:lstStyle/>
          <a:p>
            <a:r>
              <a:rPr lang="zh-CN" altLang="en-US">
                <a:latin typeface="楷体_GB2312" pitchFamily="49" charset="-122"/>
              </a:rPr>
              <a:t>求电流 </a:t>
            </a:r>
            <a:r>
              <a:rPr lang="en-US" altLang="zh-CN" b="0" i="1">
                <a:solidFill>
                  <a:schemeClr val="bg1"/>
                </a:solidFill>
                <a:latin typeface="Times New Roman" pitchFamily="18" charset="0"/>
              </a:rPr>
              <a:t>i </a:t>
            </a:r>
            <a:r>
              <a:rPr lang="zh-CN" altLang="en-US">
                <a:latin typeface="楷体_GB2312" pitchFamily="49" charset="-122"/>
              </a:rPr>
              <a:t>的零状态响应。</a:t>
            </a:r>
            <a:endParaRPr lang="zh-CN" altLang="en-US" b="0">
              <a:latin typeface="楷体_GB2312" pitchFamily="49" charset="-122"/>
            </a:endParaRPr>
          </a:p>
        </p:txBody>
      </p:sp>
      <p:sp>
        <p:nvSpPr>
          <p:cNvPr id="198659" name="Text Box 3"/>
          <p:cNvSpPr txBox="1">
            <a:spLocks noChangeArrowheads="1"/>
          </p:cNvSpPr>
          <p:nvPr/>
        </p:nvSpPr>
        <p:spPr bwMode="auto">
          <a:xfrm>
            <a:off x="468313" y="1916113"/>
            <a:ext cx="2844800" cy="579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198000" rIns="198000">
            <a:spAutoFit/>
          </a:bodyPr>
          <a:lstStyle/>
          <a:p>
            <a:r>
              <a:rPr lang="en-US" altLang="zh-CN" sz="3200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 </a:t>
            </a:r>
            <a:r>
              <a:rPr lang="en-US" altLang="zh-CN" sz="3200" b="0" i="1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i</a:t>
            </a:r>
            <a:r>
              <a:rPr lang="en-US" altLang="zh-CN" sz="3200" b="0" baseline="-2500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1</a:t>
            </a:r>
            <a:r>
              <a:rPr lang="en-US" altLang="zh-CN" sz="3200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= </a:t>
            </a:r>
            <a:r>
              <a:rPr lang="en-US" altLang="zh-CN" sz="3200" b="0" i="1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i  </a:t>
            </a:r>
            <a:r>
              <a:rPr lang="zh-CN" altLang="en-US" sz="3200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－ </a:t>
            </a:r>
            <a:r>
              <a:rPr lang="en-US" altLang="zh-CN" sz="3200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0.5 </a:t>
            </a:r>
            <a:r>
              <a:rPr lang="en-US" altLang="zh-CN" sz="3200" b="0" i="1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u</a:t>
            </a:r>
            <a:r>
              <a:rPr lang="en-US" altLang="zh-CN" sz="3200" b="0" baseline="-2500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1</a:t>
            </a:r>
            <a:endParaRPr lang="en-US" altLang="zh-CN" sz="3200" b="0">
              <a:solidFill>
                <a:schemeClr val="bg1"/>
              </a:solidFill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198660" name="Text Box 4"/>
          <p:cNvSpPr txBox="1">
            <a:spLocks noChangeArrowheads="1"/>
          </p:cNvSpPr>
          <p:nvPr/>
        </p:nvSpPr>
        <p:spPr bwMode="auto">
          <a:xfrm>
            <a:off x="827088" y="2492375"/>
            <a:ext cx="3478212" cy="1066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198000" rIns="198000">
            <a:spAutoFit/>
          </a:bodyPr>
          <a:lstStyle/>
          <a:p>
            <a:r>
              <a:rPr lang="en-US" altLang="zh-CN" sz="3200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= </a:t>
            </a:r>
            <a:r>
              <a:rPr lang="en-US" altLang="zh-CN" sz="3200" b="0" i="1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i</a:t>
            </a:r>
            <a:r>
              <a:rPr lang="en-US" altLang="zh-CN" sz="3200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 </a:t>
            </a:r>
            <a:r>
              <a:rPr lang="zh-CN" altLang="en-US" sz="3200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－ </a:t>
            </a:r>
            <a:r>
              <a:rPr lang="en-US" altLang="zh-CN" sz="3200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0.5(2</a:t>
            </a:r>
            <a:r>
              <a:rPr lang="zh-CN" altLang="en-US" sz="3200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－ </a:t>
            </a:r>
            <a:r>
              <a:rPr lang="en-US" altLang="zh-CN" sz="3200" b="0" i="1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i</a:t>
            </a:r>
            <a:r>
              <a:rPr lang="en-US" altLang="zh-CN" sz="3200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)</a:t>
            </a:r>
            <a:r>
              <a:rPr lang="en-US" altLang="zh-CN" sz="3200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2</a:t>
            </a:r>
          </a:p>
          <a:p>
            <a:r>
              <a:rPr lang="en-US" altLang="zh-CN" sz="3200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= 2</a:t>
            </a:r>
            <a:r>
              <a:rPr lang="en-US" altLang="zh-CN" sz="3200" b="0" i="1">
                <a:solidFill>
                  <a:schemeClr val="bg1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i </a:t>
            </a:r>
            <a:r>
              <a:rPr lang="zh-CN" altLang="en-US" sz="3200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－</a:t>
            </a:r>
            <a:r>
              <a:rPr lang="en-US" altLang="zh-CN" sz="3200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2</a:t>
            </a:r>
            <a:endParaRPr lang="en-US" altLang="zh-CN" sz="3200" b="0">
              <a:solidFill>
                <a:schemeClr val="bg1"/>
              </a:solidFill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198661" name="Text Box 5"/>
          <p:cNvSpPr txBox="1">
            <a:spLocks noChangeArrowheads="1"/>
          </p:cNvSpPr>
          <p:nvPr/>
        </p:nvSpPr>
        <p:spPr bwMode="auto">
          <a:xfrm>
            <a:off x="468313" y="3860800"/>
            <a:ext cx="1944687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98000" rIns="198000">
            <a:spAutoFit/>
          </a:bodyPr>
          <a:lstStyle/>
          <a:p>
            <a:r>
              <a:rPr lang="zh-CN" altLang="en-US">
                <a:latin typeface="Times New Roman" pitchFamily="18" charset="0"/>
              </a:rPr>
              <a:t>由</a:t>
            </a:r>
            <a:r>
              <a:rPr lang="en-US" altLang="zh-CN" b="0">
                <a:latin typeface="Times New Roman" pitchFamily="18" charset="0"/>
                <a:ea typeface="宋体" pitchFamily="2" charset="-122"/>
              </a:rPr>
              <a:t>KVL</a:t>
            </a:r>
            <a:r>
              <a:rPr lang="zh-CN" altLang="en-US" b="0">
                <a:latin typeface="Times New Roman" pitchFamily="18" charset="0"/>
                <a:ea typeface="宋体" pitchFamily="2" charset="-122"/>
              </a:rPr>
              <a:t>：</a:t>
            </a:r>
          </a:p>
        </p:txBody>
      </p:sp>
      <p:graphicFrame>
        <p:nvGraphicFramePr>
          <p:cNvPr id="198662" name="Object 6"/>
          <p:cNvGraphicFramePr>
            <a:graphicFrameLocks noChangeAspect="1"/>
          </p:cNvGraphicFramePr>
          <p:nvPr/>
        </p:nvGraphicFramePr>
        <p:xfrm>
          <a:off x="2268538" y="3573463"/>
          <a:ext cx="4967287" cy="1063625"/>
        </p:xfrm>
        <a:graphic>
          <a:graphicData uri="http://schemas.openxmlformats.org/presentationml/2006/ole">
            <p:oleObj spid="_x0000_s121861" r:id="rId3" imgW="1935000" imgH="403560" progId="Equation.3">
              <p:embed/>
            </p:oleObj>
          </a:graphicData>
        </a:graphic>
      </p:graphicFrame>
      <p:sp>
        <p:nvSpPr>
          <p:cNvPr id="198663" name="Text Box 7"/>
          <p:cNvSpPr txBox="1">
            <a:spLocks noChangeArrowheads="1"/>
          </p:cNvSpPr>
          <p:nvPr/>
        </p:nvSpPr>
        <p:spPr bwMode="auto">
          <a:xfrm>
            <a:off x="539750" y="4797425"/>
            <a:ext cx="2160588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>
                <a:latin typeface="Times New Roman" pitchFamily="18" charset="0"/>
              </a:rPr>
              <a:t>整理得：</a:t>
            </a:r>
            <a:endParaRPr lang="zh-CN" altLang="en-US" b="0">
              <a:latin typeface="Times New Roman" pitchFamily="18" charset="0"/>
            </a:endParaRPr>
          </a:p>
        </p:txBody>
      </p:sp>
      <p:graphicFrame>
        <p:nvGraphicFramePr>
          <p:cNvPr id="198664" name="Object 8"/>
          <p:cNvGraphicFramePr>
            <a:graphicFrameLocks noChangeAspect="1"/>
          </p:cNvGraphicFramePr>
          <p:nvPr/>
        </p:nvGraphicFramePr>
        <p:xfrm>
          <a:off x="2268538" y="4508500"/>
          <a:ext cx="3600450" cy="1060450"/>
        </p:xfrm>
        <a:graphic>
          <a:graphicData uri="http://schemas.openxmlformats.org/presentationml/2006/ole">
            <p:oleObj spid="_x0000_s121863" r:id="rId4" imgW="1297800" imgH="415080" progId="Equation.3">
              <p:embed/>
            </p:oleObj>
          </a:graphicData>
        </a:graphic>
      </p:graphicFrame>
      <p:sp>
        <p:nvSpPr>
          <p:cNvPr id="121864" name="Text Box 9"/>
          <p:cNvSpPr txBox="1">
            <a:spLocks noChangeArrowheads="1"/>
          </p:cNvSpPr>
          <p:nvPr/>
        </p:nvSpPr>
        <p:spPr bwMode="auto">
          <a:xfrm>
            <a:off x="6156325" y="5507038"/>
            <a:ext cx="1841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endParaRPr lang="zh-CN" altLang="zh-CN" sz="2400" b="0"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198666" name="Text Box 10"/>
          <p:cNvSpPr txBox="1">
            <a:spLocks noChangeArrowheads="1"/>
          </p:cNvSpPr>
          <p:nvPr/>
        </p:nvSpPr>
        <p:spPr bwMode="auto">
          <a:xfrm>
            <a:off x="971550" y="1196975"/>
            <a:ext cx="2897188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198000" rIns="198000">
            <a:spAutoFit/>
          </a:bodyPr>
          <a:lstStyle/>
          <a:p>
            <a:r>
              <a:rPr lang="zh-CN" altLang="en-US">
                <a:latin typeface="Times New Roman" pitchFamily="18" charset="0"/>
              </a:rPr>
              <a:t>首先写微分方程</a:t>
            </a:r>
          </a:p>
        </p:txBody>
      </p:sp>
      <p:sp>
        <p:nvSpPr>
          <p:cNvPr id="198667" name="Text Box 11"/>
          <p:cNvSpPr txBox="1">
            <a:spLocks noChangeArrowheads="1"/>
          </p:cNvSpPr>
          <p:nvPr/>
        </p:nvSpPr>
        <p:spPr bwMode="auto">
          <a:xfrm>
            <a:off x="395288" y="1196975"/>
            <a:ext cx="542925" cy="519113"/>
          </a:xfrm>
          <a:prstGeom prst="rect">
            <a:avLst/>
          </a:prstGeom>
          <a:solidFill>
            <a:srgbClr val="990033"/>
          </a:solidFill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解</a:t>
            </a:r>
            <a:endParaRPr lang="zh-CN" altLang="en-US" b="0">
              <a:solidFill>
                <a:schemeClr val="bg1"/>
              </a:solidFill>
              <a:latin typeface="Times New Roman" pitchFamily="18" charset="0"/>
              <a:ea typeface="宋体" pitchFamily="2" charset="-122"/>
            </a:endParaRPr>
          </a:p>
        </p:txBody>
      </p:sp>
      <p:grpSp>
        <p:nvGrpSpPr>
          <p:cNvPr id="121867" name="Group 12"/>
          <p:cNvGrpSpPr>
            <a:grpSpLocks/>
          </p:cNvGrpSpPr>
          <p:nvPr/>
        </p:nvGrpSpPr>
        <p:grpSpPr bwMode="auto"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121868" name="Picture 13" descr="78900"/>
            <p:cNvPicPr>
              <a:picLocks noChangeAspect="1" noChangeArrowheads="1"/>
            </p:cNvPicPr>
            <p:nvPr/>
          </p:nvPicPr>
          <p:blipFill>
            <a:blip r:embed="rId5"/>
            <a:srcRect/>
            <a:stretch>
              <a:fillRect/>
            </a:stretch>
          </p:blipFill>
          <p:spPr bwMode="auto"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21869" name="Text Box 14">
              <a:hlinkClick r:id="" action="ppaction://hlinkshowjump?jump=nextslide"/>
            </p:cNvPr>
            <p:cNvSpPr txBox="1">
              <a:spLocks noChangeArrowheads="1"/>
            </p:cNvSpPr>
            <p:nvPr/>
          </p:nvSpPr>
          <p:spPr bwMode="auto"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0">
                  <a:solidFill>
                    <a:schemeClr val="bg1"/>
                  </a:solidFill>
                  <a:latin typeface="隶书" pitchFamily="49" charset="-122"/>
                  <a:ea typeface="隶书" pitchFamily="49" charset="-122"/>
                </a:rPr>
                <a:t>下 页</a:t>
              </a:r>
            </a:p>
          </p:txBody>
        </p:sp>
      </p:grpSp>
      <p:grpSp>
        <p:nvGrpSpPr>
          <p:cNvPr id="121870" name="Group 15"/>
          <p:cNvGrpSpPr>
            <a:grpSpLocks/>
          </p:cNvGrpSpPr>
          <p:nvPr/>
        </p:nvGrpSpPr>
        <p:grpSpPr bwMode="auto">
          <a:xfrm>
            <a:off x="7453313" y="6446838"/>
            <a:ext cx="792162" cy="366712"/>
            <a:chOff x="4649" y="4020"/>
            <a:chExt cx="499" cy="231"/>
          </a:xfrm>
        </p:grpSpPr>
        <p:pic>
          <p:nvPicPr>
            <p:cNvPr id="121871" name="Picture 16" descr="78900"/>
            <p:cNvPicPr>
              <a:picLocks noChangeAspect="1" noChangeArrowheads="1"/>
            </p:cNvPicPr>
            <p:nvPr/>
          </p:nvPicPr>
          <p:blipFill>
            <a:blip r:embed="rId5"/>
            <a:srcRect/>
            <a:stretch>
              <a:fillRect/>
            </a:stretch>
          </p:blipFill>
          <p:spPr bwMode="auto"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21872" name="Text Box 17">
              <a:hlinkClick r:id="" action="ppaction://hlinkshowjump?jump=previousslide"/>
            </p:cNvPr>
            <p:cNvSpPr txBox="1">
              <a:spLocks noChangeArrowheads="1"/>
            </p:cNvSpPr>
            <p:nvPr/>
          </p:nvSpPr>
          <p:spPr bwMode="auto"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0">
                  <a:solidFill>
                    <a:schemeClr val="bg1"/>
                  </a:solidFill>
                  <a:latin typeface="隶书" pitchFamily="49" charset="-122"/>
                  <a:ea typeface="隶书" pitchFamily="49" charset="-122"/>
                </a:rPr>
                <a:t>上 页</a:t>
              </a:r>
            </a:p>
          </p:txBody>
        </p:sp>
      </p:grpSp>
      <p:grpSp>
        <p:nvGrpSpPr>
          <p:cNvPr id="198674" name="Group 18"/>
          <p:cNvGrpSpPr>
            <a:grpSpLocks/>
          </p:cNvGrpSpPr>
          <p:nvPr/>
        </p:nvGrpSpPr>
        <p:grpSpPr bwMode="auto">
          <a:xfrm>
            <a:off x="5765800" y="2822575"/>
            <a:ext cx="771525" cy="519113"/>
            <a:chOff x="1837" y="1285"/>
            <a:chExt cx="459" cy="353"/>
          </a:xfrm>
        </p:grpSpPr>
        <p:sp>
          <p:nvSpPr>
            <p:cNvPr id="121874" name="Line 19"/>
            <p:cNvSpPr>
              <a:spLocks noChangeShapeType="1"/>
            </p:cNvSpPr>
            <p:nvPr/>
          </p:nvSpPr>
          <p:spPr bwMode="auto">
            <a:xfrm>
              <a:off x="1837" y="1298"/>
              <a:ext cx="0" cy="288"/>
            </a:xfrm>
            <a:prstGeom prst="line">
              <a:avLst/>
            </a:prstGeom>
            <a:noFill/>
            <a:ln w="28575">
              <a:solidFill>
                <a:srgbClr val="66FFFF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1875" name="Text Box 20"/>
            <p:cNvSpPr txBox="1">
              <a:spLocks noChangeArrowheads="1"/>
            </p:cNvSpPr>
            <p:nvPr/>
          </p:nvSpPr>
          <p:spPr bwMode="auto">
            <a:xfrm>
              <a:off x="1916" y="1285"/>
              <a:ext cx="380" cy="353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2</a:t>
              </a:r>
              <a:r>
                <a:rPr lang="en-US" altLang="zh-CN" b="0">
                  <a:solidFill>
                    <a:schemeClr val="bg1"/>
                  </a:solidFill>
                  <a:latin typeface="宋体" pitchFamily="2" charset="-122"/>
                  <a:ea typeface="宋体" pitchFamily="2" charset="-122"/>
                </a:rPr>
                <a:t>-</a:t>
              </a:r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i</a:t>
              </a:r>
              <a:endParaRPr lang="en-US" altLang="zh-CN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</p:grpSp>
      <p:grpSp>
        <p:nvGrpSpPr>
          <p:cNvPr id="198677" name="Group 21"/>
          <p:cNvGrpSpPr>
            <a:grpSpLocks/>
          </p:cNvGrpSpPr>
          <p:nvPr/>
        </p:nvGrpSpPr>
        <p:grpSpPr bwMode="auto">
          <a:xfrm>
            <a:off x="5867400" y="1325563"/>
            <a:ext cx="865188" cy="519112"/>
            <a:chOff x="4558" y="2251"/>
            <a:chExt cx="545" cy="327"/>
          </a:xfrm>
        </p:grpSpPr>
        <p:sp>
          <p:nvSpPr>
            <p:cNvPr id="121877" name="Text Box 22"/>
            <p:cNvSpPr txBox="1">
              <a:spLocks noChangeArrowheads="1"/>
            </p:cNvSpPr>
            <p:nvPr/>
          </p:nvSpPr>
          <p:spPr bwMode="auto">
            <a:xfrm>
              <a:off x="4558" y="2251"/>
              <a:ext cx="545" cy="32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zh-CN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i</a:t>
              </a:r>
              <a:r>
                <a:rPr lang="en-US" altLang="zh-CN" sz="2400" baseline="-2500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1</a:t>
              </a:r>
              <a:endParaRPr lang="en-US" altLang="zh-CN" sz="2400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121878" name="Line 23"/>
            <p:cNvSpPr>
              <a:spLocks noChangeShapeType="1"/>
            </p:cNvSpPr>
            <p:nvPr/>
          </p:nvSpPr>
          <p:spPr bwMode="auto">
            <a:xfrm>
              <a:off x="4558" y="2268"/>
              <a:ext cx="337" cy="1"/>
            </a:xfrm>
            <a:prstGeom prst="line">
              <a:avLst/>
            </a:prstGeom>
            <a:noFill/>
            <a:ln w="28575">
              <a:solidFill>
                <a:srgbClr val="66FFFF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98680" name="Freeform 24"/>
          <p:cNvSpPr>
            <a:spLocks noChangeArrowheads="1"/>
          </p:cNvSpPr>
          <p:nvPr/>
        </p:nvSpPr>
        <p:spPr bwMode="auto">
          <a:xfrm rot="645293">
            <a:off x="6824663" y="2046288"/>
            <a:ext cx="863600" cy="576262"/>
          </a:xfrm>
          <a:custGeom>
            <a:avLst/>
            <a:gdLst/>
            <a:ahLst/>
            <a:cxnLst>
              <a:cxn ang="0">
                <a:pos x="483" y="340"/>
              </a:cxn>
              <a:cxn ang="0">
                <a:pos x="30" y="249"/>
              </a:cxn>
              <a:cxn ang="0">
                <a:pos x="302" y="23"/>
              </a:cxn>
              <a:cxn ang="0">
                <a:pos x="710" y="113"/>
              </a:cxn>
              <a:cxn ang="0">
                <a:pos x="574" y="295"/>
              </a:cxn>
            </a:cxnLst>
            <a:rect l="0" t="0" r="r" b="b"/>
            <a:pathLst>
              <a:path w="755" h="340">
                <a:moveTo>
                  <a:pt x="483" y="340"/>
                </a:moveTo>
                <a:cubicBezTo>
                  <a:pt x="271" y="321"/>
                  <a:pt x="60" y="302"/>
                  <a:pt x="30" y="249"/>
                </a:cubicBezTo>
                <a:cubicBezTo>
                  <a:pt x="0" y="196"/>
                  <a:pt x="189" y="46"/>
                  <a:pt x="302" y="23"/>
                </a:cubicBezTo>
                <a:cubicBezTo>
                  <a:pt x="415" y="0"/>
                  <a:pt x="665" y="68"/>
                  <a:pt x="710" y="113"/>
                </a:cubicBezTo>
                <a:cubicBezTo>
                  <a:pt x="755" y="158"/>
                  <a:pt x="597" y="265"/>
                  <a:pt x="574" y="295"/>
                </a:cubicBezTo>
              </a:path>
            </a:pathLst>
          </a:custGeom>
          <a:noFill/>
          <a:ln w="28575">
            <a:solidFill>
              <a:srgbClr val="FF33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8725" name="Text Box 69"/>
          <p:cNvSpPr txBox="1">
            <a:spLocks noChangeArrowheads="1"/>
          </p:cNvSpPr>
          <p:nvPr/>
        </p:nvSpPr>
        <p:spPr bwMode="auto">
          <a:xfrm>
            <a:off x="323850" y="476250"/>
            <a:ext cx="647700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 sz="320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例</a:t>
            </a:r>
            <a:endParaRPr lang="zh-CN" altLang="en-US" sz="3200" b="0">
              <a:solidFill>
                <a:schemeClr val="bg1"/>
              </a:solidFill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198726" name="AutoShape 70" descr="羊皮纸"/>
          <p:cNvSpPr>
            <a:spLocks noChangeArrowheads="1"/>
          </p:cNvSpPr>
          <p:nvPr/>
        </p:nvSpPr>
        <p:spPr bwMode="auto">
          <a:xfrm>
            <a:off x="6300788" y="5229225"/>
            <a:ext cx="2303462" cy="1008063"/>
          </a:xfrm>
          <a:prstGeom prst="wedgeRoundRectCallout">
            <a:avLst>
              <a:gd name="adj1" fmla="val -104241"/>
              <a:gd name="adj2" fmla="val -46380"/>
              <a:gd name="adj3" fmla="val 16667"/>
            </a:avLst>
          </a:prstGeom>
          <a:blipFill dpi="0" rotWithShape="1">
            <a:blip r:embed="rId6"/>
            <a:srcRect/>
            <a:tile tx="0" ty="0" sx="100000" sy="100000" flip="none" algn="tl"/>
          </a:blipFill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zh-CN" altLang="en-US">
                <a:solidFill>
                  <a:schemeClr val="tx1"/>
                </a:solidFill>
              </a:rPr>
              <a:t>二阶非齐次常微分方程</a:t>
            </a:r>
          </a:p>
        </p:txBody>
      </p:sp>
      <p:grpSp>
        <p:nvGrpSpPr>
          <p:cNvPr id="121882" name="Group 71"/>
          <p:cNvGrpSpPr>
            <a:grpSpLocks/>
          </p:cNvGrpSpPr>
          <p:nvPr/>
        </p:nvGrpSpPr>
        <p:grpSpPr bwMode="auto">
          <a:xfrm>
            <a:off x="6588125" y="6446838"/>
            <a:ext cx="792163" cy="366712"/>
            <a:chOff x="4649" y="4020"/>
            <a:chExt cx="499" cy="231"/>
          </a:xfrm>
        </p:grpSpPr>
        <p:pic>
          <p:nvPicPr>
            <p:cNvPr id="121883" name="Picture 72" descr="78900"/>
            <p:cNvPicPr>
              <a:picLocks noChangeAspect="1" noChangeArrowheads="1"/>
            </p:cNvPicPr>
            <p:nvPr/>
          </p:nvPicPr>
          <p:blipFill>
            <a:blip r:embed="rId5"/>
            <a:srcRect/>
            <a:stretch>
              <a:fillRect/>
            </a:stretch>
          </p:blipFill>
          <p:spPr bwMode="auto"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21884" name="Text Box 73">
              <a:hlinkClick r:id="rId7" action="ppaction://hlinksldjump"/>
            </p:cNvPr>
            <p:cNvSpPr txBox="1">
              <a:spLocks noChangeArrowheads="1"/>
            </p:cNvSpPr>
            <p:nvPr/>
          </p:nvSpPr>
          <p:spPr bwMode="auto"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0">
                  <a:solidFill>
                    <a:schemeClr val="bg1"/>
                  </a:solidFill>
                  <a:latin typeface="隶书" pitchFamily="49" charset="-122"/>
                  <a:ea typeface="隶书" pitchFamily="49" charset="-122"/>
                </a:rPr>
                <a:t>返 回</a:t>
              </a:r>
            </a:p>
          </p:txBody>
        </p:sp>
      </p:grpSp>
      <p:grpSp>
        <p:nvGrpSpPr>
          <p:cNvPr id="198732" name="Group 76"/>
          <p:cNvGrpSpPr>
            <a:grpSpLocks/>
          </p:cNvGrpSpPr>
          <p:nvPr/>
        </p:nvGrpSpPr>
        <p:grpSpPr bwMode="auto">
          <a:xfrm>
            <a:off x="3995738" y="333375"/>
            <a:ext cx="5113337" cy="3019425"/>
            <a:chOff x="5964" y="167"/>
            <a:chExt cx="3221" cy="1902"/>
          </a:xfrm>
        </p:grpSpPr>
        <p:sp>
          <p:nvSpPr>
            <p:cNvPr id="121886" name="Line 26"/>
            <p:cNvSpPr>
              <a:spLocks noChangeShapeType="1"/>
            </p:cNvSpPr>
            <p:nvPr/>
          </p:nvSpPr>
          <p:spPr bwMode="auto">
            <a:xfrm>
              <a:off x="6146" y="843"/>
              <a:ext cx="0" cy="1225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1887" name="Line 28"/>
            <p:cNvSpPr>
              <a:spLocks noChangeShapeType="1"/>
            </p:cNvSpPr>
            <p:nvPr/>
          </p:nvSpPr>
          <p:spPr bwMode="auto">
            <a:xfrm flipH="1">
              <a:off x="7156" y="480"/>
              <a:ext cx="1588" cy="0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1888" name="Line 31"/>
            <p:cNvSpPr>
              <a:spLocks noChangeShapeType="1"/>
            </p:cNvSpPr>
            <p:nvPr/>
          </p:nvSpPr>
          <p:spPr bwMode="auto">
            <a:xfrm>
              <a:off x="6146" y="935"/>
              <a:ext cx="0" cy="499"/>
            </a:xfrm>
            <a:prstGeom prst="line">
              <a:avLst/>
            </a:prstGeom>
            <a:noFill/>
            <a:ln w="28575">
              <a:solidFill>
                <a:srgbClr val="66FFFF"/>
              </a:solidFill>
              <a:round/>
              <a:headEnd type="triangle" w="med" len="med"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1889" name="Line 32"/>
            <p:cNvSpPr>
              <a:spLocks noChangeShapeType="1"/>
            </p:cNvSpPr>
            <p:nvPr/>
          </p:nvSpPr>
          <p:spPr bwMode="auto">
            <a:xfrm flipH="1">
              <a:off x="8141" y="482"/>
              <a:ext cx="500" cy="1"/>
            </a:xfrm>
            <a:prstGeom prst="line">
              <a:avLst/>
            </a:prstGeom>
            <a:noFill/>
            <a:ln w="28575">
              <a:solidFill>
                <a:srgbClr val="66FFFF"/>
              </a:solidFill>
              <a:round/>
              <a:headEnd type="triangle" w="med" len="med"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1890" name="Line 34"/>
            <p:cNvSpPr>
              <a:spLocks noChangeShapeType="1"/>
            </p:cNvSpPr>
            <p:nvPr/>
          </p:nvSpPr>
          <p:spPr bwMode="auto">
            <a:xfrm flipH="1" flipV="1">
              <a:off x="7156" y="480"/>
              <a:ext cx="0" cy="363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1891" name="Line 35"/>
            <p:cNvSpPr>
              <a:spLocks noChangeShapeType="1"/>
            </p:cNvSpPr>
            <p:nvPr/>
          </p:nvSpPr>
          <p:spPr bwMode="auto">
            <a:xfrm flipV="1">
              <a:off x="8744" y="480"/>
              <a:ext cx="0" cy="363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 type="oval" w="med" len="med"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1892" name="Line 36"/>
            <p:cNvSpPr>
              <a:spLocks noChangeShapeType="1"/>
            </p:cNvSpPr>
            <p:nvPr/>
          </p:nvSpPr>
          <p:spPr bwMode="auto">
            <a:xfrm>
              <a:off x="6158" y="843"/>
              <a:ext cx="1954" cy="1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1893" name="Line 37"/>
            <p:cNvSpPr>
              <a:spLocks noChangeShapeType="1"/>
            </p:cNvSpPr>
            <p:nvPr/>
          </p:nvSpPr>
          <p:spPr bwMode="auto">
            <a:xfrm>
              <a:off x="7156" y="843"/>
              <a:ext cx="0" cy="1225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 type="oval" w="med" len="med"/>
              <a:tailEnd type="oval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1894" name="Line 38"/>
            <p:cNvSpPr>
              <a:spLocks noChangeShapeType="1"/>
            </p:cNvSpPr>
            <p:nvPr/>
          </p:nvSpPr>
          <p:spPr bwMode="auto">
            <a:xfrm>
              <a:off x="6158" y="2068"/>
              <a:ext cx="2592" cy="1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1895" name="Line 39"/>
            <p:cNvSpPr>
              <a:spLocks noChangeShapeType="1"/>
            </p:cNvSpPr>
            <p:nvPr/>
          </p:nvSpPr>
          <p:spPr bwMode="auto">
            <a:xfrm>
              <a:off x="6657" y="1252"/>
              <a:ext cx="91" cy="226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1896" name="Line 40"/>
            <p:cNvSpPr>
              <a:spLocks noChangeShapeType="1"/>
            </p:cNvSpPr>
            <p:nvPr/>
          </p:nvSpPr>
          <p:spPr bwMode="auto">
            <a:xfrm>
              <a:off x="6657" y="843"/>
              <a:ext cx="2" cy="387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 type="oval" w="med" len="med"/>
              <a:tailEnd type="oval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1897" name="Line 41"/>
            <p:cNvSpPr>
              <a:spLocks noChangeShapeType="1"/>
            </p:cNvSpPr>
            <p:nvPr/>
          </p:nvSpPr>
          <p:spPr bwMode="auto">
            <a:xfrm>
              <a:off x="6657" y="1478"/>
              <a:ext cx="1" cy="588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 type="oval" w="med" len="med"/>
              <a:tailEnd type="oval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1898" name="Rectangle 42"/>
            <p:cNvSpPr>
              <a:spLocks noChangeArrowheads="1"/>
            </p:cNvSpPr>
            <p:nvPr/>
          </p:nvSpPr>
          <p:spPr bwMode="auto">
            <a:xfrm>
              <a:off x="6975" y="1070"/>
              <a:ext cx="113" cy="269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b="0">
                  <a:solidFill>
                    <a:schemeClr val="bg1"/>
                  </a:solidFill>
                  <a:latin typeface="宋体" pitchFamily="2" charset="-122"/>
                  <a:ea typeface="宋体" pitchFamily="2" charset="-122"/>
                </a:rPr>
                <a:t>+</a:t>
              </a:r>
              <a:endParaRPr lang="en-US" altLang="zh-CN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121899" name="Rectangle 43"/>
            <p:cNvSpPr>
              <a:spLocks noChangeArrowheads="1"/>
            </p:cNvSpPr>
            <p:nvPr/>
          </p:nvSpPr>
          <p:spPr bwMode="auto">
            <a:xfrm>
              <a:off x="6839" y="1342"/>
              <a:ext cx="359" cy="269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u</a:t>
              </a:r>
              <a:r>
                <a:rPr lang="en-US" altLang="zh-CN" b="0" baseline="-25000">
                  <a:solidFill>
                    <a:schemeClr val="bg1"/>
                  </a:solidFill>
                  <a:latin typeface="宋体" pitchFamily="2" charset="-122"/>
                  <a:ea typeface="宋体" pitchFamily="2" charset="-122"/>
                </a:rPr>
                <a:t>1</a:t>
              </a:r>
            </a:p>
          </p:txBody>
        </p:sp>
        <p:sp>
          <p:nvSpPr>
            <p:cNvPr id="121900" name="Rectangle 44"/>
            <p:cNvSpPr>
              <a:spLocks noChangeArrowheads="1"/>
            </p:cNvSpPr>
            <p:nvPr/>
          </p:nvSpPr>
          <p:spPr bwMode="auto">
            <a:xfrm>
              <a:off x="6975" y="1569"/>
              <a:ext cx="113" cy="269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b="0">
                  <a:solidFill>
                    <a:schemeClr val="bg1"/>
                  </a:solidFill>
                  <a:latin typeface="宋体" pitchFamily="2" charset="-122"/>
                  <a:ea typeface="宋体" pitchFamily="2" charset="-122"/>
                </a:rPr>
                <a:t>-</a:t>
              </a:r>
              <a:endParaRPr lang="en-US" altLang="zh-CN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121901" name="Rectangle 45"/>
            <p:cNvSpPr>
              <a:spLocks noChangeArrowheads="1"/>
            </p:cNvSpPr>
            <p:nvPr/>
          </p:nvSpPr>
          <p:spPr bwMode="auto">
            <a:xfrm>
              <a:off x="8154" y="167"/>
              <a:ext cx="468" cy="269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0.5</a:t>
              </a:r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u</a:t>
              </a:r>
              <a:r>
                <a:rPr lang="en-US" altLang="zh-CN" b="0" baseline="-2500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1</a:t>
              </a:r>
            </a:p>
          </p:txBody>
        </p:sp>
        <p:sp>
          <p:nvSpPr>
            <p:cNvPr id="121902" name="Rectangle 46"/>
            <p:cNvSpPr>
              <a:spLocks noChangeArrowheads="1"/>
            </p:cNvSpPr>
            <p:nvPr/>
          </p:nvSpPr>
          <p:spPr bwMode="auto">
            <a:xfrm>
              <a:off x="7474" y="889"/>
              <a:ext cx="284" cy="269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b="0">
                  <a:solidFill>
                    <a:schemeClr val="bg1"/>
                  </a:solidFill>
                  <a:latin typeface="Symbol" pitchFamily="18" charset="2"/>
                  <a:ea typeface="宋体" pitchFamily="2" charset="-122"/>
                </a:rPr>
                <a:t>2W</a:t>
              </a:r>
              <a:endParaRPr lang="en-US" altLang="zh-CN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121903" name="Rectangle 47"/>
            <p:cNvSpPr>
              <a:spLocks noChangeArrowheads="1"/>
            </p:cNvSpPr>
            <p:nvPr/>
          </p:nvSpPr>
          <p:spPr bwMode="auto">
            <a:xfrm>
              <a:off x="8018" y="934"/>
              <a:ext cx="411" cy="269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1/6F</a:t>
              </a:r>
            </a:p>
          </p:txBody>
        </p:sp>
        <p:sp>
          <p:nvSpPr>
            <p:cNvPr id="121904" name="Rectangle 48"/>
            <p:cNvSpPr>
              <a:spLocks noChangeArrowheads="1"/>
            </p:cNvSpPr>
            <p:nvPr/>
          </p:nvSpPr>
          <p:spPr bwMode="auto">
            <a:xfrm>
              <a:off x="8426" y="1206"/>
              <a:ext cx="276" cy="269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1H</a:t>
              </a:r>
            </a:p>
          </p:txBody>
        </p:sp>
        <p:sp>
          <p:nvSpPr>
            <p:cNvPr id="121905" name="Rectangle 49"/>
            <p:cNvSpPr>
              <a:spLocks noChangeArrowheads="1"/>
            </p:cNvSpPr>
            <p:nvPr/>
          </p:nvSpPr>
          <p:spPr bwMode="auto">
            <a:xfrm>
              <a:off x="6476" y="1388"/>
              <a:ext cx="125" cy="269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S</a:t>
              </a:r>
            </a:p>
          </p:txBody>
        </p:sp>
        <p:sp>
          <p:nvSpPr>
            <p:cNvPr id="121906" name="Rectangle 50"/>
            <p:cNvSpPr>
              <a:spLocks noChangeArrowheads="1"/>
            </p:cNvSpPr>
            <p:nvPr/>
          </p:nvSpPr>
          <p:spPr bwMode="auto">
            <a:xfrm>
              <a:off x="7292" y="1342"/>
              <a:ext cx="284" cy="269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b="0">
                  <a:solidFill>
                    <a:schemeClr val="bg1"/>
                  </a:solidFill>
                  <a:latin typeface="Symbol" pitchFamily="18" charset="2"/>
                  <a:ea typeface="宋体" pitchFamily="2" charset="-122"/>
                </a:rPr>
                <a:t>2W</a:t>
              </a:r>
              <a:endParaRPr lang="en-US" altLang="zh-CN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121907" name="Rectangle 51"/>
            <p:cNvSpPr>
              <a:spLocks noChangeArrowheads="1"/>
            </p:cNvSpPr>
            <p:nvPr/>
          </p:nvSpPr>
          <p:spPr bwMode="auto">
            <a:xfrm>
              <a:off x="8335" y="1614"/>
              <a:ext cx="284" cy="269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b="0">
                  <a:solidFill>
                    <a:schemeClr val="bg1"/>
                  </a:solidFill>
                  <a:latin typeface="Symbol" pitchFamily="18" charset="2"/>
                  <a:ea typeface="宋体" pitchFamily="2" charset="-122"/>
                </a:rPr>
                <a:t>2W</a:t>
              </a:r>
              <a:endParaRPr lang="en-US" altLang="zh-CN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121908" name="Rectangle 52"/>
            <p:cNvSpPr>
              <a:spLocks noChangeArrowheads="1"/>
            </p:cNvSpPr>
            <p:nvPr/>
          </p:nvSpPr>
          <p:spPr bwMode="auto">
            <a:xfrm>
              <a:off x="6235" y="1029"/>
              <a:ext cx="274" cy="269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2A</a:t>
              </a:r>
            </a:p>
          </p:txBody>
        </p:sp>
        <p:sp>
          <p:nvSpPr>
            <p:cNvPr id="121909" name="Rectangle 53"/>
            <p:cNvSpPr>
              <a:spLocks noChangeArrowheads="1"/>
            </p:cNvSpPr>
            <p:nvPr/>
          </p:nvSpPr>
          <p:spPr bwMode="auto">
            <a:xfrm>
              <a:off x="8925" y="1433"/>
              <a:ext cx="260" cy="307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r>
                <a:rPr lang="en-US" altLang="zh-CN" sz="3200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i</a:t>
              </a:r>
              <a:endParaRPr lang="en-US" altLang="zh-CN" sz="3200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121910" name="Line 54"/>
            <p:cNvSpPr>
              <a:spLocks noChangeShapeType="1"/>
            </p:cNvSpPr>
            <p:nvPr/>
          </p:nvSpPr>
          <p:spPr bwMode="auto">
            <a:xfrm flipV="1">
              <a:off x="8199" y="843"/>
              <a:ext cx="556" cy="2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1911" name="Line 55"/>
            <p:cNvSpPr>
              <a:spLocks noChangeShapeType="1"/>
            </p:cNvSpPr>
            <p:nvPr/>
          </p:nvSpPr>
          <p:spPr bwMode="auto">
            <a:xfrm flipV="1">
              <a:off x="8744" y="843"/>
              <a:ext cx="0" cy="227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1912" name="Line 56"/>
            <p:cNvSpPr>
              <a:spLocks noChangeShapeType="1"/>
            </p:cNvSpPr>
            <p:nvPr/>
          </p:nvSpPr>
          <p:spPr bwMode="auto">
            <a:xfrm flipH="1">
              <a:off x="8744" y="1478"/>
              <a:ext cx="1" cy="590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1913" name="Line 57"/>
            <p:cNvSpPr>
              <a:spLocks noChangeShapeType="1"/>
            </p:cNvSpPr>
            <p:nvPr/>
          </p:nvSpPr>
          <p:spPr bwMode="auto">
            <a:xfrm>
              <a:off x="8880" y="1388"/>
              <a:ext cx="0" cy="453"/>
            </a:xfrm>
            <a:prstGeom prst="line">
              <a:avLst/>
            </a:prstGeom>
            <a:noFill/>
            <a:ln w="28575">
              <a:solidFill>
                <a:srgbClr val="66FFFF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1914" name="Line 58"/>
            <p:cNvSpPr>
              <a:spLocks noChangeShapeType="1"/>
            </p:cNvSpPr>
            <p:nvPr/>
          </p:nvSpPr>
          <p:spPr bwMode="auto">
            <a:xfrm flipH="1">
              <a:off x="6509" y="1206"/>
              <a:ext cx="330" cy="183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 type="triangle" w="med" len="med"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1915" name="Rectangle 59"/>
            <p:cNvSpPr>
              <a:spLocks noChangeArrowheads="1"/>
            </p:cNvSpPr>
            <p:nvPr/>
          </p:nvSpPr>
          <p:spPr bwMode="auto">
            <a:xfrm>
              <a:off x="8698" y="1614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</a:gradFill>
            <a:ln w="2857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1916" name="Rectangle 60"/>
            <p:cNvSpPr>
              <a:spLocks noChangeArrowheads="1"/>
            </p:cNvSpPr>
            <p:nvPr/>
          </p:nvSpPr>
          <p:spPr bwMode="auto">
            <a:xfrm>
              <a:off x="7110" y="1342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</a:gradFill>
            <a:ln w="2857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121917" name="Group 61"/>
            <p:cNvGrpSpPr>
              <a:grpSpLocks/>
            </p:cNvGrpSpPr>
            <p:nvPr/>
          </p:nvGrpSpPr>
          <p:grpSpPr bwMode="auto">
            <a:xfrm rot="5400000">
              <a:off x="8286" y="977"/>
              <a:ext cx="499" cy="590"/>
              <a:chOff x="476" y="663"/>
              <a:chExt cx="771" cy="862"/>
            </a:xfrm>
          </p:grpSpPr>
          <p:sp>
            <p:nvSpPr>
              <p:cNvPr id="121918" name="AutoShape 62"/>
              <p:cNvSpPr>
                <a:spLocks noChangeArrowheads="1"/>
              </p:cNvSpPr>
              <p:nvPr/>
            </p:nvSpPr>
            <p:spPr bwMode="auto">
              <a:xfrm>
                <a:off x="476" y="663"/>
                <a:ext cx="317" cy="862"/>
              </a:xfrm>
              <a:custGeom>
                <a:avLst/>
                <a:gdLst/>
                <a:ahLst/>
                <a:cxnLst>
                  <a:cxn ang="0">
                    <a:pos x="2646" y="3717"/>
                  </a:cxn>
                  <a:cxn ang="0">
                    <a:pos x="10800" y="0"/>
                  </a:cxn>
                  <a:cxn ang="0">
                    <a:pos x="18953" y="3717"/>
                  </a:cxn>
                  <a:cxn ang="0">
                    <a:pos x="10799" y="0"/>
                  </a:cxn>
                  <a:cxn ang="0">
                    <a:pos x="2646" y="3717"/>
                  </a:cxn>
                </a:cxnLst>
                <a:rect l="0" t="0" r="r" b="b"/>
                <a:pathLst>
                  <a:path w="21600" h="21600">
                    <a:moveTo>
                      <a:pt x="2646" y="3717"/>
                    </a:moveTo>
                    <a:cubicBezTo>
                      <a:pt x="4698" y="1356"/>
                      <a:pt x="7672" y="-1"/>
                      <a:pt x="10800" y="0"/>
                    </a:cubicBezTo>
                    <a:cubicBezTo>
                      <a:pt x="13927" y="0"/>
                      <a:pt x="16901" y="1356"/>
                      <a:pt x="18953" y="3717"/>
                    </a:cubicBezTo>
                    <a:cubicBezTo>
                      <a:pt x="16901" y="1356"/>
                      <a:pt x="13927" y="-1"/>
                      <a:pt x="10799" y="0"/>
                    </a:cubicBezTo>
                    <a:cubicBezTo>
                      <a:pt x="7672" y="0"/>
                      <a:pt x="4698" y="1356"/>
                      <a:pt x="2646" y="3717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764700"/>
                  </a:gs>
                  <a:gs pos="50000">
                    <a:srgbClr val="FF9900"/>
                  </a:gs>
                  <a:gs pos="100000">
                    <a:srgbClr val="764700"/>
                  </a:gs>
                </a:gsLst>
                <a:lin ang="5400000" scaled="1"/>
              </a:gradFill>
              <a:ln w="38100">
                <a:solidFill>
                  <a:srgbClr val="FF99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1919" name="AutoShape 63"/>
              <p:cNvSpPr>
                <a:spLocks noChangeArrowheads="1"/>
              </p:cNvSpPr>
              <p:nvPr/>
            </p:nvSpPr>
            <p:spPr bwMode="auto">
              <a:xfrm>
                <a:off x="703" y="663"/>
                <a:ext cx="317" cy="862"/>
              </a:xfrm>
              <a:custGeom>
                <a:avLst/>
                <a:gdLst/>
                <a:ahLst/>
                <a:cxnLst>
                  <a:cxn ang="0">
                    <a:pos x="2646" y="3717"/>
                  </a:cxn>
                  <a:cxn ang="0">
                    <a:pos x="10800" y="0"/>
                  </a:cxn>
                  <a:cxn ang="0">
                    <a:pos x="18953" y="3717"/>
                  </a:cxn>
                  <a:cxn ang="0">
                    <a:pos x="10799" y="0"/>
                  </a:cxn>
                  <a:cxn ang="0">
                    <a:pos x="2646" y="3717"/>
                  </a:cxn>
                </a:cxnLst>
                <a:rect l="0" t="0" r="r" b="b"/>
                <a:pathLst>
                  <a:path w="21600" h="21600">
                    <a:moveTo>
                      <a:pt x="2646" y="3717"/>
                    </a:moveTo>
                    <a:cubicBezTo>
                      <a:pt x="4698" y="1356"/>
                      <a:pt x="7672" y="-1"/>
                      <a:pt x="10800" y="0"/>
                    </a:cubicBezTo>
                    <a:cubicBezTo>
                      <a:pt x="13927" y="0"/>
                      <a:pt x="16901" y="1356"/>
                      <a:pt x="18953" y="3717"/>
                    </a:cubicBezTo>
                    <a:cubicBezTo>
                      <a:pt x="16901" y="1356"/>
                      <a:pt x="13927" y="-1"/>
                      <a:pt x="10799" y="0"/>
                    </a:cubicBezTo>
                    <a:cubicBezTo>
                      <a:pt x="7672" y="0"/>
                      <a:pt x="4698" y="1356"/>
                      <a:pt x="2646" y="3717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764700"/>
                  </a:gs>
                  <a:gs pos="50000">
                    <a:srgbClr val="FF9900"/>
                  </a:gs>
                  <a:gs pos="100000">
                    <a:srgbClr val="764700"/>
                  </a:gs>
                </a:gsLst>
                <a:lin ang="5400000" scaled="1"/>
              </a:gradFill>
              <a:ln w="38100">
                <a:solidFill>
                  <a:srgbClr val="FF99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1920" name="AutoShape 64"/>
              <p:cNvSpPr>
                <a:spLocks noChangeArrowheads="1"/>
              </p:cNvSpPr>
              <p:nvPr/>
            </p:nvSpPr>
            <p:spPr bwMode="auto">
              <a:xfrm>
                <a:off x="930" y="663"/>
                <a:ext cx="317" cy="862"/>
              </a:xfrm>
              <a:custGeom>
                <a:avLst/>
                <a:gdLst/>
                <a:ahLst/>
                <a:cxnLst>
                  <a:cxn ang="0">
                    <a:pos x="2646" y="3717"/>
                  </a:cxn>
                  <a:cxn ang="0">
                    <a:pos x="10800" y="0"/>
                  </a:cxn>
                  <a:cxn ang="0">
                    <a:pos x="18953" y="3717"/>
                  </a:cxn>
                  <a:cxn ang="0">
                    <a:pos x="10799" y="0"/>
                  </a:cxn>
                  <a:cxn ang="0">
                    <a:pos x="2646" y="3717"/>
                  </a:cxn>
                </a:cxnLst>
                <a:rect l="0" t="0" r="r" b="b"/>
                <a:pathLst>
                  <a:path w="21600" h="21600">
                    <a:moveTo>
                      <a:pt x="2646" y="3717"/>
                    </a:moveTo>
                    <a:cubicBezTo>
                      <a:pt x="4698" y="1356"/>
                      <a:pt x="7672" y="-1"/>
                      <a:pt x="10800" y="0"/>
                    </a:cubicBezTo>
                    <a:cubicBezTo>
                      <a:pt x="13927" y="0"/>
                      <a:pt x="16901" y="1356"/>
                      <a:pt x="18953" y="3717"/>
                    </a:cubicBezTo>
                    <a:cubicBezTo>
                      <a:pt x="16901" y="1356"/>
                      <a:pt x="13927" y="-1"/>
                      <a:pt x="10799" y="0"/>
                    </a:cubicBezTo>
                    <a:cubicBezTo>
                      <a:pt x="7672" y="0"/>
                      <a:pt x="4698" y="1356"/>
                      <a:pt x="2646" y="3717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764700"/>
                  </a:gs>
                  <a:gs pos="50000">
                    <a:srgbClr val="FF9900"/>
                  </a:gs>
                  <a:gs pos="100000">
                    <a:srgbClr val="764700"/>
                  </a:gs>
                </a:gsLst>
                <a:lin ang="5400000" scaled="1"/>
              </a:gradFill>
              <a:ln w="38100">
                <a:solidFill>
                  <a:srgbClr val="FF99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121921" name="Group 65"/>
            <p:cNvGrpSpPr>
              <a:grpSpLocks/>
            </p:cNvGrpSpPr>
            <p:nvPr/>
          </p:nvGrpSpPr>
          <p:grpSpPr bwMode="auto">
            <a:xfrm rot="5400000">
              <a:off x="8034" y="782"/>
              <a:ext cx="240" cy="90"/>
              <a:chOff x="4604" y="2478"/>
              <a:chExt cx="240" cy="90"/>
            </a:xfrm>
          </p:grpSpPr>
          <p:sp>
            <p:nvSpPr>
              <p:cNvPr id="121922" name="Line 66"/>
              <p:cNvSpPr>
                <a:spLocks noChangeShapeType="1"/>
              </p:cNvSpPr>
              <p:nvPr/>
            </p:nvSpPr>
            <p:spPr bwMode="auto">
              <a:xfrm>
                <a:off x="4604" y="2478"/>
                <a:ext cx="240" cy="0"/>
              </a:xfrm>
              <a:prstGeom prst="line">
                <a:avLst/>
              </a:prstGeom>
              <a:noFill/>
              <a:ln w="57150">
                <a:solidFill>
                  <a:srgbClr val="FF99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1923" name="Line 67"/>
              <p:cNvSpPr>
                <a:spLocks noChangeShapeType="1"/>
              </p:cNvSpPr>
              <p:nvPr/>
            </p:nvSpPr>
            <p:spPr bwMode="auto">
              <a:xfrm>
                <a:off x="4604" y="2568"/>
                <a:ext cx="240" cy="0"/>
              </a:xfrm>
              <a:prstGeom prst="line">
                <a:avLst/>
              </a:prstGeom>
              <a:noFill/>
              <a:ln w="57150">
                <a:solidFill>
                  <a:srgbClr val="FF99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21924" name="Rectangle 68"/>
            <p:cNvSpPr>
              <a:spLocks noChangeArrowheads="1"/>
            </p:cNvSpPr>
            <p:nvPr/>
          </p:nvSpPr>
          <p:spPr bwMode="auto">
            <a:xfrm>
              <a:off x="7519" y="753"/>
              <a:ext cx="317" cy="136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</a:gradFill>
            <a:ln w="2857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121925" name="Group 74"/>
            <p:cNvGrpSpPr>
              <a:grpSpLocks/>
            </p:cNvGrpSpPr>
            <p:nvPr/>
          </p:nvGrpSpPr>
          <p:grpSpPr bwMode="auto">
            <a:xfrm>
              <a:off x="5964" y="1389"/>
              <a:ext cx="363" cy="363"/>
              <a:chOff x="5977" y="1297"/>
              <a:chExt cx="363" cy="363"/>
            </a:xfrm>
          </p:grpSpPr>
          <p:sp>
            <p:nvSpPr>
              <p:cNvPr id="121926" name="Oval 27"/>
              <p:cNvSpPr>
                <a:spLocks noChangeArrowheads="1"/>
              </p:cNvSpPr>
              <p:nvPr/>
            </p:nvSpPr>
            <p:spPr bwMode="auto">
              <a:xfrm>
                <a:off x="5977" y="1297"/>
                <a:ext cx="363" cy="363"/>
              </a:xfrm>
              <a:prstGeom prst="ellipse">
                <a:avLst/>
              </a:prstGeom>
              <a:gradFill rotWithShape="1">
                <a:gsLst>
                  <a:gs pos="0">
                    <a:srgbClr val="0099FF"/>
                  </a:gs>
                  <a:gs pos="100000">
                    <a:srgbClr val="004776"/>
                  </a:gs>
                </a:gsLst>
                <a:path path="shape">
                  <a:fillToRect l="50000" t="50000" r="50000" b="50000"/>
                </a:path>
              </a:gradFill>
              <a:ln w="38100">
                <a:solidFill>
                  <a:srgbClr val="FF99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21927" name="Line 30"/>
              <p:cNvSpPr>
                <a:spLocks noChangeShapeType="1"/>
              </p:cNvSpPr>
              <p:nvPr/>
            </p:nvSpPr>
            <p:spPr bwMode="auto">
              <a:xfrm>
                <a:off x="5977" y="1478"/>
                <a:ext cx="363" cy="0"/>
              </a:xfrm>
              <a:prstGeom prst="line">
                <a:avLst/>
              </a:prstGeom>
              <a:noFill/>
              <a:ln w="38100">
                <a:solidFill>
                  <a:srgbClr val="FF99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121928" name="Group 75"/>
            <p:cNvGrpSpPr>
              <a:grpSpLocks/>
            </p:cNvGrpSpPr>
            <p:nvPr/>
          </p:nvGrpSpPr>
          <p:grpSpPr bwMode="auto">
            <a:xfrm>
              <a:off x="7700" y="344"/>
              <a:ext cx="453" cy="273"/>
              <a:chOff x="7700" y="344"/>
              <a:chExt cx="453" cy="273"/>
            </a:xfrm>
          </p:grpSpPr>
          <p:sp>
            <p:nvSpPr>
              <p:cNvPr id="121929" name="AutoShape 29"/>
              <p:cNvSpPr>
                <a:spLocks noChangeArrowheads="1"/>
              </p:cNvSpPr>
              <p:nvPr/>
            </p:nvSpPr>
            <p:spPr bwMode="auto">
              <a:xfrm>
                <a:off x="7700" y="344"/>
                <a:ext cx="453" cy="272"/>
              </a:xfrm>
              <a:prstGeom prst="diamond">
                <a:avLst/>
              </a:prstGeom>
              <a:gradFill rotWithShape="1">
                <a:gsLst>
                  <a:gs pos="0">
                    <a:srgbClr val="0099FF"/>
                  </a:gs>
                  <a:gs pos="100000">
                    <a:srgbClr val="004776"/>
                  </a:gs>
                </a:gsLst>
                <a:path path="shape">
                  <a:fillToRect l="50000" t="50000" r="50000" b="50000"/>
                </a:path>
              </a:gradFill>
              <a:ln w="38100">
                <a:solidFill>
                  <a:srgbClr val="FF99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21930" name="Line 33"/>
              <p:cNvSpPr>
                <a:spLocks noChangeShapeType="1"/>
              </p:cNvSpPr>
              <p:nvPr/>
            </p:nvSpPr>
            <p:spPr bwMode="auto">
              <a:xfrm>
                <a:off x="7927" y="344"/>
                <a:ext cx="0" cy="273"/>
              </a:xfrm>
              <a:prstGeom prst="line">
                <a:avLst/>
              </a:prstGeom>
              <a:noFill/>
              <a:ln w="38100">
                <a:solidFill>
                  <a:srgbClr val="FF99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7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987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987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987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1987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" dur="500"/>
                                        <p:tgtEl>
                                          <p:spTgt spid="1987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500"/>
                            </p:stCondLst>
                            <p:childTnLst>
                              <p:par>
                                <p:cTn id="1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1986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986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986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986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986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000"/>
                            </p:stCondLst>
                            <p:childTnLst>
                              <p:par>
                                <p:cTn id="2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2000"/>
                                        <p:tgtEl>
                                          <p:spTgt spid="1986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3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9867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9867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000"/>
                            </p:stCondLst>
                            <p:childTnLst>
                              <p:par>
                                <p:cTn id="38" presetID="23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9867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9867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1000"/>
                                        <p:tgtEl>
                                          <p:spTgt spid="1986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1000"/>
                                        <p:tgtEl>
                                          <p:spTgt spid="1986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3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19868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9868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986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1000"/>
                                        <p:tgtEl>
                                          <p:spTgt spid="1986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1986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500"/>
                            </p:stCondLst>
                            <p:childTnLst>
                              <p:par>
                                <p:cTn id="7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1000"/>
                                        <p:tgtEl>
                                          <p:spTgt spid="1986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1500"/>
                            </p:stCondLst>
                            <p:childTnLst>
                              <p:par>
                                <p:cTn id="78" presetID="2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7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80" dur="2000"/>
                                        <p:tgtEl>
                                          <p:spTgt spid="1987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8658" grpId="0"/>
      <p:bldP spid="198659" grpId="0"/>
      <p:bldP spid="198660" grpId="0"/>
      <p:bldP spid="198661" grpId="0"/>
      <p:bldP spid="198663" grpId="0"/>
      <p:bldP spid="198666" grpId="0"/>
      <p:bldP spid="198667" grpId="0" animBg="1"/>
      <p:bldP spid="198725" grpId="0"/>
      <p:bldP spid="198726" grpId="0" animBg="1"/>
    </p:bldLst>
  </p:timing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682" name="Rectangle 2"/>
          <p:cNvSpPr>
            <a:spLocks noChangeArrowheads="1"/>
          </p:cNvSpPr>
          <p:nvPr/>
        </p:nvSpPr>
        <p:spPr bwMode="auto">
          <a:xfrm>
            <a:off x="611188" y="2924175"/>
            <a:ext cx="5589587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198000" rIns="198000">
            <a:spAutoFit/>
          </a:bodyPr>
          <a:lstStyle/>
          <a:p>
            <a:r>
              <a:rPr lang="zh-CN" altLang="en-US">
                <a:latin typeface="Times New Roman" pitchFamily="18" charset="0"/>
              </a:rPr>
              <a:t>特征根为：</a:t>
            </a:r>
            <a:r>
              <a:rPr lang="zh-CN" altLang="en-US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 </a:t>
            </a:r>
            <a:r>
              <a:rPr lang="en-US" altLang="zh-CN" sz="3200" b="0" i="1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P</a:t>
            </a:r>
            <a:r>
              <a:rPr lang="en-US" altLang="zh-CN" sz="3200" b="0" baseline="-2500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1</a:t>
            </a:r>
            <a:r>
              <a:rPr lang="en-US" altLang="zh-CN" sz="3200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= </a:t>
            </a:r>
            <a:r>
              <a:rPr lang="zh-CN" altLang="en-US" sz="3200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－</a:t>
            </a:r>
            <a:r>
              <a:rPr lang="en-US" altLang="zh-CN" sz="3200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2  </a:t>
            </a:r>
            <a:r>
              <a:rPr lang="zh-CN" altLang="en-US" sz="3200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，</a:t>
            </a:r>
            <a:r>
              <a:rPr lang="en-US" altLang="zh-CN" sz="3200" b="0" i="1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P</a:t>
            </a:r>
            <a:r>
              <a:rPr lang="en-US" altLang="zh-CN" sz="3200" b="0" baseline="-2500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2 </a:t>
            </a:r>
            <a:r>
              <a:rPr lang="en-US" altLang="zh-CN" sz="3200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= </a:t>
            </a:r>
            <a:r>
              <a:rPr lang="zh-CN" altLang="en-US" sz="3200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－</a:t>
            </a:r>
            <a:r>
              <a:rPr lang="en-US" altLang="zh-CN" sz="3200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6</a:t>
            </a:r>
          </a:p>
        </p:txBody>
      </p:sp>
      <p:graphicFrame>
        <p:nvGraphicFramePr>
          <p:cNvPr id="199683" name="Object 3"/>
          <p:cNvGraphicFramePr>
            <a:graphicFrameLocks noChangeAspect="1"/>
          </p:cNvGraphicFramePr>
          <p:nvPr/>
        </p:nvGraphicFramePr>
        <p:xfrm>
          <a:off x="3132138" y="1628775"/>
          <a:ext cx="1727200" cy="493713"/>
        </p:xfrm>
        <a:graphic>
          <a:graphicData uri="http://schemas.openxmlformats.org/presentationml/2006/ole">
            <p:oleObj spid="_x0000_s122882" r:id="rId3" imgW="567720" imgH="173160" progId="Equation.3">
              <p:embed/>
            </p:oleObj>
          </a:graphicData>
        </a:graphic>
      </p:graphicFrame>
      <p:sp>
        <p:nvSpPr>
          <p:cNvPr id="199684" name="Text Box 4"/>
          <p:cNvSpPr txBox="1">
            <a:spLocks noChangeArrowheads="1"/>
          </p:cNvSpPr>
          <p:nvPr/>
        </p:nvSpPr>
        <p:spPr bwMode="auto">
          <a:xfrm>
            <a:off x="611188" y="1628775"/>
            <a:ext cx="2327275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>
                <a:latin typeface="Times New Roman" pitchFamily="18" charset="0"/>
              </a:rPr>
              <a:t>解答形式为：</a:t>
            </a:r>
          </a:p>
        </p:txBody>
      </p:sp>
      <p:sp>
        <p:nvSpPr>
          <p:cNvPr id="199685" name="Rectangle 5"/>
          <p:cNvSpPr>
            <a:spLocks noChangeArrowheads="1"/>
          </p:cNvSpPr>
          <p:nvPr/>
        </p:nvSpPr>
        <p:spPr bwMode="auto">
          <a:xfrm>
            <a:off x="468313" y="4213225"/>
            <a:ext cx="3240087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>
                <a:latin typeface="楷体_GB2312" pitchFamily="49" charset="-122"/>
              </a:rPr>
              <a:t>第三步求特解 </a:t>
            </a:r>
            <a:r>
              <a:rPr lang="en-US" altLang="zh-CN" sz="3200" b="0" i="1">
                <a:solidFill>
                  <a:schemeClr val="bg1"/>
                </a:solidFill>
                <a:latin typeface="Times New Roman" pitchFamily="18" charset="0"/>
              </a:rPr>
              <a:t>i'</a:t>
            </a:r>
            <a:endParaRPr lang="en-US" altLang="zh-CN" sz="3200" b="0">
              <a:solidFill>
                <a:schemeClr val="bg1"/>
              </a:solidFill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</p:txBody>
      </p:sp>
      <p:sp>
        <p:nvSpPr>
          <p:cNvPr id="199686" name="Rectangle 6"/>
          <p:cNvSpPr>
            <a:spLocks noChangeArrowheads="1"/>
          </p:cNvSpPr>
          <p:nvPr/>
        </p:nvSpPr>
        <p:spPr bwMode="auto">
          <a:xfrm>
            <a:off x="468313" y="4868863"/>
            <a:ext cx="4475162" cy="579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198000" rIns="198000">
            <a:spAutoFit/>
          </a:bodyPr>
          <a:lstStyle/>
          <a:p>
            <a:r>
              <a:rPr lang="zh-CN" altLang="en-US">
                <a:latin typeface="楷体_GB2312" pitchFamily="49" charset="-122"/>
              </a:rPr>
              <a:t>由稳态模型有</a:t>
            </a:r>
            <a:r>
              <a:rPr lang="zh-CN" altLang="en-US">
                <a:solidFill>
                  <a:schemeClr val="bg1"/>
                </a:solidFill>
                <a:latin typeface="楷体_GB2312" pitchFamily="49" charset="-122"/>
              </a:rPr>
              <a:t>：</a:t>
            </a:r>
            <a:r>
              <a:rPr lang="en-US" altLang="zh-CN" sz="3200" b="0" i="1">
                <a:solidFill>
                  <a:schemeClr val="bg1"/>
                </a:solidFill>
                <a:latin typeface="Times New Roman" pitchFamily="18" charset="0"/>
              </a:rPr>
              <a:t>i' </a:t>
            </a:r>
            <a:r>
              <a:rPr lang="en-US" altLang="zh-CN" sz="3200" b="0">
                <a:solidFill>
                  <a:schemeClr val="bg1"/>
                </a:solidFill>
                <a:latin typeface="Times New Roman" pitchFamily="18" charset="0"/>
              </a:rPr>
              <a:t>= 0.5 </a:t>
            </a:r>
            <a:r>
              <a:rPr lang="en-US" altLang="zh-CN" sz="3200" b="0" i="1">
                <a:solidFill>
                  <a:schemeClr val="bg1"/>
                </a:solidFill>
                <a:latin typeface="Times New Roman" pitchFamily="18" charset="0"/>
              </a:rPr>
              <a:t>u</a:t>
            </a:r>
            <a:r>
              <a:rPr lang="en-US" altLang="zh-CN" sz="3200" b="0" baseline="-25000">
                <a:solidFill>
                  <a:schemeClr val="bg1"/>
                </a:solidFill>
                <a:latin typeface="Times New Roman" pitchFamily="18" charset="0"/>
              </a:rPr>
              <a:t>1</a:t>
            </a:r>
          </a:p>
        </p:txBody>
      </p:sp>
      <p:sp>
        <p:nvSpPr>
          <p:cNvPr id="199687" name="Rectangle 7"/>
          <p:cNvSpPr>
            <a:spLocks noChangeArrowheads="1"/>
          </p:cNvSpPr>
          <p:nvPr/>
        </p:nvSpPr>
        <p:spPr bwMode="auto">
          <a:xfrm>
            <a:off x="5219700" y="4868863"/>
            <a:ext cx="2889250" cy="579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198000" rIns="198000">
            <a:spAutoFit/>
          </a:bodyPr>
          <a:lstStyle/>
          <a:p>
            <a:r>
              <a:rPr lang="en-US" altLang="zh-CN" sz="3200" b="0" i="1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u</a:t>
            </a:r>
            <a:r>
              <a:rPr lang="en-US" altLang="zh-CN" sz="3200" b="0" baseline="-2500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1</a:t>
            </a:r>
            <a:r>
              <a:rPr lang="en-US" altLang="zh-CN" sz="3200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=2(2</a:t>
            </a:r>
            <a:r>
              <a:rPr lang="zh-CN" altLang="en-US" sz="3200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－</a:t>
            </a:r>
            <a:r>
              <a:rPr lang="en-US" altLang="zh-CN" sz="3200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0.5</a:t>
            </a:r>
            <a:r>
              <a:rPr lang="en-US" altLang="zh-CN" sz="3200" b="0" i="1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u</a:t>
            </a:r>
            <a:r>
              <a:rPr lang="en-US" altLang="zh-CN" sz="3200" b="0" baseline="-2500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1</a:t>
            </a:r>
            <a:r>
              <a:rPr lang="en-US" altLang="zh-CN" sz="3200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)</a:t>
            </a:r>
          </a:p>
        </p:txBody>
      </p:sp>
      <p:sp>
        <p:nvSpPr>
          <p:cNvPr id="199688" name="Rectangle 8"/>
          <p:cNvSpPr>
            <a:spLocks noChangeArrowheads="1"/>
          </p:cNvSpPr>
          <p:nvPr/>
        </p:nvSpPr>
        <p:spPr bwMode="auto">
          <a:xfrm>
            <a:off x="4500563" y="5589588"/>
            <a:ext cx="1322387" cy="579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198000" rIns="198000">
            <a:spAutoFit/>
          </a:bodyPr>
          <a:lstStyle/>
          <a:p>
            <a:r>
              <a:rPr lang="en-US" altLang="zh-CN" sz="3200" b="0" i="1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i'</a:t>
            </a:r>
            <a:r>
              <a:rPr lang="en-US" altLang="zh-CN" sz="3200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=1A</a:t>
            </a:r>
          </a:p>
        </p:txBody>
      </p:sp>
      <p:graphicFrame>
        <p:nvGraphicFramePr>
          <p:cNvPr id="199689" name="Object 9"/>
          <p:cNvGraphicFramePr>
            <a:graphicFrameLocks noChangeAspect="1"/>
          </p:cNvGraphicFramePr>
          <p:nvPr/>
        </p:nvGraphicFramePr>
        <p:xfrm>
          <a:off x="2771775" y="3716338"/>
          <a:ext cx="3313113" cy="588962"/>
        </p:xfrm>
        <a:graphic>
          <a:graphicData uri="http://schemas.openxmlformats.org/presentationml/2006/ole">
            <p:oleObj spid="_x0000_s122888" r:id="rId4" imgW="1123920" imgH="219240" progId="Equation.3">
              <p:embed/>
            </p:oleObj>
          </a:graphicData>
        </a:graphic>
      </p:graphicFrame>
      <p:grpSp>
        <p:nvGrpSpPr>
          <p:cNvPr id="199690" name="Group 10"/>
          <p:cNvGrpSpPr>
            <a:grpSpLocks/>
          </p:cNvGrpSpPr>
          <p:nvPr/>
        </p:nvGrpSpPr>
        <p:grpSpPr bwMode="auto">
          <a:xfrm>
            <a:off x="1331913" y="5589588"/>
            <a:ext cx="2463800" cy="579437"/>
            <a:chOff x="340" y="3566"/>
            <a:chExt cx="1552" cy="365"/>
          </a:xfrm>
        </p:grpSpPr>
        <p:sp>
          <p:nvSpPr>
            <p:cNvPr id="122890" name="Line 11"/>
            <p:cNvSpPr>
              <a:spLocks noChangeShapeType="1"/>
            </p:cNvSpPr>
            <p:nvPr/>
          </p:nvSpPr>
          <p:spPr bwMode="auto">
            <a:xfrm>
              <a:off x="340" y="3702"/>
              <a:ext cx="544" cy="0"/>
            </a:xfrm>
            <a:prstGeom prst="line">
              <a:avLst/>
            </a:prstGeom>
            <a:noFill/>
            <a:ln w="76200">
              <a:solidFill>
                <a:srgbClr val="33CCFF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2891" name="Rectangle 12"/>
            <p:cNvSpPr>
              <a:spLocks noChangeArrowheads="1"/>
            </p:cNvSpPr>
            <p:nvPr/>
          </p:nvSpPr>
          <p:spPr bwMode="auto">
            <a:xfrm>
              <a:off x="1292" y="3566"/>
              <a:ext cx="600" cy="3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CN" sz="3200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u</a:t>
              </a:r>
              <a:r>
                <a:rPr lang="en-US" altLang="zh-CN" sz="3200" b="0" baseline="-2500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1</a:t>
              </a:r>
              <a:r>
                <a:rPr lang="en-US" altLang="zh-CN" sz="3200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=2</a:t>
              </a:r>
            </a:p>
          </p:txBody>
        </p:sp>
      </p:grpSp>
      <p:grpSp>
        <p:nvGrpSpPr>
          <p:cNvPr id="122892" name="Group 13"/>
          <p:cNvGrpSpPr>
            <a:grpSpLocks/>
          </p:cNvGrpSpPr>
          <p:nvPr/>
        </p:nvGrpSpPr>
        <p:grpSpPr bwMode="auto"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122893" name="Picture 14" descr="78900"/>
            <p:cNvPicPr>
              <a:picLocks noChangeAspect="1" noChangeArrowheads="1"/>
            </p:cNvPicPr>
            <p:nvPr/>
          </p:nvPicPr>
          <p:blipFill>
            <a:blip r:embed="rId5"/>
            <a:srcRect/>
            <a:stretch>
              <a:fillRect/>
            </a:stretch>
          </p:blipFill>
          <p:spPr bwMode="auto"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22894" name="Text Box 15">
              <a:hlinkClick r:id="" action="ppaction://hlinkshowjump?jump=nextslide"/>
            </p:cNvPr>
            <p:cNvSpPr txBox="1">
              <a:spLocks noChangeArrowheads="1"/>
            </p:cNvSpPr>
            <p:nvPr/>
          </p:nvSpPr>
          <p:spPr bwMode="auto"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0">
                  <a:solidFill>
                    <a:schemeClr val="bg1"/>
                  </a:solidFill>
                  <a:latin typeface="隶书" pitchFamily="49" charset="-122"/>
                  <a:ea typeface="隶书" pitchFamily="49" charset="-122"/>
                </a:rPr>
                <a:t>下 页</a:t>
              </a:r>
            </a:p>
          </p:txBody>
        </p:sp>
      </p:grpSp>
      <p:grpSp>
        <p:nvGrpSpPr>
          <p:cNvPr id="122895" name="Group 16"/>
          <p:cNvGrpSpPr>
            <a:grpSpLocks/>
          </p:cNvGrpSpPr>
          <p:nvPr/>
        </p:nvGrpSpPr>
        <p:grpSpPr bwMode="auto">
          <a:xfrm>
            <a:off x="7453313" y="6446838"/>
            <a:ext cx="792162" cy="366712"/>
            <a:chOff x="4649" y="4020"/>
            <a:chExt cx="499" cy="231"/>
          </a:xfrm>
        </p:grpSpPr>
        <p:pic>
          <p:nvPicPr>
            <p:cNvPr id="122896" name="Picture 17" descr="78900"/>
            <p:cNvPicPr>
              <a:picLocks noChangeAspect="1" noChangeArrowheads="1"/>
            </p:cNvPicPr>
            <p:nvPr/>
          </p:nvPicPr>
          <p:blipFill>
            <a:blip r:embed="rId5"/>
            <a:srcRect/>
            <a:stretch>
              <a:fillRect/>
            </a:stretch>
          </p:blipFill>
          <p:spPr bwMode="auto"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22897" name="Text Box 18">
              <a:hlinkClick r:id="" action="ppaction://hlinkshowjump?jump=previousslide"/>
            </p:cNvPr>
            <p:cNvSpPr txBox="1">
              <a:spLocks noChangeArrowheads="1"/>
            </p:cNvSpPr>
            <p:nvPr/>
          </p:nvSpPr>
          <p:spPr bwMode="auto"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0">
                  <a:solidFill>
                    <a:schemeClr val="bg1"/>
                  </a:solidFill>
                  <a:latin typeface="隶书" pitchFamily="49" charset="-122"/>
                  <a:ea typeface="隶书" pitchFamily="49" charset="-122"/>
                </a:rPr>
                <a:t>上 页</a:t>
              </a:r>
            </a:p>
          </p:txBody>
        </p:sp>
      </p:grpSp>
      <p:graphicFrame>
        <p:nvGraphicFramePr>
          <p:cNvPr id="122898" name="Object 19"/>
          <p:cNvGraphicFramePr>
            <a:graphicFrameLocks noChangeAspect="1"/>
          </p:cNvGraphicFramePr>
          <p:nvPr/>
        </p:nvGraphicFramePr>
        <p:xfrm>
          <a:off x="971550" y="476250"/>
          <a:ext cx="3600450" cy="1060450"/>
        </p:xfrm>
        <a:graphic>
          <a:graphicData uri="http://schemas.openxmlformats.org/presentationml/2006/ole">
            <p:oleObj spid="_x0000_s122898" r:id="rId6" imgW="1297800" imgH="415080" progId="Equation.3">
              <p:embed/>
            </p:oleObj>
          </a:graphicData>
        </a:graphic>
      </p:graphicFrame>
      <p:grpSp>
        <p:nvGrpSpPr>
          <p:cNvPr id="199700" name="Group 20"/>
          <p:cNvGrpSpPr>
            <a:grpSpLocks/>
          </p:cNvGrpSpPr>
          <p:nvPr/>
        </p:nvGrpSpPr>
        <p:grpSpPr bwMode="auto">
          <a:xfrm>
            <a:off x="539750" y="2276475"/>
            <a:ext cx="3095625" cy="519113"/>
            <a:chOff x="385" y="1389"/>
            <a:chExt cx="2041" cy="373"/>
          </a:xfrm>
        </p:grpSpPr>
        <p:sp>
          <p:nvSpPr>
            <p:cNvPr id="122900" name="Rectangle 21"/>
            <p:cNvSpPr>
              <a:spLocks noChangeArrowheads="1"/>
            </p:cNvSpPr>
            <p:nvPr/>
          </p:nvSpPr>
          <p:spPr bwMode="auto">
            <a:xfrm>
              <a:off x="385" y="1389"/>
              <a:ext cx="2041" cy="3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zh-CN" altLang="en-US">
                  <a:latin typeface="楷体_GB2312" pitchFamily="49" charset="-122"/>
                </a:rPr>
                <a:t>第二步求通解</a:t>
              </a:r>
              <a:endParaRPr lang="zh-CN" altLang="en-US" sz="3200" b="0" i="1" baseline="30000">
                <a:latin typeface="Times New Roman" pitchFamily="18" charset="0"/>
              </a:endParaRPr>
            </a:p>
          </p:txBody>
        </p:sp>
        <p:graphicFrame>
          <p:nvGraphicFramePr>
            <p:cNvPr id="122901" name="Object 22"/>
            <p:cNvGraphicFramePr>
              <a:graphicFrameLocks noChangeAspect="1"/>
            </p:cNvGraphicFramePr>
            <p:nvPr/>
          </p:nvGraphicFramePr>
          <p:xfrm>
            <a:off x="1882" y="1389"/>
            <a:ext cx="305" cy="363"/>
          </p:xfrm>
          <a:graphic>
            <a:graphicData uri="http://schemas.openxmlformats.org/presentationml/2006/ole">
              <p:oleObj spid="_x0000_s122901" r:id="rId7" imgW="127440" imgH="173160" progId="Equation.3">
                <p:embed/>
              </p:oleObj>
            </a:graphicData>
          </a:graphic>
        </p:graphicFrame>
      </p:grpSp>
      <p:grpSp>
        <p:nvGrpSpPr>
          <p:cNvPr id="122902" name="Group 48"/>
          <p:cNvGrpSpPr>
            <a:grpSpLocks/>
          </p:cNvGrpSpPr>
          <p:nvPr/>
        </p:nvGrpSpPr>
        <p:grpSpPr bwMode="auto">
          <a:xfrm>
            <a:off x="6588125" y="6446838"/>
            <a:ext cx="792163" cy="366712"/>
            <a:chOff x="4649" y="4020"/>
            <a:chExt cx="499" cy="231"/>
          </a:xfrm>
        </p:grpSpPr>
        <p:pic>
          <p:nvPicPr>
            <p:cNvPr id="122903" name="Picture 49" descr="78900"/>
            <p:cNvPicPr>
              <a:picLocks noChangeAspect="1" noChangeArrowheads="1"/>
            </p:cNvPicPr>
            <p:nvPr/>
          </p:nvPicPr>
          <p:blipFill>
            <a:blip r:embed="rId5"/>
            <a:srcRect/>
            <a:stretch>
              <a:fillRect/>
            </a:stretch>
          </p:blipFill>
          <p:spPr bwMode="auto"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22904" name="Text Box 50">
              <a:hlinkClick r:id="rId8" action="ppaction://hlinksldjump"/>
            </p:cNvPr>
            <p:cNvSpPr txBox="1">
              <a:spLocks noChangeArrowheads="1"/>
            </p:cNvSpPr>
            <p:nvPr/>
          </p:nvSpPr>
          <p:spPr bwMode="auto"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0">
                  <a:solidFill>
                    <a:schemeClr val="bg1"/>
                  </a:solidFill>
                  <a:latin typeface="隶书" pitchFamily="49" charset="-122"/>
                  <a:ea typeface="隶书" pitchFamily="49" charset="-122"/>
                </a:rPr>
                <a:t>返 回</a:t>
              </a:r>
            </a:p>
          </p:txBody>
        </p:sp>
      </p:grpSp>
      <p:grpSp>
        <p:nvGrpSpPr>
          <p:cNvPr id="199736" name="Group 56"/>
          <p:cNvGrpSpPr>
            <a:grpSpLocks/>
          </p:cNvGrpSpPr>
          <p:nvPr/>
        </p:nvGrpSpPr>
        <p:grpSpPr bwMode="auto">
          <a:xfrm>
            <a:off x="5451475" y="549275"/>
            <a:ext cx="3297238" cy="2895600"/>
            <a:chOff x="3379" y="210"/>
            <a:chExt cx="2077" cy="1824"/>
          </a:xfrm>
        </p:grpSpPr>
        <p:sp>
          <p:nvSpPr>
            <p:cNvPr id="122906" name="Rectangle 24" descr="绿色大理石"/>
            <p:cNvSpPr>
              <a:spLocks noChangeArrowheads="1"/>
            </p:cNvSpPr>
            <p:nvPr/>
          </p:nvSpPr>
          <p:spPr bwMode="auto">
            <a:xfrm>
              <a:off x="3923" y="1707"/>
              <a:ext cx="1315" cy="327"/>
            </a:xfrm>
            <a:prstGeom prst="rect">
              <a:avLst/>
            </a:prstGeom>
            <a:blipFill dpi="0" rotWithShape="1">
              <a:blip r:embed="rId9"/>
              <a:srcRect/>
              <a:tile tx="0" ty="0" sx="100000" sy="100000" flip="none" algn="tl"/>
            </a:blipFill>
            <a:ln w="9525">
              <a:noFill/>
              <a:miter lim="800000"/>
              <a:headEnd/>
              <a:tailEnd/>
            </a:ln>
          </p:spPr>
          <p:txBody>
            <a:bodyPr lIns="198000" rIns="198000">
              <a:spAutoFit/>
            </a:bodyPr>
            <a:lstStyle/>
            <a:p>
              <a:r>
                <a:rPr lang="zh-CN" altLang="en-US">
                  <a:solidFill>
                    <a:schemeClr val="bg1"/>
                  </a:solidFill>
                  <a:latin typeface="Times New Roman" pitchFamily="18" charset="0"/>
                </a:rPr>
                <a:t>稳态模型</a:t>
              </a:r>
            </a:p>
          </p:txBody>
        </p:sp>
        <p:grpSp>
          <p:nvGrpSpPr>
            <p:cNvPr id="122907" name="Group 55"/>
            <p:cNvGrpSpPr>
              <a:grpSpLocks/>
            </p:cNvGrpSpPr>
            <p:nvPr/>
          </p:nvGrpSpPr>
          <p:grpSpPr bwMode="auto">
            <a:xfrm>
              <a:off x="3379" y="210"/>
              <a:ext cx="2077" cy="1406"/>
              <a:chOff x="3379" y="210"/>
              <a:chExt cx="2077" cy="1406"/>
            </a:xfrm>
          </p:grpSpPr>
          <p:sp>
            <p:nvSpPr>
              <p:cNvPr id="122908" name="Line 26"/>
              <p:cNvSpPr>
                <a:spLocks noChangeShapeType="1"/>
              </p:cNvSpPr>
              <p:nvPr/>
            </p:nvSpPr>
            <p:spPr bwMode="auto">
              <a:xfrm>
                <a:off x="3560" y="527"/>
                <a:ext cx="0" cy="1089"/>
              </a:xfrm>
              <a:prstGeom prst="line">
                <a:avLst/>
              </a:prstGeom>
              <a:noFill/>
              <a:ln w="28575">
                <a:solidFill>
                  <a:srgbClr val="FFCC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2909" name="Line 29"/>
              <p:cNvSpPr>
                <a:spLocks noChangeShapeType="1"/>
              </p:cNvSpPr>
              <p:nvPr/>
            </p:nvSpPr>
            <p:spPr bwMode="auto">
              <a:xfrm>
                <a:off x="3560" y="618"/>
                <a:ext cx="0" cy="408"/>
              </a:xfrm>
              <a:prstGeom prst="line">
                <a:avLst/>
              </a:prstGeom>
              <a:noFill/>
              <a:ln w="38100">
                <a:solidFill>
                  <a:srgbClr val="66FFFF"/>
                </a:solidFill>
                <a:round/>
                <a:headEnd type="triangle" w="med" len="med"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2910" name="Line 30"/>
              <p:cNvSpPr>
                <a:spLocks noChangeShapeType="1"/>
              </p:cNvSpPr>
              <p:nvPr/>
            </p:nvSpPr>
            <p:spPr bwMode="auto">
              <a:xfrm>
                <a:off x="4195" y="527"/>
                <a:ext cx="0" cy="1089"/>
              </a:xfrm>
              <a:prstGeom prst="line">
                <a:avLst/>
              </a:prstGeom>
              <a:noFill/>
              <a:ln w="28575">
                <a:solidFill>
                  <a:srgbClr val="FFCC00"/>
                </a:solidFill>
                <a:round/>
                <a:headEnd type="oval" w="med" len="med"/>
                <a:tailEnd type="oval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2911" name="Line 32"/>
              <p:cNvSpPr>
                <a:spLocks noChangeShapeType="1"/>
              </p:cNvSpPr>
              <p:nvPr/>
            </p:nvSpPr>
            <p:spPr bwMode="auto">
              <a:xfrm>
                <a:off x="3560" y="527"/>
                <a:ext cx="1814" cy="0"/>
              </a:xfrm>
              <a:prstGeom prst="line">
                <a:avLst/>
              </a:prstGeom>
              <a:noFill/>
              <a:ln w="28575">
                <a:solidFill>
                  <a:srgbClr val="FFCC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2912" name="Line 33"/>
              <p:cNvSpPr>
                <a:spLocks noChangeShapeType="1"/>
              </p:cNvSpPr>
              <p:nvPr/>
            </p:nvSpPr>
            <p:spPr bwMode="auto">
              <a:xfrm>
                <a:off x="5284" y="1207"/>
                <a:ext cx="1" cy="264"/>
              </a:xfrm>
              <a:prstGeom prst="line">
                <a:avLst/>
              </a:prstGeom>
              <a:noFill/>
              <a:ln w="38100">
                <a:solidFill>
                  <a:srgbClr val="66FFFF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2913" name="Line 34"/>
              <p:cNvSpPr>
                <a:spLocks noChangeShapeType="1"/>
              </p:cNvSpPr>
              <p:nvPr/>
            </p:nvSpPr>
            <p:spPr bwMode="auto">
              <a:xfrm>
                <a:off x="5374" y="527"/>
                <a:ext cx="0" cy="1088"/>
              </a:xfrm>
              <a:prstGeom prst="line">
                <a:avLst/>
              </a:prstGeom>
              <a:noFill/>
              <a:ln w="28575">
                <a:solidFill>
                  <a:srgbClr val="FFCC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2914" name="Line 35"/>
              <p:cNvSpPr>
                <a:spLocks noChangeShapeType="1"/>
              </p:cNvSpPr>
              <p:nvPr/>
            </p:nvSpPr>
            <p:spPr bwMode="auto">
              <a:xfrm>
                <a:off x="3560" y="1616"/>
                <a:ext cx="1814" cy="0"/>
              </a:xfrm>
              <a:prstGeom prst="line">
                <a:avLst/>
              </a:prstGeom>
              <a:noFill/>
              <a:ln w="28575">
                <a:solidFill>
                  <a:srgbClr val="FFCC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2915" name="Rectangle 36"/>
              <p:cNvSpPr>
                <a:spLocks noChangeArrowheads="1"/>
              </p:cNvSpPr>
              <p:nvPr/>
            </p:nvSpPr>
            <p:spPr bwMode="auto">
              <a:xfrm>
                <a:off x="4286" y="618"/>
                <a:ext cx="126" cy="269"/>
              </a:xfrm>
              <a:prstGeom prst="rect">
                <a:avLst/>
              </a:prstGeom>
              <a:noFill/>
              <a:ln w="2857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CN" b="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rPr>
                  <a:t>+</a:t>
                </a:r>
              </a:p>
            </p:txBody>
          </p:sp>
          <p:sp>
            <p:nvSpPr>
              <p:cNvPr id="122916" name="Rectangle 37"/>
              <p:cNvSpPr>
                <a:spLocks noChangeArrowheads="1"/>
              </p:cNvSpPr>
              <p:nvPr/>
            </p:nvSpPr>
            <p:spPr bwMode="auto">
              <a:xfrm>
                <a:off x="4331" y="890"/>
                <a:ext cx="188" cy="269"/>
              </a:xfrm>
              <a:prstGeom prst="rect">
                <a:avLst/>
              </a:prstGeom>
              <a:noFill/>
              <a:ln w="2857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CN" b="0" i="1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rPr>
                  <a:t>u</a:t>
                </a:r>
                <a:r>
                  <a:rPr lang="en-US" altLang="zh-CN" b="0" baseline="-250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rPr>
                  <a:t>1</a:t>
                </a:r>
                <a:endPara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endParaRPr>
              </a:p>
            </p:txBody>
          </p:sp>
          <p:sp>
            <p:nvSpPr>
              <p:cNvPr id="122917" name="Rectangle 38"/>
              <p:cNvSpPr>
                <a:spLocks noChangeArrowheads="1"/>
              </p:cNvSpPr>
              <p:nvPr/>
            </p:nvSpPr>
            <p:spPr bwMode="auto">
              <a:xfrm>
                <a:off x="4240" y="1207"/>
                <a:ext cx="112" cy="269"/>
              </a:xfrm>
              <a:prstGeom prst="rect">
                <a:avLst/>
              </a:prstGeom>
              <a:noFill/>
              <a:ln w="2857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CN" b="0">
                    <a:solidFill>
                      <a:schemeClr val="bg1"/>
                    </a:solidFill>
                    <a:latin typeface="宋体" pitchFamily="2" charset="-122"/>
                    <a:ea typeface="宋体" pitchFamily="2" charset="-122"/>
                  </a:rPr>
                  <a:t>-</a:t>
                </a:r>
              </a:p>
            </p:txBody>
          </p:sp>
          <p:sp>
            <p:nvSpPr>
              <p:cNvPr id="122918" name="Rectangle 39"/>
              <p:cNvSpPr>
                <a:spLocks noChangeArrowheads="1"/>
              </p:cNvSpPr>
              <p:nvPr/>
            </p:nvSpPr>
            <p:spPr bwMode="auto">
              <a:xfrm>
                <a:off x="3833" y="935"/>
                <a:ext cx="284" cy="269"/>
              </a:xfrm>
              <a:prstGeom prst="rect">
                <a:avLst/>
              </a:prstGeom>
              <a:noFill/>
              <a:ln w="2857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CN" b="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rPr>
                  <a:t>2</a:t>
                </a:r>
                <a:r>
                  <a:rPr lang="en-US" altLang="zh-CN" b="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  <a:sym typeface="Symbol" pitchFamily="18" charset="2"/>
                  </a:rPr>
                  <a:t></a:t>
                </a:r>
              </a:p>
            </p:txBody>
          </p:sp>
          <p:sp>
            <p:nvSpPr>
              <p:cNvPr id="122919" name="Rectangle 40"/>
              <p:cNvSpPr>
                <a:spLocks noChangeArrowheads="1"/>
              </p:cNvSpPr>
              <p:nvPr/>
            </p:nvSpPr>
            <p:spPr bwMode="auto">
              <a:xfrm>
                <a:off x="5148" y="1207"/>
                <a:ext cx="71" cy="307"/>
              </a:xfrm>
              <a:prstGeom prst="rect">
                <a:avLst/>
              </a:prstGeom>
              <a:noFill/>
              <a:ln w="2857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CN" sz="3200" b="0" i="1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rPr>
                  <a:t>i</a:t>
                </a:r>
                <a:endParaRPr lang="en-US" altLang="zh-CN" sz="3200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endParaRPr>
              </a:p>
            </p:txBody>
          </p:sp>
          <p:sp>
            <p:nvSpPr>
              <p:cNvPr id="122920" name="Rectangle 41"/>
              <p:cNvSpPr>
                <a:spLocks noChangeArrowheads="1"/>
              </p:cNvSpPr>
              <p:nvPr/>
            </p:nvSpPr>
            <p:spPr bwMode="auto">
              <a:xfrm>
                <a:off x="3606" y="712"/>
                <a:ext cx="274" cy="269"/>
              </a:xfrm>
              <a:prstGeom prst="rect">
                <a:avLst/>
              </a:prstGeom>
              <a:noFill/>
              <a:ln w="2857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CN" b="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rPr>
                  <a:t>2A</a:t>
                </a:r>
              </a:p>
            </p:txBody>
          </p:sp>
          <p:sp>
            <p:nvSpPr>
              <p:cNvPr id="122921" name="Rectangle 43"/>
              <p:cNvSpPr>
                <a:spLocks noChangeArrowheads="1"/>
              </p:cNvSpPr>
              <p:nvPr/>
            </p:nvSpPr>
            <p:spPr bwMode="auto">
              <a:xfrm>
                <a:off x="5329" y="845"/>
                <a:ext cx="127" cy="318"/>
              </a:xfrm>
              <a:prstGeom prst="rect">
                <a:avLst/>
              </a:prstGeom>
              <a:gradFill rotWithShape="1">
                <a:gsLst>
                  <a:gs pos="0">
                    <a:srgbClr val="764700"/>
                  </a:gs>
                  <a:gs pos="50000">
                    <a:srgbClr val="FF9900"/>
                  </a:gs>
                  <a:gs pos="100000">
                    <a:srgbClr val="764700"/>
                  </a:gs>
                </a:gsLst>
                <a:lin ang="0" scaled="1"/>
              </a:gradFill>
              <a:ln w="28575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22922" name="Rectangle 44"/>
              <p:cNvSpPr>
                <a:spLocks noChangeArrowheads="1"/>
              </p:cNvSpPr>
              <p:nvPr/>
            </p:nvSpPr>
            <p:spPr bwMode="auto">
              <a:xfrm>
                <a:off x="4150" y="845"/>
                <a:ext cx="127" cy="318"/>
              </a:xfrm>
              <a:prstGeom prst="rect">
                <a:avLst/>
              </a:prstGeom>
              <a:gradFill rotWithShape="1">
                <a:gsLst>
                  <a:gs pos="0">
                    <a:srgbClr val="764700"/>
                  </a:gs>
                  <a:gs pos="50000">
                    <a:srgbClr val="FF9900"/>
                  </a:gs>
                  <a:gs pos="100000">
                    <a:srgbClr val="764700"/>
                  </a:gs>
                </a:gsLst>
                <a:lin ang="0" scaled="1"/>
              </a:gradFill>
              <a:ln w="28575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22923" name="Rectangle 46"/>
              <p:cNvSpPr>
                <a:spLocks noChangeArrowheads="1"/>
              </p:cNvSpPr>
              <p:nvPr/>
            </p:nvSpPr>
            <p:spPr bwMode="auto">
              <a:xfrm>
                <a:off x="4785" y="210"/>
                <a:ext cx="468" cy="269"/>
              </a:xfrm>
              <a:prstGeom prst="rect">
                <a:avLst/>
              </a:prstGeom>
              <a:noFill/>
              <a:ln w="2857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CN" b="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rPr>
                  <a:t>0.5</a:t>
                </a:r>
                <a:r>
                  <a:rPr lang="en-US" altLang="zh-CN" b="0" i="1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rPr>
                  <a:t>u</a:t>
                </a:r>
                <a:r>
                  <a:rPr lang="en-US" altLang="zh-CN" b="0" baseline="-250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rPr>
                  <a:t>1</a:t>
                </a:r>
                <a:endPara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endParaRPr>
              </a:p>
            </p:txBody>
          </p:sp>
          <p:sp>
            <p:nvSpPr>
              <p:cNvPr id="122924" name="Rectangle 47"/>
              <p:cNvSpPr>
                <a:spLocks noChangeArrowheads="1"/>
              </p:cNvSpPr>
              <p:nvPr/>
            </p:nvSpPr>
            <p:spPr bwMode="auto">
              <a:xfrm>
                <a:off x="5012" y="935"/>
                <a:ext cx="284" cy="269"/>
              </a:xfrm>
              <a:prstGeom prst="rect">
                <a:avLst/>
              </a:prstGeom>
              <a:noFill/>
              <a:ln w="2857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CN" b="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rPr>
                  <a:t>2</a:t>
                </a:r>
                <a:r>
                  <a:rPr lang="en-US" altLang="zh-CN" b="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  <a:sym typeface="Symbol" pitchFamily="18" charset="2"/>
                  </a:rPr>
                  <a:t></a:t>
                </a:r>
              </a:p>
            </p:txBody>
          </p:sp>
          <p:grpSp>
            <p:nvGrpSpPr>
              <p:cNvPr id="122925" name="Group 51"/>
              <p:cNvGrpSpPr>
                <a:grpSpLocks/>
              </p:cNvGrpSpPr>
              <p:nvPr/>
            </p:nvGrpSpPr>
            <p:grpSpPr bwMode="auto">
              <a:xfrm>
                <a:off x="3379" y="1026"/>
                <a:ext cx="363" cy="363"/>
                <a:chOff x="3379" y="890"/>
                <a:chExt cx="363" cy="363"/>
              </a:xfrm>
            </p:grpSpPr>
            <p:sp>
              <p:nvSpPr>
                <p:cNvPr id="122926" name="Oval 27"/>
                <p:cNvSpPr>
                  <a:spLocks noChangeArrowheads="1"/>
                </p:cNvSpPr>
                <p:nvPr/>
              </p:nvSpPr>
              <p:spPr bwMode="auto">
                <a:xfrm>
                  <a:off x="3379" y="890"/>
                  <a:ext cx="363" cy="363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0099FF"/>
                    </a:gs>
                    <a:gs pos="100000">
                      <a:srgbClr val="004776"/>
                    </a:gs>
                  </a:gsLst>
                  <a:path path="shape">
                    <a:fillToRect l="50000" t="50000" r="50000" b="50000"/>
                  </a:path>
                </a:gradFill>
                <a:ln w="38100">
                  <a:solidFill>
                    <a:srgbClr val="FF99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22927" name="Line 28"/>
                <p:cNvSpPr>
                  <a:spLocks noChangeShapeType="1"/>
                </p:cNvSpPr>
                <p:nvPr/>
              </p:nvSpPr>
              <p:spPr bwMode="auto">
                <a:xfrm>
                  <a:off x="3379" y="1071"/>
                  <a:ext cx="363" cy="0"/>
                </a:xfrm>
                <a:prstGeom prst="line">
                  <a:avLst/>
                </a:prstGeom>
                <a:noFill/>
                <a:ln w="38100">
                  <a:solidFill>
                    <a:srgbClr val="FF99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122928" name="Line 31"/>
              <p:cNvSpPr>
                <a:spLocks noChangeShapeType="1"/>
              </p:cNvSpPr>
              <p:nvPr/>
            </p:nvSpPr>
            <p:spPr bwMode="auto">
              <a:xfrm flipH="1">
                <a:off x="4785" y="527"/>
                <a:ext cx="499" cy="0"/>
              </a:xfrm>
              <a:prstGeom prst="line">
                <a:avLst/>
              </a:prstGeom>
              <a:noFill/>
              <a:ln w="38100">
                <a:solidFill>
                  <a:srgbClr val="66FFFF"/>
                </a:solidFill>
                <a:round/>
                <a:headEnd type="triangle" w="med" len="med"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grpSp>
            <p:nvGrpSpPr>
              <p:cNvPr id="122929" name="Group 52"/>
              <p:cNvGrpSpPr>
                <a:grpSpLocks/>
              </p:cNvGrpSpPr>
              <p:nvPr/>
            </p:nvGrpSpPr>
            <p:grpSpPr bwMode="auto">
              <a:xfrm>
                <a:off x="4332" y="391"/>
                <a:ext cx="453" cy="272"/>
                <a:chOff x="4558" y="391"/>
                <a:chExt cx="453" cy="272"/>
              </a:xfrm>
            </p:grpSpPr>
            <p:sp>
              <p:nvSpPr>
                <p:cNvPr id="122930" name="AutoShape 42"/>
                <p:cNvSpPr>
                  <a:spLocks noChangeArrowheads="1"/>
                </p:cNvSpPr>
                <p:nvPr/>
              </p:nvSpPr>
              <p:spPr bwMode="auto">
                <a:xfrm>
                  <a:off x="4558" y="391"/>
                  <a:ext cx="453" cy="272"/>
                </a:xfrm>
                <a:prstGeom prst="diamond">
                  <a:avLst/>
                </a:prstGeom>
                <a:gradFill rotWithShape="1">
                  <a:gsLst>
                    <a:gs pos="0">
                      <a:srgbClr val="0099FF"/>
                    </a:gs>
                    <a:gs pos="100000">
                      <a:srgbClr val="004776"/>
                    </a:gs>
                  </a:gsLst>
                  <a:path path="shape">
                    <a:fillToRect l="50000" t="50000" r="50000" b="50000"/>
                  </a:path>
                </a:gradFill>
                <a:ln w="38100">
                  <a:solidFill>
                    <a:srgbClr val="FF99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22931" name="Line 45"/>
                <p:cNvSpPr>
                  <a:spLocks noChangeShapeType="1"/>
                </p:cNvSpPr>
                <p:nvPr/>
              </p:nvSpPr>
              <p:spPr bwMode="auto">
                <a:xfrm>
                  <a:off x="4785" y="391"/>
                  <a:ext cx="0" cy="272"/>
                </a:xfrm>
                <a:prstGeom prst="line">
                  <a:avLst/>
                </a:prstGeom>
                <a:noFill/>
                <a:ln w="38100">
                  <a:solidFill>
                    <a:srgbClr val="FF99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6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1996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6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1" dur="500"/>
                                        <p:tgtEl>
                                          <p:spTgt spid="1996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000"/>
                                        <p:tgtEl>
                                          <p:spTgt spid="1997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6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2000"/>
                                        <p:tgtEl>
                                          <p:spTgt spid="1996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6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2000"/>
                                        <p:tgtEl>
                                          <p:spTgt spid="1996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6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1" dur="500"/>
                                        <p:tgtEl>
                                          <p:spTgt spid="1996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7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997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6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1" dur="500"/>
                                        <p:tgtEl>
                                          <p:spTgt spid="1996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6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2000"/>
                                        <p:tgtEl>
                                          <p:spTgt spid="1996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6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2000"/>
                                        <p:tgtEl>
                                          <p:spTgt spid="1996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2000"/>
                            </p:stCondLst>
                            <p:childTnLst>
                              <p:par>
                                <p:cTn id="53" presetID="4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6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55" dur="500"/>
                                        <p:tgtEl>
                                          <p:spTgt spid="1996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9682" grpId="0" build="p"/>
      <p:bldP spid="199684" grpId="0" build="p"/>
      <p:bldP spid="199685" grpId="0" build="p"/>
      <p:bldP spid="199686" grpId="0" build="p"/>
      <p:bldP spid="199687" grpId="0" build="p"/>
      <p:bldP spid="199688" grpId="0" build="p"/>
    </p:bldLst>
  </p:timing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706" name="Text Box 2"/>
          <p:cNvSpPr txBox="1">
            <a:spLocks noChangeArrowheads="1"/>
          </p:cNvSpPr>
          <p:nvPr/>
        </p:nvSpPr>
        <p:spPr bwMode="auto">
          <a:xfrm>
            <a:off x="5580063" y="476250"/>
            <a:ext cx="2592387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>
                <a:latin typeface="Times New Roman" pitchFamily="18" charset="0"/>
              </a:rPr>
              <a:t>第四步定常数</a:t>
            </a:r>
          </a:p>
        </p:txBody>
      </p:sp>
      <p:graphicFrame>
        <p:nvGraphicFramePr>
          <p:cNvPr id="200707" name="Object 3"/>
          <p:cNvGraphicFramePr>
            <a:graphicFrameLocks noChangeAspect="1"/>
          </p:cNvGraphicFramePr>
          <p:nvPr/>
        </p:nvGraphicFramePr>
        <p:xfrm>
          <a:off x="5651500" y="1052513"/>
          <a:ext cx="2973388" cy="534987"/>
        </p:xfrm>
        <a:graphic>
          <a:graphicData uri="http://schemas.openxmlformats.org/presentationml/2006/ole">
            <p:oleObj spid="_x0000_s123906" r:id="rId3" imgW="1274760" imgH="219240" progId="Equation.3">
              <p:embed/>
            </p:oleObj>
          </a:graphicData>
        </a:graphic>
      </p:graphicFrame>
      <p:sp>
        <p:nvSpPr>
          <p:cNvPr id="200708" name="Text Box 4"/>
          <p:cNvSpPr txBox="1">
            <a:spLocks noChangeArrowheads="1"/>
          </p:cNvSpPr>
          <p:nvPr/>
        </p:nvSpPr>
        <p:spPr bwMode="auto">
          <a:xfrm>
            <a:off x="395288" y="3702050"/>
            <a:ext cx="2632075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>
                <a:latin typeface="楷体_GB2312" pitchFamily="49" charset="-122"/>
              </a:rPr>
              <a:t>由</a:t>
            </a:r>
            <a:r>
              <a:rPr lang="en-US" altLang="zh-CN" b="0">
                <a:latin typeface="Times New Roman" pitchFamily="18" charset="0"/>
              </a:rPr>
              <a:t>0</a:t>
            </a:r>
            <a:r>
              <a:rPr lang="en-US" altLang="zh-CN" b="0" baseline="-25000">
                <a:latin typeface="Times New Roman" pitchFamily="18" charset="0"/>
              </a:rPr>
              <a:t>+</a:t>
            </a:r>
            <a:r>
              <a:rPr lang="zh-CN" altLang="en-US">
                <a:latin typeface="楷体_GB2312" pitchFamily="49" charset="-122"/>
              </a:rPr>
              <a:t>电路模型：</a:t>
            </a:r>
          </a:p>
        </p:txBody>
      </p:sp>
      <p:graphicFrame>
        <p:nvGraphicFramePr>
          <p:cNvPr id="200709" name="Object 5"/>
          <p:cNvGraphicFramePr>
            <a:graphicFrameLocks noChangeAspect="1"/>
          </p:cNvGraphicFramePr>
          <p:nvPr/>
        </p:nvGraphicFramePr>
        <p:xfrm>
          <a:off x="5580063" y="1700213"/>
          <a:ext cx="3024187" cy="1627187"/>
        </p:xfrm>
        <a:graphic>
          <a:graphicData uri="http://schemas.openxmlformats.org/presentationml/2006/ole">
            <p:oleObj spid="_x0000_s123908" r:id="rId4" imgW="1216800" imgH="645840" progId="Equation.3">
              <p:embed/>
            </p:oleObj>
          </a:graphicData>
        </a:graphic>
      </p:graphicFrame>
      <p:graphicFrame>
        <p:nvGraphicFramePr>
          <p:cNvPr id="200710" name="Object 6"/>
          <p:cNvGraphicFramePr>
            <a:graphicFrameLocks noChangeAspect="1"/>
          </p:cNvGraphicFramePr>
          <p:nvPr/>
        </p:nvGraphicFramePr>
        <p:xfrm>
          <a:off x="3059113" y="3644900"/>
          <a:ext cx="5502275" cy="569913"/>
        </p:xfrm>
        <a:graphic>
          <a:graphicData uri="http://schemas.openxmlformats.org/presentationml/2006/ole">
            <p:oleObj spid="_x0000_s123909" r:id="rId5" imgW="2120400" imgH="207720" progId="Equation.3">
              <p:embed/>
            </p:oleObj>
          </a:graphicData>
        </a:graphic>
      </p:graphicFrame>
      <p:graphicFrame>
        <p:nvGraphicFramePr>
          <p:cNvPr id="200711" name="Object 7"/>
          <p:cNvGraphicFramePr>
            <a:graphicFrameLocks noChangeAspect="1"/>
          </p:cNvGraphicFramePr>
          <p:nvPr/>
        </p:nvGraphicFramePr>
        <p:xfrm>
          <a:off x="900113" y="4365625"/>
          <a:ext cx="2951162" cy="1187450"/>
        </p:xfrm>
        <a:graphic>
          <a:graphicData uri="http://schemas.openxmlformats.org/presentationml/2006/ole">
            <p:oleObj spid="_x0000_s123910" r:id="rId6" imgW="1042920" imgH="484560" progId="Equation.3">
              <p:embed/>
            </p:oleObj>
          </a:graphicData>
        </a:graphic>
      </p:graphicFrame>
      <p:graphicFrame>
        <p:nvGraphicFramePr>
          <p:cNvPr id="200712" name="Object 8"/>
          <p:cNvGraphicFramePr>
            <a:graphicFrameLocks noChangeAspect="1"/>
          </p:cNvGraphicFramePr>
          <p:nvPr/>
        </p:nvGraphicFramePr>
        <p:xfrm>
          <a:off x="4427538" y="4437063"/>
          <a:ext cx="1944687" cy="1125537"/>
        </p:xfrm>
        <a:graphic>
          <a:graphicData uri="http://schemas.openxmlformats.org/presentationml/2006/ole">
            <p:oleObj spid="_x0000_s123911" r:id="rId7" imgW="718560" imgH="438120" progId="Equation.3">
              <p:embed/>
            </p:oleObj>
          </a:graphicData>
        </a:graphic>
      </p:graphicFrame>
      <p:graphicFrame>
        <p:nvGraphicFramePr>
          <p:cNvPr id="200713" name="Object 9"/>
          <p:cNvGraphicFramePr>
            <a:graphicFrameLocks noChangeAspect="1"/>
          </p:cNvGraphicFramePr>
          <p:nvPr/>
        </p:nvGraphicFramePr>
        <p:xfrm>
          <a:off x="971550" y="5734050"/>
          <a:ext cx="5400675" cy="550863"/>
        </p:xfrm>
        <a:graphic>
          <a:graphicData uri="http://schemas.openxmlformats.org/presentationml/2006/ole">
            <p:oleObj spid="_x0000_s123912" r:id="rId8" imgW="1911960" imgH="184680" progId="Equation.3">
              <p:embed/>
            </p:oleObj>
          </a:graphicData>
        </a:graphic>
      </p:graphicFrame>
      <p:grpSp>
        <p:nvGrpSpPr>
          <p:cNvPr id="123913" name="Group 10"/>
          <p:cNvGrpSpPr>
            <a:grpSpLocks/>
          </p:cNvGrpSpPr>
          <p:nvPr/>
        </p:nvGrpSpPr>
        <p:grpSpPr bwMode="auto"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123914" name="Picture 11" descr="78900"/>
            <p:cNvPicPr>
              <a:picLocks noChangeAspect="1" noChangeArrowheads="1"/>
            </p:cNvPicPr>
            <p:nvPr/>
          </p:nvPicPr>
          <p:blipFill>
            <a:blip r:embed="rId9"/>
            <a:srcRect/>
            <a:stretch>
              <a:fillRect/>
            </a:stretch>
          </p:blipFill>
          <p:spPr bwMode="auto"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23915" name="Text Box 12">
              <a:hlinkClick r:id="" action="ppaction://hlinkshowjump?jump=nextslide"/>
            </p:cNvPr>
            <p:cNvSpPr txBox="1">
              <a:spLocks noChangeArrowheads="1"/>
            </p:cNvSpPr>
            <p:nvPr/>
          </p:nvSpPr>
          <p:spPr bwMode="auto"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0">
                  <a:solidFill>
                    <a:schemeClr val="bg1"/>
                  </a:solidFill>
                  <a:latin typeface="隶书" pitchFamily="49" charset="-122"/>
                  <a:ea typeface="隶书" pitchFamily="49" charset="-122"/>
                </a:rPr>
                <a:t>下 页</a:t>
              </a:r>
            </a:p>
          </p:txBody>
        </p:sp>
      </p:grpSp>
      <p:grpSp>
        <p:nvGrpSpPr>
          <p:cNvPr id="123916" name="Group 13"/>
          <p:cNvGrpSpPr>
            <a:grpSpLocks/>
          </p:cNvGrpSpPr>
          <p:nvPr/>
        </p:nvGrpSpPr>
        <p:grpSpPr bwMode="auto">
          <a:xfrm>
            <a:off x="7453313" y="6446838"/>
            <a:ext cx="792162" cy="366712"/>
            <a:chOff x="4649" y="4020"/>
            <a:chExt cx="499" cy="231"/>
          </a:xfrm>
        </p:grpSpPr>
        <p:pic>
          <p:nvPicPr>
            <p:cNvPr id="123917" name="Picture 14" descr="78900"/>
            <p:cNvPicPr>
              <a:picLocks noChangeAspect="1" noChangeArrowheads="1"/>
            </p:cNvPicPr>
            <p:nvPr/>
          </p:nvPicPr>
          <p:blipFill>
            <a:blip r:embed="rId9"/>
            <a:srcRect/>
            <a:stretch>
              <a:fillRect/>
            </a:stretch>
          </p:blipFill>
          <p:spPr bwMode="auto"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23918" name="Text Box 15">
              <a:hlinkClick r:id="" action="ppaction://hlinkshowjump?jump=previousslide"/>
            </p:cNvPr>
            <p:cNvSpPr txBox="1">
              <a:spLocks noChangeArrowheads="1"/>
            </p:cNvSpPr>
            <p:nvPr/>
          </p:nvSpPr>
          <p:spPr bwMode="auto"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0">
                  <a:solidFill>
                    <a:schemeClr val="bg1"/>
                  </a:solidFill>
                  <a:latin typeface="隶书" pitchFamily="49" charset="-122"/>
                  <a:ea typeface="隶书" pitchFamily="49" charset="-122"/>
                </a:rPr>
                <a:t>上 页</a:t>
              </a:r>
            </a:p>
          </p:txBody>
        </p:sp>
      </p:grpSp>
      <p:grpSp>
        <p:nvGrpSpPr>
          <p:cNvPr id="123919" name="Group 88"/>
          <p:cNvGrpSpPr>
            <a:grpSpLocks/>
          </p:cNvGrpSpPr>
          <p:nvPr/>
        </p:nvGrpSpPr>
        <p:grpSpPr bwMode="auto">
          <a:xfrm>
            <a:off x="6588125" y="6446838"/>
            <a:ext cx="792163" cy="366712"/>
            <a:chOff x="4649" y="4020"/>
            <a:chExt cx="499" cy="231"/>
          </a:xfrm>
        </p:grpSpPr>
        <p:pic>
          <p:nvPicPr>
            <p:cNvPr id="123920" name="Picture 89" descr="78900"/>
            <p:cNvPicPr>
              <a:picLocks noChangeAspect="1" noChangeArrowheads="1"/>
            </p:cNvPicPr>
            <p:nvPr/>
          </p:nvPicPr>
          <p:blipFill>
            <a:blip r:embed="rId9"/>
            <a:srcRect/>
            <a:stretch>
              <a:fillRect/>
            </a:stretch>
          </p:blipFill>
          <p:spPr bwMode="auto"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23921" name="Text Box 90">
              <a:hlinkClick r:id="rId10" action="ppaction://hlinksldjump"/>
            </p:cNvPr>
            <p:cNvSpPr txBox="1">
              <a:spLocks noChangeArrowheads="1"/>
            </p:cNvSpPr>
            <p:nvPr/>
          </p:nvSpPr>
          <p:spPr bwMode="auto"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0">
                  <a:solidFill>
                    <a:schemeClr val="bg1"/>
                  </a:solidFill>
                  <a:latin typeface="隶书" pitchFamily="49" charset="-122"/>
                  <a:ea typeface="隶书" pitchFamily="49" charset="-122"/>
                </a:rPr>
                <a:t>返 回</a:t>
              </a:r>
            </a:p>
          </p:txBody>
        </p:sp>
      </p:grpSp>
      <p:grpSp>
        <p:nvGrpSpPr>
          <p:cNvPr id="200795" name="Group 91"/>
          <p:cNvGrpSpPr>
            <a:grpSpLocks/>
          </p:cNvGrpSpPr>
          <p:nvPr/>
        </p:nvGrpSpPr>
        <p:grpSpPr bwMode="auto">
          <a:xfrm>
            <a:off x="323850" y="549275"/>
            <a:ext cx="5111750" cy="2803525"/>
            <a:chOff x="5964" y="167"/>
            <a:chExt cx="3221" cy="1902"/>
          </a:xfrm>
        </p:grpSpPr>
        <p:sp>
          <p:nvSpPr>
            <p:cNvPr id="123923" name="Line 92"/>
            <p:cNvSpPr>
              <a:spLocks noChangeShapeType="1"/>
            </p:cNvSpPr>
            <p:nvPr/>
          </p:nvSpPr>
          <p:spPr bwMode="auto">
            <a:xfrm>
              <a:off x="6146" y="843"/>
              <a:ext cx="0" cy="1225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924" name="Line 93"/>
            <p:cNvSpPr>
              <a:spLocks noChangeShapeType="1"/>
            </p:cNvSpPr>
            <p:nvPr/>
          </p:nvSpPr>
          <p:spPr bwMode="auto">
            <a:xfrm flipH="1">
              <a:off x="7156" y="480"/>
              <a:ext cx="1588" cy="0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925" name="Line 94"/>
            <p:cNvSpPr>
              <a:spLocks noChangeShapeType="1"/>
            </p:cNvSpPr>
            <p:nvPr/>
          </p:nvSpPr>
          <p:spPr bwMode="auto">
            <a:xfrm>
              <a:off x="6146" y="935"/>
              <a:ext cx="0" cy="499"/>
            </a:xfrm>
            <a:prstGeom prst="line">
              <a:avLst/>
            </a:prstGeom>
            <a:noFill/>
            <a:ln w="28575">
              <a:solidFill>
                <a:srgbClr val="66FFFF"/>
              </a:solidFill>
              <a:round/>
              <a:headEnd type="triangle" w="med" len="med"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926" name="Line 95"/>
            <p:cNvSpPr>
              <a:spLocks noChangeShapeType="1"/>
            </p:cNvSpPr>
            <p:nvPr/>
          </p:nvSpPr>
          <p:spPr bwMode="auto">
            <a:xfrm flipH="1">
              <a:off x="8141" y="482"/>
              <a:ext cx="500" cy="1"/>
            </a:xfrm>
            <a:prstGeom prst="line">
              <a:avLst/>
            </a:prstGeom>
            <a:noFill/>
            <a:ln w="28575">
              <a:solidFill>
                <a:srgbClr val="66FFFF"/>
              </a:solidFill>
              <a:round/>
              <a:headEnd type="triangle" w="med" len="med"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927" name="Line 96"/>
            <p:cNvSpPr>
              <a:spLocks noChangeShapeType="1"/>
            </p:cNvSpPr>
            <p:nvPr/>
          </p:nvSpPr>
          <p:spPr bwMode="auto">
            <a:xfrm flipH="1" flipV="1">
              <a:off x="7156" y="480"/>
              <a:ext cx="0" cy="363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928" name="Line 97"/>
            <p:cNvSpPr>
              <a:spLocks noChangeShapeType="1"/>
            </p:cNvSpPr>
            <p:nvPr/>
          </p:nvSpPr>
          <p:spPr bwMode="auto">
            <a:xfrm flipV="1">
              <a:off x="8744" y="480"/>
              <a:ext cx="0" cy="363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 type="oval" w="med" len="med"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929" name="Line 98"/>
            <p:cNvSpPr>
              <a:spLocks noChangeShapeType="1"/>
            </p:cNvSpPr>
            <p:nvPr/>
          </p:nvSpPr>
          <p:spPr bwMode="auto">
            <a:xfrm>
              <a:off x="6158" y="843"/>
              <a:ext cx="1954" cy="1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930" name="Line 99"/>
            <p:cNvSpPr>
              <a:spLocks noChangeShapeType="1"/>
            </p:cNvSpPr>
            <p:nvPr/>
          </p:nvSpPr>
          <p:spPr bwMode="auto">
            <a:xfrm>
              <a:off x="7156" y="843"/>
              <a:ext cx="0" cy="1225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 type="oval" w="med" len="med"/>
              <a:tailEnd type="oval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931" name="Line 100"/>
            <p:cNvSpPr>
              <a:spLocks noChangeShapeType="1"/>
            </p:cNvSpPr>
            <p:nvPr/>
          </p:nvSpPr>
          <p:spPr bwMode="auto">
            <a:xfrm>
              <a:off x="6158" y="2068"/>
              <a:ext cx="2592" cy="1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932" name="Line 101"/>
            <p:cNvSpPr>
              <a:spLocks noChangeShapeType="1"/>
            </p:cNvSpPr>
            <p:nvPr/>
          </p:nvSpPr>
          <p:spPr bwMode="auto">
            <a:xfrm>
              <a:off x="6657" y="1252"/>
              <a:ext cx="91" cy="226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933" name="Line 102"/>
            <p:cNvSpPr>
              <a:spLocks noChangeShapeType="1"/>
            </p:cNvSpPr>
            <p:nvPr/>
          </p:nvSpPr>
          <p:spPr bwMode="auto">
            <a:xfrm>
              <a:off x="6657" y="843"/>
              <a:ext cx="2" cy="387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 type="oval" w="med" len="med"/>
              <a:tailEnd type="oval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934" name="Line 103"/>
            <p:cNvSpPr>
              <a:spLocks noChangeShapeType="1"/>
            </p:cNvSpPr>
            <p:nvPr/>
          </p:nvSpPr>
          <p:spPr bwMode="auto">
            <a:xfrm>
              <a:off x="6657" y="1478"/>
              <a:ext cx="1" cy="588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 type="oval" w="med" len="med"/>
              <a:tailEnd type="oval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935" name="Rectangle 104"/>
            <p:cNvSpPr>
              <a:spLocks noChangeArrowheads="1"/>
            </p:cNvSpPr>
            <p:nvPr/>
          </p:nvSpPr>
          <p:spPr bwMode="auto">
            <a:xfrm>
              <a:off x="6975" y="1070"/>
              <a:ext cx="112" cy="289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b="0">
                  <a:solidFill>
                    <a:schemeClr val="bg1"/>
                  </a:solidFill>
                  <a:latin typeface="宋体" pitchFamily="2" charset="-122"/>
                  <a:ea typeface="宋体" pitchFamily="2" charset="-122"/>
                </a:rPr>
                <a:t>+</a:t>
              </a:r>
              <a:endParaRPr lang="en-US" altLang="zh-CN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123936" name="Rectangle 105"/>
            <p:cNvSpPr>
              <a:spLocks noChangeArrowheads="1"/>
            </p:cNvSpPr>
            <p:nvPr/>
          </p:nvSpPr>
          <p:spPr bwMode="auto">
            <a:xfrm>
              <a:off x="6839" y="1342"/>
              <a:ext cx="359" cy="290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u</a:t>
              </a:r>
              <a:r>
                <a:rPr lang="en-US" altLang="zh-CN" b="0" baseline="-25000">
                  <a:solidFill>
                    <a:schemeClr val="bg1"/>
                  </a:solidFill>
                  <a:latin typeface="宋体" pitchFamily="2" charset="-122"/>
                  <a:ea typeface="宋体" pitchFamily="2" charset="-122"/>
                </a:rPr>
                <a:t>1</a:t>
              </a:r>
            </a:p>
          </p:txBody>
        </p:sp>
        <p:sp>
          <p:nvSpPr>
            <p:cNvPr id="123937" name="Rectangle 106"/>
            <p:cNvSpPr>
              <a:spLocks noChangeArrowheads="1"/>
            </p:cNvSpPr>
            <p:nvPr/>
          </p:nvSpPr>
          <p:spPr bwMode="auto">
            <a:xfrm>
              <a:off x="6975" y="1569"/>
              <a:ext cx="112" cy="290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b="0">
                  <a:solidFill>
                    <a:schemeClr val="bg1"/>
                  </a:solidFill>
                  <a:latin typeface="宋体" pitchFamily="2" charset="-122"/>
                  <a:ea typeface="宋体" pitchFamily="2" charset="-122"/>
                </a:rPr>
                <a:t>-</a:t>
              </a:r>
              <a:endParaRPr lang="en-US" altLang="zh-CN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123938" name="Rectangle 107"/>
            <p:cNvSpPr>
              <a:spLocks noChangeArrowheads="1"/>
            </p:cNvSpPr>
            <p:nvPr/>
          </p:nvSpPr>
          <p:spPr bwMode="auto">
            <a:xfrm>
              <a:off x="8154" y="167"/>
              <a:ext cx="468" cy="290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0.5</a:t>
              </a:r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u</a:t>
              </a:r>
              <a:r>
                <a:rPr lang="en-US" altLang="zh-CN" b="0" baseline="-2500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1</a:t>
              </a:r>
            </a:p>
          </p:txBody>
        </p:sp>
        <p:sp>
          <p:nvSpPr>
            <p:cNvPr id="123939" name="Rectangle 108"/>
            <p:cNvSpPr>
              <a:spLocks noChangeArrowheads="1"/>
            </p:cNvSpPr>
            <p:nvPr/>
          </p:nvSpPr>
          <p:spPr bwMode="auto">
            <a:xfrm>
              <a:off x="7474" y="889"/>
              <a:ext cx="285" cy="289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b="0">
                  <a:solidFill>
                    <a:schemeClr val="bg1"/>
                  </a:solidFill>
                  <a:latin typeface="Symbol" pitchFamily="18" charset="2"/>
                  <a:ea typeface="宋体" pitchFamily="2" charset="-122"/>
                </a:rPr>
                <a:t>2W</a:t>
              </a:r>
              <a:endParaRPr lang="en-US" altLang="zh-CN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123940" name="Rectangle 109"/>
            <p:cNvSpPr>
              <a:spLocks noChangeArrowheads="1"/>
            </p:cNvSpPr>
            <p:nvPr/>
          </p:nvSpPr>
          <p:spPr bwMode="auto">
            <a:xfrm>
              <a:off x="8018" y="934"/>
              <a:ext cx="411" cy="290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1/6F</a:t>
              </a:r>
            </a:p>
          </p:txBody>
        </p:sp>
        <p:sp>
          <p:nvSpPr>
            <p:cNvPr id="123941" name="Rectangle 110"/>
            <p:cNvSpPr>
              <a:spLocks noChangeArrowheads="1"/>
            </p:cNvSpPr>
            <p:nvPr/>
          </p:nvSpPr>
          <p:spPr bwMode="auto">
            <a:xfrm>
              <a:off x="8426" y="1206"/>
              <a:ext cx="276" cy="290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1H</a:t>
              </a:r>
            </a:p>
          </p:txBody>
        </p:sp>
        <p:sp>
          <p:nvSpPr>
            <p:cNvPr id="123942" name="Rectangle 111"/>
            <p:cNvSpPr>
              <a:spLocks noChangeArrowheads="1"/>
            </p:cNvSpPr>
            <p:nvPr/>
          </p:nvSpPr>
          <p:spPr bwMode="auto">
            <a:xfrm>
              <a:off x="6476" y="1388"/>
              <a:ext cx="112" cy="290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k</a:t>
              </a:r>
            </a:p>
          </p:txBody>
        </p:sp>
        <p:sp>
          <p:nvSpPr>
            <p:cNvPr id="123943" name="Rectangle 112"/>
            <p:cNvSpPr>
              <a:spLocks noChangeArrowheads="1"/>
            </p:cNvSpPr>
            <p:nvPr/>
          </p:nvSpPr>
          <p:spPr bwMode="auto">
            <a:xfrm>
              <a:off x="7292" y="1342"/>
              <a:ext cx="285" cy="290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b="0">
                  <a:solidFill>
                    <a:schemeClr val="bg1"/>
                  </a:solidFill>
                  <a:latin typeface="Symbol" pitchFamily="18" charset="2"/>
                  <a:ea typeface="宋体" pitchFamily="2" charset="-122"/>
                </a:rPr>
                <a:t>2W</a:t>
              </a:r>
              <a:endParaRPr lang="en-US" altLang="zh-CN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123944" name="Rectangle 113"/>
            <p:cNvSpPr>
              <a:spLocks noChangeArrowheads="1"/>
            </p:cNvSpPr>
            <p:nvPr/>
          </p:nvSpPr>
          <p:spPr bwMode="auto">
            <a:xfrm>
              <a:off x="8335" y="1615"/>
              <a:ext cx="284" cy="289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b="0">
                  <a:solidFill>
                    <a:schemeClr val="bg1"/>
                  </a:solidFill>
                  <a:latin typeface="Symbol" pitchFamily="18" charset="2"/>
                  <a:ea typeface="宋体" pitchFamily="2" charset="-122"/>
                </a:rPr>
                <a:t>2W</a:t>
              </a:r>
              <a:endParaRPr lang="en-US" altLang="zh-CN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123945" name="Rectangle 114"/>
            <p:cNvSpPr>
              <a:spLocks noChangeArrowheads="1"/>
            </p:cNvSpPr>
            <p:nvPr/>
          </p:nvSpPr>
          <p:spPr bwMode="auto">
            <a:xfrm>
              <a:off x="6235" y="1029"/>
              <a:ext cx="274" cy="289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2A</a:t>
              </a:r>
            </a:p>
          </p:txBody>
        </p:sp>
        <p:sp>
          <p:nvSpPr>
            <p:cNvPr id="123946" name="Rectangle 115"/>
            <p:cNvSpPr>
              <a:spLocks noChangeArrowheads="1"/>
            </p:cNvSpPr>
            <p:nvPr/>
          </p:nvSpPr>
          <p:spPr bwMode="auto">
            <a:xfrm>
              <a:off x="8925" y="1432"/>
              <a:ext cx="260" cy="331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r>
                <a:rPr lang="en-US" altLang="zh-CN" sz="3200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i</a:t>
              </a:r>
              <a:endParaRPr lang="en-US" altLang="zh-CN" sz="3200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123947" name="Line 116"/>
            <p:cNvSpPr>
              <a:spLocks noChangeShapeType="1"/>
            </p:cNvSpPr>
            <p:nvPr/>
          </p:nvSpPr>
          <p:spPr bwMode="auto">
            <a:xfrm flipV="1">
              <a:off x="8199" y="843"/>
              <a:ext cx="556" cy="2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948" name="Line 117"/>
            <p:cNvSpPr>
              <a:spLocks noChangeShapeType="1"/>
            </p:cNvSpPr>
            <p:nvPr/>
          </p:nvSpPr>
          <p:spPr bwMode="auto">
            <a:xfrm flipV="1">
              <a:off x="8744" y="843"/>
              <a:ext cx="0" cy="227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949" name="Line 118"/>
            <p:cNvSpPr>
              <a:spLocks noChangeShapeType="1"/>
            </p:cNvSpPr>
            <p:nvPr/>
          </p:nvSpPr>
          <p:spPr bwMode="auto">
            <a:xfrm flipH="1">
              <a:off x="8744" y="1478"/>
              <a:ext cx="1" cy="590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950" name="Line 119"/>
            <p:cNvSpPr>
              <a:spLocks noChangeShapeType="1"/>
            </p:cNvSpPr>
            <p:nvPr/>
          </p:nvSpPr>
          <p:spPr bwMode="auto">
            <a:xfrm>
              <a:off x="8880" y="1388"/>
              <a:ext cx="0" cy="453"/>
            </a:xfrm>
            <a:prstGeom prst="line">
              <a:avLst/>
            </a:prstGeom>
            <a:noFill/>
            <a:ln w="28575">
              <a:solidFill>
                <a:srgbClr val="66FFFF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951" name="Line 120"/>
            <p:cNvSpPr>
              <a:spLocks noChangeShapeType="1"/>
            </p:cNvSpPr>
            <p:nvPr/>
          </p:nvSpPr>
          <p:spPr bwMode="auto">
            <a:xfrm flipH="1">
              <a:off x="6509" y="1206"/>
              <a:ext cx="330" cy="183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 type="triangle" w="med" len="med"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952" name="Rectangle 121"/>
            <p:cNvSpPr>
              <a:spLocks noChangeArrowheads="1"/>
            </p:cNvSpPr>
            <p:nvPr/>
          </p:nvSpPr>
          <p:spPr bwMode="auto">
            <a:xfrm>
              <a:off x="8698" y="1614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</a:gradFill>
            <a:ln w="2857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3953" name="Rectangle 122"/>
            <p:cNvSpPr>
              <a:spLocks noChangeArrowheads="1"/>
            </p:cNvSpPr>
            <p:nvPr/>
          </p:nvSpPr>
          <p:spPr bwMode="auto">
            <a:xfrm>
              <a:off x="7110" y="1342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</a:gradFill>
            <a:ln w="2857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123954" name="Group 123"/>
            <p:cNvGrpSpPr>
              <a:grpSpLocks/>
            </p:cNvGrpSpPr>
            <p:nvPr/>
          </p:nvGrpSpPr>
          <p:grpSpPr bwMode="auto">
            <a:xfrm rot="5400000">
              <a:off x="8286" y="977"/>
              <a:ext cx="499" cy="590"/>
              <a:chOff x="476" y="663"/>
              <a:chExt cx="771" cy="862"/>
            </a:xfrm>
          </p:grpSpPr>
          <p:sp>
            <p:nvSpPr>
              <p:cNvPr id="123955" name="AutoShape 124"/>
              <p:cNvSpPr>
                <a:spLocks noChangeArrowheads="1"/>
              </p:cNvSpPr>
              <p:nvPr/>
            </p:nvSpPr>
            <p:spPr bwMode="auto">
              <a:xfrm>
                <a:off x="476" y="663"/>
                <a:ext cx="317" cy="862"/>
              </a:xfrm>
              <a:custGeom>
                <a:avLst/>
                <a:gdLst/>
                <a:ahLst/>
                <a:cxnLst>
                  <a:cxn ang="0">
                    <a:pos x="2646" y="3717"/>
                  </a:cxn>
                  <a:cxn ang="0">
                    <a:pos x="10800" y="0"/>
                  </a:cxn>
                  <a:cxn ang="0">
                    <a:pos x="18953" y="3717"/>
                  </a:cxn>
                  <a:cxn ang="0">
                    <a:pos x="10799" y="0"/>
                  </a:cxn>
                  <a:cxn ang="0">
                    <a:pos x="2646" y="3717"/>
                  </a:cxn>
                </a:cxnLst>
                <a:rect l="0" t="0" r="r" b="b"/>
                <a:pathLst>
                  <a:path w="21600" h="21600">
                    <a:moveTo>
                      <a:pt x="2646" y="3717"/>
                    </a:moveTo>
                    <a:cubicBezTo>
                      <a:pt x="4698" y="1356"/>
                      <a:pt x="7672" y="-1"/>
                      <a:pt x="10800" y="0"/>
                    </a:cubicBezTo>
                    <a:cubicBezTo>
                      <a:pt x="13927" y="0"/>
                      <a:pt x="16901" y="1356"/>
                      <a:pt x="18953" y="3717"/>
                    </a:cubicBezTo>
                    <a:cubicBezTo>
                      <a:pt x="16901" y="1356"/>
                      <a:pt x="13927" y="-1"/>
                      <a:pt x="10799" y="0"/>
                    </a:cubicBezTo>
                    <a:cubicBezTo>
                      <a:pt x="7672" y="0"/>
                      <a:pt x="4698" y="1356"/>
                      <a:pt x="2646" y="3717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764700"/>
                  </a:gs>
                  <a:gs pos="50000">
                    <a:srgbClr val="FF9900"/>
                  </a:gs>
                  <a:gs pos="100000">
                    <a:srgbClr val="764700"/>
                  </a:gs>
                </a:gsLst>
                <a:lin ang="5400000" scaled="1"/>
              </a:gradFill>
              <a:ln w="38100">
                <a:solidFill>
                  <a:srgbClr val="FF99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3956" name="AutoShape 125"/>
              <p:cNvSpPr>
                <a:spLocks noChangeArrowheads="1"/>
              </p:cNvSpPr>
              <p:nvPr/>
            </p:nvSpPr>
            <p:spPr bwMode="auto">
              <a:xfrm>
                <a:off x="703" y="663"/>
                <a:ext cx="317" cy="862"/>
              </a:xfrm>
              <a:custGeom>
                <a:avLst/>
                <a:gdLst/>
                <a:ahLst/>
                <a:cxnLst>
                  <a:cxn ang="0">
                    <a:pos x="2646" y="3717"/>
                  </a:cxn>
                  <a:cxn ang="0">
                    <a:pos x="10800" y="0"/>
                  </a:cxn>
                  <a:cxn ang="0">
                    <a:pos x="18953" y="3717"/>
                  </a:cxn>
                  <a:cxn ang="0">
                    <a:pos x="10799" y="0"/>
                  </a:cxn>
                  <a:cxn ang="0">
                    <a:pos x="2646" y="3717"/>
                  </a:cxn>
                </a:cxnLst>
                <a:rect l="0" t="0" r="r" b="b"/>
                <a:pathLst>
                  <a:path w="21600" h="21600">
                    <a:moveTo>
                      <a:pt x="2646" y="3717"/>
                    </a:moveTo>
                    <a:cubicBezTo>
                      <a:pt x="4698" y="1356"/>
                      <a:pt x="7672" y="-1"/>
                      <a:pt x="10800" y="0"/>
                    </a:cubicBezTo>
                    <a:cubicBezTo>
                      <a:pt x="13927" y="0"/>
                      <a:pt x="16901" y="1356"/>
                      <a:pt x="18953" y="3717"/>
                    </a:cubicBezTo>
                    <a:cubicBezTo>
                      <a:pt x="16901" y="1356"/>
                      <a:pt x="13927" y="-1"/>
                      <a:pt x="10799" y="0"/>
                    </a:cubicBezTo>
                    <a:cubicBezTo>
                      <a:pt x="7672" y="0"/>
                      <a:pt x="4698" y="1356"/>
                      <a:pt x="2646" y="3717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764700"/>
                  </a:gs>
                  <a:gs pos="50000">
                    <a:srgbClr val="FF9900"/>
                  </a:gs>
                  <a:gs pos="100000">
                    <a:srgbClr val="764700"/>
                  </a:gs>
                </a:gsLst>
                <a:lin ang="5400000" scaled="1"/>
              </a:gradFill>
              <a:ln w="38100">
                <a:solidFill>
                  <a:srgbClr val="FF99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3957" name="AutoShape 126"/>
              <p:cNvSpPr>
                <a:spLocks noChangeArrowheads="1"/>
              </p:cNvSpPr>
              <p:nvPr/>
            </p:nvSpPr>
            <p:spPr bwMode="auto">
              <a:xfrm>
                <a:off x="930" y="663"/>
                <a:ext cx="317" cy="862"/>
              </a:xfrm>
              <a:custGeom>
                <a:avLst/>
                <a:gdLst/>
                <a:ahLst/>
                <a:cxnLst>
                  <a:cxn ang="0">
                    <a:pos x="2646" y="3717"/>
                  </a:cxn>
                  <a:cxn ang="0">
                    <a:pos x="10800" y="0"/>
                  </a:cxn>
                  <a:cxn ang="0">
                    <a:pos x="18953" y="3717"/>
                  </a:cxn>
                  <a:cxn ang="0">
                    <a:pos x="10799" y="0"/>
                  </a:cxn>
                  <a:cxn ang="0">
                    <a:pos x="2646" y="3717"/>
                  </a:cxn>
                </a:cxnLst>
                <a:rect l="0" t="0" r="r" b="b"/>
                <a:pathLst>
                  <a:path w="21600" h="21600">
                    <a:moveTo>
                      <a:pt x="2646" y="3717"/>
                    </a:moveTo>
                    <a:cubicBezTo>
                      <a:pt x="4698" y="1356"/>
                      <a:pt x="7672" y="-1"/>
                      <a:pt x="10800" y="0"/>
                    </a:cubicBezTo>
                    <a:cubicBezTo>
                      <a:pt x="13927" y="0"/>
                      <a:pt x="16901" y="1356"/>
                      <a:pt x="18953" y="3717"/>
                    </a:cubicBezTo>
                    <a:cubicBezTo>
                      <a:pt x="16901" y="1356"/>
                      <a:pt x="13927" y="-1"/>
                      <a:pt x="10799" y="0"/>
                    </a:cubicBezTo>
                    <a:cubicBezTo>
                      <a:pt x="7672" y="0"/>
                      <a:pt x="4698" y="1356"/>
                      <a:pt x="2646" y="3717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764700"/>
                  </a:gs>
                  <a:gs pos="50000">
                    <a:srgbClr val="FF9900"/>
                  </a:gs>
                  <a:gs pos="100000">
                    <a:srgbClr val="764700"/>
                  </a:gs>
                </a:gsLst>
                <a:lin ang="5400000" scaled="1"/>
              </a:gradFill>
              <a:ln w="38100">
                <a:solidFill>
                  <a:srgbClr val="FF99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123958" name="Group 127"/>
            <p:cNvGrpSpPr>
              <a:grpSpLocks/>
            </p:cNvGrpSpPr>
            <p:nvPr/>
          </p:nvGrpSpPr>
          <p:grpSpPr bwMode="auto">
            <a:xfrm rot="5400000">
              <a:off x="8034" y="782"/>
              <a:ext cx="240" cy="90"/>
              <a:chOff x="4604" y="2478"/>
              <a:chExt cx="240" cy="90"/>
            </a:xfrm>
          </p:grpSpPr>
          <p:sp>
            <p:nvSpPr>
              <p:cNvPr id="123959" name="Line 128"/>
              <p:cNvSpPr>
                <a:spLocks noChangeShapeType="1"/>
              </p:cNvSpPr>
              <p:nvPr/>
            </p:nvSpPr>
            <p:spPr bwMode="auto">
              <a:xfrm>
                <a:off x="4604" y="2478"/>
                <a:ext cx="240" cy="0"/>
              </a:xfrm>
              <a:prstGeom prst="line">
                <a:avLst/>
              </a:prstGeom>
              <a:noFill/>
              <a:ln w="57150">
                <a:solidFill>
                  <a:srgbClr val="FF99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3960" name="Line 129"/>
              <p:cNvSpPr>
                <a:spLocks noChangeShapeType="1"/>
              </p:cNvSpPr>
              <p:nvPr/>
            </p:nvSpPr>
            <p:spPr bwMode="auto">
              <a:xfrm>
                <a:off x="4604" y="2568"/>
                <a:ext cx="240" cy="0"/>
              </a:xfrm>
              <a:prstGeom prst="line">
                <a:avLst/>
              </a:prstGeom>
              <a:noFill/>
              <a:ln w="57150">
                <a:solidFill>
                  <a:srgbClr val="FF99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23961" name="Rectangle 130"/>
            <p:cNvSpPr>
              <a:spLocks noChangeArrowheads="1"/>
            </p:cNvSpPr>
            <p:nvPr/>
          </p:nvSpPr>
          <p:spPr bwMode="auto">
            <a:xfrm>
              <a:off x="7519" y="753"/>
              <a:ext cx="317" cy="136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</a:gradFill>
            <a:ln w="2857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123962" name="Group 131"/>
            <p:cNvGrpSpPr>
              <a:grpSpLocks/>
            </p:cNvGrpSpPr>
            <p:nvPr/>
          </p:nvGrpSpPr>
          <p:grpSpPr bwMode="auto">
            <a:xfrm>
              <a:off x="5964" y="1389"/>
              <a:ext cx="363" cy="363"/>
              <a:chOff x="5977" y="1297"/>
              <a:chExt cx="363" cy="363"/>
            </a:xfrm>
          </p:grpSpPr>
          <p:sp>
            <p:nvSpPr>
              <p:cNvPr id="123963" name="Oval 132"/>
              <p:cNvSpPr>
                <a:spLocks noChangeArrowheads="1"/>
              </p:cNvSpPr>
              <p:nvPr/>
            </p:nvSpPr>
            <p:spPr bwMode="auto">
              <a:xfrm>
                <a:off x="5977" y="1297"/>
                <a:ext cx="363" cy="363"/>
              </a:xfrm>
              <a:prstGeom prst="ellipse">
                <a:avLst/>
              </a:prstGeom>
              <a:gradFill rotWithShape="1">
                <a:gsLst>
                  <a:gs pos="0">
                    <a:srgbClr val="0099FF"/>
                  </a:gs>
                  <a:gs pos="100000">
                    <a:srgbClr val="004776"/>
                  </a:gs>
                </a:gsLst>
                <a:path path="shape">
                  <a:fillToRect l="50000" t="50000" r="50000" b="50000"/>
                </a:path>
              </a:gradFill>
              <a:ln w="38100">
                <a:solidFill>
                  <a:srgbClr val="FF99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23964" name="Line 133"/>
              <p:cNvSpPr>
                <a:spLocks noChangeShapeType="1"/>
              </p:cNvSpPr>
              <p:nvPr/>
            </p:nvSpPr>
            <p:spPr bwMode="auto">
              <a:xfrm>
                <a:off x="5977" y="1478"/>
                <a:ext cx="363" cy="0"/>
              </a:xfrm>
              <a:prstGeom prst="line">
                <a:avLst/>
              </a:prstGeom>
              <a:noFill/>
              <a:ln w="38100">
                <a:solidFill>
                  <a:srgbClr val="FF99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123965" name="Group 134"/>
            <p:cNvGrpSpPr>
              <a:grpSpLocks/>
            </p:cNvGrpSpPr>
            <p:nvPr/>
          </p:nvGrpSpPr>
          <p:grpSpPr bwMode="auto">
            <a:xfrm>
              <a:off x="7700" y="344"/>
              <a:ext cx="453" cy="273"/>
              <a:chOff x="7700" y="344"/>
              <a:chExt cx="453" cy="273"/>
            </a:xfrm>
          </p:grpSpPr>
          <p:sp>
            <p:nvSpPr>
              <p:cNvPr id="123966" name="AutoShape 135"/>
              <p:cNvSpPr>
                <a:spLocks noChangeArrowheads="1"/>
              </p:cNvSpPr>
              <p:nvPr/>
            </p:nvSpPr>
            <p:spPr bwMode="auto">
              <a:xfrm>
                <a:off x="7700" y="344"/>
                <a:ext cx="453" cy="272"/>
              </a:xfrm>
              <a:prstGeom prst="diamond">
                <a:avLst/>
              </a:prstGeom>
              <a:gradFill rotWithShape="1">
                <a:gsLst>
                  <a:gs pos="0">
                    <a:srgbClr val="0099FF"/>
                  </a:gs>
                  <a:gs pos="100000">
                    <a:srgbClr val="004776"/>
                  </a:gs>
                </a:gsLst>
                <a:path path="shape">
                  <a:fillToRect l="50000" t="50000" r="50000" b="50000"/>
                </a:path>
              </a:gradFill>
              <a:ln w="38100">
                <a:solidFill>
                  <a:srgbClr val="FF99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23967" name="Line 136"/>
              <p:cNvSpPr>
                <a:spLocks noChangeShapeType="1"/>
              </p:cNvSpPr>
              <p:nvPr/>
            </p:nvSpPr>
            <p:spPr bwMode="auto">
              <a:xfrm>
                <a:off x="7927" y="344"/>
                <a:ext cx="0" cy="273"/>
              </a:xfrm>
              <a:prstGeom prst="line">
                <a:avLst/>
              </a:prstGeom>
              <a:noFill/>
              <a:ln w="38100">
                <a:solidFill>
                  <a:srgbClr val="FF99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grpSp>
        <p:nvGrpSpPr>
          <p:cNvPr id="200843" name="Group 139"/>
          <p:cNvGrpSpPr>
            <a:grpSpLocks/>
          </p:cNvGrpSpPr>
          <p:nvPr/>
        </p:nvGrpSpPr>
        <p:grpSpPr bwMode="auto">
          <a:xfrm>
            <a:off x="250825" y="477838"/>
            <a:ext cx="5113338" cy="3095625"/>
            <a:chOff x="5284" y="300"/>
            <a:chExt cx="3221" cy="1950"/>
          </a:xfrm>
        </p:grpSpPr>
        <p:sp>
          <p:nvSpPr>
            <p:cNvPr id="123969" name="Rectangle 61"/>
            <p:cNvSpPr>
              <a:spLocks noChangeArrowheads="1"/>
            </p:cNvSpPr>
            <p:nvPr/>
          </p:nvSpPr>
          <p:spPr bwMode="auto">
            <a:xfrm>
              <a:off x="5284" y="300"/>
              <a:ext cx="3221" cy="1950"/>
            </a:xfrm>
            <a:prstGeom prst="rect">
              <a:avLst/>
            </a:prstGeom>
            <a:solidFill>
              <a:schemeClr val="bg2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3970" name="Line 63"/>
            <p:cNvSpPr>
              <a:spLocks noChangeShapeType="1"/>
            </p:cNvSpPr>
            <p:nvPr/>
          </p:nvSpPr>
          <p:spPr bwMode="auto">
            <a:xfrm flipH="1">
              <a:off x="5590" y="1016"/>
              <a:ext cx="12" cy="1098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971" name="Line 65"/>
            <p:cNvSpPr>
              <a:spLocks noChangeShapeType="1"/>
            </p:cNvSpPr>
            <p:nvPr/>
          </p:nvSpPr>
          <p:spPr bwMode="auto">
            <a:xfrm flipH="1" flipV="1">
              <a:off x="6269" y="653"/>
              <a:ext cx="1271" cy="10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972" name="Line 68"/>
            <p:cNvSpPr>
              <a:spLocks noChangeShapeType="1"/>
            </p:cNvSpPr>
            <p:nvPr/>
          </p:nvSpPr>
          <p:spPr bwMode="auto">
            <a:xfrm>
              <a:off x="5602" y="1152"/>
              <a:ext cx="0" cy="373"/>
            </a:xfrm>
            <a:prstGeom prst="line">
              <a:avLst/>
            </a:prstGeom>
            <a:noFill/>
            <a:ln w="38100">
              <a:solidFill>
                <a:srgbClr val="66FFFF"/>
              </a:solidFill>
              <a:round/>
              <a:headEnd type="triangle" w="med" len="med"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973" name="Line 69"/>
            <p:cNvSpPr>
              <a:spLocks noChangeShapeType="1"/>
            </p:cNvSpPr>
            <p:nvPr/>
          </p:nvSpPr>
          <p:spPr bwMode="auto">
            <a:xfrm flipH="1">
              <a:off x="6962" y="663"/>
              <a:ext cx="454" cy="1"/>
            </a:xfrm>
            <a:prstGeom prst="line">
              <a:avLst/>
            </a:prstGeom>
            <a:noFill/>
            <a:ln w="38100">
              <a:solidFill>
                <a:srgbClr val="66FFFF"/>
              </a:solidFill>
              <a:round/>
              <a:headEnd type="triangle" w="med" len="med"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23974" name="Group 138"/>
            <p:cNvGrpSpPr>
              <a:grpSpLocks/>
            </p:cNvGrpSpPr>
            <p:nvPr/>
          </p:nvGrpSpPr>
          <p:grpSpPr bwMode="auto">
            <a:xfrm>
              <a:off x="6554" y="526"/>
              <a:ext cx="453" cy="273"/>
              <a:chOff x="6599" y="527"/>
              <a:chExt cx="453" cy="273"/>
            </a:xfrm>
          </p:grpSpPr>
          <p:sp>
            <p:nvSpPr>
              <p:cNvPr id="123975" name="AutoShape 66"/>
              <p:cNvSpPr>
                <a:spLocks noChangeArrowheads="1"/>
              </p:cNvSpPr>
              <p:nvPr/>
            </p:nvSpPr>
            <p:spPr bwMode="auto">
              <a:xfrm>
                <a:off x="6599" y="527"/>
                <a:ext cx="453" cy="272"/>
              </a:xfrm>
              <a:prstGeom prst="diamond">
                <a:avLst/>
              </a:prstGeom>
              <a:gradFill rotWithShape="1">
                <a:gsLst>
                  <a:gs pos="0">
                    <a:srgbClr val="0099FF"/>
                  </a:gs>
                  <a:gs pos="100000">
                    <a:srgbClr val="004776"/>
                  </a:gs>
                </a:gsLst>
                <a:path path="shape">
                  <a:fillToRect l="50000" t="50000" r="50000" b="50000"/>
                </a:path>
              </a:gradFill>
              <a:ln w="38100">
                <a:solidFill>
                  <a:srgbClr val="FF99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23976" name="Line 70"/>
              <p:cNvSpPr>
                <a:spLocks noChangeShapeType="1"/>
              </p:cNvSpPr>
              <p:nvPr/>
            </p:nvSpPr>
            <p:spPr bwMode="auto">
              <a:xfrm>
                <a:off x="6814" y="527"/>
                <a:ext cx="0" cy="273"/>
              </a:xfrm>
              <a:prstGeom prst="line">
                <a:avLst/>
              </a:prstGeom>
              <a:noFill/>
              <a:ln w="38100">
                <a:solidFill>
                  <a:srgbClr val="FF99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23977" name="Line 71"/>
            <p:cNvSpPr>
              <a:spLocks noChangeShapeType="1"/>
            </p:cNvSpPr>
            <p:nvPr/>
          </p:nvSpPr>
          <p:spPr bwMode="auto">
            <a:xfrm flipH="1" flipV="1">
              <a:off x="6269" y="653"/>
              <a:ext cx="0" cy="363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978" name="Line 72"/>
            <p:cNvSpPr>
              <a:spLocks noChangeShapeType="1"/>
            </p:cNvSpPr>
            <p:nvPr/>
          </p:nvSpPr>
          <p:spPr bwMode="auto">
            <a:xfrm flipV="1">
              <a:off x="7540" y="663"/>
              <a:ext cx="0" cy="363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 type="oval" w="med" len="med"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979" name="Line 73"/>
            <p:cNvSpPr>
              <a:spLocks noChangeShapeType="1"/>
            </p:cNvSpPr>
            <p:nvPr/>
          </p:nvSpPr>
          <p:spPr bwMode="auto">
            <a:xfrm>
              <a:off x="5602" y="1016"/>
              <a:ext cx="2392" cy="10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 type="oval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980" name="Line 74"/>
            <p:cNvSpPr>
              <a:spLocks noChangeShapeType="1"/>
            </p:cNvSpPr>
            <p:nvPr/>
          </p:nvSpPr>
          <p:spPr bwMode="auto">
            <a:xfrm>
              <a:off x="6269" y="1016"/>
              <a:ext cx="1" cy="1098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 type="oval" w="med" len="med"/>
              <a:tailEnd type="oval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981" name="Line 75"/>
            <p:cNvSpPr>
              <a:spLocks noChangeShapeType="1"/>
            </p:cNvSpPr>
            <p:nvPr/>
          </p:nvSpPr>
          <p:spPr bwMode="auto">
            <a:xfrm>
              <a:off x="5590" y="2114"/>
              <a:ext cx="2449" cy="0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 type="oval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982" name="Rectangle 76"/>
            <p:cNvSpPr>
              <a:spLocks noChangeArrowheads="1"/>
            </p:cNvSpPr>
            <p:nvPr/>
          </p:nvSpPr>
          <p:spPr bwMode="auto">
            <a:xfrm>
              <a:off x="6055" y="1243"/>
              <a:ext cx="113" cy="269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b="0">
                  <a:solidFill>
                    <a:schemeClr val="bg1"/>
                  </a:solidFill>
                  <a:latin typeface="宋体" pitchFamily="2" charset="-122"/>
                  <a:ea typeface="宋体" pitchFamily="2" charset="-122"/>
                </a:rPr>
                <a:t>+</a:t>
              </a:r>
              <a:endParaRPr lang="en-US" altLang="zh-CN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123983" name="Rectangle 77"/>
            <p:cNvSpPr>
              <a:spLocks noChangeArrowheads="1"/>
            </p:cNvSpPr>
            <p:nvPr/>
          </p:nvSpPr>
          <p:spPr bwMode="auto">
            <a:xfrm>
              <a:off x="5952" y="1515"/>
              <a:ext cx="359" cy="269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u</a:t>
              </a:r>
              <a:r>
                <a:rPr lang="en-US" altLang="zh-CN" b="0" baseline="-25000">
                  <a:solidFill>
                    <a:schemeClr val="bg1"/>
                  </a:solidFill>
                  <a:latin typeface="宋体" pitchFamily="2" charset="-122"/>
                  <a:ea typeface="宋体" pitchFamily="2" charset="-122"/>
                </a:rPr>
                <a:t>1</a:t>
              </a:r>
            </a:p>
          </p:txBody>
        </p:sp>
        <p:sp>
          <p:nvSpPr>
            <p:cNvPr id="123984" name="Rectangle 78"/>
            <p:cNvSpPr>
              <a:spLocks noChangeArrowheads="1"/>
            </p:cNvSpPr>
            <p:nvPr/>
          </p:nvSpPr>
          <p:spPr bwMode="auto">
            <a:xfrm>
              <a:off x="6088" y="1742"/>
              <a:ext cx="113" cy="269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b="0">
                  <a:solidFill>
                    <a:schemeClr val="bg1"/>
                  </a:solidFill>
                  <a:latin typeface="宋体" pitchFamily="2" charset="-122"/>
                  <a:ea typeface="宋体" pitchFamily="2" charset="-122"/>
                </a:rPr>
                <a:t>-</a:t>
              </a:r>
              <a:endParaRPr lang="en-US" altLang="zh-CN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123985" name="Rectangle 79"/>
            <p:cNvSpPr>
              <a:spLocks noChangeArrowheads="1"/>
            </p:cNvSpPr>
            <p:nvPr/>
          </p:nvSpPr>
          <p:spPr bwMode="auto">
            <a:xfrm>
              <a:off x="7008" y="391"/>
              <a:ext cx="468" cy="269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0.5</a:t>
              </a:r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u</a:t>
              </a:r>
              <a:r>
                <a:rPr lang="en-US" altLang="zh-CN" b="0" baseline="-2500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1</a:t>
              </a:r>
            </a:p>
          </p:txBody>
        </p:sp>
        <p:sp>
          <p:nvSpPr>
            <p:cNvPr id="123986" name="Rectangle 80"/>
            <p:cNvSpPr>
              <a:spLocks noChangeArrowheads="1"/>
            </p:cNvSpPr>
            <p:nvPr/>
          </p:nvSpPr>
          <p:spPr bwMode="auto">
            <a:xfrm>
              <a:off x="6587" y="1062"/>
              <a:ext cx="284" cy="269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b="0">
                  <a:solidFill>
                    <a:schemeClr val="bg1"/>
                  </a:solidFill>
                  <a:latin typeface="Symbol" pitchFamily="18" charset="2"/>
                  <a:ea typeface="宋体" pitchFamily="2" charset="-122"/>
                </a:rPr>
                <a:t>2W</a:t>
              </a:r>
              <a:endParaRPr lang="en-US" altLang="zh-CN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123987" name="Rectangle 81"/>
            <p:cNvSpPr>
              <a:spLocks noChangeArrowheads="1"/>
            </p:cNvSpPr>
            <p:nvPr/>
          </p:nvSpPr>
          <p:spPr bwMode="auto">
            <a:xfrm>
              <a:off x="6405" y="1515"/>
              <a:ext cx="284" cy="269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b="0">
                  <a:solidFill>
                    <a:schemeClr val="bg1"/>
                  </a:solidFill>
                  <a:latin typeface="Symbol" pitchFamily="18" charset="2"/>
                  <a:ea typeface="宋体" pitchFamily="2" charset="-122"/>
                </a:rPr>
                <a:t>2W</a:t>
              </a:r>
              <a:endParaRPr lang="en-US" altLang="zh-CN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123988" name="Rectangle 82"/>
            <p:cNvSpPr>
              <a:spLocks noChangeArrowheads="1"/>
            </p:cNvSpPr>
            <p:nvPr/>
          </p:nvSpPr>
          <p:spPr bwMode="auto">
            <a:xfrm>
              <a:off x="8039" y="1071"/>
              <a:ext cx="123" cy="269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b="0">
                  <a:solidFill>
                    <a:schemeClr val="bg1"/>
                  </a:solidFill>
                  <a:latin typeface="Symbol" pitchFamily="18" charset="2"/>
                  <a:ea typeface="宋体" pitchFamily="2" charset="-122"/>
                </a:rPr>
                <a:t>+</a:t>
              </a:r>
              <a:endParaRPr lang="en-US" altLang="zh-CN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123989" name="Rectangle 83"/>
            <p:cNvSpPr>
              <a:spLocks noChangeArrowheads="1"/>
            </p:cNvSpPr>
            <p:nvPr/>
          </p:nvSpPr>
          <p:spPr bwMode="auto">
            <a:xfrm>
              <a:off x="5647" y="1162"/>
              <a:ext cx="274" cy="269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2A</a:t>
              </a:r>
            </a:p>
          </p:txBody>
        </p:sp>
        <p:sp>
          <p:nvSpPr>
            <p:cNvPr id="123990" name="Rectangle 84"/>
            <p:cNvSpPr>
              <a:spLocks noChangeArrowheads="1"/>
            </p:cNvSpPr>
            <p:nvPr/>
          </p:nvSpPr>
          <p:spPr bwMode="auto">
            <a:xfrm>
              <a:off x="6223" y="1515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</a:gradFill>
            <a:ln w="2857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3991" name="Rectangle 85"/>
            <p:cNvSpPr>
              <a:spLocks noChangeArrowheads="1"/>
            </p:cNvSpPr>
            <p:nvPr/>
          </p:nvSpPr>
          <p:spPr bwMode="auto">
            <a:xfrm>
              <a:off x="6632" y="926"/>
              <a:ext cx="317" cy="136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</a:gradFill>
            <a:ln w="2857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3992" name="Rectangle 86"/>
            <p:cNvSpPr>
              <a:spLocks noChangeArrowheads="1"/>
            </p:cNvSpPr>
            <p:nvPr/>
          </p:nvSpPr>
          <p:spPr bwMode="auto">
            <a:xfrm>
              <a:off x="8039" y="1797"/>
              <a:ext cx="123" cy="269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b="0">
                  <a:solidFill>
                    <a:schemeClr val="bg1"/>
                  </a:solidFill>
                  <a:latin typeface="Symbol" pitchFamily="18" charset="2"/>
                  <a:ea typeface="宋体" pitchFamily="2" charset="-122"/>
                </a:rPr>
                <a:t>-</a:t>
              </a:r>
              <a:endParaRPr lang="en-US" altLang="zh-CN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123993" name="Rectangle 87"/>
            <p:cNvSpPr>
              <a:spLocks noChangeArrowheads="1"/>
            </p:cNvSpPr>
            <p:nvPr/>
          </p:nvSpPr>
          <p:spPr bwMode="auto">
            <a:xfrm>
              <a:off x="7721" y="1388"/>
              <a:ext cx="553" cy="269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u</a:t>
              </a:r>
              <a:r>
                <a:rPr lang="en-US" altLang="zh-CN" b="0" baseline="-2500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L</a:t>
              </a:r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(0</a:t>
              </a:r>
              <a:r>
                <a:rPr lang="en-US" altLang="zh-CN" b="0" baseline="-2500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+</a:t>
              </a:r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)</a:t>
              </a:r>
            </a:p>
          </p:txBody>
        </p:sp>
        <p:grpSp>
          <p:nvGrpSpPr>
            <p:cNvPr id="123994" name="Group 137"/>
            <p:cNvGrpSpPr>
              <a:grpSpLocks/>
            </p:cNvGrpSpPr>
            <p:nvPr/>
          </p:nvGrpSpPr>
          <p:grpSpPr bwMode="auto">
            <a:xfrm>
              <a:off x="5421" y="1470"/>
              <a:ext cx="363" cy="363"/>
              <a:chOff x="5421" y="1470"/>
              <a:chExt cx="363" cy="363"/>
            </a:xfrm>
          </p:grpSpPr>
          <p:sp>
            <p:nvSpPr>
              <p:cNvPr id="123995" name="Oval 64"/>
              <p:cNvSpPr>
                <a:spLocks noChangeArrowheads="1"/>
              </p:cNvSpPr>
              <p:nvPr/>
            </p:nvSpPr>
            <p:spPr bwMode="auto">
              <a:xfrm>
                <a:off x="5421" y="1470"/>
                <a:ext cx="363" cy="363"/>
              </a:xfrm>
              <a:prstGeom prst="ellipse">
                <a:avLst/>
              </a:prstGeom>
              <a:gradFill rotWithShape="1">
                <a:gsLst>
                  <a:gs pos="0">
                    <a:srgbClr val="0099FF"/>
                  </a:gs>
                  <a:gs pos="100000">
                    <a:srgbClr val="004776"/>
                  </a:gs>
                </a:gsLst>
                <a:path path="shape">
                  <a:fillToRect l="50000" t="50000" r="50000" b="50000"/>
                </a:path>
              </a:gradFill>
              <a:ln w="38100">
                <a:solidFill>
                  <a:srgbClr val="FF99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23996" name="Line 67"/>
              <p:cNvSpPr>
                <a:spLocks noChangeShapeType="1"/>
              </p:cNvSpPr>
              <p:nvPr/>
            </p:nvSpPr>
            <p:spPr bwMode="auto">
              <a:xfrm>
                <a:off x="5421" y="1651"/>
                <a:ext cx="363" cy="0"/>
              </a:xfrm>
              <a:prstGeom prst="line">
                <a:avLst/>
              </a:prstGeom>
              <a:noFill/>
              <a:ln w="38100">
                <a:solidFill>
                  <a:srgbClr val="FF99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7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007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2007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7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2000"/>
                                        <p:tgtEl>
                                          <p:spTgt spid="2007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7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2000"/>
                                        <p:tgtEl>
                                          <p:spTgt spid="2007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7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2007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1000"/>
                                        <p:tgtEl>
                                          <p:spTgt spid="2008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7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2000"/>
                                        <p:tgtEl>
                                          <p:spTgt spid="2007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7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2000"/>
                                        <p:tgtEl>
                                          <p:spTgt spid="2007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7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" dur="2000"/>
                                        <p:tgtEl>
                                          <p:spTgt spid="2007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7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2000"/>
                                        <p:tgtEl>
                                          <p:spTgt spid="2007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0706" grpId="0"/>
      <p:bldP spid="200708" grpId="0"/>
    </p:bldLst>
  </p:timing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730" name="Text Box 2"/>
          <p:cNvSpPr txBox="1">
            <a:spLocks noChangeArrowheads="1"/>
          </p:cNvSpPr>
          <p:nvPr/>
        </p:nvSpPr>
        <p:spPr bwMode="auto">
          <a:xfrm>
            <a:off x="468313" y="549275"/>
            <a:ext cx="5616575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sz="3200">
                <a:solidFill>
                  <a:schemeClr val="bg1"/>
                </a:solidFill>
                <a:latin typeface="楷体_GB2312" pitchFamily="49" charset="-122"/>
              </a:rPr>
              <a:t>2. </a:t>
            </a:r>
            <a:r>
              <a:rPr lang="zh-CN" altLang="en-US" sz="3200">
                <a:solidFill>
                  <a:schemeClr val="bg1"/>
                </a:solidFill>
                <a:latin typeface="楷体_GB2312" pitchFamily="49" charset="-122"/>
              </a:rPr>
              <a:t>二阶电路的全响应</a:t>
            </a:r>
          </a:p>
        </p:txBody>
      </p:sp>
      <p:grpSp>
        <p:nvGrpSpPr>
          <p:cNvPr id="201731" name="Group 3"/>
          <p:cNvGrpSpPr>
            <a:grpSpLocks/>
          </p:cNvGrpSpPr>
          <p:nvPr/>
        </p:nvGrpSpPr>
        <p:grpSpPr bwMode="auto">
          <a:xfrm>
            <a:off x="1331913" y="1268413"/>
            <a:ext cx="6121400" cy="590550"/>
            <a:chOff x="793" y="754"/>
            <a:chExt cx="3856" cy="372"/>
          </a:xfrm>
        </p:grpSpPr>
        <p:sp>
          <p:nvSpPr>
            <p:cNvPr id="124931" name="Text Box 4"/>
            <p:cNvSpPr txBox="1">
              <a:spLocks noChangeArrowheads="1"/>
            </p:cNvSpPr>
            <p:nvPr/>
          </p:nvSpPr>
          <p:spPr bwMode="auto">
            <a:xfrm>
              <a:off x="793" y="799"/>
              <a:ext cx="2641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zh-CN" altLang="en-US">
                  <a:latin typeface="Times New Roman" pitchFamily="18" charset="0"/>
                </a:rPr>
                <a:t>已知</a:t>
              </a:r>
              <a:r>
                <a:rPr lang="zh-CN" altLang="en-US">
                  <a:latin typeface="Times New Roman" pitchFamily="18" charset="0"/>
                  <a:ea typeface="宋体" pitchFamily="2" charset="-122"/>
                </a:rPr>
                <a:t>：</a:t>
              </a:r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i</a:t>
              </a:r>
              <a:r>
                <a:rPr lang="en-US" altLang="zh-CN" b="0" baseline="-2500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L</a:t>
              </a:r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(0</a:t>
              </a:r>
              <a:r>
                <a:rPr lang="en-US" altLang="zh-CN" b="0" baseline="-25000">
                  <a:solidFill>
                    <a:schemeClr val="bg1"/>
                  </a:solidFill>
                  <a:latin typeface="宋体" pitchFamily="2" charset="-122"/>
                  <a:ea typeface="宋体" pitchFamily="2" charset="-122"/>
                </a:rPr>
                <a:t>-</a:t>
              </a:r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)=2A   </a:t>
              </a:r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u</a:t>
              </a:r>
              <a:r>
                <a:rPr lang="en-US" altLang="zh-CN" b="0" baseline="-2500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C</a:t>
              </a:r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(0</a:t>
              </a:r>
              <a:r>
                <a:rPr lang="en-US" altLang="zh-CN" b="0" baseline="-25000">
                  <a:solidFill>
                    <a:schemeClr val="bg1"/>
                  </a:solidFill>
                  <a:latin typeface="宋体" pitchFamily="2" charset="-122"/>
                  <a:ea typeface="宋体" pitchFamily="2" charset="-122"/>
                </a:rPr>
                <a:t>-</a:t>
              </a:r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)=0</a:t>
              </a:r>
            </a:p>
          </p:txBody>
        </p:sp>
        <p:sp>
          <p:nvSpPr>
            <p:cNvPr id="124932" name="Text Box 5"/>
            <p:cNvSpPr txBox="1">
              <a:spLocks noChangeArrowheads="1"/>
            </p:cNvSpPr>
            <p:nvPr/>
          </p:nvSpPr>
          <p:spPr bwMode="auto">
            <a:xfrm>
              <a:off x="3470" y="754"/>
              <a:ext cx="1179" cy="3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zh-CN" altLang="en-US">
                  <a:latin typeface="Times New Roman" pitchFamily="18" charset="0"/>
                </a:rPr>
                <a:t>求</a:t>
              </a:r>
              <a:r>
                <a:rPr lang="zh-CN" altLang="en-US" i="1">
                  <a:latin typeface="Times New Roman" pitchFamily="18" charset="0"/>
                </a:rPr>
                <a:t>：</a:t>
              </a:r>
              <a:r>
                <a:rPr lang="en-US" altLang="zh-CN" sz="3200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i</a:t>
              </a:r>
              <a:r>
                <a:rPr lang="en-US" altLang="zh-CN" sz="3200" b="0" baseline="-2500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L</a:t>
              </a:r>
              <a:r>
                <a:rPr lang="en-US" altLang="zh-CN" sz="3200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,</a:t>
              </a:r>
              <a:r>
                <a:rPr lang="en-US" altLang="zh-CN" sz="3200" b="0">
                  <a:latin typeface="Times New Roman" pitchFamily="18" charset="0"/>
                  <a:ea typeface="宋体" pitchFamily="2" charset="-122"/>
                </a:rPr>
                <a:t>   </a:t>
              </a:r>
              <a:r>
                <a:rPr lang="en-US" altLang="zh-CN" sz="3200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i</a:t>
              </a:r>
              <a:r>
                <a:rPr lang="en-US" altLang="zh-CN" sz="3200" b="0" baseline="-2500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R</a:t>
              </a:r>
              <a:endParaRPr lang="en-US" altLang="zh-CN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</p:grpSp>
      <p:sp>
        <p:nvSpPr>
          <p:cNvPr id="201734" name="Text Box 6"/>
          <p:cNvSpPr txBox="1">
            <a:spLocks noChangeArrowheads="1"/>
          </p:cNvSpPr>
          <p:nvPr/>
        </p:nvSpPr>
        <p:spPr bwMode="auto">
          <a:xfrm>
            <a:off x="1116013" y="2060575"/>
            <a:ext cx="2951162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b="0">
                <a:latin typeface="楷体_GB2312" pitchFamily="49" charset="-122"/>
              </a:rPr>
              <a:t>(1)</a:t>
            </a:r>
            <a:r>
              <a:rPr lang="en-US" altLang="zh-CN">
                <a:latin typeface="楷体_GB2312" pitchFamily="49" charset="-122"/>
              </a:rPr>
              <a:t> </a:t>
            </a:r>
            <a:r>
              <a:rPr lang="zh-CN" altLang="en-US">
                <a:latin typeface="楷体_GB2312" pitchFamily="49" charset="-122"/>
              </a:rPr>
              <a:t>列微分方程</a:t>
            </a:r>
          </a:p>
        </p:txBody>
      </p:sp>
      <p:graphicFrame>
        <p:nvGraphicFramePr>
          <p:cNvPr id="201735" name="Object 7"/>
          <p:cNvGraphicFramePr>
            <a:graphicFrameLocks noChangeAspect="1"/>
          </p:cNvGraphicFramePr>
          <p:nvPr/>
        </p:nvGraphicFramePr>
        <p:xfrm>
          <a:off x="620713" y="4652963"/>
          <a:ext cx="3941762" cy="941387"/>
        </p:xfrm>
        <a:graphic>
          <a:graphicData uri="http://schemas.openxmlformats.org/presentationml/2006/ole">
            <p:oleObj spid="_x0000_s124934" r:id="rId3" imgW="1784520" imgH="415080" progId="Equation.3">
              <p:embed/>
            </p:oleObj>
          </a:graphicData>
        </a:graphic>
      </p:graphicFrame>
      <p:sp>
        <p:nvSpPr>
          <p:cNvPr id="201736" name="Text Box 8"/>
          <p:cNvSpPr txBox="1">
            <a:spLocks noChangeArrowheads="1"/>
          </p:cNvSpPr>
          <p:nvPr/>
        </p:nvSpPr>
        <p:spPr bwMode="auto">
          <a:xfrm>
            <a:off x="5292725" y="4508500"/>
            <a:ext cx="2735263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b="0">
                <a:latin typeface="楷体_GB2312" pitchFamily="49" charset="-122"/>
              </a:rPr>
              <a:t>(2)</a:t>
            </a:r>
            <a:r>
              <a:rPr lang="zh-CN" altLang="en-US">
                <a:latin typeface="楷体_GB2312" pitchFamily="49" charset="-122"/>
              </a:rPr>
              <a:t>求特解</a:t>
            </a:r>
          </a:p>
        </p:txBody>
      </p:sp>
      <p:graphicFrame>
        <p:nvGraphicFramePr>
          <p:cNvPr id="201737" name="Object 9"/>
          <p:cNvGraphicFramePr>
            <a:graphicFrameLocks noChangeAspect="1"/>
          </p:cNvGraphicFramePr>
          <p:nvPr/>
        </p:nvGraphicFramePr>
        <p:xfrm>
          <a:off x="544513" y="3141663"/>
          <a:ext cx="4310062" cy="1381125"/>
        </p:xfrm>
        <a:graphic>
          <a:graphicData uri="http://schemas.openxmlformats.org/presentationml/2006/ole">
            <p:oleObj spid="_x0000_s124936" r:id="rId4" imgW="1865520" imgH="588240" progId="Equation.3">
              <p:embed/>
            </p:oleObj>
          </a:graphicData>
        </a:graphic>
      </p:graphicFrame>
      <p:graphicFrame>
        <p:nvGraphicFramePr>
          <p:cNvPr id="201738" name="Object 10"/>
          <p:cNvGraphicFramePr>
            <a:graphicFrameLocks noChangeAspect="1"/>
          </p:cNvGraphicFramePr>
          <p:nvPr/>
        </p:nvGraphicFramePr>
        <p:xfrm>
          <a:off x="5651500" y="5157788"/>
          <a:ext cx="1239838" cy="574675"/>
        </p:xfrm>
        <a:graphic>
          <a:graphicData uri="http://schemas.openxmlformats.org/presentationml/2006/ole">
            <p:oleObj spid="_x0000_s124937" r:id="rId5" imgW="463680" imgH="207720" progId="Equation.3">
              <p:embed/>
            </p:oleObj>
          </a:graphicData>
        </a:graphic>
      </p:graphicFrame>
      <p:sp>
        <p:nvSpPr>
          <p:cNvPr id="201739" name="Text Box 11"/>
          <p:cNvSpPr txBox="1">
            <a:spLocks noChangeArrowheads="1"/>
          </p:cNvSpPr>
          <p:nvPr/>
        </p:nvSpPr>
        <p:spPr bwMode="auto">
          <a:xfrm>
            <a:off x="395288" y="2060575"/>
            <a:ext cx="647700" cy="519113"/>
          </a:xfrm>
          <a:prstGeom prst="rect">
            <a:avLst/>
          </a:prstGeom>
          <a:solidFill>
            <a:srgbClr val="990033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>
                <a:solidFill>
                  <a:schemeClr val="bg1"/>
                </a:solidFill>
                <a:ea typeface="宋体" pitchFamily="2" charset="-122"/>
              </a:rPr>
              <a:t>解</a:t>
            </a:r>
          </a:p>
        </p:txBody>
      </p:sp>
      <p:grpSp>
        <p:nvGrpSpPr>
          <p:cNvPr id="124939" name="Group 12"/>
          <p:cNvGrpSpPr>
            <a:grpSpLocks/>
          </p:cNvGrpSpPr>
          <p:nvPr/>
        </p:nvGrpSpPr>
        <p:grpSpPr bwMode="auto"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124940" name="Picture 13" descr="78900"/>
            <p:cNvPicPr>
              <a:picLocks noChangeAspect="1" noChangeArrowheads="1"/>
            </p:cNvPicPr>
            <p:nvPr/>
          </p:nvPicPr>
          <p:blipFill>
            <a:blip r:embed="rId6"/>
            <a:srcRect/>
            <a:stretch>
              <a:fillRect/>
            </a:stretch>
          </p:blipFill>
          <p:spPr bwMode="auto"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24941" name="Text Box 14">
              <a:hlinkClick r:id="" action="ppaction://hlinkshowjump?jump=nextslide"/>
            </p:cNvPr>
            <p:cNvSpPr txBox="1">
              <a:spLocks noChangeArrowheads="1"/>
            </p:cNvSpPr>
            <p:nvPr/>
          </p:nvSpPr>
          <p:spPr bwMode="auto"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0">
                  <a:solidFill>
                    <a:schemeClr val="bg1"/>
                  </a:solidFill>
                  <a:latin typeface="隶书" pitchFamily="49" charset="-122"/>
                  <a:ea typeface="隶书" pitchFamily="49" charset="-122"/>
                </a:rPr>
                <a:t>下 页</a:t>
              </a:r>
            </a:p>
          </p:txBody>
        </p:sp>
      </p:grpSp>
      <p:grpSp>
        <p:nvGrpSpPr>
          <p:cNvPr id="124942" name="Group 15"/>
          <p:cNvGrpSpPr>
            <a:grpSpLocks/>
          </p:cNvGrpSpPr>
          <p:nvPr/>
        </p:nvGrpSpPr>
        <p:grpSpPr bwMode="auto">
          <a:xfrm>
            <a:off x="7453313" y="6446838"/>
            <a:ext cx="792162" cy="366712"/>
            <a:chOff x="4649" y="4020"/>
            <a:chExt cx="499" cy="231"/>
          </a:xfrm>
        </p:grpSpPr>
        <p:pic>
          <p:nvPicPr>
            <p:cNvPr id="124943" name="Picture 16" descr="78900"/>
            <p:cNvPicPr>
              <a:picLocks noChangeAspect="1" noChangeArrowheads="1"/>
            </p:cNvPicPr>
            <p:nvPr/>
          </p:nvPicPr>
          <p:blipFill>
            <a:blip r:embed="rId6"/>
            <a:srcRect/>
            <a:stretch>
              <a:fillRect/>
            </a:stretch>
          </p:blipFill>
          <p:spPr bwMode="auto"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24944" name="Text Box 17">
              <a:hlinkClick r:id="" action="ppaction://hlinkshowjump?jump=previousslide"/>
            </p:cNvPr>
            <p:cNvSpPr txBox="1">
              <a:spLocks noChangeArrowheads="1"/>
            </p:cNvSpPr>
            <p:nvPr/>
          </p:nvSpPr>
          <p:spPr bwMode="auto"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0">
                  <a:solidFill>
                    <a:schemeClr val="bg1"/>
                  </a:solidFill>
                  <a:latin typeface="隶书" pitchFamily="49" charset="-122"/>
                  <a:ea typeface="隶书" pitchFamily="49" charset="-122"/>
                </a:rPr>
                <a:t>上 页</a:t>
              </a:r>
            </a:p>
          </p:txBody>
        </p:sp>
      </p:grpSp>
      <p:grpSp>
        <p:nvGrpSpPr>
          <p:cNvPr id="201746" name="Group 18"/>
          <p:cNvGrpSpPr>
            <a:grpSpLocks/>
          </p:cNvGrpSpPr>
          <p:nvPr/>
        </p:nvGrpSpPr>
        <p:grpSpPr bwMode="auto">
          <a:xfrm>
            <a:off x="4932363" y="1844675"/>
            <a:ext cx="3694112" cy="2325688"/>
            <a:chOff x="2835" y="527"/>
            <a:chExt cx="2327" cy="1465"/>
          </a:xfrm>
        </p:grpSpPr>
        <p:sp>
          <p:nvSpPr>
            <p:cNvPr id="124946" name="Oval 19"/>
            <p:cNvSpPr>
              <a:spLocks noChangeArrowheads="1"/>
            </p:cNvSpPr>
            <p:nvPr/>
          </p:nvSpPr>
          <p:spPr bwMode="auto">
            <a:xfrm>
              <a:off x="2835" y="1117"/>
              <a:ext cx="363" cy="363"/>
            </a:xfrm>
            <a:prstGeom prst="ellipse">
              <a:avLst/>
            </a:prstGeom>
            <a:gradFill rotWithShape="1">
              <a:gsLst>
                <a:gs pos="0">
                  <a:srgbClr val="0099FF"/>
                </a:gs>
                <a:gs pos="100000">
                  <a:srgbClr val="004776"/>
                </a:gs>
              </a:gsLst>
              <a:path path="shape">
                <a:fillToRect l="50000" t="50000" r="50000" b="50000"/>
              </a:path>
            </a:gradFill>
            <a:ln w="38100">
              <a:solidFill>
                <a:srgbClr val="FF99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4947" name="Line 20"/>
            <p:cNvSpPr>
              <a:spLocks noChangeShapeType="1"/>
            </p:cNvSpPr>
            <p:nvPr/>
          </p:nvSpPr>
          <p:spPr bwMode="auto">
            <a:xfrm>
              <a:off x="4740" y="845"/>
              <a:ext cx="0" cy="499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4948" name="Line 21"/>
            <p:cNvSpPr>
              <a:spLocks noChangeShapeType="1"/>
            </p:cNvSpPr>
            <p:nvPr/>
          </p:nvSpPr>
          <p:spPr bwMode="auto">
            <a:xfrm>
              <a:off x="3016" y="845"/>
              <a:ext cx="0" cy="1134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4949" name="Line 22"/>
            <p:cNvSpPr>
              <a:spLocks noChangeShapeType="1"/>
            </p:cNvSpPr>
            <p:nvPr/>
          </p:nvSpPr>
          <p:spPr bwMode="auto">
            <a:xfrm flipH="1">
              <a:off x="3288" y="709"/>
              <a:ext cx="182" cy="117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4950" name="Line 23"/>
            <p:cNvSpPr>
              <a:spLocks noChangeShapeType="1"/>
            </p:cNvSpPr>
            <p:nvPr/>
          </p:nvSpPr>
          <p:spPr bwMode="auto">
            <a:xfrm>
              <a:off x="3152" y="618"/>
              <a:ext cx="182" cy="181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4951" name="Line 24"/>
            <p:cNvSpPr>
              <a:spLocks noChangeShapeType="1"/>
            </p:cNvSpPr>
            <p:nvPr/>
          </p:nvSpPr>
          <p:spPr bwMode="auto">
            <a:xfrm>
              <a:off x="3424" y="845"/>
              <a:ext cx="1316" cy="0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 type="oval" w="med" len="med"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4952" name="Line 25"/>
            <p:cNvSpPr>
              <a:spLocks noChangeShapeType="1"/>
            </p:cNvSpPr>
            <p:nvPr/>
          </p:nvSpPr>
          <p:spPr bwMode="auto">
            <a:xfrm>
              <a:off x="4830" y="1706"/>
              <a:ext cx="0" cy="227"/>
            </a:xfrm>
            <a:prstGeom prst="line">
              <a:avLst/>
            </a:prstGeom>
            <a:noFill/>
            <a:ln w="28575">
              <a:solidFill>
                <a:srgbClr val="66FFFF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4953" name="Line 26"/>
            <p:cNvSpPr>
              <a:spLocks noChangeShapeType="1"/>
            </p:cNvSpPr>
            <p:nvPr/>
          </p:nvSpPr>
          <p:spPr bwMode="auto">
            <a:xfrm flipH="1">
              <a:off x="3016" y="845"/>
              <a:ext cx="272" cy="0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 type="oval" w="med" len="med"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4954" name="Line 27"/>
            <p:cNvSpPr>
              <a:spLocks noChangeShapeType="1"/>
            </p:cNvSpPr>
            <p:nvPr/>
          </p:nvSpPr>
          <p:spPr bwMode="auto">
            <a:xfrm>
              <a:off x="4195" y="1661"/>
              <a:ext cx="0" cy="318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 type="oval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4955" name="Line 28"/>
            <p:cNvSpPr>
              <a:spLocks noChangeShapeType="1"/>
            </p:cNvSpPr>
            <p:nvPr/>
          </p:nvSpPr>
          <p:spPr bwMode="auto">
            <a:xfrm>
              <a:off x="4195" y="845"/>
              <a:ext cx="1" cy="382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 type="oval" w="med" len="med"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4956" name="Line 29"/>
            <p:cNvSpPr>
              <a:spLocks noChangeShapeType="1"/>
            </p:cNvSpPr>
            <p:nvPr/>
          </p:nvSpPr>
          <p:spPr bwMode="auto">
            <a:xfrm>
              <a:off x="3016" y="1979"/>
              <a:ext cx="1724" cy="0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4957" name="Line 30"/>
            <p:cNvSpPr>
              <a:spLocks noChangeShapeType="1"/>
            </p:cNvSpPr>
            <p:nvPr/>
          </p:nvSpPr>
          <p:spPr bwMode="auto">
            <a:xfrm>
              <a:off x="3878" y="981"/>
              <a:ext cx="272" cy="0"/>
            </a:xfrm>
            <a:prstGeom prst="line">
              <a:avLst/>
            </a:prstGeom>
            <a:noFill/>
            <a:ln w="38100">
              <a:solidFill>
                <a:srgbClr val="66FFFF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4958" name="Line 31"/>
            <p:cNvSpPr>
              <a:spLocks noChangeShapeType="1"/>
            </p:cNvSpPr>
            <p:nvPr/>
          </p:nvSpPr>
          <p:spPr bwMode="auto">
            <a:xfrm>
              <a:off x="4286" y="935"/>
              <a:ext cx="0" cy="272"/>
            </a:xfrm>
            <a:prstGeom prst="line">
              <a:avLst/>
            </a:prstGeom>
            <a:noFill/>
            <a:ln w="28575">
              <a:solidFill>
                <a:srgbClr val="66FFFF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4959" name="Rectangle 32"/>
            <p:cNvSpPr>
              <a:spLocks noChangeArrowheads="1"/>
            </p:cNvSpPr>
            <p:nvPr/>
          </p:nvSpPr>
          <p:spPr bwMode="auto">
            <a:xfrm>
              <a:off x="3515" y="890"/>
              <a:ext cx="137" cy="269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R</a:t>
              </a:r>
              <a:endParaRPr lang="en-US" altLang="zh-CN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124960" name="Rectangle 33"/>
            <p:cNvSpPr>
              <a:spLocks noChangeArrowheads="1"/>
            </p:cNvSpPr>
            <p:nvPr/>
          </p:nvSpPr>
          <p:spPr bwMode="auto">
            <a:xfrm>
              <a:off x="3833" y="935"/>
              <a:ext cx="286" cy="307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r>
                <a:rPr lang="en-US" altLang="zh-CN" sz="3200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i</a:t>
              </a:r>
              <a:r>
                <a:rPr lang="en-US" altLang="zh-CN" sz="3200" b="0" baseline="-2500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R</a:t>
              </a:r>
              <a:endParaRPr lang="en-US" altLang="zh-CN" sz="3200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124961" name="Rectangle 34"/>
            <p:cNvSpPr>
              <a:spLocks noChangeArrowheads="1"/>
            </p:cNvSpPr>
            <p:nvPr/>
          </p:nvSpPr>
          <p:spPr bwMode="auto">
            <a:xfrm>
              <a:off x="3061" y="1525"/>
              <a:ext cx="112" cy="269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b="0">
                  <a:solidFill>
                    <a:schemeClr val="bg1"/>
                  </a:solidFill>
                  <a:latin typeface="宋体" pitchFamily="2" charset="-122"/>
                  <a:ea typeface="宋体" pitchFamily="2" charset="-122"/>
                </a:rPr>
                <a:t>-</a:t>
              </a:r>
            </a:p>
          </p:txBody>
        </p:sp>
        <p:sp>
          <p:nvSpPr>
            <p:cNvPr id="124962" name="Rectangle 35"/>
            <p:cNvSpPr>
              <a:spLocks noChangeArrowheads="1"/>
            </p:cNvSpPr>
            <p:nvPr/>
          </p:nvSpPr>
          <p:spPr bwMode="auto">
            <a:xfrm>
              <a:off x="3198" y="1207"/>
              <a:ext cx="442" cy="269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50 V</a:t>
              </a:r>
            </a:p>
          </p:txBody>
        </p:sp>
        <p:sp>
          <p:nvSpPr>
            <p:cNvPr id="124963" name="Rectangle 36"/>
            <p:cNvSpPr>
              <a:spLocks noChangeArrowheads="1"/>
            </p:cNvSpPr>
            <p:nvPr/>
          </p:nvSpPr>
          <p:spPr bwMode="auto">
            <a:xfrm>
              <a:off x="3560" y="527"/>
              <a:ext cx="452" cy="269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50 </a:t>
              </a:r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  <a:sym typeface="Symbol" pitchFamily="18" charset="2"/>
                </a:rPr>
                <a:t></a:t>
              </a:r>
            </a:p>
          </p:txBody>
        </p:sp>
        <p:sp>
          <p:nvSpPr>
            <p:cNvPr id="124964" name="Rectangle 37"/>
            <p:cNvSpPr>
              <a:spLocks noChangeArrowheads="1"/>
            </p:cNvSpPr>
            <p:nvPr/>
          </p:nvSpPr>
          <p:spPr bwMode="auto">
            <a:xfrm rot="5400000">
              <a:off x="4659" y="1282"/>
              <a:ext cx="698" cy="269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100</a:t>
              </a:r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  <a:sym typeface="Symbol" pitchFamily="18" charset="2"/>
                </a:rPr>
                <a:t>F</a:t>
              </a:r>
            </a:p>
          </p:txBody>
        </p:sp>
        <p:sp>
          <p:nvSpPr>
            <p:cNvPr id="124965" name="Rectangle 38"/>
            <p:cNvSpPr>
              <a:spLocks noChangeArrowheads="1"/>
            </p:cNvSpPr>
            <p:nvPr/>
          </p:nvSpPr>
          <p:spPr bwMode="auto">
            <a:xfrm>
              <a:off x="3742" y="1434"/>
              <a:ext cx="442" cy="269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0.5H</a:t>
              </a:r>
            </a:p>
          </p:txBody>
        </p:sp>
        <p:sp>
          <p:nvSpPr>
            <p:cNvPr id="124966" name="Rectangle 39"/>
            <p:cNvSpPr>
              <a:spLocks noChangeArrowheads="1"/>
            </p:cNvSpPr>
            <p:nvPr/>
          </p:nvSpPr>
          <p:spPr bwMode="auto">
            <a:xfrm>
              <a:off x="3107" y="890"/>
              <a:ext cx="126" cy="269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+</a:t>
              </a:r>
            </a:p>
          </p:txBody>
        </p:sp>
        <p:sp>
          <p:nvSpPr>
            <p:cNvPr id="124967" name="Line 40"/>
            <p:cNvSpPr>
              <a:spLocks noChangeShapeType="1"/>
            </p:cNvSpPr>
            <p:nvPr/>
          </p:nvSpPr>
          <p:spPr bwMode="auto">
            <a:xfrm>
              <a:off x="4740" y="1434"/>
              <a:ext cx="0" cy="558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4968" name="Rectangle 41"/>
            <p:cNvSpPr>
              <a:spLocks noChangeArrowheads="1"/>
            </p:cNvSpPr>
            <p:nvPr/>
          </p:nvSpPr>
          <p:spPr bwMode="auto">
            <a:xfrm>
              <a:off x="3606" y="799"/>
              <a:ext cx="317" cy="136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</a:gradFill>
            <a:ln w="2857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124969" name="Group 42"/>
            <p:cNvGrpSpPr>
              <a:grpSpLocks/>
            </p:cNvGrpSpPr>
            <p:nvPr/>
          </p:nvGrpSpPr>
          <p:grpSpPr bwMode="auto">
            <a:xfrm rot="5400000">
              <a:off x="3738" y="1159"/>
              <a:ext cx="499" cy="590"/>
              <a:chOff x="476" y="663"/>
              <a:chExt cx="771" cy="862"/>
            </a:xfrm>
          </p:grpSpPr>
          <p:sp>
            <p:nvSpPr>
              <p:cNvPr id="124970" name="AutoShape 43"/>
              <p:cNvSpPr>
                <a:spLocks noChangeArrowheads="1"/>
              </p:cNvSpPr>
              <p:nvPr/>
            </p:nvSpPr>
            <p:spPr bwMode="auto">
              <a:xfrm>
                <a:off x="476" y="663"/>
                <a:ext cx="317" cy="862"/>
              </a:xfrm>
              <a:custGeom>
                <a:avLst/>
                <a:gdLst/>
                <a:ahLst/>
                <a:cxnLst>
                  <a:cxn ang="0">
                    <a:pos x="2646" y="3717"/>
                  </a:cxn>
                  <a:cxn ang="0">
                    <a:pos x="10800" y="0"/>
                  </a:cxn>
                  <a:cxn ang="0">
                    <a:pos x="18953" y="3717"/>
                  </a:cxn>
                  <a:cxn ang="0">
                    <a:pos x="10799" y="0"/>
                  </a:cxn>
                  <a:cxn ang="0">
                    <a:pos x="2646" y="3717"/>
                  </a:cxn>
                </a:cxnLst>
                <a:rect l="0" t="0" r="r" b="b"/>
                <a:pathLst>
                  <a:path w="21600" h="21600">
                    <a:moveTo>
                      <a:pt x="2646" y="3717"/>
                    </a:moveTo>
                    <a:cubicBezTo>
                      <a:pt x="4698" y="1356"/>
                      <a:pt x="7672" y="-1"/>
                      <a:pt x="10800" y="0"/>
                    </a:cubicBezTo>
                    <a:cubicBezTo>
                      <a:pt x="13927" y="0"/>
                      <a:pt x="16901" y="1356"/>
                      <a:pt x="18953" y="3717"/>
                    </a:cubicBezTo>
                    <a:cubicBezTo>
                      <a:pt x="16901" y="1356"/>
                      <a:pt x="13927" y="-1"/>
                      <a:pt x="10799" y="0"/>
                    </a:cubicBezTo>
                    <a:cubicBezTo>
                      <a:pt x="7672" y="0"/>
                      <a:pt x="4698" y="1356"/>
                      <a:pt x="2646" y="3717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764700"/>
                  </a:gs>
                  <a:gs pos="50000">
                    <a:srgbClr val="FF9900"/>
                  </a:gs>
                  <a:gs pos="100000">
                    <a:srgbClr val="764700"/>
                  </a:gs>
                </a:gsLst>
                <a:lin ang="5400000" scaled="1"/>
              </a:gradFill>
              <a:ln w="38100">
                <a:solidFill>
                  <a:srgbClr val="FF99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4971" name="AutoShape 44"/>
              <p:cNvSpPr>
                <a:spLocks noChangeArrowheads="1"/>
              </p:cNvSpPr>
              <p:nvPr/>
            </p:nvSpPr>
            <p:spPr bwMode="auto">
              <a:xfrm>
                <a:off x="703" y="663"/>
                <a:ext cx="317" cy="862"/>
              </a:xfrm>
              <a:custGeom>
                <a:avLst/>
                <a:gdLst/>
                <a:ahLst/>
                <a:cxnLst>
                  <a:cxn ang="0">
                    <a:pos x="2646" y="3717"/>
                  </a:cxn>
                  <a:cxn ang="0">
                    <a:pos x="10800" y="0"/>
                  </a:cxn>
                  <a:cxn ang="0">
                    <a:pos x="18953" y="3717"/>
                  </a:cxn>
                  <a:cxn ang="0">
                    <a:pos x="10799" y="0"/>
                  </a:cxn>
                  <a:cxn ang="0">
                    <a:pos x="2646" y="3717"/>
                  </a:cxn>
                </a:cxnLst>
                <a:rect l="0" t="0" r="r" b="b"/>
                <a:pathLst>
                  <a:path w="21600" h="21600">
                    <a:moveTo>
                      <a:pt x="2646" y="3717"/>
                    </a:moveTo>
                    <a:cubicBezTo>
                      <a:pt x="4698" y="1356"/>
                      <a:pt x="7672" y="-1"/>
                      <a:pt x="10800" y="0"/>
                    </a:cubicBezTo>
                    <a:cubicBezTo>
                      <a:pt x="13927" y="0"/>
                      <a:pt x="16901" y="1356"/>
                      <a:pt x="18953" y="3717"/>
                    </a:cubicBezTo>
                    <a:cubicBezTo>
                      <a:pt x="16901" y="1356"/>
                      <a:pt x="13927" y="-1"/>
                      <a:pt x="10799" y="0"/>
                    </a:cubicBezTo>
                    <a:cubicBezTo>
                      <a:pt x="7672" y="0"/>
                      <a:pt x="4698" y="1356"/>
                      <a:pt x="2646" y="3717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764700"/>
                  </a:gs>
                  <a:gs pos="50000">
                    <a:srgbClr val="FF9900"/>
                  </a:gs>
                  <a:gs pos="100000">
                    <a:srgbClr val="764700"/>
                  </a:gs>
                </a:gsLst>
                <a:lin ang="5400000" scaled="1"/>
              </a:gradFill>
              <a:ln w="38100">
                <a:solidFill>
                  <a:srgbClr val="FF99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4972" name="AutoShape 45"/>
              <p:cNvSpPr>
                <a:spLocks noChangeArrowheads="1"/>
              </p:cNvSpPr>
              <p:nvPr/>
            </p:nvSpPr>
            <p:spPr bwMode="auto">
              <a:xfrm>
                <a:off x="930" y="663"/>
                <a:ext cx="317" cy="862"/>
              </a:xfrm>
              <a:custGeom>
                <a:avLst/>
                <a:gdLst/>
                <a:ahLst/>
                <a:cxnLst>
                  <a:cxn ang="0">
                    <a:pos x="2646" y="3717"/>
                  </a:cxn>
                  <a:cxn ang="0">
                    <a:pos x="10800" y="0"/>
                  </a:cxn>
                  <a:cxn ang="0">
                    <a:pos x="18953" y="3717"/>
                  </a:cxn>
                  <a:cxn ang="0">
                    <a:pos x="10799" y="0"/>
                  </a:cxn>
                  <a:cxn ang="0">
                    <a:pos x="2646" y="3717"/>
                  </a:cxn>
                </a:cxnLst>
                <a:rect l="0" t="0" r="r" b="b"/>
                <a:pathLst>
                  <a:path w="21600" h="21600">
                    <a:moveTo>
                      <a:pt x="2646" y="3717"/>
                    </a:moveTo>
                    <a:cubicBezTo>
                      <a:pt x="4698" y="1356"/>
                      <a:pt x="7672" y="-1"/>
                      <a:pt x="10800" y="0"/>
                    </a:cubicBezTo>
                    <a:cubicBezTo>
                      <a:pt x="13927" y="0"/>
                      <a:pt x="16901" y="1356"/>
                      <a:pt x="18953" y="3717"/>
                    </a:cubicBezTo>
                    <a:cubicBezTo>
                      <a:pt x="16901" y="1356"/>
                      <a:pt x="13927" y="-1"/>
                      <a:pt x="10799" y="0"/>
                    </a:cubicBezTo>
                    <a:cubicBezTo>
                      <a:pt x="7672" y="0"/>
                      <a:pt x="4698" y="1356"/>
                      <a:pt x="2646" y="3717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764700"/>
                  </a:gs>
                  <a:gs pos="50000">
                    <a:srgbClr val="FF9900"/>
                  </a:gs>
                  <a:gs pos="100000">
                    <a:srgbClr val="764700"/>
                  </a:gs>
                </a:gsLst>
                <a:lin ang="5400000" scaled="1"/>
              </a:gradFill>
              <a:ln w="38100">
                <a:solidFill>
                  <a:srgbClr val="FF99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124973" name="Group 46"/>
            <p:cNvGrpSpPr>
              <a:grpSpLocks/>
            </p:cNvGrpSpPr>
            <p:nvPr/>
          </p:nvGrpSpPr>
          <p:grpSpPr bwMode="auto">
            <a:xfrm>
              <a:off x="4604" y="1344"/>
              <a:ext cx="240" cy="90"/>
              <a:chOff x="4604" y="2478"/>
              <a:chExt cx="240" cy="90"/>
            </a:xfrm>
          </p:grpSpPr>
          <p:sp>
            <p:nvSpPr>
              <p:cNvPr id="124974" name="Line 47"/>
              <p:cNvSpPr>
                <a:spLocks noChangeShapeType="1"/>
              </p:cNvSpPr>
              <p:nvPr/>
            </p:nvSpPr>
            <p:spPr bwMode="auto">
              <a:xfrm>
                <a:off x="4604" y="2478"/>
                <a:ext cx="240" cy="0"/>
              </a:xfrm>
              <a:prstGeom prst="line">
                <a:avLst/>
              </a:prstGeom>
              <a:noFill/>
              <a:ln w="57150">
                <a:solidFill>
                  <a:srgbClr val="FF99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4975" name="Line 48"/>
              <p:cNvSpPr>
                <a:spLocks noChangeShapeType="1"/>
              </p:cNvSpPr>
              <p:nvPr/>
            </p:nvSpPr>
            <p:spPr bwMode="auto">
              <a:xfrm>
                <a:off x="4604" y="2568"/>
                <a:ext cx="240" cy="0"/>
              </a:xfrm>
              <a:prstGeom prst="line">
                <a:avLst/>
              </a:prstGeom>
              <a:noFill/>
              <a:ln w="57150">
                <a:solidFill>
                  <a:srgbClr val="FF99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24976" name="Rectangle 49"/>
            <p:cNvSpPr>
              <a:spLocks noChangeArrowheads="1"/>
            </p:cNvSpPr>
            <p:nvPr/>
          </p:nvSpPr>
          <p:spPr bwMode="auto">
            <a:xfrm>
              <a:off x="4332" y="935"/>
              <a:ext cx="286" cy="307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r>
                <a:rPr lang="en-US" altLang="zh-CN" sz="3200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i</a:t>
              </a:r>
              <a:r>
                <a:rPr lang="en-US" altLang="zh-CN" sz="3200" b="0" baseline="-2500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L</a:t>
              </a:r>
              <a:endParaRPr lang="en-US" altLang="zh-CN" sz="3200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124977" name="Rectangle 50"/>
            <p:cNvSpPr>
              <a:spLocks noChangeArrowheads="1"/>
            </p:cNvSpPr>
            <p:nvPr/>
          </p:nvSpPr>
          <p:spPr bwMode="auto">
            <a:xfrm>
              <a:off x="4876" y="1661"/>
              <a:ext cx="286" cy="307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r>
                <a:rPr lang="en-US" altLang="zh-CN" sz="3200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i</a:t>
              </a:r>
              <a:r>
                <a:rPr lang="en-US" altLang="zh-CN" sz="3200" b="0" baseline="-2500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C</a:t>
              </a:r>
              <a:endParaRPr lang="en-US" altLang="zh-CN" sz="3200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</p:grpSp>
      <p:sp>
        <p:nvSpPr>
          <p:cNvPr id="201779" name="Text Box 51"/>
          <p:cNvSpPr txBox="1">
            <a:spLocks noChangeArrowheads="1"/>
          </p:cNvSpPr>
          <p:nvPr/>
        </p:nvSpPr>
        <p:spPr bwMode="auto">
          <a:xfrm>
            <a:off x="395288" y="1268413"/>
            <a:ext cx="719137" cy="579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3200">
                <a:solidFill>
                  <a:schemeClr val="bg1"/>
                </a:solidFill>
                <a:ea typeface="宋体" pitchFamily="2" charset="-122"/>
              </a:rPr>
              <a:t>例</a:t>
            </a:r>
          </a:p>
        </p:txBody>
      </p:sp>
      <p:sp>
        <p:nvSpPr>
          <p:cNvPr id="201780" name="Text Box 52"/>
          <p:cNvSpPr txBox="1">
            <a:spLocks noChangeArrowheads="1"/>
          </p:cNvSpPr>
          <p:nvPr/>
        </p:nvSpPr>
        <p:spPr bwMode="auto">
          <a:xfrm>
            <a:off x="1763713" y="2565400"/>
            <a:ext cx="2808287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>
                <a:latin typeface="楷体_GB2312" pitchFamily="49" charset="-122"/>
              </a:rPr>
              <a:t>应用结点法：</a:t>
            </a:r>
          </a:p>
        </p:txBody>
      </p:sp>
      <p:grpSp>
        <p:nvGrpSpPr>
          <p:cNvPr id="124980" name="Group 53"/>
          <p:cNvGrpSpPr>
            <a:grpSpLocks/>
          </p:cNvGrpSpPr>
          <p:nvPr/>
        </p:nvGrpSpPr>
        <p:grpSpPr bwMode="auto">
          <a:xfrm>
            <a:off x="6588125" y="6446838"/>
            <a:ext cx="792163" cy="366712"/>
            <a:chOff x="4649" y="4020"/>
            <a:chExt cx="499" cy="231"/>
          </a:xfrm>
        </p:grpSpPr>
        <p:pic>
          <p:nvPicPr>
            <p:cNvPr id="124981" name="Picture 54" descr="78900"/>
            <p:cNvPicPr>
              <a:picLocks noChangeAspect="1" noChangeArrowheads="1"/>
            </p:cNvPicPr>
            <p:nvPr/>
          </p:nvPicPr>
          <p:blipFill>
            <a:blip r:embed="rId6"/>
            <a:srcRect/>
            <a:stretch>
              <a:fillRect/>
            </a:stretch>
          </p:blipFill>
          <p:spPr bwMode="auto"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24982" name="Text Box 55">
              <a:hlinkClick r:id="rId7" action="ppaction://hlinksldjump"/>
            </p:cNvPr>
            <p:cNvSpPr txBox="1">
              <a:spLocks noChangeArrowheads="1"/>
            </p:cNvSpPr>
            <p:nvPr/>
          </p:nvSpPr>
          <p:spPr bwMode="auto"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0">
                  <a:solidFill>
                    <a:schemeClr val="bg1"/>
                  </a:solidFill>
                  <a:latin typeface="隶书" pitchFamily="49" charset="-122"/>
                  <a:ea typeface="隶书" pitchFamily="49" charset="-122"/>
                </a:rPr>
                <a:t>返 回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9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17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17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7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0177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0177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017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017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7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2017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"/>
                            </p:stCondLst>
                            <p:childTnLst>
                              <p:par>
                                <p:cTn id="2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7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1000"/>
                                        <p:tgtEl>
                                          <p:spTgt spid="2017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7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017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017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2017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2017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7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7" dur="500"/>
                                        <p:tgtEl>
                                          <p:spTgt spid="2017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4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7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1" dur="500"/>
                                        <p:tgtEl>
                                          <p:spTgt spid="2017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7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2000"/>
                                        <p:tgtEl>
                                          <p:spTgt spid="2017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7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2000"/>
                                        <p:tgtEl>
                                          <p:spTgt spid="2017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7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56" dur="500"/>
                                        <p:tgtEl>
                                          <p:spTgt spid="2017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7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61" dur="500"/>
                                        <p:tgtEl>
                                          <p:spTgt spid="2017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1730" grpId="0"/>
      <p:bldP spid="201734" grpId="0" build="p"/>
      <p:bldP spid="201736" grpId="0" build="p"/>
      <p:bldP spid="201739" grpId="0" animBg="1"/>
      <p:bldP spid="201779" grpId="0"/>
      <p:bldP spid="201780" grpId="0" build="p"/>
    </p:bldLst>
  </p:timing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754" name="Rectangle 2"/>
          <p:cNvSpPr>
            <a:spLocks noChangeArrowheads="1"/>
          </p:cNvSpPr>
          <p:nvPr/>
        </p:nvSpPr>
        <p:spPr bwMode="auto">
          <a:xfrm>
            <a:off x="468313" y="1628775"/>
            <a:ext cx="2232025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b="0">
                <a:latin typeface="楷体_GB2312" pitchFamily="49" charset="-122"/>
              </a:rPr>
              <a:t>(3)</a:t>
            </a:r>
            <a:r>
              <a:rPr lang="zh-CN" altLang="en-US">
                <a:latin typeface="楷体_GB2312" pitchFamily="49" charset="-122"/>
              </a:rPr>
              <a:t>求通解</a:t>
            </a:r>
          </a:p>
        </p:txBody>
      </p:sp>
      <p:graphicFrame>
        <p:nvGraphicFramePr>
          <p:cNvPr id="202755" name="Object 3"/>
          <p:cNvGraphicFramePr>
            <a:graphicFrameLocks noChangeAspect="1"/>
          </p:cNvGraphicFramePr>
          <p:nvPr/>
        </p:nvGraphicFramePr>
        <p:xfrm>
          <a:off x="4787900" y="1628775"/>
          <a:ext cx="3816350" cy="495300"/>
        </p:xfrm>
        <a:graphic>
          <a:graphicData uri="http://schemas.openxmlformats.org/presentationml/2006/ole">
            <p:oleObj spid="_x0000_s125954" r:id="rId3" imgW="1506240" imgH="184680" progId="Equation.3">
              <p:embed/>
            </p:oleObj>
          </a:graphicData>
        </a:graphic>
      </p:graphicFrame>
      <p:sp>
        <p:nvSpPr>
          <p:cNvPr id="202756" name="Rectangle 4"/>
          <p:cNvSpPr>
            <a:spLocks noChangeArrowheads="1"/>
          </p:cNvSpPr>
          <p:nvPr/>
        </p:nvSpPr>
        <p:spPr bwMode="auto">
          <a:xfrm>
            <a:off x="2555875" y="2205038"/>
            <a:ext cx="4687888" cy="579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>
                <a:latin typeface="Times New Roman" pitchFamily="18" charset="0"/>
              </a:rPr>
              <a:t>特征根为：</a:t>
            </a:r>
            <a:r>
              <a:rPr lang="zh-CN" altLang="en-US">
                <a:latin typeface="Times New Roman" pitchFamily="18" charset="0"/>
                <a:ea typeface="宋体" pitchFamily="2" charset="-122"/>
              </a:rPr>
              <a:t>    </a:t>
            </a:r>
            <a:r>
              <a:rPr lang="en-US" altLang="zh-CN" sz="3200" b="0" i="1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P</a:t>
            </a:r>
            <a:r>
              <a:rPr lang="en-US" altLang="zh-CN" sz="3200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= -100 </a:t>
            </a:r>
            <a:r>
              <a:rPr lang="en-US" altLang="zh-CN" sz="3200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j100</a:t>
            </a:r>
          </a:p>
        </p:txBody>
      </p:sp>
      <p:graphicFrame>
        <p:nvGraphicFramePr>
          <p:cNvPr id="202757" name="Object 5"/>
          <p:cNvGraphicFramePr>
            <a:graphicFrameLocks noChangeAspect="1"/>
          </p:cNvGraphicFramePr>
          <p:nvPr/>
        </p:nvGraphicFramePr>
        <p:xfrm>
          <a:off x="2843213" y="2852738"/>
          <a:ext cx="4321175" cy="592137"/>
        </p:xfrm>
        <a:graphic>
          <a:graphicData uri="http://schemas.openxmlformats.org/presentationml/2006/ole">
            <p:oleObj spid="_x0000_s125956" r:id="rId4" imgW="1680120" imgH="219240" progId="Equation.3">
              <p:embed/>
            </p:oleObj>
          </a:graphicData>
        </a:graphic>
      </p:graphicFrame>
      <p:sp>
        <p:nvSpPr>
          <p:cNvPr id="202758" name="Rectangle 6"/>
          <p:cNvSpPr>
            <a:spLocks noChangeArrowheads="1"/>
          </p:cNvSpPr>
          <p:nvPr/>
        </p:nvSpPr>
        <p:spPr bwMode="auto">
          <a:xfrm>
            <a:off x="539750" y="3573463"/>
            <a:ext cx="2519363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b="0">
                <a:latin typeface="楷体_GB2312" pitchFamily="49" charset="-122"/>
              </a:rPr>
              <a:t>(4)</a:t>
            </a:r>
            <a:r>
              <a:rPr lang="zh-CN" altLang="en-US">
                <a:latin typeface="楷体_GB2312" pitchFamily="49" charset="-122"/>
              </a:rPr>
              <a:t>定常数</a:t>
            </a:r>
          </a:p>
        </p:txBody>
      </p:sp>
      <p:graphicFrame>
        <p:nvGraphicFramePr>
          <p:cNvPr id="202759" name="Object 7">
            <a:hlinkClick r:id="" action="ppaction://hlinkshowjump?jump=previousslide"/>
          </p:cNvPr>
          <p:cNvGraphicFramePr>
            <a:graphicFrameLocks noChangeAspect="1"/>
          </p:cNvGraphicFramePr>
          <p:nvPr/>
        </p:nvGraphicFramePr>
        <p:xfrm>
          <a:off x="2411413" y="3573463"/>
          <a:ext cx="5905500" cy="1168400"/>
        </p:xfrm>
        <a:graphic>
          <a:graphicData uri="http://schemas.openxmlformats.org/presentationml/2006/ole">
            <p:oleObj spid="_x0000_s125958" r:id="rId5" imgW="2503080" imgH="484560" progId="Equation.3">
              <p:embed/>
            </p:oleObj>
          </a:graphicData>
        </a:graphic>
      </p:graphicFrame>
      <p:graphicFrame>
        <p:nvGraphicFramePr>
          <p:cNvPr id="202760" name="Object 8"/>
          <p:cNvGraphicFramePr>
            <a:graphicFrameLocks noChangeAspect="1"/>
          </p:cNvGraphicFramePr>
          <p:nvPr/>
        </p:nvGraphicFramePr>
        <p:xfrm>
          <a:off x="971550" y="4724400"/>
          <a:ext cx="1296988" cy="1042988"/>
        </p:xfrm>
        <a:graphic>
          <a:graphicData uri="http://schemas.openxmlformats.org/presentationml/2006/ole">
            <p:oleObj spid="_x0000_s125959" r:id="rId6" imgW="579240" imgH="461160" progId="Equation.3">
              <p:embed/>
            </p:oleObj>
          </a:graphicData>
        </a:graphic>
      </p:graphicFrame>
      <p:graphicFrame>
        <p:nvGraphicFramePr>
          <p:cNvPr id="202761" name="Object 9"/>
          <p:cNvGraphicFramePr>
            <a:graphicFrameLocks noChangeAspect="1"/>
          </p:cNvGraphicFramePr>
          <p:nvPr/>
        </p:nvGraphicFramePr>
        <p:xfrm>
          <a:off x="3276600" y="5013325"/>
          <a:ext cx="4968875" cy="638175"/>
        </p:xfrm>
        <a:graphic>
          <a:graphicData uri="http://schemas.openxmlformats.org/presentationml/2006/ole">
            <p:oleObj spid="_x0000_s125960" r:id="rId7" imgW="1969920" imgH="242280" progId="Equation.3">
              <p:embed/>
            </p:oleObj>
          </a:graphicData>
        </a:graphic>
      </p:graphicFrame>
      <p:sp>
        <p:nvSpPr>
          <p:cNvPr id="202762" name="Rectangle 10"/>
          <p:cNvSpPr>
            <a:spLocks noChangeArrowheads="1"/>
          </p:cNvSpPr>
          <p:nvPr/>
        </p:nvSpPr>
        <p:spPr bwMode="auto">
          <a:xfrm>
            <a:off x="2484438" y="1628775"/>
            <a:ext cx="2327275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>
                <a:latin typeface="Times New Roman" pitchFamily="18" charset="0"/>
              </a:rPr>
              <a:t>特征方程为：</a:t>
            </a:r>
            <a:endParaRPr lang="zh-CN" altLang="en-US">
              <a:latin typeface="Times New Roman" pitchFamily="18" charset="0"/>
              <a:sym typeface="Symbol" pitchFamily="18" charset="2"/>
            </a:endParaRPr>
          </a:p>
        </p:txBody>
      </p:sp>
      <p:grpSp>
        <p:nvGrpSpPr>
          <p:cNvPr id="125962" name="Group 11"/>
          <p:cNvGrpSpPr>
            <a:grpSpLocks/>
          </p:cNvGrpSpPr>
          <p:nvPr/>
        </p:nvGrpSpPr>
        <p:grpSpPr bwMode="auto"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125963" name="Picture 12" descr="78900"/>
            <p:cNvPicPr>
              <a:picLocks noChangeAspect="1" noChangeArrowheads="1"/>
            </p:cNvPicPr>
            <p:nvPr/>
          </p:nvPicPr>
          <p:blipFill>
            <a:blip r:embed="rId8"/>
            <a:srcRect/>
            <a:stretch>
              <a:fillRect/>
            </a:stretch>
          </p:blipFill>
          <p:spPr bwMode="auto"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25964" name="Text Box 13">
              <a:hlinkClick r:id="" action="ppaction://hlinkshowjump?jump=nextslide"/>
            </p:cNvPr>
            <p:cNvSpPr txBox="1">
              <a:spLocks noChangeArrowheads="1"/>
            </p:cNvSpPr>
            <p:nvPr/>
          </p:nvSpPr>
          <p:spPr bwMode="auto"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0">
                  <a:solidFill>
                    <a:schemeClr val="bg1"/>
                  </a:solidFill>
                  <a:latin typeface="隶书" pitchFamily="49" charset="-122"/>
                  <a:ea typeface="隶书" pitchFamily="49" charset="-122"/>
                </a:rPr>
                <a:t>下 页</a:t>
              </a:r>
            </a:p>
          </p:txBody>
        </p:sp>
      </p:grpSp>
      <p:grpSp>
        <p:nvGrpSpPr>
          <p:cNvPr id="125965" name="Group 14"/>
          <p:cNvGrpSpPr>
            <a:grpSpLocks/>
          </p:cNvGrpSpPr>
          <p:nvPr/>
        </p:nvGrpSpPr>
        <p:grpSpPr bwMode="auto">
          <a:xfrm>
            <a:off x="7453313" y="6446838"/>
            <a:ext cx="792162" cy="366712"/>
            <a:chOff x="4649" y="4020"/>
            <a:chExt cx="499" cy="231"/>
          </a:xfrm>
        </p:grpSpPr>
        <p:pic>
          <p:nvPicPr>
            <p:cNvPr id="125966" name="Picture 15" descr="78900"/>
            <p:cNvPicPr>
              <a:picLocks noChangeAspect="1" noChangeArrowheads="1"/>
            </p:cNvPicPr>
            <p:nvPr/>
          </p:nvPicPr>
          <p:blipFill>
            <a:blip r:embed="rId8"/>
            <a:srcRect/>
            <a:stretch>
              <a:fillRect/>
            </a:stretch>
          </p:blipFill>
          <p:spPr bwMode="auto"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25967" name="Text Box 16">
              <a:hlinkClick r:id="" action="ppaction://hlinkshowjump?jump=previousslide"/>
            </p:cNvPr>
            <p:cNvSpPr txBox="1">
              <a:spLocks noChangeArrowheads="1"/>
            </p:cNvSpPr>
            <p:nvPr/>
          </p:nvSpPr>
          <p:spPr bwMode="auto"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0">
                  <a:solidFill>
                    <a:schemeClr val="bg1"/>
                  </a:solidFill>
                  <a:latin typeface="隶书" pitchFamily="49" charset="-122"/>
                  <a:ea typeface="隶书" pitchFamily="49" charset="-122"/>
                </a:rPr>
                <a:t>上 页</a:t>
              </a:r>
            </a:p>
          </p:txBody>
        </p:sp>
      </p:grpSp>
      <p:graphicFrame>
        <p:nvGraphicFramePr>
          <p:cNvPr id="125968" name="Object 17"/>
          <p:cNvGraphicFramePr>
            <a:graphicFrameLocks noChangeAspect="1"/>
          </p:cNvGraphicFramePr>
          <p:nvPr/>
        </p:nvGraphicFramePr>
        <p:xfrm>
          <a:off x="2268538" y="549275"/>
          <a:ext cx="4105275" cy="1012825"/>
        </p:xfrm>
        <a:graphic>
          <a:graphicData uri="http://schemas.openxmlformats.org/presentationml/2006/ole">
            <p:oleObj spid="_x0000_s125968" r:id="rId9" imgW="1726560" imgH="415080" progId="Equation.3">
              <p:embed/>
            </p:oleObj>
          </a:graphicData>
        </a:graphic>
      </p:graphicFrame>
      <p:sp>
        <p:nvSpPr>
          <p:cNvPr id="202770" name="Line 18"/>
          <p:cNvSpPr>
            <a:spLocks noChangeShapeType="1"/>
          </p:cNvSpPr>
          <p:nvPr/>
        </p:nvSpPr>
        <p:spPr bwMode="auto">
          <a:xfrm>
            <a:off x="2484438" y="5229225"/>
            <a:ext cx="647700" cy="0"/>
          </a:xfrm>
          <a:prstGeom prst="line">
            <a:avLst/>
          </a:prstGeom>
          <a:noFill/>
          <a:ln w="76200">
            <a:solidFill>
              <a:srgbClr val="33CCFF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2771" name="Line 19"/>
          <p:cNvSpPr>
            <a:spLocks noChangeShapeType="1"/>
          </p:cNvSpPr>
          <p:nvPr/>
        </p:nvSpPr>
        <p:spPr bwMode="auto">
          <a:xfrm>
            <a:off x="1979613" y="3068638"/>
            <a:ext cx="647700" cy="0"/>
          </a:xfrm>
          <a:prstGeom prst="line">
            <a:avLst/>
          </a:prstGeom>
          <a:noFill/>
          <a:ln w="76200">
            <a:solidFill>
              <a:srgbClr val="33CCFF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grpSp>
        <p:nvGrpSpPr>
          <p:cNvPr id="125971" name="Group 20"/>
          <p:cNvGrpSpPr>
            <a:grpSpLocks/>
          </p:cNvGrpSpPr>
          <p:nvPr/>
        </p:nvGrpSpPr>
        <p:grpSpPr bwMode="auto">
          <a:xfrm>
            <a:off x="6588125" y="6446838"/>
            <a:ext cx="792163" cy="366712"/>
            <a:chOff x="4649" y="4020"/>
            <a:chExt cx="499" cy="231"/>
          </a:xfrm>
        </p:grpSpPr>
        <p:pic>
          <p:nvPicPr>
            <p:cNvPr id="125972" name="Picture 21" descr="78900"/>
            <p:cNvPicPr>
              <a:picLocks noChangeAspect="1" noChangeArrowheads="1"/>
            </p:cNvPicPr>
            <p:nvPr/>
          </p:nvPicPr>
          <p:blipFill>
            <a:blip r:embed="rId8"/>
            <a:srcRect/>
            <a:stretch>
              <a:fillRect/>
            </a:stretch>
          </p:blipFill>
          <p:spPr bwMode="auto"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25973" name="Text Box 22">
              <a:hlinkClick r:id="rId10" action="ppaction://hlinksldjump"/>
            </p:cNvPr>
            <p:cNvSpPr txBox="1">
              <a:spLocks noChangeArrowheads="1"/>
            </p:cNvSpPr>
            <p:nvPr/>
          </p:nvSpPr>
          <p:spPr bwMode="auto"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0">
                  <a:solidFill>
                    <a:schemeClr val="bg1"/>
                  </a:solidFill>
                  <a:latin typeface="隶书" pitchFamily="49" charset="-122"/>
                  <a:ea typeface="隶书" pitchFamily="49" charset="-122"/>
                </a:rPr>
                <a:t>返 回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7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2027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7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2027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7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2000"/>
                                        <p:tgtEl>
                                          <p:spTgt spid="2027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7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2000"/>
                                        <p:tgtEl>
                                          <p:spTgt spid="2027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7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6" dur="500"/>
                                        <p:tgtEl>
                                          <p:spTgt spid="2027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7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2000"/>
                                        <p:tgtEl>
                                          <p:spTgt spid="2027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7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5" dur="500"/>
                                        <p:tgtEl>
                                          <p:spTgt spid="2027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7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2000"/>
                                        <p:tgtEl>
                                          <p:spTgt spid="2027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7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5" dur="500"/>
                                        <p:tgtEl>
                                          <p:spTgt spid="2027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7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50" dur="500"/>
                                        <p:tgtEl>
                                          <p:spTgt spid="2027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500"/>
                            </p:stCondLst>
                            <p:childTnLst>
                              <p:par>
                                <p:cTn id="5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7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2000"/>
                                        <p:tgtEl>
                                          <p:spTgt spid="2027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2754" grpId="0" build="p"/>
      <p:bldP spid="202756" grpId="0" build="p"/>
      <p:bldP spid="202758" grpId="0" build="p"/>
      <p:bldP spid="202762" grpId="0" build="p"/>
      <p:bldP spid="202770" grpId="0" animBg="1"/>
      <p:bldP spid="202771" grpId="0" animBg="1"/>
    </p:bldLst>
  </p:timing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778" name="Text Box 2"/>
          <p:cNvSpPr txBox="1">
            <a:spLocks noChangeArrowheads="1"/>
          </p:cNvSpPr>
          <p:nvPr/>
        </p:nvSpPr>
        <p:spPr bwMode="auto">
          <a:xfrm>
            <a:off x="3821113" y="1563688"/>
            <a:ext cx="1841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endParaRPr lang="zh-CN" altLang="zh-CN" sz="2400">
              <a:solidFill>
                <a:schemeClr val="bg1"/>
              </a:solidFill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203779" name="Text Box 3"/>
          <p:cNvSpPr txBox="1">
            <a:spLocks noChangeArrowheads="1"/>
          </p:cNvSpPr>
          <p:nvPr/>
        </p:nvSpPr>
        <p:spPr bwMode="auto">
          <a:xfrm>
            <a:off x="4500563" y="476250"/>
            <a:ext cx="1800225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b="0">
                <a:latin typeface="楷体_GB2312" pitchFamily="49" charset="-122"/>
              </a:rPr>
              <a:t>(5)</a:t>
            </a:r>
            <a:r>
              <a:rPr lang="zh-CN" altLang="en-US">
                <a:latin typeface="楷体_GB2312" pitchFamily="49" charset="-122"/>
              </a:rPr>
              <a:t>求</a:t>
            </a:r>
            <a:r>
              <a:rPr lang="en-US" altLang="zh-CN" sz="3200" b="0" i="1">
                <a:solidFill>
                  <a:schemeClr val="bg1"/>
                </a:solidFill>
                <a:latin typeface="Times New Roman" pitchFamily="18" charset="0"/>
              </a:rPr>
              <a:t>i</a:t>
            </a:r>
            <a:r>
              <a:rPr lang="en-US" altLang="zh-CN" sz="3200" b="0" baseline="-25000">
                <a:solidFill>
                  <a:schemeClr val="bg1"/>
                </a:solidFill>
                <a:latin typeface="Times New Roman" pitchFamily="18" charset="0"/>
              </a:rPr>
              <a:t>R</a:t>
            </a:r>
            <a:endParaRPr lang="en-US" altLang="zh-CN" sz="3200" b="0">
              <a:solidFill>
                <a:schemeClr val="bg1"/>
              </a:solidFill>
              <a:latin typeface="Times New Roman" pitchFamily="18" charset="0"/>
            </a:endParaRPr>
          </a:p>
        </p:txBody>
      </p:sp>
      <p:graphicFrame>
        <p:nvGraphicFramePr>
          <p:cNvPr id="203780" name="Object 4"/>
          <p:cNvGraphicFramePr>
            <a:graphicFrameLocks noChangeAspect="1"/>
          </p:cNvGraphicFramePr>
          <p:nvPr/>
        </p:nvGraphicFramePr>
        <p:xfrm>
          <a:off x="4284663" y="2420938"/>
          <a:ext cx="4391025" cy="558800"/>
        </p:xfrm>
        <a:graphic>
          <a:graphicData uri="http://schemas.openxmlformats.org/presentationml/2006/ole">
            <p:oleObj spid="_x0000_s126979" r:id="rId3" imgW="1749600" imgH="219240" progId="Equation.3">
              <p:embed/>
            </p:oleObj>
          </a:graphicData>
        </a:graphic>
      </p:graphicFrame>
      <p:sp>
        <p:nvSpPr>
          <p:cNvPr id="203781" name="Text Box 5"/>
          <p:cNvSpPr txBox="1">
            <a:spLocks noChangeArrowheads="1"/>
          </p:cNvSpPr>
          <p:nvPr/>
        </p:nvSpPr>
        <p:spPr bwMode="auto">
          <a:xfrm>
            <a:off x="4427538" y="1773238"/>
            <a:ext cx="3041650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>
                <a:latin typeface="Times New Roman" pitchFamily="18" charset="0"/>
              </a:rPr>
              <a:t>或设解答形式为：</a:t>
            </a:r>
          </a:p>
        </p:txBody>
      </p:sp>
      <p:sp>
        <p:nvSpPr>
          <p:cNvPr id="203782" name="Text Box 6"/>
          <p:cNvSpPr txBox="1">
            <a:spLocks noChangeArrowheads="1"/>
          </p:cNvSpPr>
          <p:nvPr/>
        </p:nvSpPr>
        <p:spPr bwMode="auto">
          <a:xfrm>
            <a:off x="4356100" y="2997200"/>
            <a:ext cx="1800225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>
                <a:latin typeface="Times New Roman" pitchFamily="18" charset="0"/>
              </a:rPr>
              <a:t>定常数</a:t>
            </a:r>
          </a:p>
        </p:txBody>
      </p:sp>
      <p:graphicFrame>
        <p:nvGraphicFramePr>
          <p:cNvPr id="203783" name="Object 7"/>
          <p:cNvGraphicFramePr>
            <a:graphicFrameLocks noChangeAspect="1"/>
          </p:cNvGraphicFramePr>
          <p:nvPr/>
        </p:nvGraphicFramePr>
        <p:xfrm>
          <a:off x="4140200" y="3573463"/>
          <a:ext cx="3455988" cy="1533525"/>
        </p:xfrm>
        <a:graphic>
          <a:graphicData uri="http://schemas.openxmlformats.org/presentationml/2006/ole">
            <p:oleObj spid="_x0000_s126982" r:id="rId4" imgW="1529640" imgH="668880" progId="Equation.3">
              <p:embed/>
            </p:oleObj>
          </a:graphicData>
        </a:graphic>
      </p:graphicFrame>
      <p:graphicFrame>
        <p:nvGraphicFramePr>
          <p:cNvPr id="203784" name="Object 8"/>
          <p:cNvGraphicFramePr>
            <a:graphicFrameLocks noChangeAspect="1"/>
          </p:cNvGraphicFramePr>
          <p:nvPr/>
        </p:nvGraphicFramePr>
        <p:xfrm>
          <a:off x="6372225" y="4076700"/>
          <a:ext cx="1871663" cy="965200"/>
        </p:xfrm>
        <a:graphic>
          <a:graphicData uri="http://schemas.openxmlformats.org/presentationml/2006/ole">
            <p:oleObj spid="_x0000_s126983" r:id="rId5" imgW="776520" imgH="392040" progId="Equation.3">
              <p:embed/>
            </p:oleObj>
          </a:graphicData>
        </a:graphic>
      </p:graphicFrame>
      <p:graphicFrame>
        <p:nvGraphicFramePr>
          <p:cNvPr id="203785" name="Object 9"/>
          <p:cNvGraphicFramePr>
            <a:graphicFrameLocks noChangeAspect="1"/>
          </p:cNvGraphicFramePr>
          <p:nvPr/>
        </p:nvGraphicFramePr>
        <p:xfrm>
          <a:off x="1619250" y="5300663"/>
          <a:ext cx="6696075" cy="1004887"/>
        </p:xfrm>
        <a:graphic>
          <a:graphicData uri="http://schemas.openxmlformats.org/presentationml/2006/ole">
            <p:oleObj spid="_x0000_s126984" r:id="rId6" imgW="2769480" imgH="403560" progId="Equation.3">
              <p:embed/>
            </p:oleObj>
          </a:graphicData>
        </a:graphic>
      </p:graphicFrame>
      <p:grpSp>
        <p:nvGrpSpPr>
          <p:cNvPr id="203786" name="Group 10"/>
          <p:cNvGrpSpPr>
            <a:grpSpLocks/>
          </p:cNvGrpSpPr>
          <p:nvPr/>
        </p:nvGrpSpPr>
        <p:grpSpPr bwMode="auto">
          <a:xfrm>
            <a:off x="4500563" y="836613"/>
            <a:ext cx="3889375" cy="1008062"/>
            <a:chOff x="2789" y="436"/>
            <a:chExt cx="2667" cy="759"/>
          </a:xfrm>
        </p:grpSpPr>
        <p:graphicFrame>
          <p:nvGraphicFramePr>
            <p:cNvPr id="126986" name="Object 11"/>
            <p:cNvGraphicFramePr>
              <a:graphicFrameLocks noChangeAspect="1"/>
            </p:cNvGraphicFramePr>
            <p:nvPr/>
          </p:nvGraphicFramePr>
          <p:xfrm>
            <a:off x="2789" y="663"/>
            <a:ext cx="998" cy="399"/>
          </p:xfrm>
          <a:graphic>
            <a:graphicData uri="http://schemas.openxmlformats.org/presentationml/2006/ole">
              <p:oleObj spid="_x0000_s126986" r:id="rId7" imgW="649080" imgH="207720" progId="Equation.3">
                <p:embed/>
              </p:oleObj>
            </a:graphicData>
          </a:graphic>
        </p:graphicFrame>
        <p:graphicFrame>
          <p:nvGraphicFramePr>
            <p:cNvPr id="126987" name="Object 12"/>
            <p:cNvGraphicFramePr>
              <a:graphicFrameLocks noChangeAspect="1"/>
            </p:cNvGraphicFramePr>
            <p:nvPr/>
          </p:nvGraphicFramePr>
          <p:xfrm>
            <a:off x="3833" y="436"/>
            <a:ext cx="1623" cy="759"/>
          </p:xfrm>
          <a:graphic>
            <a:graphicData uri="http://schemas.openxmlformats.org/presentationml/2006/ole">
              <p:oleObj spid="_x0000_s126987" r:id="rId8" imgW="903960" imgH="415080" progId="Equation.3">
                <p:embed/>
              </p:oleObj>
            </a:graphicData>
          </a:graphic>
        </p:graphicFrame>
      </p:grpSp>
      <p:grpSp>
        <p:nvGrpSpPr>
          <p:cNvPr id="126988" name="Group 13"/>
          <p:cNvGrpSpPr>
            <a:grpSpLocks/>
          </p:cNvGrpSpPr>
          <p:nvPr/>
        </p:nvGrpSpPr>
        <p:grpSpPr bwMode="auto"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126989" name="Picture 14" descr="78900"/>
            <p:cNvPicPr>
              <a:picLocks noChangeAspect="1" noChangeArrowheads="1"/>
            </p:cNvPicPr>
            <p:nvPr/>
          </p:nvPicPr>
          <p:blipFill>
            <a:blip r:embed="rId9"/>
            <a:srcRect/>
            <a:stretch>
              <a:fillRect/>
            </a:stretch>
          </p:blipFill>
          <p:spPr bwMode="auto"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26990" name="Text Box 15">
              <a:hlinkClick r:id="" action="ppaction://hlinkshowjump?jump=nextslide"/>
            </p:cNvPr>
            <p:cNvSpPr txBox="1">
              <a:spLocks noChangeArrowheads="1"/>
            </p:cNvSpPr>
            <p:nvPr/>
          </p:nvSpPr>
          <p:spPr bwMode="auto"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0">
                  <a:solidFill>
                    <a:schemeClr val="bg1"/>
                  </a:solidFill>
                  <a:latin typeface="隶书" pitchFamily="49" charset="-122"/>
                  <a:ea typeface="隶书" pitchFamily="49" charset="-122"/>
                </a:rPr>
                <a:t>下 页</a:t>
              </a:r>
            </a:p>
          </p:txBody>
        </p:sp>
      </p:grpSp>
      <p:grpSp>
        <p:nvGrpSpPr>
          <p:cNvPr id="126991" name="Group 16"/>
          <p:cNvGrpSpPr>
            <a:grpSpLocks/>
          </p:cNvGrpSpPr>
          <p:nvPr/>
        </p:nvGrpSpPr>
        <p:grpSpPr bwMode="auto">
          <a:xfrm>
            <a:off x="7453313" y="6446838"/>
            <a:ext cx="792162" cy="366712"/>
            <a:chOff x="4649" y="4020"/>
            <a:chExt cx="499" cy="231"/>
          </a:xfrm>
        </p:grpSpPr>
        <p:pic>
          <p:nvPicPr>
            <p:cNvPr id="126992" name="Picture 17" descr="78900"/>
            <p:cNvPicPr>
              <a:picLocks noChangeAspect="1" noChangeArrowheads="1"/>
            </p:cNvPicPr>
            <p:nvPr/>
          </p:nvPicPr>
          <p:blipFill>
            <a:blip r:embed="rId9"/>
            <a:srcRect/>
            <a:stretch>
              <a:fillRect/>
            </a:stretch>
          </p:blipFill>
          <p:spPr bwMode="auto"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26993" name="Text Box 18">
              <a:hlinkClick r:id="" action="ppaction://hlinkshowjump?jump=previousslide"/>
            </p:cNvPr>
            <p:cNvSpPr txBox="1">
              <a:spLocks noChangeArrowheads="1"/>
            </p:cNvSpPr>
            <p:nvPr/>
          </p:nvSpPr>
          <p:spPr bwMode="auto"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0">
                  <a:solidFill>
                    <a:schemeClr val="bg1"/>
                  </a:solidFill>
                  <a:latin typeface="隶书" pitchFamily="49" charset="-122"/>
                  <a:ea typeface="隶书" pitchFamily="49" charset="-122"/>
                </a:rPr>
                <a:t>上 页</a:t>
              </a:r>
            </a:p>
          </p:txBody>
        </p:sp>
      </p:grpSp>
      <p:grpSp>
        <p:nvGrpSpPr>
          <p:cNvPr id="203795" name="Group 19"/>
          <p:cNvGrpSpPr>
            <a:grpSpLocks/>
          </p:cNvGrpSpPr>
          <p:nvPr/>
        </p:nvGrpSpPr>
        <p:grpSpPr bwMode="auto">
          <a:xfrm>
            <a:off x="323850" y="476250"/>
            <a:ext cx="3694113" cy="2325688"/>
            <a:chOff x="2835" y="527"/>
            <a:chExt cx="2327" cy="1465"/>
          </a:xfrm>
        </p:grpSpPr>
        <p:sp>
          <p:nvSpPr>
            <p:cNvPr id="126995" name="Oval 20"/>
            <p:cNvSpPr>
              <a:spLocks noChangeArrowheads="1"/>
            </p:cNvSpPr>
            <p:nvPr/>
          </p:nvSpPr>
          <p:spPr bwMode="auto">
            <a:xfrm>
              <a:off x="2835" y="1117"/>
              <a:ext cx="363" cy="363"/>
            </a:xfrm>
            <a:prstGeom prst="ellipse">
              <a:avLst/>
            </a:prstGeom>
            <a:gradFill rotWithShape="1">
              <a:gsLst>
                <a:gs pos="0">
                  <a:srgbClr val="0099FF"/>
                </a:gs>
                <a:gs pos="100000">
                  <a:srgbClr val="004776"/>
                </a:gs>
              </a:gsLst>
              <a:path path="shape">
                <a:fillToRect l="50000" t="50000" r="50000" b="50000"/>
              </a:path>
            </a:gradFill>
            <a:ln w="38100">
              <a:solidFill>
                <a:srgbClr val="FF99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6996" name="Line 21"/>
            <p:cNvSpPr>
              <a:spLocks noChangeShapeType="1"/>
            </p:cNvSpPr>
            <p:nvPr/>
          </p:nvSpPr>
          <p:spPr bwMode="auto">
            <a:xfrm>
              <a:off x="4740" y="845"/>
              <a:ext cx="0" cy="499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6997" name="Line 22"/>
            <p:cNvSpPr>
              <a:spLocks noChangeShapeType="1"/>
            </p:cNvSpPr>
            <p:nvPr/>
          </p:nvSpPr>
          <p:spPr bwMode="auto">
            <a:xfrm>
              <a:off x="3016" y="845"/>
              <a:ext cx="0" cy="1134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6998" name="Line 23"/>
            <p:cNvSpPr>
              <a:spLocks noChangeShapeType="1"/>
            </p:cNvSpPr>
            <p:nvPr/>
          </p:nvSpPr>
          <p:spPr bwMode="auto">
            <a:xfrm flipH="1">
              <a:off x="3288" y="709"/>
              <a:ext cx="182" cy="117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6999" name="Line 24"/>
            <p:cNvSpPr>
              <a:spLocks noChangeShapeType="1"/>
            </p:cNvSpPr>
            <p:nvPr/>
          </p:nvSpPr>
          <p:spPr bwMode="auto">
            <a:xfrm>
              <a:off x="3152" y="618"/>
              <a:ext cx="182" cy="181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7000" name="Line 25"/>
            <p:cNvSpPr>
              <a:spLocks noChangeShapeType="1"/>
            </p:cNvSpPr>
            <p:nvPr/>
          </p:nvSpPr>
          <p:spPr bwMode="auto">
            <a:xfrm>
              <a:off x="3424" y="845"/>
              <a:ext cx="1316" cy="0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 type="oval" w="med" len="med"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7001" name="Line 26"/>
            <p:cNvSpPr>
              <a:spLocks noChangeShapeType="1"/>
            </p:cNvSpPr>
            <p:nvPr/>
          </p:nvSpPr>
          <p:spPr bwMode="auto">
            <a:xfrm>
              <a:off x="4830" y="1706"/>
              <a:ext cx="0" cy="227"/>
            </a:xfrm>
            <a:prstGeom prst="line">
              <a:avLst/>
            </a:prstGeom>
            <a:noFill/>
            <a:ln w="28575">
              <a:solidFill>
                <a:srgbClr val="66FFFF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7002" name="Line 27"/>
            <p:cNvSpPr>
              <a:spLocks noChangeShapeType="1"/>
            </p:cNvSpPr>
            <p:nvPr/>
          </p:nvSpPr>
          <p:spPr bwMode="auto">
            <a:xfrm flipH="1">
              <a:off x="3016" y="845"/>
              <a:ext cx="272" cy="0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 type="oval" w="med" len="med"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7003" name="Line 28"/>
            <p:cNvSpPr>
              <a:spLocks noChangeShapeType="1"/>
            </p:cNvSpPr>
            <p:nvPr/>
          </p:nvSpPr>
          <p:spPr bwMode="auto">
            <a:xfrm>
              <a:off x="4195" y="1661"/>
              <a:ext cx="0" cy="318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 type="oval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7004" name="Line 29"/>
            <p:cNvSpPr>
              <a:spLocks noChangeShapeType="1"/>
            </p:cNvSpPr>
            <p:nvPr/>
          </p:nvSpPr>
          <p:spPr bwMode="auto">
            <a:xfrm>
              <a:off x="4195" y="845"/>
              <a:ext cx="1" cy="382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 type="oval" w="med" len="med"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7005" name="Line 30"/>
            <p:cNvSpPr>
              <a:spLocks noChangeShapeType="1"/>
            </p:cNvSpPr>
            <p:nvPr/>
          </p:nvSpPr>
          <p:spPr bwMode="auto">
            <a:xfrm>
              <a:off x="3016" y="1979"/>
              <a:ext cx="1724" cy="0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7006" name="Line 31"/>
            <p:cNvSpPr>
              <a:spLocks noChangeShapeType="1"/>
            </p:cNvSpPr>
            <p:nvPr/>
          </p:nvSpPr>
          <p:spPr bwMode="auto">
            <a:xfrm>
              <a:off x="3878" y="981"/>
              <a:ext cx="272" cy="0"/>
            </a:xfrm>
            <a:prstGeom prst="line">
              <a:avLst/>
            </a:prstGeom>
            <a:noFill/>
            <a:ln w="38100">
              <a:solidFill>
                <a:srgbClr val="66FFFF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7007" name="Line 32"/>
            <p:cNvSpPr>
              <a:spLocks noChangeShapeType="1"/>
            </p:cNvSpPr>
            <p:nvPr/>
          </p:nvSpPr>
          <p:spPr bwMode="auto">
            <a:xfrm>
              <a:off x="4286" y="935"/>
              <a:ext cx="0" cy="272"/>
            </a:xfrm>
            <a:prstGeom prst="line">
              <a:avLst/>
            </a:prstGeom>
            <a:noFill/>
            <a:ln w="28575">
              <a:solidFill>
                <a:srgbClr val="66FFFF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7008" name="Rectangle 33"/>
            <p:cNvSpPr>
              <a:spLocks noChangeArrowheads="1"/>
            </p:cNvSpPr>
            <p:nvPr/>
          </p:nvSpPr>
          <p:spPr bwMode="auto">
            <a:xfrm>
              <a:off x="3515" y="890"/>
              <a:ext cx="137" cy="269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R</a:t>
              </a:r>
              <a:endParaRPr lang="en-US" altLang="zh-CN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127009" name="Rectangle 34"/>
            <p:cNvSpPr>
              <a:spLocks noChangeArrowheads="1"/>
            </p:cNvSpPr>
            <p:nvPr/>
          </p:nvSpPr>
          <p:spPr bwMode="auto">
            <a:xfrm>
              <a:off x="3833" y="935"/>
              <a:ext cx="286" cy="307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r>
                <a:rPr lang="en-US" altLang="zh-CN" sz="3200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i</a:t>
              </a:r>
              <a:r>
                <a:rPr lang="en-US" altLang="zh-CN" sz="3200" b="0" baseline="-2500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R</a:t>
              </a:r>
              <a:endParaRPr lang="en-US" altLang="zh-CN" sz="3200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127010" name="Rectangle 35"/>
            <p:cNvSpPr>
              <a:spLocks noChangeArrowheads="1"/>
            </p:cNvSpPr>
            <p:nvPr/>
          </p:nvSpPr>
          <p:spPr bwMode="auto">
            <a:xfrm>
              <a:off x="3061" y="1525"/>
              <a:ext cx="112" cy="269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b="0">
                  <a:solidFill>
                    <a:schemeClr val="bg1"/>
                  </a:solidFill>
                  <a:latin typeface="宋体" pitchFamily="2" charset="-122"/>
                  <a:ea typeface="宋体" pitchFamily="2" charset="-122"/>
                </a:rPr>
                <a:t>-</a:t>
              </a:r>
            </a:p>
          </p:txBody>
        </p:sp>
        <p:sp>
          <p:nvSpPr>
            <p:cNvPr id="127011" name="Rectangle 36"/>
            <p:cNvSpPr>
              <a:spLocks noChangeArrowheads="1"/>
            </p:cNvSpPr>
            <p:nvPr/>
          </p:nvSpPr>
          <p:spPr bwMode="auto">
            <a:xfrm>
              <a:off x="3198" y="1207"/>
              <a:ext cx="442" cy="269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50 V</a:t>
              </a:r>
            </a:p>
          </p:txBody>
        </p:sp>
        <p:sp>
          <p:nvSpPr>
            <p:cNvPr id="127012" name="Rectangle 37"/>
            <p:cNvSpPr>
              <a:spLocks noChangeArrowheads="1"/>
            </p:cNvSpPr>
            <p:nvPr/>
          </p:nvSpPr>
          <p:spPr bwMode="auto">
            <a:xfrm>
              <a:off x="3560" y="527"/>
              <a:ext cx="452" cy="269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50 </a:t>
              </a:r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  <a:sym typeface="Symbol" pitchFamily="18" charset="2"/>
                </a:rPr>
                <a:t></a:t>
              </a:r>
            </a:p>
          </p:txBody>
        </p:sp>
        <p:sp>
          <p:nvSpPr>
            <p:cNvPr id="127013" name="Rectangle 38"/>
            <p:cNvSpPr>
              <a:spLocks noChangeArrowheads="1"/>
            </p:cNvSpPr>
            <p:nvPr/>
          </p:nvSpPr>
          <p:spPr bwMode="auto">
            <a:xfrm rot="5400000">
              <a:off x="4659" y="1282"/>
              <a:ext cx="698" cy="269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100</a:t>
              </a:r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  <a:sym typeface="Symbol" pitchFamily="18" charset="2"/>
                </a:rPr>
                <a:t>F</a:t>
              </a:r>
            </a:p>
          </p:txBody>
        </p:sp>
        <p:sp>
          <p:nvSpPr>
            <p:cNvPr id="127014" name="Rectangle 39"/>
            <p:cNvSpPr>
              <a:spLocks noChangeArrowheads="1"/>
            </p:cNvSpPr>
            <p:nvPr/>
          </p:nvSpPr>
          <p:spPr bwMode="auto">
            <a:xfrm>
              <a:off x="3742" y="1434"/>
              <a:ext cx="442" cy="269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0.5H</a:t>
              </a:r>
            </a:p>
          </p:txBody>
        </p:sp>
        <p:sp>
          <p:nvSpPr>
            <p:cNvPr id="127015" name="Rectangle 40"/>
            <p:cNvSpPr>
              <a:spLocks noChangeArrowheads="1"/>
            </p:cNvSpPr>
            <p:nvPr/>
          </p:nvSpPr>
          <p:spPr bwMode="auto">
            <a:xfrm>
              <a:off x="3107" y="890"/>
              <a:ext cx="126" cy="269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+</a:t>
              </a:r>
            </a:p>
          </p:txBody>
        </p:sp>
        <p:sp>
          <p:nvSpPr>
            <p:cNvPr id="127016" name="Line 41"/>
            <p:cNvSpPr>
              <a:spLocks noChangeShapeType="1"/>
            </p:cNvSpPr>
            <p:nvPr/>
          </p:nvSpPr>
          <p:spPr bwMode="auto">
            <a:xfrm>
              <a:off x="4740" y="1434"/>
              <a:ext cx="0" cy="558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7017" name="Rectangle 42"/>
            <p:cNvSpPr>
              <a:spLocks noChangeArrowheads="1"/>
            </p:cNvSpPr>
            <p:nvPr/>
          </p:nvSpPr>
          <p:spPr bwMode="auto">
            <a:xfrm>
              <a:off x="3606" y="799"/>
              <a:ext cx="317" cy="136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</a:gradFill>
            <a:ln w="2857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127018" name="Group 43"/>
            <p:cNvGrpSpPr>
              <a:grpSpLocks/>
            </p:cNvGrpSpPr>
            <p:nvPr/>
          </p:nvGrpSpPr>
          <p:grpSpPr bwMode="auto">
            <a:xfrm rot="5400000">
              <a:off x="3738" y="1159"/>
              <a:ext cx="499" cy="590"/>
              <a:chOff x="476" y="663"/>
              <a:chExt cx="771" cy="862"/>
            </a:xfrm>
          </p:grpSpPr>
          <p:sp>
            <p:nvSpPr>
              <p:cNvPr id="127019" name="AutoShape 44"/>
              <p:cNvSpPr>
                <a:spLocks noChangeArrowheads="1"/>
              </p:cNvSpPr>
              <p:nvPr/>
            </p:nvSpPr>
            <p:spPr bwMode="auto">
              <a:xfrm>
                <a:off x="476" y="663"/>
                <a:ext cx="317" cy="862"/>
              </a:xfrm>
              <a:custGeom>
                <a:avLst/>
                <a:gdLst/>
                <a:ahLst/>
                <a:cxnLst>
                  <a:cxn ang="0">
                    <a:pos x="2646" y="3717"/>
                  </a:cxn>
                  <a:cxn ang="0">
                    <a:pos x="10800" y="0"/>
                  </a:cxn>
                  <a:cxn ang="0">
                    <a:pos x="18953" y="3717"/>
                  </a:cxn>
                  <a:cxn ang="0">
                    <a:pos x="10799" y="0"/>
                  </a:cxn>
                  <a:cxn ang="0">
                    <a:pos x="2646" y="3717"/>
                  </a:cxn>
                </a:cxnLst>
                <a:rect l="0" t="0" r="r" b="b"/>
                <a:pathLst>
                  <a:path w="21600" h="21600">
                    <a:moveTo>
                      <a:pt x="2646" y="3717"/>
                    </a:moveTo>
                    <a:cubicBezTo>
                      <a:pt x="4698" y="1356"/>
                      <a:pt x="7672" y="-1"/>
                      <a:pt x="10800" y="0"/>
                    </a:cubicBezTo>
                    <a:cubicBezTo>
                      <a:pt x="13927" y="0"/>
                      <a:pt x="16901" y="1356"/>
                      <a:pt x="18953" y="3717"/>
                    </a:cubicBezTo>
                    <a:cubicBezTo>
                      <a:pt x="16901" y="1356"/>
                      <a:pt x="13927" y="-1"/>
                      <a:pt x="10799" y="0"/>
                    </a:cubicBezTo>
                    <a:cubicBezTo>
                      <a:pt x="7672" y="0"/>
                      <a:pt x="4698" y="1356"/>
                      <a:pt x="2646" y="3717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764700"/>
                  </a:gs>
                  <a:gs pos="50000">
                    <a:srgbClr val="FF9900"/>
                  </a:gs>
                  <a:gs pos="100000">
                    <a:srgbClr val="764700"/>
                  </a:gs>
                </a:gsLst>
                <a:lin ang="5400000" scaled="1"/>
              </a:gradFill>
              <a:ln w="38100">
                <a:solidFill>
                  <a:srgbClr val="FF99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7020" name="AutoShape 45"/>
              <p:cNvSpPr>
                <a:spLocks noChangeArrowheads="1"/>
              </p:cNvSpPr>
              <p:nvPr/>
            </p:nvSpPr>
            <p:spPr bwMode="auto">
              <a:xfrm>
                <a:off x="703" y="663"/>
                <a:ext cx="317" cy="862"/>
              </a:xfrm>
              <a:custGeom>
                <a:avLst/>
                <a:gdLst/>
                <a:ahLst/>
                <a:cxnLst>
                  <a:cxn ang="0">
                    <a:pos x="2646" y="3717"/>
                  </a:cxn>
                  <a:cxn ang="0">
                    <a:pos x="10800" y="0"/>
                  </a:cxn>
                  <a:cxn ang="0">
                    <a:pos x="18953" y="3717"/>
                  </a:cxn>
                  <a:cxn ang="0">
                    <a:pos x="10799" y="0"/>
                  </a:cxn>
                  <a:cxn ang="0">
                    <a:pos x="2646" y="3717"/>
                  </a:cxn>
                </a:cxnLst>
                <a:rect l="0" t="0" r="r" b="b"/>
                <a:pathLst>
                  <a:path w="21600" h="21600">
                    <a:moveTo>
                      <a:pt x="2646" y="3717"/>
                    </a:moveTo>
                    <a:cubicBezTo>
                      <a:pt x="4698" y="1356"/>
                      <a:pt x="7672" y="-1"/>
                      <a:pt x="10800" y="0"/>
                    </a:cubicBezTo>
                    <a:cubicBezTo>
                      <a:pt x="13927" y="0"/>
                      <a:pt x="16901" y="1356"/>
                      <a:pt x="18953" y="3717"/>
                    </a:cubicBezTo>
                    <a:cubicBezTo>
                      <a:pt x="16901" y="1356"/>
                      <a:pt x="13927" y="-1"/>
                      <a:pt x="10799" y="0"/>
                    </a:cubicBezTo>
                    <a:cubicBezTo>
                      <a:pt x="7672" y="0"/>
                      <a:pt x="4698" y="1356"/>
                      <a:pt x="2646" y="3717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764700"/>
                  </a:gs>
                  <a:gs pos="50000">
                    <a:srgbClr val="FF9900"/>
                  </a:gs>
                  <a:gs pos="100000">
                    <a:srgbClr val="764700"/>
                  </a:gs>
                </a:gsLst>
                <a:lin ang="5400000" scaled="1"/>
              </a:gradFill>
              <a:ln w="38100">
                <a:solidFill>
                  <a:srgbClr val="FF99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7021" name="AutoShape 46"/>
              <p:cNvSpPr>
                <a:spLocks noChangeArrowheads="1"/>
              </p:cNvSpPr>
              <p:nvPr/>
            </p:nvSpPr>
            <p:spPr bwMode="auto">
              <a:xfrm>
                <a:off x="930" y="663"/>
                <a:ext cx="317" cy="862"/>
              </a:xfrm>
              <a:custGeom>
                <a:avLst/>
                <a:gdLst/>
                <a:ahLst/>
                <a:cxnLst>
                  <a:cxn ang="0">
                    <a:pos x="2646" y="3717"/>
                  </a:cxn>
                  <a:cxn ang="0">
                    <a:pos x="10800" y="0"/>
                  </a:cxn>
                  <a:cxn ang="0">
                    <a:pos x="18953" y="3717"/>
                  </a:cxn>
                  <a:cxn ang="0">
                    <a:pos x="10799" y="0"/>
                  </a:cxn>
                  <a:cxn ang="0">
                    <a:pos x="2646" y="3717"/>
                  </a:cxn>
                </a:cxnLst>
                <a:rect l="0" t="0" r="r" b="b"/>
                <a:pathLst>
                  <a:path w="21600" h="21600">
                    <a:moveTo>
                      <a:pt x="2646" y="3717"/>
                    </a:moveTo>
                    <a:cubicBezTo>
                      <a:pt x="4698" y="1356"/>
                      <a:pt x="7672" y="-1"/>
                      <a:pt x="10800" y="0"/>
                    </a:cubicBezTo>
                    <a:cubicBezTo>
                      <a:pt x="13927" y="0"/>
                      <a:pt x="16901" y="1356"/>
                      <a:pt x="18953" y="3717"/>
                    </a:cubicBezTo>
                    <a:cubicBezTo>
                      <a:pt x="16901" y="1356"/>
                      <a:pt x="13927" y="-1"/>
                      <a:pt x="10799" y="0"/>
                    </a:cubicBezTo>
                    <a:cubicBezTo>
                      <a:pt x="7672" y="0"/>
                      <a:pt x="4698" y="1356"/>
                      <a:pt x="2646" y="3717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764700"/>
                  </a:gs>
                  <a:gs pos="50000">
                    <a:srgbClr val="FF9900"/>
                  </a:gs>
                  <a:gs pos="100000">
                    <a:srgbClr val="764700"/>
                  </a:gs>
                </a:gsLst>
                <a:lin ang="5400000" scaled="1"/>
              </a:gradFill>
              <a:ln w="38100">
                <a:solidFill>
                  <a:srgbClr val="FF99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127022" name="Group 47"/>
            <p:cNvGrpSpPr>
              <a:grpSpLocks/>
            </p:cNvGrpSpPr>
            <p:nvPr/>
          </p:nvGrpSpPr>
          <p:grpSpPr bwMode="auto">
            <a:xfrm>
              <a:off x="4604" y="1344"/>
              <a:ext cx="240" cy="90"/>
              <a:chOff x="4604" y="2478"/>
              <a:chExt cx="240" cy="90"/>
            </a:xfrm>
          </p:grpSpPr>
          <p:sp>
            <p:nvSpPr>
              <p:cNvPr id="127023" name="Line 48"/>
              <p:cNvSpPr>
                <a:spLocks noChangeShapeType="1"/>
              </p:cNvSpPr>
              <p:nvPr/>
            </p:nvSpPr>
            <p:spPr bwMode="auto">
              <a:xfrm>
                <a:off x="4604" y="2478"/>
                <a:ext cx="240" cy="0"/>
              </a:xfrm>
              <a:prstGeom prst="line">
                <a:avLst/>
              </a:prstGeom>
              <a:noFill/>
              <a:ln w="57150">
                <a:solidFill>
                  <a:srgbClr val="FF99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7024" name="Line 49"/>
              <p:cNvSpPr>
                <a:spLocks noChangeShapeType="1"/>
              </p:cNvSpPr>
              <p:nvPr/>
            </p:nvSpPr>
            <p:spPr bwMode="auto">
              <a:xfrm>
                <a:off x="4604" y="2568"/>
                <a:ext cx="240" cy="0"/>
              </a:xfrm>
              <a:prstGeom prst="line">
                <a:avLst/>
              </a:prstGeom>
              <a:noFill/>
              <a:ln w="57150">
                <a:solidFill>
                  <a:srgbClr val="FF99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27025" name="Rectangle 50"/>
            <p:cNvSpPr>
              <a:spLocks noChangeArrowheads="1"/>
            </p:cNvSpPr>
            <p:nvPr/>
          </p:nvSpPr>
          <p:spPr bwMode="auto">
            <a:xfrm>
              <a:off x="4332" y="935"/>
              <a:ext cx="286" cy="307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r>
                <a:rPr lang="en-US" altLang="zh-CN" sz="3200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i</a:t>
              </a:r>
              <a:r>
                <a:rPr lang="en-US" altLang="zh-CN" sz="3200" b="0" baseline="-2500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L</a:t>
              </a:r>
              <a:endParaRPr lang="en-US" altLang="zh-CN" sz="3200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127026" name="Rectangle 51"/>
            <p:cNvSpPr>
              <a:spLocks noChangeArrowheads="1"/>
            </p:cNvSpPr>
            <p:nvPr/>
          </p:nvSpPr>
          <p:spPr bwMode="auto">
            <a:xfrm>
              <a:off x="4876" y="1661"/>
              <a:ext cx="286" cy="307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r>
                <a:rPr lang="en-US" altLang="zh-CN" sz="3200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i</a:t>
              </a:r>
              <a:r>
                <a:rPr lang="en-US" altLang="zh-CN" sz="3200" b="0" baseline="-2500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C</a:t>
              </a:r>
              <a:endParaRPr lang="en-US" altLang="zh-CN" sz="3200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</p:grpSp>
      <p:grpSp>
        <p:nvGrpSpPr>
          <p:cNvPr id="203855" name="Group 79"/>
          <p:cNvGrpSpPr>
            <a:grpSpLocks/>
          </p:cNvGrpSpPr>
          <p:nvPr/>
        </p:nvGrpSpPr>
        <p:grpSpPr bwMode="auto">
          <a:xfrm>
            <a:off x="323850" y="2781300"/>
            <a:ext cx="3119438" cy="2397125"/>
            <a:chOff x="204" y="1752"/>
            <a:chExt cx="1965" cy="1510"/>
          </a:xfrm>
        </p:grpSpPr>
        <p:sp>
          <p:nvSpPr>
            <p:cNvPr id="127028" name="Oval 53"/>
            <p:cNvSpPr>
              <a:spLocks noChangeArrowheads="1"/>
            </p:cNvSpPr>
            <p:nvPr/>
          </p:nvSpPr>
          <p:spPr bwMode="auto">
            <a:xfrm>
              <a:off x="204" y="2387"/>
              <a:ext cx="363" cy="363"/>
            </a:xfrm>
            <a:prstGeom prst="ellipse">
              <a:avLst/>
            </a:prstGeom>
            <a:gradFill rotWithShape="1">
              <a:gsLst>
                <a:gs pos="0">
                  <a:srgbClr val="0099FF"/>
                </a:gs>
                <a:gs pos="100000">
                  <a:srgbClr val="004776"/>
                </a:gs>
              </a:gsLst>
              <a:path path="shape">
                <a:fillToRect l="50000" t="50000" r="50000" b="50000"/>
              </a:path>
            </a:gradFill>
            <a:ln w="38100">
              <a:solidFill>
                <a:srgbClr val="FF99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7029" name="Line 54"/>
            <p:cNvSpPr>
              <a:spLocks noChangeShapeType="1"/>
            </p:cNvSpPr>
            <p:nvPr/>
          </p:nvSpPr>
          <p:spPr bwMode="auto">
            <a:xfrm>
              <a:off x="385" y="2115"/>
              <a:ext cx="0" cy="1134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7030" name="Line 55"/>
            <p:cNvSpPr>
              <a:spLocks noChangeShapeType="1"/>
            </p:cNvSpPr>
            <p:nvPr/>
          </p:nvSpPr>
          <p:spPr bwMode="auto">
            <a:xfrm>
              <a:off x="1111" y="2115"/>
              <a:ext cx="998" cy="0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 type="oval" w="med" len="med"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7031" name="Line 56"/>
            <p:cNvSpPr>
              <a:spLocks noChangeShapeType="1"/>
            </p:cNvSpPr>
            <p:nvPr/>
          </p:nvSpPr>
          <p:spPr bwMode="auto">
            <a:xfrm>
              <a:off x="2019" y="2613"/>
              <a:ext cx="0" cy="227"/>
            </a:xfrm>
            <a:prstGeom prst="line">
              <a:avLst/>
            </a:prstGeom>
            <a:noFill/>
            <a:ln w="28575">
              <a:solidFill>
                <a:srgbClr val="66FFFF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7032" name="Line 57"/>
            <p:cNvSpPr>
              <a:spLocks noChangeShapeType="1"/>
            </p:cNvSpPr>
            <p:nvPr/>
          </p:nvSpPr>
          <p:spPr bwMode="auto">
            <a:xfrm flipH="1">
              <a:off x="385" y="2115"/>
              <a:ext cx="681" cy="0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 type="oval" w="med" len="med"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7033" name="Line 58"/>
            <p:cNvSpPr>
              <a:spLocks noChangeShapeType="1"/>
            </p:cNvSpPr>
            <p:nvPr/>
          </p:nvSpPr>
          <p:spPr bwMode="auto">
            <a:xfrm flipH="1">
              <a:off x="1564" y="2750"/>
              <a:ext cx="1" cy="499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 type="oval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7034" name="Line 59"/>
            <p:cNvSpPr>
              <a:spLocks noChangeShapeType="1"/>
            </p:cNvSpPr>
            <p:nvPr/>
          </p:nvSpPr>
          <p:spPr bwMode="auto">
            <a:xfrm>
              <a:off x="1564" y="2115"/>
              <a:ext cx="1" cy="382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 type="oval" w="med" len="med"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7035" name="Line 60"/>
            <p:cNvSpPr>
              <a:spLocks noChangeShapeType="1"/>
            </p:cNvSpPr>
            <p:nvPr/>
          </p:nvSpPr>
          <p:spPr bwMode="auto">
            <a:xfrm>
              <a:off x="385" y="3249"/>
              <a:ext cx="1724" cy="0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7036" name="Line 61"/>
            <p:cNvSpPr>
              <a:spLocks noChangeShapeType="1"/>
            </p:cNvSpPr>
            <p:nvPr/>
          </p:nvSpPr>
          <p:spPr bwMode="auto">
            <a:xfrm>
              <a:off x="1248" y="2160"/>
              <a:ext cx="272" cy="0"/>
            </a:xfrm>
            <a:prstGeom prst="line">
              <a:avLst/>
            </a:prstGeom>
            <a:noFill/>
            <a:ln w="38100">
              <a:solidFill>
                <a:srgbClr val="66FFFF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7037" name="Line 62"/>
            <p:cNvSpPr>
              <a:spLocks noChangeShapeType="1"/>
            </p:cNvSpPr>
            <p:nvPr/>
          </p:nvSpPr>
          <p:spPr bwMode="auto">
            <a:xfrm>
              <a:off x="1565" y="2750"/>
              <a:ext cx="0" cy="363"/>
            </a:xfrm>
            <a:prstGeom prst="line">
              <a:avLst/>
            </a:prstGeom>
            <a:noFill/>
            <a:ln w="28575">
              <a:solidFill>
                <a:srgbClr val="66FFFF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7038" name="Rectangle 63"/>
            <p:cNvSpPr>
              <a:spLocks noChangeArrowheads="1"/>
            </p:cNvSpPr>
            <p:nvPr/>
          </p:nvSpPr>
          <p:spPr bwMode="auto">
            <a:xfrm>
              <a:off x="885" y="2205"/>
              <a:ext cx="137" cy="269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R</a:t>
              </a:r>
              <a:endParaRPr lang="en-US" altLang="zh-CN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127039" name="Rectangle 64"/>
            <p:cNvSpPr>
              <a:spLocks noChangeArrowheads="1"/>
            </p:cNvSpPr>
            <p:nvPr/>
          </p:nvSpPr>
          <p:spPr bwMode="auto">
            <a:xfrm>
              <a:off x="1247" y="2115"/>
              <a:ext cx="286" cy="307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r>
                <a:rPr lang="en-US" altLang="zh-CN" sz="3200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i</a:t>
              </a:r>
              <a:r>
                <a:rPr lang="en-US" altLang="zh-CN" sz="3200" b="0" baseline="-2500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R</a:t>
              </a:r>
              <a:endParaRPr lang="en-US" altLang="zh-CN" sz="3200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127040" name="Rectangle 65"/>
            <p:cNvSpPr>
              <a:spLocks noChangeArrowheads="1"/>
            </p:cNvSpPr>
            <p:nvPr/>
          </p:nvSpPr>
          <p:spPr bwMode="auto">
            <a:xfrm>
              <a:off x="430" y="2795"/>
              <a:ext cx="112" cy="269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b="0">
                  <a:solidFill>
                    <a:schemeClr val="bg1"/>
                  </a:solidFill>
                  <a:latin typeface="宋体" pitchFamily="2" charset="-122"/>
                  <a:ea typeface="宋体" pitchFamily="2" charset="-122"/>
                </a:rPr>
                <a:t>-</a:t>
              </a:r>
            </a:p>
          </p:txBody>
        </p:sp>
        <p:sp>
          <p:nvSpPr>
            <p:cNvPr id="127041" name="Rectangle 66"/>
            <p:cNvSpPr>
              <a:spLocks noChangeArrowheads="1"/>
            </p:cNvSpPr>
            <p:nvPr/>
          </p:nvSpPr>
          <p:spPr bwMode="auto">
            <a:xfrm>
              <a:off x="567" y="2477"/>
              <a:ext cx="386" cy="269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50V</a:t>
              </a:r>
            </a:p>
          </p:txBody>
        </p:sp>
        <p:sp>
          <p:nvSpPr>
            <p:cNvPr id="127042" name="Rectangle 67"/>
            <p:cNvSpPr>
              <a:spLocks noChangeArrowheads="1"/>
            </p:cNvSpPr>
            <p:nvPr/>
          </p:nvSpPr>
          <p:spPr bwMode="auto">
            <a:xfrm>
              <a:off x="794" y="1752"/>
              <a:ext cx="452" cy="269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50 </a:t>
              </a:r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  <a:sym typeface="Symbol" pitchFamily="18" charset="2"/>
                </a:rPr>
                <a:t></a:t>
              </a:r>
            </a:p>
          </p:txBody>
        </p:sp>
        <p:sp>
          <p:nvSpPr>
            <p:cNvPr id="127043" name="Rectangle 68"/>
            <p:cNvSpPr>
              <a:spLocks noChangeArrowheads="1"/>
            </p:cNvSpPr>
            <p:nvPr/>
          </p:nvSpPr>
          <p:spPr bwMode="auto">
            <a:xfrm>
              <a:off x="476" y="2160"/>
              <a:ext cx="126" cy="269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+</a:t>
              </a:r>
            </a:p>
          </p:txBody>
        </p:sp>
        <p:sp>
          <p:nvSpPr>
            <p:cNvPr id="127044" name="Line 69"/>
            <p:cNvSpPr>
              <a:spLocks noChangeShapeType="1"/>
            </p:cNvSpPr>
            <p:nvPr/>
          </p:nvSpPr>
          <p:spPr bwMode="auto">
            <a:xfrm>
              <a:off x="2109" y="2115"/>
              <a:ext cx="0" cy="1147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7045" name="Rectangle 70"/>
            <p:cNvSpPr>
              <a:spLocks noChangeArrowheads="1"/>
            </p:cNvSpPr>
            <p:nvPr/>
          </p:nvSpPr>
          <p:spPr bwMode="auto">
            <a:xfrm>
              <a:off x="840" y="2069"/>
              <a:ext cx="317" cy="136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</a:gradFill>
            <a:ln w="2857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7046" name="Rectangle 71"/>
            <p:cNvSpPr>
              <a:spLocks noChangeArrowheads="1"/>
            </p:cNvSpPr>
            <p:nvPr/>
          </p:nvSpPr>
          <p:spPr bwMode="auto">
            <a:xfrm>
              <a:off x="1883" y="2840"/>
              <a:ext cx="286" cy="307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r>
                <a:rPr lang="en-US" altLang="zh-CN" sz="3200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i</a:t>
              </a:r>
              <a:r>
                <a:rPr lang="en-US" altLang="zh-CN" sz="3200" b="0" baseline="-2500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C</a:t>
              </a:r>
              <a:endParaRPr lang="en-US" altLang="zh-CN" sz="3200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grpSp>
          <p:nvGrpSpPr>
            <p:cNvPr id="127047" name="Group 78"/>
            <p:cNvGrpSpPr>
              <a:grpSpLocks/>
            </p:cNvGrpSpPr>
            <p:nvPr/>
          </p:nvGrpSpPr>
          <p:grpSpPr bwMode="auto">
            <a:xfrm>
              <a:off x="1384" y="2432"/>
              <a:ext cx="363" cy="363"/>
              <a:chOff x="1384" y="2477"/>
              <a:chExt cx="363" cy="363"/>
            </a:xfrm>
          </p:grpSpPr>
          <p:sp>
            <p:nvSpPr>
              <p:cNvPr id="127048" name="Oval 72"/>
              <p:cNvSpPr>
                <a:spLocks noChangeArrowheads="1"/>
              </p:cNvSpPr>
              <p:nvPr/>
            </p:nvSpPr>
            <p:spPr bwMode="auto">
              <a:xfrm>
                <a:off x="1384" y="2477"/>
                <a:ext cx="363" cy="363"/>
              </a:xfrm>
              <a:prstGeom prst="ellipse">
                <a:avLst/>
              </a:prstGeom>
              <a:gradFill rotWithShape="1">
                <a:gsLst>
                  <a:gs pos="0">
                    <a:srgbClr val="0099FF"/>
                  </a:gs>
                  <a:gs pos="100000">
                    <a:srgbClr val="004776"/>
                  </a:gs>
                </a:gsLst>
                <a:path path="shape">
                  <a:fillToRect l="50000" t="50000" r="50000" b="50000"/>
                </a:path>
              </a:gradFill>
              <a:ln w="38100">
                <a:solidFill>
                  <a:srgbClr val="FF99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27049" name="Line 73"/>
              <p:cNvSpPr>
                <a:spLocks noChangeShapeType="1"/>
              </p:cNvSpPr>
              <p:nvPr/>
            </p:nvSpPr>
            <p:spPr bwMode="auto">
              <a:xfrm>
                <a:off x="1384" y="2659"/>
                <a:ext cx="362" cy="0"/>
              </a:xfrm>
              <a:prstGeom prst="line">
                <a:avLst/>
              </a:prstGeom>
              <a:noFill/>
              <a:ln w="38100">
                <a:solidFill>
                  <a:srgbClr val="FF99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27050" name="Rectangle 74"/>
            <p:cNvSpPr>
              <a:spLocks noChangeArrowheads="1"/>
            </p:cNvSpPr>
            <p:nvPr/>
          </p:nvSpPr>
          <p:spPr bwMode="auto">
            <a:xfrm>
              <a:off x="1248" y="2795"/>
              <a:ext cx="274" cy="269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2A</a:t>
              </a:r>
            </a:p>
          </p:txBody>
        </p:sp>
      </p:grpSp>
      <p:grpSp>
        <p:nvGrpSpPr>
          <p:cNvPr id="127051" name="Group 75"/>
          <p:cNvGrpSpPr>
            <a:grpSpLocks/>
          </p:cNvGrpSpPr>
          <p:nvPr/>
        </p:nvGrpSpPr>
        <p:grpSpPr bwMode="auto">
          <a:xfrm>
            <a:off x="6588125" y="6446838"/>
            <a:ext cx="792163" cy="366712"/>
            <a:chOff x="4649" y="4020"/>
            <a:chExt cx="499" cy="231"/>
          </a:xfrm>
        </p:grpSpPr>
        <p:pic>
          <p:nvPicPr>
            <p:cNvPr id="127052" name="Picture 76" descr="78900"/>
            <p:cNvPicPr>
              <a:picLocks noChangeAspect="1" noChangeArrowheads="1"/>
            </p:cNvPicPr>
            <p:nvPr/>
          </p:nvPicPr>
          <p:blipFill>
            <a:blip r:embed="rId9"/>
            <a:srcRect/>
            <a:stretch>
              <a:fillRect/>
            </a:stretch>
          </p:blipFill>
          <p:spPr bwMode="auto"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27053" name="Text Box 77">
              <a:hlinkClick r:id="rId10" action="ppaction://hlinksldjump"/>
            </p:cNvPr>
            <p:cNvSpPr txBox="1">
              <a:spLocks noChangeArrowheads="1"/>
            </p:cNvSpPr>
            <p:nvPr/>
          </p:nvSpPr>
          <p:spPr bwMode="auto"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0">
                  <a:solidFill>
                    <a:schemeClr val="bg1"/>
                  </a:solidFill>
                  <a:latin typeface="隶书" pitchFamily="49" charset="-122"/>
                  <a:ea typeface="隶书" pitchFamily="49" charset="-122"/>
                </a:rPr>
                <a:t>返 回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7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37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37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037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7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2037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7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2" dur="500"/>
                                        <p:tgtEl>
                                          <p:spTgt spid="2037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7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7" dur="500"/>
                                        <p:tgtEl>
                                          <p:spTgt spid="2037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7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2" dur="500"/>
                                        <p:tgtEl>
                                          <p:spTgt spid="2037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8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2038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7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2000"/>
                                        <p:tgtEl>
                                          <p:spTgt spid="2037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7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6" dur="500"/>
                                        <p:tgtEl>
                                          <p:spTgt spid="2037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7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2000"/>
                                        <p:tgtEl>
                                          <p:spTgt spid="2037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" presetClass="entr" presetSubtype="32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/>
                                  </p:end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7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56" dur="500"/>
                                        <p:tgtEl>
                                          <p:spTgt spid="2037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3778" grpId="0" build="p"/>
      <p:bldP spid="203779" grpId="0"/>
      <p:bldP spid="203781" grpId="0" build="p"/>
      <p:bldP spid="203782" grpId="0" build="p"/>
    </p:bldLst>
  </p:timing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4802" name="Object 2"/>
          <p:cNvGraphicFramePr>
            <a:graphicFrameLocks noChangeAspect="1"/>
          </p:cNvGraphicFramePr>
          <p:nvPr/>
        </p:nvGraphicFramePr>
        <p:xfrm>
          <a:off x="971550" y="1412875"/>
          <a:ext cx="4608513" cy="1139825"/>
        </p:xfrm>
        <a:graphic>
          <a:graphicData uri="http://schemas.openxmlformats.org/presentationml/2006/ole">
            <p:oleObj spid="_x0000_s128001" r:id="rId3" imgW="2004480" imgH="484560" progId="Equation.3">
              <p:embed/>
            </p:oleObj>
          </a:graphicData>
        </a:graphic>
      </p:graphicFrame>
      <p:graphicFrame>
        <p:nvGraphicFramePr>
          <p:cNvPr id="204803" name="Object 3"/>
          <p:cNvGraphicFramePr>
            <a:graphicFrameLocks noChangeAspect="1"/>
          </p:cNvGraphicFramePr>
          <p:nvPr/>
        </p:nvGraphicFramePr>
        <p:xfrm>
          <a:off x="6300788" y="1484313"/>
          <a:ext cx="1119187" cy="1119187"/>
        </p:xfrm>
        <a:graphic>
          <a:graphicData uri="http://schemas.openxmlformats.org/presentationml/2006/ole">
            <p:oleObj spid="_x0000_s128002" r:id="rId4" imgW="463680" imgH="461160" progId="Equation.3">
              <p:embed/>
            </p:oleObj>
          </a:graphicData>
        </a:graphic>
      </p:graphicFrame>
      <p:graphicFrame>
        <p:nvGraphicFramePr>
          <p:cNvPr id="204804" name="Object 4"/>
          <p:cNvGraphicFramePr>
            <a:graphicFrameLocks noChangeAspect="1"/>
          </p:cNvGraphicFramePr>
          <p:nvPr/>
        </p:nvGraphicFramePr>
        <p:xfrm>
          <a:off x="1116013" y="620713"/>
          <a:ext cx="4608512" cy="606425"/>
        </p:xfrm>
        <a:graphic>
          <a:graphicData uri="http://schemas.openxmlformats.org/presentationml/2006/ole">
            <p:oleObj spid="_x0000_s128003" r:id="rId5" imgW="1749600" imgH="219240" progId="Equation.3">
              <p:embed/>
            </p:oleObj>
          </a:graphicData>
        </a:graphic>
      </p:graphicFrame>
      <p:grpSp>
        <p:nvGrpSpPr>
          <p:cNvPr id="128004" name="Group 5"/>
          <p:cNvGrpSpPr>
            <a:grpSpLocks/>
          </p:cNvGrpSpPr>
          <p:nvPr/>
        </p:nvGrpSpPr>
        <p:grpSpPr bwMode="auto"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128005" name="Picture 6" descr="78900"/>
            <p:cNvPicPr>
              <a:picLocks noChangeAspect="1" noChangeArrowheads="1"/>
            </p:cNvPicPr>
            <p:nvPr/>
          </p:nvPicPr>
          <p:blipFill>
            <a:blip r:embed="rId6"/>
            <a:srcRect/>
            <a:stretch>
              <a:fillRect/>
            </a:stretch>
          </p:blipFill>
          <p:spPr bwMode="auto"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28006" name="Text Box 7">
              <a:hlinkClick r:id="" action="ppaction://hlinkshowjump?jump=nextslide"/>
            </p:cNvPr>
            <p:cNvSpPr txBox="1">
              <a:spLocks noChangeArrowheads="1"/>
            </p:cNvSpPr>
            <p:nvPr/>
          </p:nvSpPr>
          <p:spPr bwMode="auto"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0">
                  <a:solidFill>
                    <a:schemeClr val="bg1"/>
                  </a:solidFill>
                  <a:latin typeface="隶书" pitchFamily="49" charset="-122"/>
                  <a:ea typeface="隶书" pitchFamily="49" charset="-122"/>
                </a:rPr>
                <a:t>下 页</a:t>
              </a:r>
            </a:p>
          </p:txBody>
        </p:sp>
      </p:grpSp>
      <p:grpSp>
        <p:nvGrpSpPr>
          <p:cNvPr id="128007" name="Group 8"/>
          <p:cNvGrpSpPr>
            <a:grpSpLocks/>
          </p:cNvGrpSpPr>
          <p:nvPr/>
        </p:nvGrpSpPr>
        <p:grpSpPr bwMode="auto">
          <a:xfrm>
            <a:off x="7453313" y="6446838"/>
            <a:ext cx="792162" cy="366712"/>
            <a:chOff x="4649" y="4020"/>
            <a:chExt cx="499" cy="231"/>
          </a:xfrm>
        </p:grpSpPr>
        <p:pic>
          <p:nvPicPr>
            <p:cNvPr id="128008" name="Picture 9" descr="78900"/>
            <p:cNvPicPr>
              <a:picLocks noChangeAspect="1" noChangeArrowheads="1"/>
            </p:cNvPicPr>
            <p:nvPr/>
          </p:nvPicPr>
          <p:blipFill>
            <a:blip r:embed="rId6"/>
            <a:srcRect/>
            <a:stretch>
              <a:fillRect/>
            </a:stretch>
          </p:blipFill>
          <p:spPr bwMode="auto"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28009" name="Text Box 10">
              <a:hlinkClick r:id="" action="ppaction://hlinkshowjump?jump=previousslide"/>
            </p:cNvPr>
            <p:cNvSpPr txBox="1">
              <a:spLocks noChangeArrowheads="1"/>
            </p:cNvSpPr>
            <p:nvPr/>
          </p:nvSpPr>
          <p:spPr bwMode="auto"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0">
                  <a:solidFill>
                    <a:schemeClr val="bg1"/>
                  </a:solidFill>
                  <a:latin typeface="隶书" pitchFamily="49" charset="-122"/>
                  <a:ea typeface="隶书" pitchFamily="49" charset="-122"/>
                </a:rPr>
                <a:t>上 页</a:t>
              </a:r>
            </a:p>
          </p:txBody>
        </p:sp>
      </p:grpSp>
      <p:grpSp>
        <p:nvGrpSpPr>
          <p:cNvPr id="128010" name="Group 11"/>
          <p:cNvGrpSpPr>
            <a:grpSpLocks/>
          </p:cNvGrpSpPr>
          <p:nvPr/>
        </p:nvGrpSpPr>
        <p:grpSpPr bwMode="auto">
          <a:xfrm>
            <a:off x="6588125" y="6446838"/>
            <a:ext cx="792163" cy="366712"/>
            <a:chOff x="4649" y="4020"/>
            <a:chExt cx="499" cy="231"/>
          </a:xfrm>
        </p:grpSpPr>
        <p:pic>
          <p:nvPicPr>
            <p:cNvPr id="128011" name="Picture 12" descr="78900"/>
            <p:cNvPicPr>
              <a:picLocks noChangeAspect="1" noChangeArrowheads="1"/>
            </p:cNvPicPr>
            <p:nvPr/>
          </p:nvPicPr>
          <p:blipFill>
            <a:blip r:embed="rId6"/>
            <a:srcRect/>
            <a:stretch>
              <a:fillRect/>
            </a:stretch>
          </p:blipFill>
          <p:spPr bwMode="auto"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28012" name="Text Box 13">
              <a:hlinkClick r:id="rId7" action="ppaction://hlinksldjump"/>
            </p:cNvPr>
            <p:cNvSpPr txBox="1">
              <a:spLocks noChangeArrowheads="1"/>
            </p:cNvSpPr>
            <p:nvPr/>
          </p:nvSpPr>
          <p:spPr bwMode="auto"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0">
                  <a:solidFill>
                    <a:schemeClr val="bg1"/>
                  </a:solidFill>
                  <a:latin typeface="隶书" pitchFamily="49" charset="-122"/>
                  <a:ea typeface="隶书" pitchFamily="49" charset="-122"/>
                </a:rPr>
                <a:t>返 回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2048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2000"/>
                                        <p:tgtEl>
                                          <p:spTgt spid="2048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2000"/>
                                        <p:tgtEl>
                                          <p:spTgt spid="2048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826" name="Text Box 2"/>
          <p:cNvSpPr txBox="1">
            <a:spLocks noChangeArrowheads="1"/>
          </p:cNvSpPr>
          <p:nvPr/>
        </p:nvSpPr>
        <p:spPr bwMode="auto">
          <a:xfrm>
            <a:off x="1619250" y="549275"/>
            <a:ext cx="7524750" cy="1117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>
              <a:lnSpc>
                <a:spcPct val="120000"/>
              </a:lnSpc>
              <a:buFontTx/>
              <a:buAutoNum type="arabicPeriod"/>
            </a:pPr>
            <a:r>
              <a:rPr lang="zh-CN" altLang="en-US">
                <a:latin typeface="楷体_GB2312" pitchFamily="49" charset="-122"/>
              </a:rPr>
              <a:t>二阶电路含二个独立储能元件，是用二阶常微分方程所描述的电路。</a:t>
            </a:r>
          </a:p>
        </p:txBody>
      </p:sp>
      <p:sp>
        <p:nvSpPr>
          <p:cNvPr id="205827" name="Text Box 3"/>
          <p:cNvSpPr txBox="1">
            <a:spLocks noChangeArrowheads="1"/>
          </p:cNvSpPr>
          <p:nvPr/>
        </p:nvSpPr>
        <p:spPr bwMode="auto">
          <a:xfrm>
            <a:off x="1619250" y="1628775"/>
            <a:ext cx="7524750" cy="1117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>
              <a:lnSpc>
                <a:spcPct val="120000"/>
              </a:lnSpc>
              <a:buFontTx/>
              <a:buAutoNum type="arabicPeriod" startAt="2"/>
            </a:pPr>
            <a:r>
              <a:rPr lang="zh-CN" altLang="en-US">
                <a:latin typeface="楷体_GB2312" pitchFamily="49" charset="-122"/>
              </a:rPr>
              <a:t>二阶电路的性质取决于特征根，特征根取决于电路结构和参数，与激励和初值无关。</a:t>
            </a:r>
          </a:p>
        </p:txBody>
      </p:sp>
      <p:graphicFrame>
        <p:nvGraphicFramePr>
          <p:cNvPr id="205828" name="Object 4"/>
          <p:cNvGraphicFramePr>
            <a:graphicFrameLocks noChangeAspect="1"/>
          </p:cNvGraphicFramePr>
          <p:nvPr/>
        </p:nvGraphicFramePr>
        <p:xfrm>
          <a:off x="539750" y="3933825"/>
          <a:ext cx="5040313" cy="539750"/>
        </p:xfrm>
        <a:graphic>
          <a:graphicData uri="http://schemas.openxmlformats.org/presentationml/2006/ole">
            <p:oleObj spid="_x0000_s129027" r:id="rId3" imgW="2143800" imgH="219240" progId="Equation.3">
              <p:embed/>
            </p:oleObj>
          </a:graphicData>
        </a:graphic>
      </p:graphicFrame>
      <p:graphicFrame>
        <p:nvGraphicFramePr>
          <p:cNvPr id="205829" name="Object 5" descr="蓝色面巾纸"/>
          <p:cNvGraphicFramePr>
            <a:graphicFrameLocks noChangeAspect="1"/>
          </p:cNvGraphicFramePr>
          <p:nvPr/>
        </p:nvGraphicFramePr>
        <p:xfrm>
          <a:off x="5724525" y="3860800"/>
          <a:ext cx="3095625" cy="693738"/>
        </p:xfrm>
        <a:graphic>
          <a:graphicData uri="http://schemas.openxmlformats.org/presentationml/2006/ole">
            <p:oleObj spid="_x0000_s129028" r:id="rId4" imgW="1346200" imgH="330200" progId="Equation.3">
              <p:embed/>
            </p:oleObj>
          </a:graphicData>
        </a:graphic>
      </p:graphicFrame>
      <p:graphicFrame>
        <p:nvGraphicFramePr>
          <p:cNvPr id="205830" name="Object 6"/>
          <p:cNvGraphicFramePr>
            <a:graphicFrameLocks noChangeAspect="1"/>
          </p:cNvGraphicFramePr>
          <p:nvPr/>
        </p:nvGraphicFramePr>
        <p:xfrm>
          <a:off x="611188" y="5373688"/>
          <a:ext cx="4160837" cy="514350"/>
        </p:xfrm>
        <a:graphic>
          <a:graphicData uri="http://schemas.openxmlformats.org/presentationml/2006/ole">
            <p:oleObj spid="_x0000_s129029" r:id="rId5" imgW="1854000" imgH="219240" progId="Equation.3">
              <p:embed/>
            </p:oleObj>
          </a:graphicData>
        </a:graphic>
      </p:graphicFrame>
      <p:graphicFrame>
        <p:nvGraphicFramePr>
          <p:cNvPr id="205831" name="Object 7"/>
          <p:cNvGraphicFramePr>
            <a:graphicFrameLocks noChangeAspect="1"/>
          </p:cNvGraphicFramePr>
          <p:nvPr/>
        </p:nvGraphicFramePr>
        <p:xfrm>
          <a:off x="466725" y="4652963"/>
          <a:ext cx="5184775" cy="525462"/>
        </p:xfrm>
        <a:graphic>
          <a:graphicData uri="http://schemas.openxmlformats.org/presentationml/2006/ole">
            <p:oleObj spid="_x0000_s129030" r:id="rId6" imgW="2259720" imgH="219240" progId="Equation.3">
              <p:embed/>
            </p:oleObj>
          </a:graphicData>
        </a:graphic>
      </p:graphicFrame>
      <p:graphicFrame>
        <p:nvGraphicFramePr>
          <p:cNvPr id="205832" name="Object 8" descr="再生纸"/>
          <p:cNvGraphicFramePr>
            <a:graphicFrameLocks noChangeAspect="1"/>
          </p:cNvGraphicFramePr>
          <p:nvPr/>
        </p:nvGraphicFramePr>
        <p:xfrm>
          <a:off x="5724525" y="4724400"/>
          <a:ext cx="3109913" cy="561975"/>
        </p:xfrm>
        <a:graphic>
          <a:graphicData uri="http://schemas.openxmlformats.org/presentationml/2006/ole">
            <p:oleObj spid="_x0000_s129031" r:id="rId7" imgW="1396394" imgH="253890" progId="Equation.3">
              <p:embed/>
            </p:oleObj>
          </a:graphicData>
        </a:graphic>
      </p:graphicFrame>
      <p:graphicFrame>
        <p:nvGraphicFramePr>
          <p:cNvPr id="205833" name="Object 9"/>
          <p:cNvGraphicFramePr>
            <a:graphicFrameLocks noChangeAspect="1"/>
          </p:cNvGraphicFramePr>
          <p:nvPr/>
        </p:nvGraphicFramePr>
        <p:xfrm>
          <a:off x="2195513" y="2781300"/>
          <a:ext cx="4103687" cy="912813"/>
        </p:xfrm>
        <a:graphic>
          <a:graphicData uri="http://schemas.openxmlformats.org/presentationml/2006/ole">
            <p:oleObj spid="_x0000_s129032" r:id="rId8" imgW="1239840" imgH="265320" progId="Equation.3">
              <p:embed/>
            </p:oleObj>
          </a:graphicData>
        </a:graphic>
      </p:graphicFrame>
      <p:graphicFrame>
        <p:nvGraphicFramePr>
          <p:cNvPr id="205834" name="Object 10" descr="羊皮纸"/>
          <p:cNvGraphicFramePr>
            <a:graphicFrameLocks noChangeAspect="1"/>
          </p:cNvGraphicFramePr>
          <p:nvPr/>
        </p:nvGraphicFramePr>
        <p:xfrm>
          <a:off x="5651500" y="5516563"/>
          <a:ext cx="3240088" cy="523875"/>
        </p:xfrm>
        <a:graphic>
          <a:graphicData uri="http://schemas.openxmlformats.org/presentationml/2006/ole">
            <p:oleObj spid="_x0000_s129033" r:id="rId9" imgW="1574800" imgH="254000" progId="Equation.3">
              <p:embed/>
            </p:oleObj>
          </a:graphicData>
        </a:graphic>
      </p:graphicFrame>
      <p:grpSp>
        <p:nvGrpSpPr>
          <p:cNvPr id="129034" name="Group 11"/>
          <p:cNvGrpSpPr>
            <a:grpSpLocks/>
          </p:cNvGrpSpPr>
          <p:nvPr/>
        </p:nvGrpSpPr>
        <p:grpSpPr bwMode="auto"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129035" name="Picture 12" descr="78900"/>
            <p:cNvPicPr>
              <a:picLocks noChangeAspect="1" noChangeArrowheads="1"/>
            </p:cNvPicPr>
            <p:nvPr/>
          </p:nvPicPr>
          <p:blipFill>
            <a:blip r:embed="rId10"/>
            <a:srcRect/>
            <a:stretch>
              <a:fillRect/>
            </a:stretch>
          </p:blipFill>
          <p:spPr bwMode="auto"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29036" name="Text Box 13">
              <a:hlinkClick r:id="" action="ppaction://hlinkshowjump?jump=nextslide"/>
            </p:cNvPr>
            <p:cNvSpPr txBox="1">
              <a:spLocks noChangeArrowheads="1"/>
            </p:cNvSpPr>
            <p:nvPr/>
          </p:nvSpPr>
          <p:spPr bwMode="auto"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0">
                  <a:solidFill>
                    <a:schemeClr val="bg1"/>
                  </a:solidFill>
                  <a:latin typeface="隶书" pitchFamily="49" charset="-122"/>
                  <a:ea typeface="隶书" pitchFamily="49" charset="-122"/>
                </a:rPr>
                <a:t>下 页</a:t>
              </a:r>
            </a:p>
          </p:txBody>
        </p:sp>
      </p:grpSp>
      <p:grpSp>
        <p:nvGrpSpPr>
          <p:cNvPr id="129037" name="Group 14"/>
          <p:cNvGrpSpPr>
            <a:grpSpLocks/>
          </p:cNvGrpSpPr>
          <p:nvPr/>
        </p:nvGrpSpPr>
        <p:grpSpPr bwMode="auto">
          <a:xfrm>
            <a:off x="7453313" y="6446838"/>
            <a:ext cx="792162" cy="366712"/>
            <a:chOff x="4649" y="4020"/>
            <a:chExt cx="499" cy="231"/>
          </a:xfrm>
        </p:grpSpPr>
        <p:pic>
          <p:nvPicPr>
            <p:cNvPr id="129038" name="Picture 15" descr="78900"/>
            <p:cNvPicPr>
              <a:picLocks noChangeAspect="1" noChangeArrowheads="1"/>
            </p:cNvPicPr>
            <p:nvPr/>
          </p:nvPicPr>
          <p:blipFill>
            <a:blip r:embed="rId10"/>
            <a:srcRect/>
            <a:stretch>
              <a:fillRect/>
            </a:stretch>
          </p:blipFill>
          <p:spPr bwMode="auto"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29039" name="Text Box 16">
              <a:hlinkClick r:id="" action="ppaction://hlinkshowjump?jump=previousslide"/>
            </p:cNvPr>
            <p:cNvSpPr txBox="1">
              <a:spLocks noChangeArrowheads="1"/>
            </p:cNvSpPr>
            <p:nvPr/>
          </p:nvSpPr>
          <p:spPr bwMode="auto"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0">
                  <a:solidFill>
                    <a:schemeClr val="bg1"/>
                  </a:solidFill>
                  <a:latin typeface="隶书" pitchFamily="49" charset="-122"/>
                  <a:ea typeface="隶书" pitchFamily="49" charset="-122"/>
                </a:rPr>
                <a:t>上 页</a:t>
              </a:r>
            </a:p>
          </p:txBody>
        </p:sp>
      </p:grpSp>
      <p:grpSp>
        <p:nvGrpSpPr>
          <p:cNvPr id="205841" name="Group 17"/>
          <p:cNvGrpSpPr>
            <a:grpSpLocks/>
          </p:cNvGrpSpPr>
          <p:nvPr/>
        </p:nvGrpSpPr>
        <p:grpSpPr bwMode="auto">
          <a:xfrm>
            <a:off x="34925" y="346075"/>
            <a:ext cx="1644650" cy="850900"/>
            <a:chOff x="385" y="3022"/>
            <a:chExt cx="1036" cy="536"/>
          </a:xfrm>
        </p:grpSpPr>
        <p:pic>
          <p:nvPicPr>
            <p:cNvPr id="129041" name="Picture 18" descr="123"/>
            <p:cNvPicPr>
              <a:picLocks noChangeAspect="1" noChangeArrowheads="1"/>
            </p:cNvPicPr>
            <p:nvPr/>
          </p:nvPicPr>
          <p:blipFill>
            <a:blip r:embed="rId11"/>
            <a:srcRect/>
            <a:stretch>
              <a:fillRect/>
            </a:stretch>
          </p:blipFill>
          <p:spPr bwMode="auto">
            <a:xfrm>
              <a:off x="385" y="3022"/>
              <a:ext cx="590" cy="53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29042" name="Text Box 19"/>
            <p:cNvSpPr txBox="1">
              <a:spLocks noChangeArrowheads="1"/>
            </p:cNvSpPr>
            <p:nvPr/>
          </p:nvSpPr>
          <p:spPr bwMode="auto">
            <a:xfrm>
              <a:off x="793" y="3125"/>
              <a:ext cx="628" cy="3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zh-CN" altLang="en-US" sz="3200" b="0">
                  <a:solidFill>
                    <a:srgbClr val="FA7748"/>
                  </a:solidFill>
                  <a:latin typeface="Times New Roman" pitchFamily="18" charset="0"/>
                  <a:ea typeface="华文行楷" pitchFamily="2" charset="-122"/>
                </a:rPr>
                <a:t>小结</a:t>
              </a:r>
            </a:p>
          </p:txBody>
        </p:sp>
      </p:grpSp>
      <p:grpSp>
        <p:nvGrpSpPr>
          <p:cNvPr id="129043" name="Group 20"/>
          <p:cNvGrpSpPr>
            <a:grpSpLocks/>
          </p:cNvGrpSpPr>
          <p:nvPr/>
        </p:nvGrpSpPr>
        <p:grpSpPr bwMode="auto">
          <a:xfrm>
            <a:off x="6588125" y="6446838"/>
            <a:ext cx="792163" cy="366712"/>
            <a:chOff x="4649" y="4020"/>
            <a:chExt cx="499" cy="231"/>
          </a:xfrm>
        </p:grpSpPr>
        <p:pic>
          <p:nvPicPr>
            <p:cNvPr id="129044" name="Picture 21" descr="78900"/>
            <p:cNvPicPr>
              <a:picLocks noChangeAspect="1" noChangeArrowheads="1"/>
            </p:cNvPicPr>
            <p:nvPr/>
          </p:nvPicPr>
          <p:blipFill>
            <a:blip r:embed="rId10"/>
            <a:srcRect/>
            <a:stretch>
              <a:fillRect/>
            </a:stretch>
          </p:blipFill>
          <p:spPr bwMode="auto"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29045" name="Text Box 22">
              <a:hlinkClick r:id="rId12" action="ppaction://hlinksldjump"/>
            </p:cNvPr>
            <p:cNvSpPr txBox="1">
              <a:spLocks noChangeArrowheads="1"/>
            </p:cNvSpPr>
            <p:nvPr/>
          </p:nvSpPr>
          <p:spPr bwMode="auto"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0">
                  <a:solidFill>
                    <a:schemeClr val="bg1"/>
                  </a:solidFill>
                  <a:latin typeface="隶书" pitchFamily="49" charset="-122"/>
                  <a:ea typeface="隶书" pitchFamily="49" charset="-122"/>
                </a:rPr>
                <a:t>返 回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8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058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8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2058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8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000"/>
                                        <p:tgtEl>
                                          <p:spTgt spid="2058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8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2" dur="2000"/>
                                        <p:tgtEl>
                                          <p:spTgt spid="2058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7" dur="500"/>
                                        <p:tgtEl>
                                          <p:spTgt spid="2058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058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058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8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8" dur="500"/>
                                        <p:tgtEl>
                                          <p:spTgt spid="2058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8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3" dur="500"/>
                                        <p:tgtEl>
                                          <p:spTgt spid="2058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8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8" dur="500"/>
                                        <p:tgtEl>
                                          <p:spTgt spid="2058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8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53" dur="500"/>
                                        <p:tgtEl>
                                          <p:spTgt spid="2058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5826" grpId="0" build="p"/>
      <p:bldP spid="205827" grpId="0" build="p"/>
    </p:bldLst>
  </p:timing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850" name="Rectangle 2"/>
          <p:cNvSpPr>
            <a:spLocks noChangeArrowheads="1"/>
          </p:cNvSpPr>
          <p:nvPr/>
        </p:nvSpPr>
        <p:spPr bwMode="auto">
          <a:xfrm>
            <a:off x="1042988" y="549275"/>
            <a:ext cx="5400675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>
              <a:buFontTx/>
              <a:buAutoNum type="arabicPeriod" startAt="3"/>
            </a:pPr>
            <a:r>
              <a:rPr lang="zh-CN" altLang="en-US">
                <a:latin typeface="楷体_GB2312" pitchFamily="49" charset="-122"/>
              </a:rPr>
              <a:t>求二阶电路全响应的步骤</a:t>
            </a:r>
          </a:p>
        </p:txBody>
      </p:sp>
      <p:sp>
        <p:nvSpPr>
          <p:cNvPr id="206851" name="Rectangle 3"/>
          <p:cNvSpPr>
            <a:spLocks noChangeArrowheads="1"/>
          </p:cNvSpPr>
          <p:nvPr/>
        </p:nvSpPr>
        <p:spPr bwMode="auto">
          <a:xfrm>
            <a:off x="1331913" y="1196975"/>
            <a:ext cx="4729162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b="0">
                <a:latin typeface="楷体_GB2312" pitchFamily="49" charset="-122"/>
              </a:rPr>
              <a:t>(a)</a:t>
            </a:r>
            <a:r>
              <a:rPr lang="zh-CN" altLang="en-US">
                <a:latin typeface="楷体_GB2312" pitchFamily="49" charset="-122"/>
              </a:rPr>
              <a:t>列写</a:t>
            </a:r>
            <a:r>
              <a:rPr lang="en-US" altLang="zh-CN" sz="3200" b="0">
                <a:latin typeface="Times New Roman" pitchFamily="18" charset="0"/>
              </a:rPr>
              <a:t>t &gt;0</a:t>
            </a:r>
            <a:r>
              <a:rPr lang="en-US" altLang="zh-CN" sz="3200" b="0" baseline="-25000">
                <a:latin typeface="Times New Roman" pitchFamily="18" charset="0"/>
              </a:rPr>
              <a:t>+</a:t>
            </a:r>
            <a:r>
              <a:rPr lang="zh-CN" altLang="en-US">
                <a:latin typeface="楷体_GB2312" pitchFamily="49" charset="-122"/>
              </a:rPr>
              <a:t>电路的微分方程</a:t>
            </a:r>
          </a:p>
        </p:txBody>
      </p:sp>
      <p:sp>
        <p:nvSpPr>
          <p:cNvPr id="206852" name="Rectangle 4"/>
          <p:cNvSpPr>
            <a:spLocks noChangeArrowheads="1"/>
          </p:cNvSpPr>
          <p:nvPr/>
        </p:nvSpPr>
        <p:spPr bwMode="auto">
          <a:xfrm>
            <a:off x="1331913" y="1844675"/>
            <a:ext cx="2592387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b="0">
                <a:latin typeface="楷体_GB2312" pitchFamily="49" charset="-122"/>
              </a:rPr>
              <a:t>(b)</a:t>
            </a:r>
            <a:r>
              <a:rPr lang="zh-CN" altLang="en-US">
                <a:latin typeface="楷体_GB2312" pitchFamily="49" charset="-122"/>
              </a:rPr>
              <a:t>求通解</a:t>
            </a:r>
          </a:p>
        </p:txBody>
      </p:sp>
      <p:sp>
        <p:nvSpPr>
          <p:cNvPr id="206853" name="Rectangle 5"/>
          <p:cNvSpPr>
            <a:spLocks noChangeArrowheads="1"/>
          </p:cNvSpPr>
          <p:nvPr/>
        </p:nvSpPr>
        <p:spPr bwMode="auto">
          <a:xfrm>
            <a:off x="1331913" y="2492375"/>
            <a:ext cx="2519362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b="0">
                <a:latin typeface="楷体_GB2312" pitchFamily="49" charset="-122"/>
              </a:rPr>
              <a:t>(c)</a:t>
            </a:r>
            <a:r>
              <a:rPr lang="zh-CN" altLang="en-US">
                <a:latin typeface="楷体_GB2312" pitchFamily="49" charset="-122"/>
              </a:rPr>
              <a:t>求特解</a:t>
            </a:r>
          </a:p>
        </p:txBody>
      </p:sp>
      <p:sp>
        <p:nvSpPr>
          <p:cNvPr id="206854" name="Rectangle 6"/>
          <p:cNvSpPr>
            <a:spLocks noChangeArrowheads="1"/>
          </p:cNvSpPr>
          <p:nvPr/>
        </p:nvSpPr>
        <p:spPr bwMode="auto">
          <a:xfrm>
            <a:off x="1331913" y="3016250"/>
            <a:ext cx="5832475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b="0">
                <a:latin typeface="楷体_GB2312" pitchFamily="49" charset="-122"/>
              </a:rPr>
              <a:t>(d)</a:t>
            </a:r>
            <a:r>
              <a:rPr lang="zh-CN" altLang="en-US">
                <a:latin typeface="楷体_GB2312" pitchFamily="49" charset="-122"/>
              </a:rPr>
              <a:t>全响应</a:t>
            </a:r>
            <a:r>
              <a:rPr lang="en-US" altLang="zh-CN" sz="3200">
                <a:latin typeface="宋体" pitchFamily="2" charset="-122"/>
                <a:ea typeface="宋体" pitchFamily="2" charset="-122"/>
              </a:rPr>
              <a:t>=</a:t>
            </a:r>
            <a:r>
              <a:rPr lang="zh-CN" altLang="en-US">
                <a:latin typeface="楷体_GB2312" pitchFamily="49" charset="-122"/>
              </a:rPr>
              <a:t>强制分量</a:t>
            </a:r>
            <a:r>
              <a:rPr lang="en-US" altLang="zh-CN" sz="3200">
                <a:latin typeface="宋体" pitchFamily="2" charset="-122"/>
                <a:ea typeface="宋体" pitchFamily="2" charset="-122"/>
              </a:rPr>
              <a:t>+</a:t>
            </a:r>
            <a:r>
              <a:rPr lang="zh-CN" altLang="en-US">
                <a:latin typeface="楷体_GB2312" pitchFamily="49" charset="-122"/>
              </a:rPr>
              <a:t>自由分量</a:t>
            </a:r>
          </a:p>
        </p:txBody>
      </p:sp>
      <p:graphicFrame>
        <p:nvGraphicFramePr>
          <p:cNvPr id="206855" name="Object 7"/>
          <p:cNvGraphicFramePr>
            <a:graphicFrameLocks noChangeAspect="1"/>
          </p:cNvGraphicFramePr>
          <p:nvPr/>
        </p:nvGraphicFramePr>
        <p:xfrm>
          <a:off x="1476375" y="3716338"/>
          <a:ext cx="4248150" cy="1530350"/>
        </p:xfrm>
        <a:graphic>
          <a:graphicData uri="http://schemas.openxmlformats.org/presentationml/2006/ole">
            <p:oleObj spid="_x0000_s130054" r:id="rId3" imgW="1819080" imgH="691920" progId="Equation.3">
              <p:embed/>
            </p:oleObj>
          </a:graphicData>
        </a:graphic>
      </p:graphicFrame>
      <p:grpSp>
        <p:nvGrpSpPr>
          <p:cNvPr id="130055" name="Group 8"/>
          <p:cNvGrpSpPr>
            <a:grpSpLocks/>
          </p:cNvGrpSpPr>
          <p:nvPr/>
        </p:nvGrpSpPr>
        <p:grpSpPr bwMode="auto">
          <a:xfrm>
            <a:off x="8316913" y="6446838"/>
            <a:ext cx="792162" cy="366712"/>
            <a:chOff x="4649" y="4020"/>
            <a:chExt cx="499" cy="231"/>
          </a:xfrm>
        </p:grpSpPr>
        <p:pic>
          <p:nvPicPr>
            <p:cNvPr id="130056" name="Picture 9" descr="78900"/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30057" name="Text Box 10">
              <a:hlinkClick r:id="" action="ppaction://hlinkshowjump?jump=previousslide"/>
            </p:cNvPr>
            <p:cNvSpPr txBox="1">
              <a:spLocks noChangeArrowheads="1"/>
            </p:cNvSpPr>
            <p:nvPr/>
          </p:nvSpPr>
          <p:spPr bwMode="auto"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0">
                  <a:solidFill>
                    <a:schemeClr val="bg1"/>
                  </a:solidFill>
                  <a:latin typeface="隶书" pitchFamily="49" charset="-122"/>
                  <a:ea typeface="隶书" pitchFamily="49" charset="-122"/>
                </a:rPr>
                <a:t>上 页</a:t>
              </a:r>
            </a:p>
          </p:txBody>
        </p:sp>
      </p:grpSp>
      <p:grpSp>
        <p:nvGrpSpPr>
          <p:cNvPr id="130058" name="Group 14"/>
          <p:cNvGrpSpPr>
            <a:grpSpLocks/>
          </p:cNvGrpSpPr>
          <p:nvPr/>
        </p:nvGrpSpPr>
        <p:grpSpPr bwMode="auto">
          <a:xfrm>
            <a:off x="6588125" y="6446838"/>
            <a:ext cx="792163" cy="366712"/>
            <a:chOff x="4649" y="4020"/>
            <a:chExt cx="499" cy="231"/>
          </a:xfrm>
        </p:grpSpPr>
        <p:pic>
          <p:nvPicPr>
            <p:cNvPr id="130059" name="Picture 15" descr="78900"/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30060" name="Text Box 16">
              <a:hlinkClick r:id="rId5" action="ppaction://hlinksldjump"/>
            </p:cNvPr>
            <p:cNvSpPr txBox="1">
              <a:spLocks noChangeArrowheads="1"/>
            </p:cNvSpPr>
            <p:nvPr/>
          </p:nvSpPr>
          <p:spPr bwMode="auto"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0">
                  <a:solidFill>
                    <a:schemeClr val="bg1"/>
                  </a:solidFill>
                  <a:latin typeface="隶书" pitchFamily="49" charset="-122"/>
                  <a:ea typeface="隶书" pitchFamily="49" charset="-122"/>
                </a:rPr>
                <a:t>返 回</a:t>
              </a:r>
            </a:p>
          </p:txBody>
        </p:sp>
      </p:grpSp>
      <p:grpSp>
        <p:nvGrpSpPr>
          <p:cNvPr id="130061" name="Group 17"/>
          <p:cNvGrpSpPr>
            <a:grpSpLocks/>
          </p:cNvGrpSpPr>
          <p:nvPr/>
        </p:nvGrpSpPr>
        <p:grpSpPr bwMode="auto">
          <a:xfrm>
            <a:off x="7453313" y="6446838"/>
            <a:ext cx="792162" cy="366712"/>
            <a:chOff x="4649" y="4020"/>
            <a:chExt cx="499" cy="231"/>
          </a:xfrm>
        </p:grpSpPr>
        <p:pic>
          <p:nvPicPr>
            <p:cNvPr id="130062" name="Picture 18" descr="78900"/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30063" name="Text Box 19">
              <a:hlinkClick r:id="" action="ppaction://hlinkshowjump?jump=previousslide"/>
            </p:cNvPr>
            <p:cNvSpPr txBox="1">
              <a:spLocks noChangeArrowheads="1"/>
            </p:cNvSpPr>
            <p:nvPr/>
          </p:nvSpPr>
          <p:spPr bwMode="auto"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0">
                  <a:solidFill>
                    <a:schemeClr val="bg1"/>
                  </a:solidFill>
                  <a:latin typeface="隶书" pitchFamily="49" charset="-122"/>
                  <a:ea typeface="隶书" pitchFamily="49" charset="-122"/>
                </a:rPr>
                <a:t>上 页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8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2068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8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2068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8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500"/>
                                        <p:tgtEl>
                                          <p:spTgt spid="2068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8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2" dur="500"/>
                                        <p:tgtEl>
                                          <p:spTgt spid="2068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8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7" dur="500"/>
                                        <p:tgtEl>
                                          <p:spTgt spid="2068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8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2" dur="500"/>
                                        <p:tgtEl>
                                          <p:spTgt spid="2068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6850" grpId="0"/>
      <p:bldP spid="206851" grpId="0" build="p"/>
      <p:bldP spid="206852" grpId="0" build="p"/>
      <p:bldP spid="206853" grpId="0" build="p"/>
      <p:bldP spid="206854" grpId="0" build="p"/>
    </p:bldLst>
  </p:timing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42" name="Rectangle 2"/>
          <p:cNvSpPr>
            <a:spLocks noChangeArrowheads="1"/>
          </p:cNvSpPr>
          <p:nvPr/>
        </p:nvSpPr>
        <p:spPr bwMode="auto">
          <a:xfrm>
            <a:off x="395288" y="404813"/>
            <a:ext cx="8340725" cy="701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en-US" altLang="zh-CN" sz="4000">
                <a:solidFill>
                  <a:schemeClr val="bg1"/>
                </a:solidFill>
                <a:latin typeface="楷体_GB2312" pitchFamily="49" charset="-122"/>
              </a:rPr>
              <a:t>7.7 </a:t>
            </a:r>
            <a:r>
              <a:rPr lang="zh-CN" altLang="en-US" sz="4000">
                <a:solidFill>
                  <a:schemeClr val="bg1"/>
                </a:solidFill>
                <a:latin typeface="楷体_GB2312" pitchFamily="49" charset="-122"/>
              </a:rPr>
              <a:t>一阶电路和二阶电路的阶跃响应</a:t>
            </a:r>
          </a:p>
        </p:txBody>
      </p:sp>
      <p:sp>
        <p:nvSpPr>
          <p:cNvPr id="215043" name="Text Box 3"/>
          <p:cNvSpPr txBox="1">
            <a:spLocks noChangeArrowheads="1"/>
          </p:cNvSpPr>
          <p:nvPr/>
        </p:nvSpPr>
        <p:spPr bwMode="auto">
          <a:xfrm>
            <a:off x="539750" y="1125538"/>
            <a:ext cx="4032250" cy="579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r>
              <a:rPr lang="en-US" altLang="zh-CN" sz="3200">
                <a:solidFill>
                  <a:schemeClr val="bg1"/>
                </a:solidFill>
                <a:latin typeface="楷体_GB2312" pitchFamily="49" charset="-122"/>
              </a:rPr>
              <a:t>1. </a:t>
            </a:r>
            <a:r>
              <a:rPr lang="zh-CN" altLang="en-US" sz="3200">
                <a:solidFill>
                  <a:schemeClr val="bg1"/>
                </a:solidFill>
                <a:latin typeface="楷体_GB2312" pitchFamily="49" charset="-122"/>
              </a:rPr>
              <a:t>单位阶跃函数</a:t>
            </a:r>
            <a:endParaRPr lang="zh-CN" altLang="en-US" sz="3200" b="0">
              <a:solidFill>
                <a:schemeClr val="bg1"/>
              </a:solidFill>
              <a:latin typeface="楷体_GB2312" pitchFamily="49" charset="-122"/>
            </a:endParaRPr>
          </a:p>
        </p:txBody>
      </p:sp>
      <p:sp>
        <p:nvSpPr>
          <p:cNvPr id="215044" name="Text Box 4"/>
          <p:cNvSpPr txBox="1">
            <a:spLocks noChangeArrowheads="1"/>
          </p:cNvSpPr>
          <p:nvPr/>
        </p:nvSpPr>
        <p:spPr bwMode="auto">
          <a:xfrm>
            <a:off x="755650" y="1984375"/>
            <a:ext cx="1584325" cy="557213"/>
          </a:xfrm>
          <a:prstGeom prst="rect">
            <a:avLst/>
          </a:prstGeom>
          <a:noFill/>
          <a:ln w="38100">
            <a:solidFill>
              <a:srgbClr val="00FFFF"/>
            </a:solidFill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>
              <a:buFont typeface="Wingdings" pitchFamily="2" charset="2"/>
              <a:buChar char="l"/>
            </a:pPr>
            <a:r>
              <a:rPr lang="en-US" altLang="zh-CN">
                <a:solidFill>
                  <a:srgbClr val="FF9900"/>
                </a:solidFill>
                <a:latin typeface="楷体_GB2312" pitchFamily="49" charset="-122"/>
              </a:rPr>
              <a:t> </a:t>
            </a:r>
            <a:r>
              <a:rPr lang="zh-CN" altLang="en-US">
                <a:solidFill>
                  <a:srgbClr val="FF9900"/>
                </a:solidFill>
                <a:latin typeface="楷体_GB2312" pitchFamily="49" charset="-122"/>
              </a:rPr>
              <a:t>定义</a:t>
            </a:r>
            <a:endParaRPr lang="zh-CN" altLang="en-US" b="0">
              <a:solidFill>
                <a:srgbClr val="FF9900"/>
              </a:solidFill>
              <a:latin typeface="楷体_GB2312" pitchFamily="49" charset="-122"/>
            </a:endParaRPr>
          </a:p>
        </p:txBody>
      </p:sp>
      <p:graphicFrame>
        <p:nvGraphicFramePr>
          <p:cNvPr id="215045" name="Object 5"/>
          <p:cNvGraphicFramePr>
            <a:graphicFrameLocks noChangeAspect="1"/>
          </p:cNvGraphicFramePr>
          <p:nvPr/>
        </p:nvGraphicFramePr>
        <p:xfrm>
          <a:off x="2555875" y="1773238"/>
          <a:ext cx="3024188" cy="1233487"/>
        </p:xfrm>
        <a:graphic>
          <a:graphicData uri="http://schemas.openxmlformats.org/presentationml/2006/ole">
            <p:oleObj spid="_x0000_s131076" r:id="rId3" imgW="1181880" imgH="473040" progId="Equation.3">
              <p:embed/>
            </p:oleObj>
          </a:graphicData>
        </a:graphic>
      </p:graphicFrame>
      <p:grpSp>
        <p:nvGrpSpPr>
          <p:cNvPr id="215046" name="Group 6"/>
          <p:cNvGrpSpPr>
            <a:grpSpLocks/>
          </p:cNvGrpSpPr>
          <p:nvPr/>
        </p:nvGrpSpPr>
        <p:grpSpPr bwMode="auto">
          <a:xfrm>
            <a:off x="6156325" y="1557338"/>
            <a:ext cx="2733675" cy="1889125"/>
            <a:chOff x="3572" y="845"/>
            <a:chExt cx="1722" cy="927"/>
          </a:xfrm>
        </p:grpSpPr>
        <p:sp>
          <p:nvSpPr>
            <p:cNvPr id="131078" name="Line 7"/>
            <p:cNvSpPr>
              <a:spLocks noChangeShapeType="1"/>
            </p:cNvSpPr>
            <p:nvPr/>
          </p:nvSpPr>
          <p:spPr bwMode="auto">
            <a:xfrm>
              <a:off x="3572" y="1548"/>
              <a:ext cx="1584" cy="0"/>
            </a:xfrm>
            <a:prstGeom prst="line">
              <a:avLst/>
            </a:prstGeom>
            <a:noFill/>
            <a:ln w="28575">
              <a:solidFill>
                <a:srgbClr val="FFFF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1079" name="Line 8"/>
            <p:cNvSpPr>
              <a:spLocks noChangeShapeType="1"/>
            </p:cNvSpPr>
            <p:nvPr/>
          </p:nvSpPr>
          <p:spPr bwMode="auto">
            <a:xfrm flipV="1">
              <a:off x="3668" y="972"/>
              <a:ext cx="0" cy="720"/>
            </a:xfrm>
            <a:prstGeom prst="line">
              <a:avLst/>
            </a:prstGeom>
            <a:noFill/>
            <a:ln w="28575">
              <a:solidFill>
                <a:srgbClr val="FFFF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1080" name="Text Box 9"/>
            <p:cNvSpPr txBox="1">
              <a:spLocks noChangeArrowheads="1"/>
            </p:cNvSpPr>
            <p:nvPr/>
          </p:nvSpPr>
          <p:spPr bwMode="auto">
            <a:xfrm>
              <a:off x="5116" y="1421"/>
              <a:ext cx="178" cy="255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t</a:t>
              </a:r>
              <a:endParaRPr lang="en-US" altLang="zh-CN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131081" name="Text Box 10"/>
            <p:cNvSpPr txBox="1">
              <a:spLocks noChangeArrowheads="1"/>
            </p:cNvSpPr>
            <p:nvPr/>
          </p:nvSpPr>
          <p:spPr bwMode="auto">
            <a:xfrm>
              <a:off x="3638" y="845"/>
              <a:ext cx="538" cy="255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  <a:sym typeface="Symbol" pitchFamily="18" charset="2"/>
                </a:rPr>
                <a:t>  </a:t>
              </a:r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  <a:sym typeface="Symbol" pitchFamily="18" charset="2"/>
                </a:rPr>
                <a:t>(</a:t>
              </a:r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  <a:sym typeface="Symbol" pitchFamily="18" charset="2"/>
                </a:rPr>
                <a:t>t</a:t>
              </a:r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  <a:sym typeface="Symbol" pitchFamily="18" charset="2"/>
                </a:rPr>
                <a:t>)</a:t>
              </a:r>
              <a:endParaRPr lang="en-US" altLang="zh-CN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131082" name="Text Box 11"/>
            <p:cNvSpPr txBox="1">
              <a:spLocks noChangeArrowheads="1"/>
            </p:cNvSpPr>
            <p:nvPr/>
          </p:nvSpPr>
          <p:spPr bwMode="auto">
            <a:xfrm>
              <a:off x="3642" y="1517"/>
              <a:ext cx="228" cy="255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0</a:t>
              </a:r>
            </a:p>
          </p:txBody>
        </p:sp>
      </p:grpSp>
      <p:grpSp>
        <p:nvGrpSpPr>
          <p:cNvPr id="215052" name="Group 12"/>
          <p:cNvGrpSpPr>
            <a:grpSpLocks/>
          </p:cNvGrpSpPr>
          <p:nvPr/>
        </p:nvGrpSpPr>
        <p:grpSpPr bwMode="auto">
          <a:xfrm>
            <a:off x="5795963" y="2060575"/>
            <a:ext cx="2209800" cy="908050"/>
            <a:chOff x="3332" y="1092"/>
            <a:chExt cx="1392" cy="456"/>
          </a:xfrm>
        </p:grpSpPr>
        <p:sp>
          <p:nvSpPr>
            <p:cNvPr id="131084" name="Line 13"/>
            <p:cNvSpPr>
              <a:spLocks noChangeShapeType="1"/>
            </p:cNvSpPr>
            <p:nvPr/>
          </p:nvSpPr>
          <p:spPr bwMode="auto">
            <a:xfrm>
              <a:off x="3668" y="1176"/>
              <a:ext cx="1056" cy="0"/>
            </a:xfrm>
            <a:prstGeom prst="line">
              <a:avLst/>
            </a:prstGeom>
            <a:noFill/>
            <a:ln w="28575">
              <a:solidFill>
                <a:srgbClr val="FF0066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1085" name="Line 14"/>
            <p:cNvSpPr>
              <a:spLocks noChangeShapeType="1"/>
            </p:cNvSpPr>
            <p:nvPr/>
          </p:nvSpPr>
          <p:spPr bwMode="auto">
            <a:xfrm flipH="1">
              <a:off x="3332" y="1548"/>
              <a:ext cx="336" cy="0"/>
            </a:xfrm>
            <a:prstGeom prst="line">
              <a:avLst/>
            </a:prstGeom>
            <a:noFill/>
            <a:ln w="28575">
              <a:solidFill>
                <a:srgbClr val="FF0066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1086" name="Line 15"/>
            <p:cNvSpPr>
              <a:spLocks noChangeShapeType="1"/>
            </p:cNvSpPr>
            <p:nvPr/>
          </p:nvSpPr>
          <p:spPr bwMode="auto">
            <a:xfrm>
              <a:off x="3668" y="1164"/>
              <a:ext cx="0" cy="384"/>
            </a:xfrm>
            <a:prstGeom prst="line">
              <a:avLst/>
            </a:prstGeom>
            <a:noFill/>
            <a:ln w="28575">
              <a:solidFill>
                <a:srgbClr val="FF0066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1087" name="Text Box 16"/>
            <p:cNvSpPr txBox="1">
              <a:spLocks noChangeArrowheads="1"/>
            </p:cNvSpPr>
            <p:nvPr/>
          </p:nvSpPr>
          <p:spPr bwMode="auto">
            <a:xfrm>
              <a:off x="3435" y="1092"/>
              <a:ext cx="212" cy="230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sz="2400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1</a:t>
              </a:r>
            </a:p>
          </p:txBody>
        </p:sp>
      </p:grpSp>
      <p:sp>
        <p:nvSpPr>
          <p:cNvPr id="215057" name="Rectangle 17"/>
          <p:cNvSpPr>
            <a:spLocks noChangeArrowheads="1"/>
          </p:cNvSpPr>
          <p:nvPr/>
        </p:nvSpPr>
        <p:spPr bwMode="auto">
          <a:xfrm>
            <a:off x="755650" y="3284538"/>
            <a:ext cx="4537075" cy="557212"/>
          </a:xfrm>
          <a:prstGeom prst="rect">
            <a:avLst/>
          </a:prstGeom>
          <a:noFill/>
          <a:ln w="38100">
            <a:solidFill>
              <a:srgbClr val="00FFFF"/>
            </a:solidFill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>
              <a:buFont typeface="Wingdings" pitchFamily="2" charset="2"/>
              <a:buChar char="l"/>
            </a:pPr>
            <a:r>
              <a:rPr lang="en-US" altLang="zh-CN">
                <a:solidFill>
                  <a:srgbClr val="FF9900"/>
                </a:solidFill>
                <a:latin typeface="楷体_GB2312" pitchFamily="49" charset="-122"/>
              </a:rPr>
              <a:t> </a:t>
            </a:r>
            <a:r>
              <a:rPr lang="zh-CN" altLang="en-US">
                <a:solidFill>
                  <a:srgbClr val="FF9900"/>
                </a:solidFill>
                <a:latin typeface="楷体_GB2312" pitchFamily="49" charset="-122"/>
              </a:rPr>
              <a:t>单位阶跃函数的延迟</a:t>
            </a:r>
          </a:p>
        </p:txBody>
      </p:sp>
      <p:graphicFrame>
        <p:nvGraphicFramePr>
          <p:cNvPr id="215058" name="Object 18"/>
          <p:cNvGraphicFramePr>
            <a:graphicFrameLocks noChangeAspect="1"/>
          </p:cNvGraphicFramePr>
          <p:nvPr/>
        </p:nvGraphicFramePr>
        <p:xfrm>
          <a:off x="4284663" y="4365625"/>
          <a:ext cx="3852862" cy="1300163"/>
        </p:xfrm>
        <a:graphic>
          <a:graphicData uri="http://schemas.openxmlformats.org/presentationml/2006/ole">
            <p:oleObj spid="_x0000_s131089" r:id="rId4" imgW="1425240" imgH="473040" progId="Equation.3">
              <p:embed/>
            </p:oleObj>
          </a:graphicData>
        </a:graphic>
      </p:graphicFrame>
      <p:grpSp>
        <p:nvGrpSpPr>
          <p:cNvPr id="215059" name="Group 19"/>
          <p:cNvGrpSpPr>
            <a:grpSpLocks/>
          </p:cNvGrpSpPr>
          <p:nvPr/>
        </p:nvGrpSpPr>
        <p:grpSpPr bwMode="auto">
          <a:xfrm>
            <a:off x="611188" y="4005263"/>
            <a:ext cx="3328987" cy="1901825"/>
            <a:chOff x="366" y="723"/>
            <a:chExt cx="1815" cy="914"/>
          </a:xfrm>
        </p:grpSpPr>
        <p:grpSp>
          <p:nvGrpSpPr>
            <p:cNvPr id="131091" name="Group 20"/>
            <p:cNvGrpSpPr>
              <a:grpSpLocks/>
            </p:cNvGrpSpPr>
            <p:nvPr/>
          </p:nvGrpSpPr>
          <p:grpSpPr bwMode="auto">
            <a:xfrm>
              <a:off x="366" y="723"/>
              <a:ext cx="1815" cy="914"/>
              <a:chOff x="366" y="723"/>
              <a:chExt cx="1815" cy="914"/>
            </a:xfrm>
          </p:grpSpPr>
          <p:grpSp>
            <p:nvGrpSpPr>
              <p:cNvPr id="131092" name="Group 21"/>
              <p:cNvGrpSpPr>
                <a:grpSpLocks/>
              </p:cNvGrpSpPr>
              <p:nvPr/>
            </p:nvGrpSpPr>
            <p:grpSpPr bwMode="auto">
              <a:xfrm>
                <a:off x="472" y="723"/>
                <a:ext cx="1709" cy="898"/>
                <a:chOff x="472" y="723"/>
                <a:chExt cx="1709" cy="898"/>
              </a:xfrm>
            </p:grpSpPr>
            <p:sp>
              <p:nvSpPr>
                <p:cNvPr id="131093" name="Line 22"/>
                <p:cNvSpPr>
                  <a:spLocks noChangeShapeType="1"/>
                </p:cNvSpPr>
                <p:nvPr/>
              </p:nvSpPr>
              <p:spPr bwMode="auto">
                <a:xfrm>
                  <a:off x="472" y="1400"/>
                  <a:ext cx="1584" cy="0"/>
                </a:xfrm>
                <a:prstGeom prst="line">
                  <a:avLst/>
                </a:prstGeom>
                <a:noFill/>
                <a:ln w="28575">
                  <a:solidFill>
                    <a:srgbClr val="FFFF00"/>
                  </a:solidFill>
                  <a:round/>
                  <a:headEnd/>
                  <a:tailEnd type="triangl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31094" name="Line 23"/>
                <p:cNvSpPr>
                  <a:spLocks noChangeShapeType="1"/>
                </p:cNvSpPr>
                <p:nvPr/>
              </p:nvSpPr>
              <p:spPr bwMode="auto">
                <a:xfrm flipV="1">
                  <a:off x="568" y="824"/>
                  <a:ext cx="0" cy="720"/>
                </a:xfrm>
                <a:prstGeom prst="line">
                  <a:avLst/>
                </a:prstGeom>
                <a:noFill/>
                <a:ln w="28575">
                  <a:solidFill>
                    <a:srgbClr val="FFFF00"/>
                  </a:solidFill>
                  <a:round/>
                  <a:headEnd/>
                  <a:tailEnd type="triangl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31095" name="Line 24"/>
                <p:cNvSpPr>
                  <a:spLocks noChangeShapeType="1"/>
                </p:cNvSpPr>
                <p:nvPr/>
              </p:nvSpPr>
              <p:spPr bwMode="auto">
                <a:xfrm>
                  <a:off x="856" y="1064"/>
                  <a:ext cx="1056" cy="0"/>
                </a:xfrm>
                <a:prstGeom prst="line">
                  <a:avLst/>
                </a:prstGeom>
                <a:noFill/>
                <a:ln w="28575">
                  <a:solidFill>
                    <a:srgbClr val="FF0066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31096" name="Text Box 25"/>
                <p:cNvSpPr txBox="1">
                  <a:spLocks noChangeArrowheads="1"/>
                </p:cNvSpPr>
                <p:nvPr/>
              </p:nvSpPr>
              <p:spPr bwMode="auto">
                <a:xfrm>
                  <a:off x="2027" y="1275"/>
                  <a:ext cx="154" cy="250"/>
                </a:xfrm>
                <a:prstGeom prst="rect">
                  <a:avLst/>
                </a:prstGeom>
                <a:noFill/>
                <a:ln w="28575">
                  <a:noFill/>
                  <a:miter lim="800000"/>
                  <a:headEnd/>
                  <a:tailEnd/>
                </a:ln>
              </p:spPr>
              <p:txBody>
                <a:bodyPr wrap="none" anchor="ctr">
                  <a:spAutoFit/>
                </a:bodyPr>
                <a:lstStyle/>
                <a:p>
                  <a:pPr algn="ctr"/>
                  <a:r>
                    <a:rPr lang="en-US" altLang="zh-CN" b="0" i="1">
                      <a:solidFill>
                        <a:schemeClr val="bg1"/>
                      </a:solidFill>
                      <a:latin typeface="Times New Roman" pitchFamily="18" charset="0"/>
                      <a:ea typeface="宋体" pitchFamily="2" charset="-122"/>
                    </a:rPr>
                    <a:t>t</a:t>
                  </a:r>
                  <a:endParaRPr lang="en-US" altLang="zh-CN" b="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endParaRPr>
                </a:p>
              </p:txBody>
            </p:sp>
            <p:sp>
              <p:nvSpPr>
                <p:cNvPr id="131097" name="Text Box 26"/>
                <p:cNvSpPr txBox="1">
                  <a:spLocks noChangeArrowheads="1"/>
                </p:cNvSpPr>
                <p:nvPr/>
              </p:nvSpPr>
              <p:spPr bwMode="auto">
                <a:xfrm>
                  <a:off x="526" y="723"/>
                  <a:ext cx="714" cy="250"/>
                </a:xfrm>
                <a:prstGeom prst="rect">
                  <a:avLst/>
                </a:prstGeom>
                <a:noFill/>
                <a:ln w="28575">
                  <a:noFill/>
                  <a:miter lim="800000"/>
                  <a:headEnd/>
                  <a:tailEnd/>
                </a:ln>
              </p:spPr>
              <p:txBody>
                <a:bodyPr anchor="ctr">
                  <a:spAutoFit/>
                </a:bodyPr>
                <a:lstStyle/>
                <a:p>
                  <a:pPr algn="ctr"/>
                  <a:r>
                    <a:rPr lang="en-US" altLang="zh-CN" b="0" i="1">
                      <a:solidFill>
                        <a:schemeClr val="bg1"/>
                      </a:solidFill>
                      <a:latin typeface="Times New Roman" pitchFamily="18" charset="0"/>
                      <a:ea typeface="宋体" pitchFamily="2" charset="-122"/>
                      <a:sym typeface="Symbol" pitchFamily="18" charset="2"/>
                    </a:rPr>
                    <a:t> </a:t>
                  </a:r>
                  <a:r>
                    <a:rPr lang="en-US" altLang="zh-CN" b="0">
                      <a:solidFill>
                        <a:schemeClr val="bg1"/>
                      </a:solidFill>
                      <a:latin typeface="Times New Roman" pitchFamily="18" charset="0"/>
                      <a:ea typeface="宋体" pitchFamily="2" charset="-122"/>
                      <a:sym typeface="Symbol" pitchFamily="18" charset="2"/>
                    </a:rPr>
                    <a:t>(</a:t>
                  </a:r>
                  <a:r>
                    <a:rPr lang="en-US" altLang="zh-CN" b="0" i="1">
                      <a:solidFill>
                        <a:schemeClr val="bg1"/>
                      </a:solidFill>
                      <a:latin typeface="Times New Roman" pitchFamily="18" charset="0"/>
                      <a:ea typeface="宋体" pitchFamily="2" charset="-122"/>
                      <a:sym typeface="Symbol" pitchFamily="18" charset="2"/>
                    </a:rPr>
                    <a:t>t-t</a:t>
                  </a:r>
                  <a:r>
                    <a:rPr lang="en-US" altLang="zh-CN" b="0" baseline="-25000">
                      <a:solidFill>
                        <a:schemeClr val="bg1"/>
                      </a:solidFill>
                      <a:latin typeface="Times New Roman" pitchFamily="18" charset="0"/>
                      <a:ea typeface="宋体" pitchFamily="2" charset="-122"/>
                      <a:sym typeface="Symbol" pitchFamily="18" charset="2"/>
                    </a:rPr>
                    <a:t>0</a:t>
                  </a:r>
                  <a:r>
                    <a:rPr lang="en-US" altLang="zh-CN" b="0">
                      <a:solidFill>
                        <a:schemeClr val="bg1"/>
                      </a:solidFill>
                      <a:latin typeface="Times New Roman" pitchFamily="18" charset="0"/>
                      <a:ea typeface="宋体" pitchFamily="2" charset="-122"/>
                      <a:sym typeface="Symbol" pitchFamily="18" charset="2"/>
                    </a:rPr>
                    <a:t>)</a:t>
                  </a:r>
                  <a:endParaRPr lang="en-US" altLang="zh-CN" b="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endParaRPr>
                </a:p>
              </p:txBody>
            </p:sp>
            <p:sp>
              <p:nvSpPr>
                <p:cNvPr id="131098" name="Line 27"/>
                <p:cNvSpPr>
                  <a:spLocks noChangeShapeType="1"/>
                </p:cNvSpPr>
                <p:nvPr/>
              </p:nvSpPr>
              <p:spPr bwMode="auto">
                <a:xfrm>
                  <a:off x="856" y="1064"/>
                  <a:ext cx="0" cy="336"/>
                </a:xfrm>
                <a:prstGeom prst="line">
                  <a:avLst/>
                </a:prstGeom>
                <a:noFill/>
                <a:ln w="28575">
                  <a:solidFill>
                    <a:srgbClr val="FF0066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31099" name="Text Box 28"/>
                <p:cNvSpPr txBox="1">
                  <a:spLocks noChangeArrowheads="1"/>
                </p:cNvSpPr>
                <p:nvPr/>
              </p:nvSpPr>
              <p:spPr bwMode="auto">
                <a:xfrm>
                  <a:off x="815" y="1372"/>
                  <a:ext cx="219" cy="249"/>
                </a:xfrm>
                <a:prstGeom prst="rect">
                  <a:avLst/>
                </a:prstGeom>
                <a:noFill/>
                <a:ln w="28575">
                  <a:noFill/>
                  <a:miter lim="800000"/>
                  <a:headEnd/>
                  <a:tailEnd/>
                </a:ln>
              </p:spPr>
              <p:txBody>
                <a:bodyPr wrap="none" anchor="ctr">
                  <a:spAutoFit/>
                </a:bodyPr>
                <a:lstStyle/>
                <a:p>
                  <a:pPr algn="ctr"/>
                  <a:r>
                    <a:rPr lang="en-US" altLang="zh-CN" b="0" i="1">
                      <a:solidFill>
                        <a:schemeClr val="bg1"/>
                      </a:solidFill>
                      <a:latin typeface="Times New Roman" pitchFamily="18" charset="0"/>
                      <a:ea typeface="宋体" pitchFamily="2" charset="-122"/>
                    </a:rPr>
                    <a:t>t</a:t>
                  </a:r>
                  <a:r>
                    <a:rPr lang="en-US" altLang="zh-CN" b="0" baseline="-25000">
                      <a:solidFill>
                        <a:schemeClr val="bg1"/>
                      </a:solidFill>
                      <a:latin typeface="Times New Roman" pitchFamily="18" charset="0"/>
                      <a:ea typeface="宋体" pitchFamily="2" charset="-122"/>
                    </a:rPr>
                    <a:t>0</a:t>
                  </a:r>
                  <a:endParaRPr lang="en-US" altLang="zh-CN" b="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endParaRPr>
                </a:p>
              </p:txBody>
            </p:sp>
            <p:sp>
              <p:nvSpPr>
                <p:cNvPr id="131100" name="Line 29"/>
                <p:cNvSpPr>
                  <a:spLocks noChangeShapeType="1"/>
                </p:cNvSpPr>
                <p:nvPr/>
              </p:nvSpPr>
              <p:spPr bwMode="auto">
                <a:xfrm>
                  <a:off x="488" y="1392"/>
                  <a:ext cx="368" cy="0"/>
                </a:xfrm>
                <a:prstGeom prst="line">
                  <a:avLst/>
                </a:prstGeom>
                <a:noFill/>
                <a:ln w="28575">
                  <a:solidFill>
                    <a:srgbClr val="FF0066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131101" name="Text Box 30"/>
              <p:cNvSpPr txBox="1">
                <a:spLocks noChangeArrowheads="1"/>
              </p:cNvSpPr>
              <p:nvPr/>
            </p:nvSpPr>
            <p:spPr bwMode="auto">
              <a:xfrm>
                <a:off x="366" y="1388"/>
                <a:ext cx="212" cy="24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anchor="ctr">
                <a:spAutoFit/>
              </a:bodyPr>
              <a:lstStyle/>
              <a:p>
                <a:pPr algn="ctr"/>
                <a:r>
                  <a:rPr lang="en-US" altLang="zh-CN" b="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rPr>
                  <a:t>0</a:t>
                </a:r>
              </a:p>
            </p:txBody>
          </p:sp>
        </p:grpSp>
        <p:sp>
          <p:nvSpPr>
            <p:cNvPr id="131102" name="Text Box 31"/>
            <p:cNvSpPr txBox="1">
              <a:spLocks noChangeArrowheads="1"/>
            </p:cNvSpPr>
            <p:nvPr/>
          </p:nvSpPr>
          <p:spPr bwMode="auto">
            <a:xfrm>
              <a:off x="389" y="970"/>
              <a:ext cx="198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1</a:t>
              </a:r>
            </a:p>
          </p:txBody>
        </p:sp>
        <p:sp>
          <p:nvSpPr>
            <p:cNvPr id="131103" name="Line 32"/>
            <p:cNvSpPr>
              <a:spLocks noChangeShapeType="1"/>
            </p:cNvSpPr>
            <p:nvPr/>
          </p:nvSpPr>
          <p:spPr bwMode="auto">
            <a:xfrm>
              <a:off x="578" y="1058"/>
              <a:ext cx="270" cy="0"/>
            </a:xfrm>
            <a:prstGeom prst="line">
              <a:avLst/>
            </a:prstGeom>
            <a:noFill/>
            <a:ln w="38100">
              <a:solidFill>
                <a:schemeClr val="bg1"/>
              </a:solidFill>
              <a:prstDash val="dash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31104" name="Group 33"/>
          <p:cNvGrpSpPr>
            <a:grpSpLocks/>
          </p:cNvGrpSpPr>
          <p:nvPr/>
        </p:nvGrpSpPr>
        <p:grpSpPr bwMode="auto"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131105" name="Picture 34" descr="78900"/>
            <p:cNvPicPr>
              <a:picLocks noChangeAspect="1" noChangeArrowheads="1"/>
            </p:cNvPicPr>
            <p:nvPr/>
          </p:nvPicPr>
          <p:blipFill>
            <a:blip r:embed="rId5"/>
            <a:srcRect/>
            <a:stretch>
              <a:fillRect/>
            </a:stretch>
          </p:blipFill>
          <p:spPr bwMode="auto"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31106" name="Text Box 35">
              <a:hlinkClick r:id="" action="ppaction://hlinkshowjump?jump=nextslide"/>
            </p:cNvPr>
            <p:cNvSpPr txBox="1">
              <a:spLocks noChangeArrowheads="1"/>
            </p:cNvSpPr>
            <p:nvPr/>
          </p:nvSpPr>
          <p:spPr bwMode="auto"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0">
                  <a:solidFill>
                    <a:schemeClr val="bg1"/>
                  </a:solidFill>
                  <a:latin typeface="隶书" pitchFamily="49" charset="-122"/>
                  <a:ea typeface="隶书" pitchFamily="49" charset="-122"/>
                </a:rPr>
                <a:t>下 页</a:t>
              </a:r>
            </a:p>
          </p:txBody>
        </p:sp>
      </p:grpSp>
      <p:grpSp>
        <p:nvGrpSpPr>
          <p:cNvPr id="131107" name="Group 36"/>
          <p:cNvGrpSpPr>
            <a:grpSpLocks/>
          </p:cNvGrpSpPr>
          <p:nvPr/>
        </p:nvGrpSpPr>
        <p:grpSpPr bwMode="auto">
          <a:xfrm>
            <a:off x="7453313" y="6446838"/>
            <a:ext cx="792162" cy="366712"/>
            <a:chOff x="4649" y="4020"/>
            <a:chExt cx="499" cy="231"/>
          </a:xfrm>
        </p:grpSpPr>
        <p:pic>
          <p:nvPicPr>
            <p:cNvPr id="131108" name="Picture 37" descr="78900"/>
            <p:cNvPicPr>
              <a:picLocks noChangeAspect="1" noChangeArrowheads="1"/>
            </p:cNvPicPr>
            <p:nvPr/>
          </p:nvPicPr>
          <p:blipFill>
            <a:blip r:embed="rId5"/>
            <a:srcRect/>
            <a:stretch>
              <a:fillRect/>
            </a:stretch>
          </p:blipFill>
          <p:spPr bwMode="auto"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31109" name="Text Box 38">
              <a:hlinkClick r:id="" action="ppaction://hlinkshowjump?jump=previousslide"/>
            </p:cNvPr>
            <p:cNvSpPr txBox="1">
              <a:spLocks noChangeArrowheads="1"/>
            </p:cNvSpPr>
            <p:nvPr/>
          </p:nvSpPr>
          <p:spPr bwMode="auto"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0">
                  <a:solidFill>
                    <a:schemeClr val="bg1"/>
                  </a:solidFill>
                  <a:latin typeface="隶书" pitchFamily="49" charset="-122"/>
                  <a:ea typeface="隶书" pitchFamily="49" charset="-122"/>
                </a:rPr>
                <a:t>上 页</a:t>
              </a:r>
            </a:p>
          </p:txBody>
        </p:sp>
      </p:grpSp>
      <p:grpSp>
        <p:nvGrpSpPr>
          <p:cNvPr id="131110" name="Group 39"/>
          <p:cNvGrpSpPr>
            <a:grpSpLocks/>
          </p:cNvGrpSpPr>
          <p:nvPr/>
        </p:nvGrpSpPr>
        <p:grpSpPr bwMode="auto">
          <a:xfrm>
            <a:off x="6588125" y="6446838"/>
            <a:ext cx="792163" cy="366712"/>
            <a:chOff x="4649" y="4020"/>
            <a:chExt cx="499" cy="231"/>
          </a:xfrm>
        </p:grpSpPr>
        <p:pic>
          <p:nvPicPr>
            <p:cNvPr id="131111" name="Picture 40" descr="78900"/>
            <p:cNvPicPr>
              <a:picLocks noChangeAspect="1" noChangeArrowheads="1"/>
            </p:cNvPicPr>
            <p:nvPr/>
          </p:nvPicPr>
          <p:blipFill>
            <a:blip r:embed="rId5"/>
            <a:srcRect/>
            <a:stretch>
              <a:fillRect/>
            </a:stretch>
          </p:blipFill>
          <p:spPr bwMode="auto"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31112" name="Text Box 41">
              <a:hlinkClick r:id="rId6" action="ppaction://hlinksldjump"/>
            </p:cNvPr>
            <p:cNvSpPr txBox="1">
              <a:spLocks noChangeArrowheads="1"/>
            </p:cNvSpPr>
            <p:nvPr/>
          </p:nvSpPr>
          <p:spPr bwMode="auto"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0">
                  <a:solidFill>
                    <a:schemeClr val="bg1"/>
                  </a:solidFill>
                  <a:latin typeface="隶书" pitchFamily="49" charset="-122"/>
                  <a:ea typeface="隶书" pitchFamily="49" charset="-122"/>
                </a:rPr>
                <a:t>返 回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9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150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150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150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150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150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150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3000"/>
                                        <p:tgtEl>
                                          <p:spTgt spid="2150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2150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2000"/>
                                        <p:tgtEl>
                                          <p:spTgt spid="2150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150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2150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6" dur="500"/>
                                        <p:tgtEl>
                                          <p:spTgt spid="2150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51" dur="3000"/>
                                        <p:tgtEl>
                                          <p:spTgt spid="2150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5042" grpId="0" build="p"/>
      <p:bldP spid="215043" grpId="0"/>
      <p:bldP spid="215044" grpId="0" animBg="1"/>
      <p:bldP spid="215057" grpId="0" animBg="1"/>
    </p:bldLst>
  </p:timing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6066" name="Group 2"/>
          <p:cNvGrpSpPr>
            <a:grpSpLocks/>
          </p:cNvGrpSpPr>
          <p:nvPr/>
        </p:nvGrpSpPr>
        <p:grpSpPr bwMode="auto">
          <a:xfrm>
            <a:off x="4932363" y="3716338"/>
            <a:ext cx="3686175" cy="538162"/>
            <a:chOff x="3098" y="2368"/>
            <a:chExt cx="2322" cy="339"/>
          </a:xfrm>
        </p:grpSpPr>
        <p:sp>
          <p:nvSpPr>
            <p:cNvPr id="132098" name="Text Box 3"/>
            <p:cNvSpPr txBox="1">
              <a:spLocks noChangeArrowheads="1"/>
            </p:cNvSpPr>
            <p:nvPr/>
          </p:nvSpPr>
          <p:spPr bwMode="auto">
            <a:xfrm>
              <a:off x="3098" y="2368"/>
              <a:ext cx="1902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t </a:t>
              </a:r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= 0  </a:t>
              </a:r>
              <a:r>
                <a:rPr lang="zh-CN" altLang="zh-CN">
                  <a:solidFill>
                    <a:schemeClr val="bg1"/>
                  </a:solidFill>
                  <a:latin typeface="Times New Roman" pitchFamily="18" charset="0"/>
                </a:rPr>
                <a:t>合闸</a:t>
              </a:r>
              <a:r>
                <a:rPr lang="zh-CN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  </a:t>
              </a:r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i</a:t>
              </a:r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(</a:t>
              </a:r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t</a:t>
              </a:r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)  = </a:t>
              </a:r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I</a:t>
              </a:r>
              <a:r>
                <a:rPr lang="en-US" altLang="zh-CN" b="0" i="1" baseline="-2500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s</a:t>
              </a:r>
            </a:p>
          </p:txBody>
        </p:sp>
        <p:graphicFrame>
          <p:nvGraphicFramePr>
            <p:cNvPr id="132099" name="Object 4"/>
            <p:cNvGraphicFramePr>
              <a:graphicFrameLocks noChangeAspect="1"/>
            </p:cNvGraphicFramePr>
            <p:nvPr/>
          </p:nvGraphicFramePr>
          <p:xfrm>
            <a:off x="4921" y="2387"/>
            <a:ext cx="499" cy="320"/>
          </p:xfrm>
          <a:graphic>
            <a:graphicData uri="http://schemas.openxmlformats.org/presentationml/2006/ole">
              <p:oleObj spid="_x0000_s132099" r:id="rId3" imgW="312840" imgH="196200" progId="Equation.3">
                <p:embed/>
              </p:oleObj>
            </a:graphicData>
          </a:graphic>
        </p:graphicFrame>
      </p:grpSp>
      <p:sp>
        <p:nvSpPr>
          <p:cNvPr id="216069" name="AutoShape 5"/>
          <p:cNvSpPr>
            <a:spLocks noChangeArrowheads="1"/>
          </p:cNvSpPr>
          <p:nvPr/>
        </p:nvSpPr>
        <p:spPr bwMode="auto">
          <a:xfrm>
            <a:off x="4284663" y="4581525"/>
            <a:ext cx="792162" cy="144463"/>
          </a:xfrm>
          <a:prstGeom prst="rightArrow">
            <a:avLst>
              <a:gd name="adj1" fmla="val 50000"/>
              <a:gd name="adj2" fmla="val 137011"/>
            </a:avLst>
          </a:prstGeom>
          <a:solidFill>
            <a:srgbClr val="0066FF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6070" name="AutoShape 6"/>
          <p:cNvSpPr>
            <a:spLocks noChangeArrowheads="1"/>
          </p:cNvSpPr>
          <p:nvPr/>
        </p:nvSpPr>
        <p:spPr bwMode="auto">
          <a:xfrm>
            <a:off x="4140200" y="2205038"/>
            <a:ext cx="792163" cy="144462"/>
          </a:xfrm>
          <a:prstGeom prst="rightArrow">
            <a:avLst>
              <a:gd name="adj1" fmla="val 50000"/>
              <a:gd name="adj2" fmla="val 137012"/>
            </a:avLst>
          </a:prstGeom>
          <a:solidFill>
            <a:srgbClr val="0066FF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6071" name="Text Box 7"/>
          <p:cNvSpPr txBox="1">
            <a:spLocks noChangeArrowheads="1"/>
          </p:cNvSpPr>
          <p:nvPr/>
        </p:nvSpPr>
        <p:spPr bwMode="auto">
          <a:xfrm>
            <a:off x="395288" y="1268413"/>
            <a:ext cx="4897437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marL="342900" indent="-342900">
              <a:buFontTx/>
              <a:buAutoNum type="circleNumDbPlain"/>
            </a:pPr>
            <a:r>
              <a:rPr lang="zh-CN" altLang="en-US">
                <a:latin typeface="楷体_GB2312" pitchFamily="49" charset="-122"/>
              </a:rPr>
              <a:t>在电路中模拟开关的动作</a:t>
            </a:r>
          </a:p>
        </p:txBody>
      </p:sp>
      <p:grpSp>
        <p:nvGrpSpPr>
          <p:cNvPr id="216072" name="Group 8"/>
          <p:cNvGrpSpPr>
            <a:grpSpLocks/>
          </p:cNvGrpSpPr>
          <p:nvPr/>
        </p:nvGrpSpPr>
        <p:grpSpPr bwMode="auto">
          <a:xfrm>
            <a:off x="4932363" y="1341438"/>
            <a:ext cx="3889375" cy="519112"/>
            <a:chOff x="2562" y="1071"/>
            <a:chExt cx="2450" cy="327"/>
          </a:xfrm>
        </p:grpSpPr>
        <p:sp>
          <p:nvSpPr>
            <p:cNvPr id="132104" name="Text Box 9"/>
            <p:cNvSpPr txBox="1">
              <a:spLocks noChangeArrowheads="1"/>
            </p:cNvSpPr>
            <p:nvPr/>
          </p:nvSpPr>
          <p:spPr bwMode="auto">
            <a:xfrm>
              <a:off x="2562" y="1071"/>
              <a:ext cx="1989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t </a:t>
              </a:r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= 0  </a:t>
              </a:r>
              <a:r>
                <a:rPr lang="zh-CN" altLang="en-US">
                  <a:solidFill>
                    <a:schemeClr val="bg1"/>
                  </a:solidFill>
                  <a:latin typeface="Times New Roman" pitchFamily="18" charset="0"/>
                </a:rPr>
                <a:t>合闸</a:t>
              </a:r>
              <a:r>
                <a:rPr lang="zh-CN" altLang="en-US" sz="240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   </a:t>
              </a:r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u</a:t>
              </a:r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(</a:t>
              </a:r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t</a:t>
              </a:r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)  = </a:t>
              </a:r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E</a:t>
              </a:r>
              <a:endParaRPr lang="en-US" altLang="zh-CN" b="0">
                <a:ea typeface="仿宋_GB2312" pitchFamily="49" charset="-122"/>
              </a:endParaRPr>
            </a:p>
          </p:txBody>
        </p:sp>
        <p:graphicFrame>
          <p:nvGraphicFramePr>
            <p:cNvPr id="132105" name="Object 10"/>
            <p:cNvGraphicFramePr>
              <a:graphicFrameLocks noChangeAspect="1"/>
            </p:cNvGraphicFramePr>
            <p:nvPr/>
          </p:nvGraphicFramePr>
          <p:xfrm>
            <a:off x="4513" y="1071"/>
            <a:ext cx="499" cy="321"/>
          </p:xfrm>
          <a:graphic>
            <a:graphicData uri="http://schemas.openxmlformats.org/presentationml/2006/ole">
              <p:oleObj spid="_x0000_s132105" r:id="rId4" imgW="312840" imgH="196200" progId="Equation.3">
                <p:embed/>
              </p:oleObj>
            </a:graphicData>
          </a:graphic>
        </p:graphicFrame>
      </p:grpSp>
      <p:sp>
        <p:nvSpPr>
          <p:cNvPr id="216075" name="Rectangle 11"/>
          <p:cNvSpPr>
            <a:spLocks noChangeArrowheads="1"/>
          </p:cNvSpPr>
          <p:nvPr/>
        </p:nvSpPr>
        <p:spPr bwMode="auto">
          <a:xfrm>
            <a:off x="468313" y="625475"/>
            <a:ext cx="4264025" cy="547688"/>
          </a:xfrm>
          <a:prstGeom prst="rect">
            <a:avLst/>
          </a:prstGeom>
          <a:noFill/>
          <a:ln w="28575">
            <a:solidFill>
              <a:srgbClr val="00FFFF"/>
            </a:solidFill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>
              <a:buClr>
                <a:srgbClr val="FF9900"/>
              </a:buClr>
              <a:buSzPct val="86000"/>
              <a:buFont typeface="Wingdings" pitchFamily="2" charset="2"/>
              <a:buChar char="l"/>
            </a:pPr>
            <a:r>
              <a:rPr lang="en-US" altLang="zh-CN">
                <a:solidFill>
                  <a:srgbClr val="FF9900"/>
                </a:solidFill>
                <a:latin typeface="楷体_GB2312" pitchFamily="49" charset="-122"/>
              </a:rPr>
              <a:t> </a:t>
            </a:r>
            <a:r>
              <a:rPr lang="zh-CN" altLang="en-US">
                <a:solidFill>
                  <a:srgbClr val="FF9900"/>
                </a:solidFill>
                <a:latin typeface="楷体_GB2312" pitchFamily="49" charset="-122"/>
              </a:rPr>
              <a:t>单位阶跃函数的作用</a:t>
            </a:r>
          </a:p>
        </p:txBody>
      </p:sp>
      <p:grpSp>
        <p:nvGrpSpPr>
          <p:cNvPr id="132107" name="Group 12"/>
          <p:cNvGrpSpPr>
            <a:grpSpLocks/>
          </p:cNvGrpSpPr>
          <p:nvPr/>
        </p:nvGrpSpPr>
        <p:grpSpPr bwMode="auto"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132108" name="Picture 13" descr="78900"/>
            <p:cNvPicPr>
              <a:picLocks noChangeAspect="1" noChangeArrowheads="1"/>
            </p:cNvPicPr>
            <p:nvPr/>
          </p:nvPicPr>
          <p:blipFill>
            <a:blip r:embed="rId5"/>
            <a:srcRect/>
            <a:stretch>
              <a:fillRect/>
            </a:stretch>
          </p:blipFill>
          <p:spPr bwMode="auto"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32109" name="Text Box 14">
              <a:hlinkClick r:id="" action="ppaction://hlinkshowjump?jump=nextslide"/>
            </p:cNvPr>
            <p:cNvSpPr txBox="1">
              <a:spLocks noChangeArrowheads="1"/>
            </p:cNvSpPr>
            <p:nvPr/>
          </p:nvSpPr>
          <p:spPr bwMode="auto"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0">
                  <a:solidFill>
                    <a:schemeClr val="bg1"/>
                  </a:solidFill>
                  <a:latin typeface="隶书" pitchFamily="49" charset="-122"/>
                  <a:ea typeface="隶书" pitchFamily="49" charset="-122"/>
                </a:rPr>
                <a:t>下 页</a:t>
              </a:r>
            </a:p>
          </p:txBody>
        </p:sp>
      </p:grpSp>
      <p:grpSp>
        <p:nvGrpSpPr>
          <p:cNvPr id="132110" name="Group 15"/>
          <p:cNvGrpSpPr>
            <a:grpSpLocks/>
          </p:cNvGrpSpPr>
          <p:nvPr/>
        </p:nvGrpSpPr>
        <p:grpSpPr bwMode="auto">
          <a:xfrm>
            <a:off x="7453313" y="6446838"/>
            <a:ext cx="792162" cy="366712"/>
            <a:chOff x="4649" y="4020"/>
            <a:chExt cx="499" cy="231"/>
          </a:xfrm>
        </p:grpSpPr>
        <p:pic>
          <p:nvPicPr>
            <p:cNvPr id="132111" name="Picture 16" descr="78900"/>
            <p:cNvPicPr>
              <a:picLocks noChangeAspect="1" noChangeArrowheads="1"/>
            </p:cNvPicPr>
            <p:nvPr/>
          </p:nvPicPr>
          <p:blipFill>
            <a:blip r:embed="rId5"/>
            <a:srcRect/>
            <a:stretch>
              <a:fillRect/>
            </a:stretch>
          </p:blipFill>
          <p:spPr bwMode="auto"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32112" name="Text Box 17">
              <a:hlinkClick r:id="" action="ppaction://hlinkshowjump?jump=previousslide"/>
            </p:cNvPr>
            <p:cNvSpPr txBox="1">
              <a:spLocks noChangeArrowheads="1"/>
            </p:cNvSpPr>
            <p:nvPr/>
          </p:nvSpPr>
          <p:spPr bwMode="auto"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0">
                  <a:solidFill>
                    <a:schemeClr val="bg1"/>
                  </a:solidFill>
                  <a:latin typeface="隶书" pitchFamily="49" charset="-122"/>
                  <a:ea typeface="隶书" pitchFamily="49" charset="-122"/>
                </a:rPr>
                <a:t>上 页</a:t>
              </a:r>
            </a:p>
          </p:txBody>
        </p:sp>
      </p:grpSp>
      <p:grpSp>
        <p:nvGrpSpPr>
          <p:cNvPr id="216082" name="Group 18"/>
          <p:cNvGrpSpPr>
            <a:grpSpLocks/>
          </p:cNvGrpSpPr>
          <p:nvPr/>
        </p:nvGrpSpPr>
        <p:grpSpPr bwMode="auto">
          <a:xfrm>
            <a:off x="388938" y="1844675"/>
            <a:ext cx="3427412" cy="1800225"/>
            <a:chOff x="-50" y="2024"/>
            <a:chExt cx="2159" cy="1134"/>
          </a:xfrm>
        </p:grpSpPr>
        <p:sp>
          <p:nvSpPr>
            <p:cNvPr id="132114" name="Oval 19"/>
            <p:cNvSpPr>
              <a:spLocks noChangeArrowheads="1"/>
            </p:cNvSpPr>
            <p:nvPr/>
          </p:nvSpPr>
          <p:spPr bwMode="auto">
            <a:xfrm>
              <a:off x="249" y="2432"/>
              <a:ext cx="363" cy="363"/>
            </a:xfrm>
            <a:prstGeom prst="ellipse">
              <a:avLst/>
            </a:prstGeom>
            <a:gradFill rotWithShape="1">
              <a:gsLst>
                <a:gs pos="0">
                  <a:srgbClr val="0099FF"/>
                </a:gs>
                <a:gs pos="100000">
                  <a:srgbClr val="004776"/>
                </a:gs>
              </a:gsLst>
              <a:path path="shape">
                <a:fillToRect l="50000" t="50000" r="50000" b="50000"/>
              </a:path>
            </a:gradFill>
            <a:ln w="38100">
              <a:solidFill>
                <a:srgbClr val="FF99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2115" name="Text Box 20"/>
            <p:cNvSpPr txBox="1">
              <a:spLocks noChangeArrowheads="1"/>
            </p:cNvSpPr>
            <p:nvPr/>
          </p:nvSpPr>
          <p:spPr bwMode="auto">
            <a:xfrm>
              <a:off x="903" y="2296"/>
              <a:ext cx="241" cy="327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S</a:t>
              </a:r>
            </a:p>
          </p:txBody>
        </p:sp>
        <p:sp>
          <p:nvSpPr>
            <p:cNvPr id="132116" name="Text Box 21"/>
            <p:cNvSpPr txBox="1">
              <a:spLocks noChangeArrowheads="1"/>
            </p:cNvSpPr>
            <p:nvPr/>
          </p:nvSpPr>
          <p:spPr bwMode="auto">
            <a:xfrm>
              <a:off x="-50" y="2523"/>
              <a:ext cx="354" cy="327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U</a:t>
              </a:r>
              <a:r>
                <a:rPr lang="en-US" altLang="zh-CN" b="0" i="1" baseline="-2500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S</a:t>
              </a:r>
            </a:p>
          </p:txBody>
        </p:sp>
        <p:sp>
          <p:nvSpPr>
            <p:cNvPr id="132117" name="Line 22"/>
            <p:cNvSpPr>
              <a:spLocks noChangeShapeType="1"/>
            </p:cNvSpPr>
            <p:nvPr/>
          </p:nvSpPr>
          <p:spPr bwMode="auto">
            <a:xfrm>
              <a:off x="431" y="2205"/>
              <a:ext cx="355" cy="0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 type="oval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2118" name="Line 23"/>
            <p:cNvSpPr>
              <a:spLocks noChangeShapeType="1"/>
            </p:cNvSpPr>
            <p:nvPr/>
          </p:nvSpPr>
          <p:spPr bwMode="auto">
            <a:xfrm flipV="1">
              <a:off x="431" y="2205"/>
              <a:ext cx="0" cy="912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2119" name="Line 24"/>
            <p:cNvSpPr>
              <a:spLocks noChangeShapeType="1"/>
            </p:cNvSpPr>
            <p:nvPr/>
          </p:nvSpPr>
          <p:spPr bwMode="auto">
            <a:xfrm flipH="1">
              <a:off x="823" y="2251"/>
              <a:ext cx="243" cy="181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2120" name="Line 25"/>
            <p:cNvSpPr>
              <a:spLocks noChangeShapeType="1"/>
            </p:cNvSpPr>
            <p:nvPr/>
          </p:nvSpPr>
          <p:spPr bwMode="auto">
            <a:xfrm>
              <a:off x="839" y="2404"/>
              <a:ext cx="0" cy="709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 type="oval" w="med" len="med"/>
              <a:tailEnd type="oval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2121" name="Line 26"/>
            <p:cNvSpPr>
              <a:spLocks noChangeShapeType="1"/>
            </p:cNvSpPr>
            <p:nvPr/>
          </p:nvSpPr>
          <p:spPr bwMode="auto">
            <a:xfrm>
              <a:off x="204" y="3022"/>
              <a:ext cx="104" cy="0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32122" name="Group 27"/>
            <p:cNvGrpSpPr>
              <a:grpSpLocks/>
            </p:cNvGrpSpPr>
            <p:nvPr/>
          </p:nvGrpSpPr>
          <p:grpSpPr bwMode="auto">
            <a:xfrm>
              <a:off x="249" y="2251"/>
              <a:ext cx="128" cy="136"/>
              <a:chOff x="648" y="2472"/>
              <a:chExt cx="128" cy="136"/>
            </a:xfrm>
          </p:grpSpPr>
          <p:sp>
            <p:nvSpPr>
              <p:cNvPr id="132123" name="Line 28"/>
              <p:cNvSpPr>
                <a:spLocks noChangeShapeType="1"/>
              </p:cNvSpPr>
              <p:nvPr/>
            </p:nvSpPr>
            <p:spPr bwMode="auto">
              <a:xfrm>
                <a:off x="648" y="2536"/>
                <a:ext cx="128" cy="0"/>
              </a:xfrm>
              <a:prstGeom prst="line">
                <a:avLst/>
              </a:prstGeom>
              <a:noFill/>
              <a:ln w="28575">
                <a:solidFill>
                  <a:schemeClr val="bg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2124" name="Line 29"/>
              <p:cNvSpPr>
                <a:spLocks noChangeShapeType="1"/>
              </p:cNvSpPr>
              <p:nvPr/>
            </p:nvSpPr>
            <p:spPr bwMode="auto">
              <a:xfrm>
                <a:off x="704" y="2472"/>
                <a:ext cx="0" cy="136"/>
              </a:xfrm>
              <a:prstGeom prst="line">
                <a:avLst/>
              </a:prstGeom>
              <a:noFill/>
              <a:ln w="28575">
                <a:solidFill>
                  <a:schemeClr val="bg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132125" name="Group 30"/>
            <p:cNvGrpSpPr>
              <a:grpSpLocks/>
            </p:cNvGrpSpPr>
            <p:nvPr/>
          </p:nvGrpSpPr>
          <p:grpSpPr bwMode="auto">
            <a:xfrm>
              <a:off x="1156" y="2296"/>
              <a:ext cx="128" cy="136"/>
              <a:chOff x="648" y="2472"/>
              <a:chExt cx="128" cy="136"/>
            </a:xfrm>
          </p:grpSpPr>
          <p:sp>
            <p:nvSpPr>
              <p:cNvPr id="132126" name="Line 31"/>
              <p:cNvSpPr>
                <a:spLocks noChangeShapeType="1"/>
              </p:cNvSpPr>
              <p:nvPr/>
            </p:nvSpPr>
            <p:spPr bwMode="auto">
              <a:xfrm>
                <a:off x="648" y="2536"/>
                <a:ext cx="128" cy="0"/>
              </a:xfrm>
              <a:prstGeom prst="line">
                <a:avLst/>
              </a:prstGeom>
              <a:noFill/>
              <a:ln w="28575">
                <a:solidFill>
                  <a:schemeClr val="bg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2127" name="Line 32"/>
              <p:cNvSpPr>
                <a:spLocks noChangeShapeType="1"/>
              </p:cNvSpPr>
              <p:nvPr/>
            </p:nvSpPr>
            <p:spPr bwMode="auto">
              <a:xfrm>
                <a:off x="704" y="2472"/>
                <a:ext cx="0" cy="136"/>
              </a:xfrm>
              <a:prstGeom prst="line">
                <a:avLst/>
              </a:prstGeom>
              <a:noFill/>
              <a:ln w="28575">
                <a:solidFill>
                  <a:schemeClr val="bg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32128" name="Line 33"/>
            <p:cNvSpPr>
              <a:spLocks noChangeShapeType="1"/>
            </p:cNvSpPr>
            <p:nvPr/>
          </p:nvSpPr>
          <p:spPr bwMode="auto">
            <a:xfrm>
              <a:off x="1156" y="3022"/>
              <a:ext cx="104" cy="0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2129" name="Text Box 34"/>
            <p:cNvSpPr txBox="1">
              <a:spLocks noChangeArrowheads="1"/>
            </p:cNvSpPr>
            <p:nvPr/>
          </p:nvSpPr>
          <p:spPr bwMode="auto">
            <a:xfrm>
              <a:off x="930" y="2523"/>
              <a:ext cx="440" cy="327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u</a:t>
              </a:r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(</a:t>
              </a:r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t</a:t>
              </a:r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)</a:t>
              </a:r>
            </a:p>
          </p:txBody>
        </p:sp>
        <p:sp>
          <p:nvSpPr>
            <p:cNvPr id="132130" name="Line 35"/>
            <p:cNvSpPr>
              <a:spLocks noChangeShapeType="1"/>
            </p:cNvSpPr>
            <p:nvPr/>
          </p:nvSpPr>
          <p:spPr bwMode="auto">
            <a:xfrm>
              <a:off x="431" y="3113"/>
              <a:ext cx="1179" cy="0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2131" name="Line 36"/>
            <p:cNvSpPr>
              <a:spLocks noChangeShapeType="1"/>
            </p:cNvSpPr>
            <p:nvPr/>
          </p:nvSpPr>
          <p:spPr bwMode="auto">
            <a:xfrm>
              <a:off x="1066" y="2251"/>
              <a:ext cx="589" cy="0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 type="oval" w="med" len="med"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2132" name="Line 37"/>
            <p:cNvSpPr>
              <a:spLocks noChangeShapeType="1"/>
            </p:cNvSpPr>
            <p:nvPr/>
          </p:nvSpPr>
          <p:spPr bwMode="auto">
            <a:xfrm flipH="1" flipV="1">
              <a:off x="793" y="2024"/>
              <a:ext cx="204" cy="330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2133" name="Rectangle 38"/>
            <p:cNvSpPr>
              <a:spLocks noChangeArrowheads="1"/>
            </p:cNvSpPr>
            <p:nvPr/>
          </p:nvSpPr>
          <p:spPr bwMode="auto">
            <a:xfrm>
              <a:off x="1474" y="2160"/>
              <a:ext cx="635" cy="998"/>
            </a:xfrm>
            <a:prstGeom prst="rect">
              <a:avLst/>
            </a:prstGeom>
            <a:gradFill rotWithShape="1">
              <a:gsLst>
                <a:gs pos="0">
                  <a:srgbClr val="FF9900"/>
                </a:gs>
                <a:gs pos="100000">
                  <a:srgbClr val="764700"/>
                </a:gs>
              </a:gsLst>
              <a:path path="shape">
                <a:fillToRect l="50000" t="50000" r="50000" b="50000"/>
              </a:path>
            </a:gradFill>
            <a:ln w="2857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216103" name="Group 39"/>
          <p:cNvGrpSpPr>
            <a:grpSpLocks/>
          </p:cNvGrpSpPr>
          <p:nvPr/>
        </p:nvGrpSpPr>
        <p:grpSpPr bwMode="auto">
          <a:xfrm>
            <a:off x="4157663" y="1989138"/>
            <a:ext cx="3978275" cy="1584325"/>
            <a:chOff x="669" y="2115"/>
            <a:chExt cx="2506" cy="998"/>
          </a:xfrm>
        </p:grpSpPr>
        <p:sp>
          <p:nvSpPr>
            <p:cNvPr id="132135" name="Oval 40"/>
            <p:cNvSpPr>
              <a:spLocks noChangeArrowheads="1"/>
            </p:cNvSpPr>
            <p:nvPr/>
          </p:nvSpPr>
          <p:spPr bwMode="auto">
            <a:xfrm>
              <a:off x="2154" y="2115"/>
              <a:ext cx="91" cy="90"/>
            </a:xfrm>
            <a:prstGeom prst="ellipse">
              <a:avLst/>
            </a:prstGeom>
            <a:solidFill>
              <a:srgbClr val="FFCC00"/>
            </a:solidFill>
            <a:ln w="28575">
              <a:noFill/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132136" name="Object 41"/>
            <p:cNvGraphicFramePr>
              <a:graphicFrameLocks noChangeAspect="1"/>
            </p:cNvGraphicFramePr>
            <p:nvPr/>
          </p:nvGraphicFramePr>
          <p:xfrm>
            <a:off x="669" y="2470"/>
            <a:ext cx="663" cy="322"/>
          </p:xfrm>
          <a:graphic>
            <a:graphicData uri="http://schemas.openxmlformats.org/presentationml/2006/ole">
              <p:oleObj spid="_x0000_s132136" r:id="rId6" imgW="440280" imgH="207720" progId="Equation.3">
                <p:embed/>
              </p:oleObj>
            </a:graphicData>
          </a:graphic>
        </p:graphicFrame>
        <p:sp>
          <p:nvSpPr>
            <p:cNvPr id="132137" name="Oval 42"/>
            <p:cNvSpPr>
              <a:spLocks noChangeArrowheads="1"/>
            </p:cNvSpPr>
            <p:nvPr/>
          </p:nvSpPr>
          <p:spPr bwMode="auto">
            <a:xfrm>
              <a:off x="1315" y="2387"/>
              <a:ext cx="363" cy="363"/>
            </a:xfrm>
            <a:prstGeom prst="ellipse">
              <a:avLst/>
            </a:prstGeom>
            <a:gradFill rotWithShape="1">
              <a:gsLst>
                <a:gs pos="0">
                  <a:srgbClr val="0099FF"/>
                </a:gs>
                <a:gs pos="100000">
                  <a:srgbClr val="004776"/>
                </a:gs>
              </a:gsLst>
              <a:path path="shape">
                <a:fillToRect l="50000" t="50000" r="50000" b="50000"/>
              </a:path>
            </a:gradFill>
            <a:ln w="38100">
              <a:solidFill>
                <a:srgbClr val="FF99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2138" name="Line 43"/>
            <p:cNvSpPr>
              <a:spLocks noChangeShapeType="1"/>
            </p:cNvSpPr>
            <p:nvPr/>
          </p:nvSpPr>
          <p:spPr bwMode="auto">
            <a:xfrm>
              <a:off x="1497" y="2160"/>
              <a:ext cx="1065" cy="0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 type="oval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2139" name="Line 44"/>
            <p:cNvSpPr>
              <a:spLocks noChangeShapeType="1"/>
            </p:cNvSpPr>
            <p:nvPr/>
          </p:nvSpPr>
          <p:spPr bwMode="auto">
            <a:xfrm flipV="1">
              <a:off x="1497" y="2160"/>
              <a:ext cx="0" cy="912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2140" name="Line 45"/>
            <p:cNvSpPr>
              <a:spLocks noChangeShapeType="1"/>
            </p:cNvSpPr>
            <p:nvPr/>
          </p:nvSpPr>
          <p:spPr bwMode="auto">
            <a:xfrm>
              <a:off x="1270" y="2977"/>
              <a:ext cx="104" cy="0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32141" name="Group 46"/>
            <p:cNvGrpSpPr>
              <a:grpSpLocks/>
            </p:cNvGrpSpPr>
            <p:nvPr/>
          </p:nvGrpSpPr>
          <p:grpSpPr bwMode="auto">
            <a:xfrm>
              <a:off x="1315" y="2206"/>
              <a:ext cx="128" cy="136"/>
              <a:chOff x="648" y="2472"/>
              <a:chExt cx="128" cy="136"/>
            </a:xfrm>
          </p:grpSpPr>
          <p:sp>
            <p:nvSpPr>
              <p:cNvPr id="132142" name="Line 47"/>
              <p:cNvSpPr>
                <a:spLocks noChangeShapeType="1"/>
              </p:cNvSpPr>
              <p:nvPr/>
            </p:nvSpPr>
            <p:spPr bwMode="auto">
              <a:xfrm>
                <a:off x="648" y="2536"/>
                <a:ext cx="128" cy="0"/>
              </a:xfrm>
              <a:prstGeom prst="line">
                <a:avLst/>
              </a:prstGeom>
              <a:noFill/>
              <a:ln w="28575">
                <a:solidFill>
                  <a:schemeClr val="bg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2143" name="Line 48"/>
              <p:cNvSpPr>
                <a:spLocks noChangeShapeType="1"/>
              </p:cNvSpPr>
              <p:nvPr/>
            </p:nvSpPr>
            <p:spPr bwMode="auto">
              <a:xfrm>
                <a:off x="704" y="2472"/>
                <a:ext cx="0" cy="136"/>
              </a:xfrm>
              <a:prstGeom prst="line">
                <a:avLst/>
              </a:prstGeom>
              <a:noFill/>
              <a:ln w="28575">
                <a:solidFill>
                  <a:schemeClr val="bg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132144" name="Group 49"/>
            <p:cNvGrpSpPr>
              <a:grpSpLocks/>
            </p:cNvGrpSpPr>
            <p:nvPr/>
          </p:nvGrpSpPr>
          <p:grpSpPr bwMode="auto">
            <a:xfrm>
              <a:off x="2222" y="2251"/>
              <a:ext cx="128" cy="136"/>
              <a:chOff x="648" y="2472"/>
              <a:chExt cx="128" cy="136"/>
            </a:xfrm>
          </p:grpSpPr>
          <p:sp>
            <p:nvSpPr>
              <p:cNvPr id="132145" name="Line 50"/>
              <p:cNvSpPr>
                <a:spLocks noChangeShapeType="1"/>
              </p:cNvSpPr>
              <p:nvPr/>
            </p:nvSpPr>
            <p:spPr bwMode="auto">
              <a:xfrm>
                <a:off x="648" y="2536"/>
                <a:ext cx="128" cy="0"/>
              </a:xfrm>
              <a:prstGeom prst="line">
                <a:avLst/>
              </a:prstGeom>
              <a:noFill/>
              <a:ln w="28575">
                <a:solidFill>
                  <a:schemeClr val="bg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2146" name="Line 51"/>
              <p:cNvSpPr>
                <a:spLocks noChangeShapeType="1"/>
              </p:cNvSpPr>
              <p:nvPr/>
            </p:nvSpPr>
            <p:spPr bwMode="auto">
              <a:xfrm>
                <a:off x="704" y="2472"/>
                <a:ext cx="0" cy="136"/>
              </a:xfrm>
              <a:prstGeom prst="line">
                <a:avLst/>
              </a:prstGeom>
              <a:noFill/>
              <a:ln w="28575">
                <a:solidFill>
                  <a:schemeClr val="bg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32147" name="Line 52"/>
            <p:cNvSpPr>
              <a:spLocks noChangeShapeType="1"/>
            </p:cNvSpPr>
            <p:nvPr/>
          </p:nvSpPr>
          <p:spPr bwMode="auto">
            <a:xfrm>
              <a:off x="2222" y="2977"/>
              <a:ext cx="104" cy="0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2148" name="Text Box 53"/>
            <p:cNvSpPr txBox="1">
              <a:spLocks noChangeArrowheads="1"/>
            </p:cNvSpPr>
            <p:nvPr/>
          </p:nvSpPr>
          <p:spPr bwMode="auto">
            <a:xfrm>
              <a:off x="1996" y="2478"/>
              <a:ext cx="440" cy="327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u</a:t>
              </a:r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(</a:t>
              </a:r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t</a:t>
              </a:r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)</a:t>
              </a:r>
            </a:p>
          </p:txBody>
        </p:sp>
        <p:sp>
          <p:nvSpPr>
            <p:cNvPr id="132149" name="Line 54"/>
            <p:cNvSpPr>
              <a:spLocks noChangeShapeType="1"/>
            </p:cNvSpPr>
            <p:nvPr/>
          </p:nvSpPr>
          <p:spPr bwMode="auto">
            <a:xfrm>
              <a:off x="1474" y="3067"/>
              <a:ext cx="1179" cy="0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2150" name="Rectangle 55"/>
            <p:cNvSpPr>
              <a:spLocks noChangeArrowheads="1"/>
            </p:cNvSpPr>
            <p:nvPr/>
          </p:nvSpPr>
          <p:spPr bwMode="auto">
            <a:xfrm>
              <a:off x="2540" y="2115"/>
              <a:ext cx="635" cy="998"/>
            </a:xfrm>
            <a:prstGeom prst="rect">
              <a:avLst/>
            </a:prstGeom>
            <a:gradFill rotWithShape="1">
              <a:gsLst>
                <a:gs pos="0">
                  <a:srgbClr val="FF9900"/>
                </a:gs>
                <a:gs pos="100000">
                  <a:srgbClr val="764700"/>
                </a:gs>
              </a:gsLst>
              <a:path path="shape">
                <a:fillToRect l="50000" t="50000" r="50000" b="50000"/>
              </a:path>
            </a:gradFill>
            <a:ln w="2857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2151" name="Oval 56"/>
            <p:cNvSpPr>
              <a:spLocks noChangeArrowheads="1"/>
            </p:cNvSpPr>
            <p:nvPr/>
          </p:nvSpPr>
          <p:spPr bwMode="auto">
            <a:xfrm>
              <a:off x="2154" y="3022"/>
              <a:ext cx="91" cy="90"/>
            </a:xfrm>
            <a:prstGeom prst="ellipse">
              <a:avLst/>
            </a:prstGeom>
            <a:solidFill>
              <a:srgbClr val="FFCC00"/>
            </a:solidFill>
            <a:ln w="28575">
              <a:noFill/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32152" name="Group 94"/>
          <p:cNvGrpSpPr>
            <a:grpSpLocks/>
          </p:cNvGrpSpPr>
          <p:nvPr/>
        </p:nvGrpSpPr>
        <p:grpSpPr bwMode="auto">
          <a:xfrm>
            <a:off x="6588125" y="6446838"/>
            <a:ext cx="792163" cy="366712"/>
            <a:chOff x="4649" y="4020"/>
            <a:chExt cx="499" cy="231"/>
          </a:xfrm>
        </p:grpSpPr>
        <p:pic>
          <p:nvPicPr>
            <p:cNvPr id="132153" name="Picture 95" descr="78900"/>
            <p:cNvPicPr>
              <a:picLocks noChangeAspect="1" noChangeArrowheads="1"/>
            </p:cNvPicPr>
            <p:nvPr/>
          </p:nvPicPr>
          <p:blipFill>
            <a:blip r:embed="rId5"/>
            <a:srcRect/>
            <a:stretch>
              <a:fillRect/>
            </a:stretch>
          </p:blipFill>
          <p:spPr bwMode="auto"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32154" name="Text Box 96">
              <a:hlinkClick r:id="rId7" action="ppaction://hlinksldjump"/>
            </p:cNvPr>
            <p:cNvSpPr txBox="1">
              <a:spLocks noChangeArrowheads="1"/>
            </p:cNvSpPr>
            <p:nvPr/>
          </p:nvSpPr>
          <p:spPr bwMode="auto"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0">
                  <a:solidFill>
                    <a:schemeClr val="bg1"/>
                  </a:solidFill>
                  <a:latin typeface="隶书" pitchFamily="49" charset="-122"/>
                  <a:ea typeface="隶书" pitchFamily="49" charset="-122"/>
                </a:rPr>
                <a:t>返 回</a:t>
              </a:r>
            </a:p>
          </p:txBody>
        </p:sp>
      </p:grpSp>
      <p:grpSp>
        <p:nvGrpSpPr>
          <p:cNvPr id="216162" name="Group 98"/>
          <p:cNvGrpSpPr>
            <a:grpSpLocks/>
          </p:cNvGrpSpPr>
          <p:nvPr/>
        </p:nvGrpSpPr>
        <p:grpSpPr bwMode="auto">
          <a:xfrm>
            <a:off x="827088" y="3860800"/>
            <a:ext cx="3067050" cy="2089150"/>
            <a:chOff x="521" y="2432"/>
            <a:chExt cx="1932" cy="1316"/>
          </a:xfrm>
        </p:grpSpPr>
        <p:sp>
          <p:nvSpPr>
            <p:cNvPr id="132156" name="Line 59"/>
            <p:cNvSpPr>
              <a:spLocks noChangeShapeType="1"/>
            </p:cNvSpPr>
            <p:nvPr/>
          </p:nvSpPr>
          <p:spPr bwMode="auto">
            <a:xfrm flipV="1">
              <a:off x="793" y="2795"/>
              <a:ext cx="0" cy="912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2157" name="Text Box 62"/>
            <p:cNvSpPr txBox="1">
              <a:spLocks noChangeArrowheads="1"/>
            </p:cNvSpPr>
            <p:nvPr/>
          </p:nvSpPr>
          <p:spPr bwMode="auto">
            <a:xfrm>
              <a:off x="793" y="2831"/>
              <a:ext cx="250" cy="327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I</a:t>
              </a:r>
              <a:r>
                <a:rPr lang="en-US" altLang="zh-CN" b="0" i="1" baseline="-2500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s</a:t>
              </a:r>
              <a:endParaRPr lang="en-US" altLang="zh-CN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132158" name="Line 63"/>
            <p:cNvSpPr>
              <a:spLocks noChangeShapeType="1"/>
            </p:cNvSpPr>
            <p:nvPr/>
          </p:nvSpPr>
          <p:spPr bwMode="auto">
            <a:xfrm>
              <a:off x="1387" y="2750"/>
              <a:ext cx="384" cy="0"/>
            </a:xfrm>
            <a:prstGeom prst="line">
              <a:avLst/>
            </a:prstGeom>
            <a:noFill/>
            <a:ln w="28575">
              <a:solidFill>
                <a:srgbClr val="00FFFF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132159" name="Object 64"/>
            <p:cNvGraphicFramePr>
              <a:graphicFrameLocks noChangeAspect="1"/>
            </p:cNvGraphicFramePr>
            <p:nvPr/>
          </p:nvGraphicFramePr>
          <p:xfrm>
            <a:off x="1387" y="2432"/>
            <a:ext cx="416" cy="312"/>
          </p:xfrm>
          <a:graphic>
            <a:graphicData uri="http://schemas.openxmlformats.org/presentationml/2006/ole">
              <p:oleObj spid="_x0000_s132159" r:id="rId8" imgW="266400" imgH="196200" progId="Equation.3">
                <p:embed/>
              </p:oleObj>
            </a:graphicData>
          </a:graphic>
        </p:graphicFrame>
        <p:sp>
          <p:nvSpPr>
            <p:cNvPr id="132160" name="Text Box 65"/>
            <p:cNvSpPr txBox="1">
              <a:spLocks noChangeArrowheads="1"/>
            </p:cNvSpPr>
            <p:nvPr/>
          </p:nvSpPr>
          <p:spPr bwMode="auto">
            <a:xfrm>
              <a:off x="1185" y="2841"/>
              <a:ext cx="228" cy="327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k</a:t>
              </a:r>
            </a:p>
          </p:txBody>
        </p:sp>
        <p:sp>
          <p:nvSpPr>
            <p:cNvPr id="132161" name="Line 66"/>
            <p:cNvSpPr>
              <a:spLocks noChangeShapeType="1"/>
            </p:cNvSpPr>
            <p:nvPr/>
          </p:nvSpPr>
          <p:spPr bwMode="auto">
            <a:xfrm>
              <a:off x="775" y="2795"/>
              <a:ext cx="355" cy="0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 type="oval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2162" name="Line 67"/>
            <p:cNvSpPr>
              <a:spLocks noChangeShapeType="1"/>
            </p:cNvSpPr>
            <p:nvPr/>
          </p:nvSpPr>
          <p:spPr bwMode="auto">
            <a:xfrm>
              <a:off x="1115" y="2795"/>
              <a:ext cx="90" cy="227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2163" name="Line 68"/>
            <p:cNvSpPr>
              <a:spLocks noChangeShapeType="1"/>
            </p:cNvSpPr>
            <p:nvPr/>
          </p:nvSpPr>
          <p:spPr bwMode="auto">
            <a:xfrm>
              <a:off x="1183" y="2994"/>
              <a:ext cx="0" cy="709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 type="oval" w="med" len="med"/>
              <a:tailEnd type="oval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2164" name="Line 69"/>
            <p:cNvSpPr>
              <a:spLocks noChangeShapeType="1"/>
            </p:cNvSpPr>
            <p:nvPr/>
          </p:nvSpPr>
          <p:spPr bwMode="auto">
            <a:xfrm>
              <a:off x="521" y="3612"/>
              <a:ext cx="104" cy="0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32165" name="Group 70"/>
            <p:cNvGrpSpPr>
              <a:grpSpLocks/>
            </p:cNvGrpSpPr>
            <p:nvPr/>
          </p:nvGrpSpPr>
          <p:grpSpPr bwMode="auto">
            <a:xfrm>
              <a:off x="529" y="2886"/>
              <a:ext cx="128" cy="136"/>
              <a:chOff x="648" y="2472"/>
              <a:chExt cx="128" cy="136"/>
            </a:xfrm>
          </p:grpSpPr>
          <p:sp>
            <p:nvSpPr>
              <p:cNvPr id="132166" name="Line 71"/>
              <p:cNvSpPr>
                <a:spLocks noChangeShapeType="1"/>
              </p:cNvSpPr>
              <p:nvPr/>
            </p:nvSpPr>
            <p:spPr bwMode="auto">
              <a:xfrm>
                <a:off x="648" y="2536"/>
                <a:ext cx="128" cy="0"/>
              </a:xfrm>
              <a:prstGeom prst="line">
                <a:avLst/>
              </a:prstGeom>
              <a:noFill/>
              <a:ln w="28575">
                <a:solidFill>
                  <a:schemeClr val="bg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2167" name="Line 72"/>
              <p:cNvSpPr>
                <a:spLocks noChangeShapeType="1"/>
              </p:cNvSpPr>
              <p:nvPr/>
            </p:nvSpPr>
            <p:spPr bwMode="auto">
              <a:xfrm>
                <a:off x="704" y="2472"/>
                <a:ext cx="0" cy="136"/>
              </a:xfrm>
              <a:prstGeom prst="line">
                <a:avLst/>
              </a:prstGeom>
              <a:noFill/>
              <a:ln w="28575">
                <a:solidFill>
                  <a:schemeClr val="bg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32168" name="Line 73"/>
            <p:cNvSpPr>
              <a:spLocks noChangeShapeType="1"/>
            </p:cNvSpPr>
            <p:nvPr/>
          </p:nvSpPr>
          <p:spPr bwMode="auto">
            <a:xfrm>
              <a:off x="775" y="3703"/>
              <a:ext cx="1179" cy="0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2169" name="Line 74"/>
            <p:cNvSpPr>
              <a:spLocks noChangeShapeType="1"/>
            </p:cNvSpPr>
            <p:nvPr/>
          </p:nvSpPr>
          <p:spPr bwMode="auto">
            <a:xfrm>
              <a:off x="1432" y="2841"/>
              <a:ext cx="567" cy="0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 type="oval" w="med" len="med"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2170" name="Line 75"/>
            <p:cNvSpPr>
              <a:spLocks noChangeShapeType="1"/>
            </p:cNvSpPr>
            <p:nvPr/>
          </p:nvSpPr>
          <p:spPr bwMode="auto">
            <a:xfrm flipV="1">
              <a:off x="1115" y="2795"/>
              <a:ext cx="227" cy="181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2171" name="Rectangle 76"/>
            <p:cNvSpPr>
              <a:spLocks noChangeArrowheads="1"/>
            </p:cNvSpPr>
            <p:nvPr/>
          </p:nvSpPr>
          <p:spPr bwMode="auto">
            <a:xfrm>
              <a:off x="1818" y="2750"/>
              <a:ext cx="635" cy="998"/>
            </a:xfrm>
            <a:prstGeom prst="rect">
              <a:avLst/>
            </a:prstGeom>
            <a:gradFill rotWithShape="1">
              <a:gsLst>
                <a:gs pos="0">
                  <a:srgbClr val="FF9900"/>
                </a:gs>
                <a:gs pos="100000">
                  <a:srgbClr val="764700"/>
                </a:gs>
              </a:gsLst>
              <a:path path="shape">
                <a:fillToRect l="50000" t="50000" r="50000" b="50000"/>
              </a:path>
            </a:gradFill>
            <a:ln w="2857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2172" name="Line 77"/>
            <p:cNvSpPr>
              <a:spLocks noChangeShapeType="1"/>
            </p:cNvSpPr>
            <p:nvPr/>
          </p:nvSpPr>
          <p:spPr bwMode="auto">
            <a:xfrm flipV="1">
              <a:off x="793" y="2885"/>
              <a:ext cx="0" cy="318"/>
            </a:xfrm>
            <a:prstGeom prst="line">
              <a:avLst/>
            </a:prstGeom>
            <a:noFill/>
            <a:ln w="28575">
              <a:solidFill>
                <a:srgbClr val="00FFFF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32173" name="Group 97"/>
            <p:cNvGrpSpPr>
              <a:grpSpLocks/>
            </p:cNvGrpSpPr>
            <p:nvPr/>
          </p:nvGrpSpPr>
          <p:grpSpPr bwMode="auto">
            <a:xfrm>
              <a:off x="612" y="3158"/>
              <a:ext cx="363" cy="363"/>
              <a:chOff x="593" y="3022"/>
              <a:chExt cx="363" cy="363"/>
            </a:xfrm>
          </p:grpSpPr>
          <p:sp>
            <p:nvSpPr>
              <p:cNvPr id="132174" name="Oval 60"/>
              <p:cNvSpPr>
                <a:spLocks noChangeArrowheads="1"/>
              </p:cNvSpPr>
              <p:nvPr/>
            </p:nvSpPr>
            <p:spPr bwMode="auto">
              <a:xfrm>
                <a:off x="593" y="3022"/>
                <a:ext cx="363" cy="363"/>
              </a:xfrm>
              <a:prstGeom prst="ellipse">
                <a:avLst/>
              </a:prstGeom>
              <a:gradFill rotWithShape="1">
                <a:gsLst>
                  <a:gs pos="0">
                    <a:srgbClr val="0099FF"/>
                  </a:gs>
                  <a:gs pos="100000">
                    <a:srgbClr val="004776"/>
                  </a:gs>
                </a:gsLst>
                <a:path path="shape">
                  <a:fillToRect l="50000" t="50000" r="50000" b="50000"/>
                </a:path>
              </a:gradFill>
              <a:ln w="38100">
                <a:solidFill>
                  <a:srgbClr val="FF99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32175" name="Line 61"/>
              <p:cNvSpPr>
                <a:spLocks noChangeShapeType="1"/>
              </p:cNvSpPr>
              <p:nvPr/>
            </p:nvSpPr>
            <p:spPr bwMode="auto">
              <a:xfrm>
                <a:off x="615" y="3203"/>
                <a:ext cx="318" cy="0"/>
              </a:xfrm>
              <a:prstGeom prst="line">
                <a:avLst/>
              </a:prstGeom>
              <a:noFill/>
              <a:ln w="28575">
                <a:solidFill>
                  <a:srgbClr val="FF99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grpSp>
        <p:nvGrpSpPr>
          <p:cNvPr id="216164" name="Group 100"/>
          <p:cNvGrpSpPr>
            <a:grpSpLocks/>
          </p:cNvGrpSpPr>
          <p:nvPr/>
        </p:nvGrpSpPr>
        <p:grpSpPr bwMode="auto">
          <a:xfrm>
            <a:off x="5364163" y="4365625"/>
            <a:ext cx="2989262" cy="1584325"/>
            <a:chOff x="3379" y="2750"/>
            <a:chExt cx="1883" cy="998"/>
          </a:xfrm>
        </p:grpSpPr>
        <p:sp>
          <p:nvSpPr>
            <p:cNvPr id="132177" name="Line 79"/>
            <p:cNvSpPr>
              <a:spLocks noChangeShapeType="1"/>
            </p:cNvSpPr>
            <p:nvPr/>
          </p:nvSpPr>
          <p:spPr bwMode="auto">
            <a:xfrm flipV="1">
              <a:off x="3560" y="2795"/>
              <a:ext cx="0" cy="912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132178" name="Object 81"/>
            <p:cNvGraphicFramePr>
              <a:graphicFrameLocks noChangeAspect="1"/>
            </p:cNvGraphicFramePr>
            <p:nvPr/>
          </p:nvGraphicFramePr>
          <p:xfrm>
            <a:off x="3583" y="2877"/>
            <a:ext cx="612" cy="326"/>
          </p:xfrm>
          <a:graphic>
            <a:graphicData uri="http://schemas.openxmlformats.org/presentationml/2006/ole">
              <p:oleObj spid="_x0000_s132178" r:id="rId9" imgW="405720" imgH="207720" progId="Equation.3">
                <p:embed/>
              </p:oleObj>
            </a:graphicData>
          </a:graphic>
        </p:graphicFrame>
        <p:sp>
          <p:nvSpPr>
            <p:cNvPr id="132179" name="Line 82"/>
            <p:cNvSpPr>
              <a:spLocks noChangeShapeType="1"/>
            </p:cNvSpPr>
            <p:nvPr/>
          </p:nvSpPr>
          <p:spPr bwMode="auto">
            <a:xfrm flipH="1" flipV="1">
              <a:off x="3560" y="2840"/>
              <a:ext cx="1" cy="410"/>
            </a:xfrm>
            <a:prstGeom prst="line">
              <a:avLst/>
            </a:prstGeom>
            <a:noFill/>
            <a:ln w="28575">
              <a:solidFill>
                <a:srgbClr val="00FFFF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2180" name="Oval 84"/>
            <p:cNvSpPr>
              <a:spLocks noChangeArrowheads="1"/>
            </p:cNvSpPr>
            <p:nvPr/>
          </p:nvSpPr>
          <p:spPr bwMode="auto">
            <a:xfrm>
              <a:off x="4241" y="2750"/>
              <a:ext cx="91" cy="90"/>
            </a:xfrm>
            <a:prstGeom prst="ellipse">
              <a:avLst/>
            </a:prstGeom>
            <a:solidFill>
              <a:srgbClr val="FFCC00"/>
            </a:solidFill>
            <a:ln w="28575">
              <a:noFill/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2181" name="Line 85"/>
            <p:cNvSpPr>
              <a:spLocks noChangeShapeType="1"/>
            </p:cNvSpPr>
            <p:nvPr/>
          </p:nvSpPr>
          <p:spPr bwMode="auto">
            <a:xfrm>
              <a:off x="3560" y="2795"/>
              <a:ext cx="1089" cy="0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 type="oval" w="med" len="med"/>
            </a:ln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32182" name="Group 86"/>
            <p:cNvGrpSpPr>
              <a:grpSpLocks/>
            </p:cNvGrpSpPr>
            <p:nvPr/>
          </p:nvGrpSpPr>
          <p:grpSpPr bwMode="auto">
            <a:xfrm>
              <a:off x="4385" y="2840"/>
              <a:ext cx="128" cy="136"/>
              <a:chOff x="648" y="2472"/>
              <a:chExt cx="128" cy="136"/>
            </a:xfrm>
          </p:grpSpPr>
          <p:sp>
            <p:nvSpPr>
              <p:cNvPr id="132183" name="Line 87"/>
              <p:cNvSpPr>
                <a:spLocks noChangeShapeType="1"/>
              </p:cNvSpPr>
              <p:nvPr/>
            </p:nvSpPr>
            <p:spPr bwMode="auto">
              <a:xfrm>
                <a:off x="648" y="2536"/>
                <a:ext cx="128" cy="0"/>
              </a:xfrm>
              <a:prstGeom prst="line">
                <a:avLst/>
              </a:prstGeom>
              <a:noFill/>
              <a:ln w="28575">
                <a:solidFill>
                  <a:schemeClr val="bg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2184" name="Line 88"/>
              <p:cNvSpPr>
                <a:spLocks noChangeShapeType="1"/>
              </p:cNvSpPr>
              <p:nvPr/>
            </p:nvSpPr>
            <p:spPr bwMode="auto">
              <a:xfrm>
                <a:off x="704" y="2472"/>
                <a:ext cx="0" cy="136"/>
              </a:xfrm>
              <a:prstGeom prst="line">
                <a:avLst/>
              </a:prstGeom>
              <a:noFill/>
              <a:ln w="28575">
                <a:solidFill>
                  <a:schemeClr val="bg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32185" name="Line 89"/>
            <p:cNvSpPr>
              <a:spLocks noChangeShapeType="1"/>
            </p:cNvSpPr>
            <p:nvPr/>
          </p:nvSpPr>
          <p:spPr bwMode="auto">
            <a:xfrm>
              <a:off x="4409" y="3612"/>
              <a:ext cx="104" cy="0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2186" name="Text Box 90"/>
            <p:cNvSpPr txBox="1">
              <a:spLocks noChangeArrowheads="1"/>
            </p:cNvSpPr>
            <p:nvPr/>
          </p:nvSpPr>
          <p:spPr bwMode="auto">
            <a:xfrm>
              <a:off x="4195" y="3067"/>
              <a:ext cx="440" cy="327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u</a:t>
              </a:r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(</a:t>
              </a:r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t</a:t>
              </a:r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)</a:t>
              </a:r>
            </a:p>
          </p:txBody>
        </p:sp>
        <p:sp>
          <p:nvSpPr>
            <p:cNvPr id="132187" name="Line 91"/>
            <p:cNvSpPr>
              <a:spLocks noChangeShapeType="1"/>
            </p:cNvSpPr>
            <p:nvPr/>
          </p:nvSpPr>
          <p:spPr bwMode="auto">
            <a:xfrm>
              <a:off x="3561" y="3702"/>
              <a:ext cx="1179" cy="0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2188" name="Rectangle 92"/>
            <p:cNvSpPr>
              <a:spLocks noChangeArrowheads="1"/>
            </p:cNvSpPr>
            <p:nvPr/>
          </p:nvSpPr>
          <p:spPr bwMode="auto">
            <a:xfrm>
              <a:off x="4627" y="2750"/>
              <a:ext cx="635" cy="998"/>
            </a:xfrm>
            <a:prstGeom prst="rect">
              <a:avLst/>
            </a:prstGeom>
            <a:gradFill rotWithShape="1">
              <a:gsLst>
                <a:gs pos="0">
                  <a:srgbClr val="FF9900"/>
                </a:gs>
                <a:gs pos="100000">
                  <a:srgbClr val="764700"/>
                </a:gs>
              </a:gsLst>
              <a:path path="shape">
                <a:fillToRect l="50000" t="50000" r="50000" b="50000"/>
              </a:path>
            </a:gradFill>
            <a:ln w="2857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2189" name="Oval 93"/>
            <p:cNvSpPr>
              <a:spLocks noChangeArrowheads="1"/>
            </p:cNvSpPr>
            <p:nvPr/>
          </p:nvSpPr>
          <p:spPr bwMode="auto">
            <a:xfrm>
              <a:off x="4241" y="3657"/>
              <a:ext cx="91" cy="90"/>
            </a:xfrm>
            <a:prstGeom prst="ellipse">
              <a:avLst/>
            </a:prstGeom>
            <a:solidFill>
              <a:srgbClr val="FFCC00"/>
            </a:solidFill>
            <a:ln w="28575">
              <a:noFill/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132190" name="Group 99"/>
            <p:cNvGrpSpPr>
              <a:grpSpLocks/>
            </p:cNvGrpSpPr>
            <p:nvPr/>
          </p:nvGrpSpPr>
          <p:grpSpPr bwMode="auto">
            <a:xfrm>
              <a:off x="3379" y="3203"/>
              <a:ext cx="363" cy="363"/>
              <a:chOff x="3402" y="3022"/>
              <a:chExt cx="363" cy="363"/>
            </a:xfrm>
          </p:grpSpPr>
          <p:sp>
            <p:nvSpPr>
              <p:cNvPr id="132191" name="Oval 80"/>
              <p:cNvSpPr>
                <a:spLocks noChangeArrowheads="1"/>
              </p:cNvSpPr>
              <p:nvPr/>
            </p:nvSpPr>
            <p:spPr bwMode="auto">
              <a:xfrm>
                <a:off x="3402" y="3022"/>
                <a:ext cx="363" cy="363"/>
              </a:xfrm>
              <a:prstGeom prst="ellipse">
                <a:avLst/>
              </a:prstGeom>
              <a:gradFill rotWithShape="1">
                <a:gsLst>
                  <a:gs pos="0">
                    <a:srgbClr val="0099FF"/>
                  </a:gs>
                  <a:gs pos="100000">
                    <a:srgbClr val="004776"/>
                  </a:gs>
                </a:gsLst>
                <a:path path="shape">
                  <a:fillToRect l="50000" t="50000" r="50000" b="50000"/>
                </a:path>
              </a:gradFill>
              <a:ln w="38100">
                <a:solidFill>
                  <a:srgbClr val="FF99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32192" name="Line 83"/>
              <p:cNvSpPr>
                <a:spLocks noChangeShapeType="1"/>
              </p:cNvSpPr>
              <p:nvPr/>
            </p:nvSpPr>
            <p:spPr bwMode="auto">
              <a:xfrm>
                <a:off x="3425" y="3204"/>
                <a:ext cx="318" cy="0"/>
              </a:xfrm>
              <a:prstGeom prst="line">
                <a:avLst/>
              </a:prstGeom>
              <a:noFill/>
              <a:ln w="28575">
                <a:solidFill>
                  <a:srgbClr val="FF99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160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160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2000"/>
                                        <p:tgtEl>
                                          <p:spTgt spid="2160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1000"/>
                                        <p:tgtEl>
                                          <p:spTgt spid="2160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2160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216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000"/>
                            </p:stCondLst>
                            <p:childTnLst>
                              <p:par>
                                <p:cTn id="2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2160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216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500"/>
                                        <p:tgtEl>
                                          <p:spTgt spid="2160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"/>
                            </p:stCondLst>
                            <p:childTnLst>
                              <p:par>
                                <p:cTn id="4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216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1000"/>
                            </p:stCondLst>
                            <p:childTnLst>
                              <p:par>
                                <p:cTn id="47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9" dur="500"/>
                                        <p:tgtEl>
                                          <p:spTgt spid="2160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6069" grpId="0" animBg="1"/>
      <p:bldP spid="216070" grpId="0" animBg="1"/>
      <p:bldP spid="216071" grpId="0"/>
      <p:bldP spid="216075" grpId="0" animBg="1"/>
    </p:bldLst>
  </p:timing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090" name="Text Box 2"/>
          <p:cNvSpPr txBox="1">
            <a:spLocks noChangeArrowheads="1"/>
          </p:cNvSpPr>
          <p:nvPr/>
        </p:nvSpPr>
        <p:spPr bwMode="auto">
          <a:xfrm>
            <a:off x="684213" y="549275"/>
            <a:ext cx="381635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marL="342900" indent="-342900">
              <a:buFontTx/>
              <a:buAutoNum type="circleNumDbPlain" startAt="2"/>
            </a:pPr>
            <a:r>
              <a:rPr lang="zh-CN" altLang="en-US">
                <a:latin typeface="Times New Roman" pitchFamily="18" charset="0"/>
              </a:rPr>
              <a:t>起始一个函数</a:t>
            </a:r>
            <a:endParaRPr lang="zh-CN" altLang="en-US"/>
          </a:p>
        </p:txBody>
      </p:sp>
      <p:grpSp>
        <p:nvGrpSpPr>
          <p:cNvPr id="217091" name="Group 3"/>
          <p:cNvGrpSpPr>
            <a:grpSpLocks/>
          </p:cNvGrpSpPr>
          <p:nvPr/>
        </p:nvGrpSpPr>
        <p:grpSpPr bwMode="auto">
          <a:xfrm>
            <a:off x="2124075" y="3860800"/>
            <a:ext cx="5688013" cy="2592388"/>
            <a:chOff x="1202" y="2432"/>
            <a:chExt cx="3583" cy="1633"/>
          </a:xfrm>
        </p:grpSpPr>
        <p:sp>
          <p:nvSpPr>
            <p:cNvPr id="133123" name="Line 4"/>
            <p:cNvSpPr>
              <a:spLocks noChangeShapeType="1"/>
            </p:cNvSpPr>
            <p:nvPr/>
          </p:nvSpPr>
          <p:spPr bwMode="auto">
            <a:xfrm flipH="1" flipV="1">
              <a:off x="1474" y="2478"/>
              <a:ext cx="8" cy="1186"/>
            </a:xfrm>
            <a:prstGeom prst="line">
              <a:avLst/>
            </a:prstGeom>
            <a:noFill/>
            <a:ln w="28575">
              <a:solidFill>
                <a:srgbClr val="FFFF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124" name="Text Box 5"/>
            <p:cNvSpPr txBox="1">
              <a:spLocks noChangeArrowheads="1"/>
            </p:cNvSpPr>
            <p:nvPr/>
          </p:nvSpPr>
          <p:spPr bwMode="auto">
            <a:xfrm>
              <a:off x="2925" y="3430"/>
              <a:ext cx="178" cy="32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t</a:t>
              </a:r>
              <a:endParaRPr lang="en-US" altLang="zh-CN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133125" name="Text Box 6"/>
            <p:cNvSpPr txBox="1">
              <a:spLocks noChangeArrowheads="1"/>
            </p:cNvSpPr>
            <p:nvPr/>
          </p:nvSpPr>
          <p:spPr bwMode="auto">
            <a:xfrm>
              <a:off x="1565" y="2432"/>
              <a:ext cx="446" cy="32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f </a:t>
              </a:r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(</a:t>
              </a:r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t</a:t>
              </a:r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)</a:t>
              </a:r>
            </a:p>
          </p:txBody>
        </p:sp>
        <p:sp>
          <p:nvSpPr>
            <p:cNvPr id="133126" name="Line 7"/>
            <p:cNvSpPr>
              <a:spLocks noChangeShapeType="1"/>
            </p:cNvSpPr>
            <p:nvPr/>
          </p:nvSpPr>
          <p:spPr bwMode="auto">
            <a:xfrm flipV="1">
              <a:off x="1286" y="3475"/>
              <a:ext cx="3499" cy="1"/>
            </a:xfrm>
            <a:prstGeom prst="line">
              <a:avLst/>
            </a:prstGeom>
            <a:noFill/>
            <a:ln w="28575">
              <a:solidFill>
                <a:srgbClr val="FFFF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127" name="Text Box 8"/>
            <p:cNvSpPr txBox="1">
              <a:spLocks noChangeArrowheads="1"/>
            </p:cNvSpPr>
            <p:nvPr/>
          </p:nvSpPr>
          <p:spPr bwMode="auto">
            <a:xfrm>
              <a:off x="1202" y="3472"/>
              <a:ext cx="260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pPr algn="ctr"/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0</a:t>
              </a:r>
            </a:p>
          </p:txBody>
        </p:sp>
        <p:sp>
          <p:nvSpPr>
            <p:cNvPr id="133128" name="Freeform 9"/>
            <p:cNvSpPr>
              <a:spLocks noChangeArrowheads="1"/>
            </p:cNvSpPr>
            <p:nvPr/>
          </p:nvSpPr>
          <p:spPr bwMode="auto">
            <a:xfrm>
              <a:off x="1791" y="2886"/>
              <a:ext cx="2449" cy="1179"/>
            </a:xfrm>
            <a:custGeom>
              <a:avLst/>
              <a:gdLst/>
              <a:ahLst/>
              <a:cxnLst>
                <a:cxn ang="0">
                  <a:pos x="0" y="453"/>
                </a:cxn>
                <a:cxn ang="0">
                  <a:pos x="499" y="0"/>
                </a:cxn>
                <a:cxn ang="0">
                  <a:pos x="907" y="453"/>
                </a:cxn>
                <a:cxn ang="0">
                  <a:pos x="1270" y="907"/>
                </a:cxn>
                <a:cxn ang="0">
                  <a:pos x="1724" y="453"/>
                </a:cxn>
              </a:cxnLst>
              <a:rect l="0" t="0" r="r" b="b"/>
              <a:pathLst>
                <a:path w="1724" h="907">
                  <a:moveTo>
                    <a:pt x="0" y="453"/>
                  </a:moveTo>
                  <a:cubicBezTo>
                    <a:pt x="174" y="226"/>
                    <a:pt x="348" y="0"/>
                    <a:pt x="499" y="0"/>
                  </a:cubicBezTo>
                  <a:cubicBezTo>
                    <a:pt x="650" y="0"/>
                    <a:pt x="779" y="302"/>
                    <a:pt x="907" y="453"/>
                  </a:cubicBezTo>
                  <a:cubicBezTo>
                    <a:pt x="1035" y="604"/>
                    <a:pt x="1134" y="907"/>
                    <a:pt x="1270" y="907"/>
                  </a:cubicBezTo>
                  <a:cubicBezTo>
                    <a:pt x="1406" y="907"/>
                    <a:pt x="1656" y="529"/>
                    <a:pt x="1724" y="453"/>
                  </a:cubicBezTo>
                </a:path>
              </a:pathLst>
            </a:custGeom>
            <a:noFill/>
            <a:ln w="28575">
              <a:solidFill>
                <a:srgbClr val="FF33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133129" name="Object 10"/>
            <p:cNvGraphicFramePr>
              <a:graphicFrameLocks noChangeAspect="1"/>
            </p:cNvGraphicFramePr>
            <p:nvPr/>
          </p:nvGraphicFramePr>
          <p:xfrm>
            <a:off x="2835" y="2659"/>
            <a:ext cx="1796" cy="344"/>
          </p:xfrm>
          <a:graphic>
            <a:graphicData uri="http://schemas.openxmlformats.org/presentationml/2006/ole">
              <p:oleObj spid="_x0000_s133129" r:id="rId3" imgW="1135440" imgH="207720" progId="Equation.3">
                <p:embed/>
              </p:oleObj>
            </a:graphicData>
          </a:graphic>
        </p:graphicFrame>
        <p:sp>
          <p:nvSpPr>
            <p:cNvPr id="133130" name="Text Box 11"/>
            <p:cNvSpPr txBox="1">
              <a:spLocks noChangeArrowheads="1"/>
            </p:cNvSpPr>
            <p:nvPr/>
          </p:nvSpPr>
          <p:spPr bwMode="auto">
            <a:xfrm>
              <a:off x="1655" y="3430"/>
              <a:ext cx="318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ea typeface="仿宋_GB2312" pitchFamily="49" charset="-122"/>
                </a:rPr>
                <a:t>t</a:t>
              </a:r>
              <a:r>
                <a:rPr lang="en-US" altLang="zh-CN" b="0" baseline="-25000">
                  <a:solidFill>
                    <a:schemeClr val="bg1"/>
                  </a:solidFill>
                  <a:latin typeface="Times New Roman" pitchFamily="18" charset="0"/>
                  <a:ea typeface="仿宋_GB2312" pitchFamily="49" charset="-122"/>
                </a:rPr>
                <a:t>0</a:t>
              </a:r>
            </a:p>
          </p:txBody>
        </p:sp>
      </p:grpSp>
      <p:sp>
        <p:nvSpPr>
          <p:cNvPr id="217100" name="Text Box 12"/>
          <p:cNvSpPr txBox="1">
            <a:spLocks noChangeArrowheads="1"/>
          </p:cNvSpPr>
          <p:nvPr/>
        </p:nvSpPr>
        <p:spPr bwMode="auto">
          <a:xfrm>
            <a:off x="682625" y="3357563"/>
            <a:ext cx="2881313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marL="342900" indent="-342900">
              <a:buFontTx/>
              <a:buAutoNum type="circleNumDbPlain" startAt="3"/>
            </a:pPr>
            <a:r>
              <a:rPr lang="zh-CN" altLang="en-US">
                <a:latin typeface="楷体_GB2312" pitchFamily="49" charset="-122"/>
              </a:rPr>
              <a:t>延迟一个函数</a:t>
            </a:r>
          </a:p>
        </p:txBody>
      </p:sp>
      <p:grpSp>
        <p:nvGrpSpPr>
          <p:cNvPr id="133132" name="Group 13"/>
          <p:cNvGrpSpPr>
            <a:grpSpLocks/>
          </p:cNvGrpSpPr>
          <p:nvPr/>
        </p:nvGrpSpPr>
        <p:grpSpPr bwMode="auto"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133133" name="Picture 14" descr="78900"/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33134" name="Text Box 15">
              <a:hlinkClick r:id="" action="ppaction://hlinkshowjump?jump=nextslide"/>
            </p:cNvPr>
            <p:cNvSpPr txBox="1">
              <a:spLocks noChangeArrowheads="1"/>
            </p:cNvSpPr>
            <p:nvPr/>
          </p:nvSpPr>
          <p:spPr bwMode="auto"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0">
                  <a:solidFill>
                    <a:schemeClr val="bg1"/>
                  </a:solidFill>
                  <a:latin typeface="隶书" pitchFamily="49" charset="-122"/>
                  <a:ea typeface="隶书" pitchFamily="49" charset="-122"/>
                </a:rPr>
                <a:t>下 页</a:t>
              </a:r>
            </a:p>
          </p:txBody>
        </p:sp>
      </p:grpSp>
      <p:grpSp>
        <p:nvGrpSpPr>
          <p:cNvPr id="133135" name="Group 16"/>
          <p:cNvGrpSpPr>
            <a:grpSpLocks/>
          </p:cNvGrpSpPr>
          <p:nvPr/>
        </p:nvGrpSpPr>
        <p:grpSpPr bwMode="auto">
          <a:xfrm>
            <a:off x="7453313" y="6446838"/>
            <a:ext cx="792162" cy="366712"/>
            <a:chOff x="4649" y="4020"/>
            <a:chExt cx="499" cy="231"/>
          </a:xfrm>
        </p:grpSpPr>
        <p:pic>
          <p:nvPicPr>
            <p:cNvPr id="133136" name="Picture 17" descr="78900"/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33137" name="Text Box 18">
              <a:hlinkClick r:id="" action="ppaction://hlinkshowjump?jump=previousslide"/>
            </p:cNvPr>
            <p:cNvSpPr txBox="1">
              <a:spLocks noChangeArrowheads="1"/>
            </p:cNvSpPr>
            <p:nvPr/>
          </p:nvSpPr>
          <p:spPr bwMode="auto"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0">
                  <a:solidFill>
                    <a:schemeClr val="bg1"/>
                  </a:solidFill>
                  <a:latin typeface="隶书" pitchFamily="49" charset="-122"/>
                  <a:ea typeface="隶书" pitchFamily="49" charset="-122"/>
                </a:rPr>
                <a:t>上 页</a:t>
              </a:r>
            </a:p>
          </p:txBody>
        </p:sp>
      </p:grpSp>
      <p:grpSp>
        <p:nvGrpSpPr>
          <p:cNvPr id="217107" name="Group 19"/>
          <p:cNvGrpSpPr>
            <a:grpSpLocks/>
          </p:cNvGrpSpPr>
          <p:nvPr/>
        </p:nvGrpSpPr>
        <p:grpSpPr bwMode="auto">
          <a:xfrm>
            <a:off x="2411413" y="1125538"/>
            <a:ext cx="4819650" cy="2736850"/>
            <a:chOff x="1519" y="618"/>
            <a:chExt cx="3036" cy="1724"/>
          </a:xfrm>
        </p:grpSpPr>
        <p:sp>
          <p:nvSpPr>
            <p:cNvPr id="133139" name="Freeform 20"/>
            <p:cNvSpPr>
              <a:spLocks noChangeArrowheads="1"/>
            </p:cNvSpPr>
            <p:nvPr/>
          </p:nvSpPr>
          <p:spPr bwMode="auto">
            <a:xfrm>
              <a:off x="1791" y="845"/>
              <a:ext cx="2359" cy="1497"/>
            </a:xfrm>
            <a:custGeom>
              <a:avLst/>
              <a:gdLst/>
              <a:ahLst/>
              <a:cxnLst>
                <a:cxn ang="0">
                  <a:pos x="0" y="453"/>
                </a:cxn>
                <a:cxn ang="0">
                  <a:pos x="499" y="0"/>
                </a:cxn>
                <a:cxn ang="0">
                  <a:pos x="907" y="453"/>
                </a:cxn>
                <a:cxn ang="0">
                  <a:pos x="1270" y="907"/>
                </a:cxn>
                <a:cxn ang="0">
                  <a:pos x="1724" y="453"/>
                </a:cxn>
              </a:cxnLst>
              <a:rect l="0" t="0" r="r" b="b"/>
              <a:pathLst>
                <a:path w="1724" h="907">
                  <a:moveTo>
                    <a:pt x="0" y="453"/>
                  </a:moveTo>
                  <a:cubicBezTo>
                    <a:pt x="174" y="226"/>
                    <a:pt x="348" y="0"/>
                    <a:pt x="499" y="0"/>
                  </a:cubicBezTo>
                  <a:cubicBezTo>
                    <a:pt x="650" y="0"/>
                    <a:pt x="779" y="302"/>
                    <a:pt x="907" y="453"/>
                  </a:cubicBezTo>
                  <a:cubicBezTo>
                    <a:pt x="1035" y="604"/>
                    <a:pt x="1134" y="907"/>
                    <a:pt x="1270" y="907"/>
                  </a:cubicBezTo>
                  <a:cubicBezTo>
                    <a:pt x="1406" y="907"/>
                    <a:pt x="1656" y="529"/>
                    <a:pt x="1724" y="453"/>
                  </a:cubicBezTo>
                </a:path>
              </a:pathLst>
            </a:custGeom>
            <a:noFill/>
            <a:ln w="28575">
              <a:solidFill>
                <a:srgbClr val="FF33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33140" name="Group 21"/>
            <p:cNvGrpSpPr>
              <a:grpSpLocks/>
            </p:cNvGrpSpPr>
            <p:nvPr/>
          </p:nvGrpSpPr>
          <p:grpSpPr bwMode="auto">
            <a:xfrm>
              <a:off x="1519" y="618"/>
              <a:ext cx="3036" cy="1325"/>
              <a:chOff x="1519" y="618"/>
              <a:chExt cx="3036" cy="1325"/>
            </a:xfrm>
          </p:grpSpPr>
          <p:sp>
            <p:nvSpPr>
              <p:cNvPr id="133141" name="Text Box 22"/>
              <p:cNvSpPr txBox="1">
                <a:spLocks noChangeArrowheads="1"/>
              </p:cNvSpPr>
              <p:nvPr/>
            </p:nvSpPr>
            <p:spPr bwMode="auto">
              <a:xfrm>
                <a:off x="4377" y="1616"/>
                <a:ext cx="178" cy="327"/>
              </a:xfrm>
              <a:prstGeom prst="rect">
                <a:avLst/>
              </a:prstGeom>
              <a:noFill/>
              <a:ln w="25400">
                <a:noFill/>
                <a:miter lim="800000"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pPr algn="ctr"/>
                <a:r>
                  <a:rPr lang="en-US" altLang="zh-CN" b="0" i="1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rPr>
                  <a:t>t</a:t>
                </a:r>
                <a:endParaRPr lang="en-US" altLang="zh-CN" b="0">
                  <a:ea typeface="仿宋_GB2312" pitchFamily="49" charset="-122"/>
                </a:endParaRPr>
              </a:p>
            </p:txBody>
          </p:sp>
          <p:sp>
            <p:nvSpPr>
              <p:cNvPr id="133142" name="Text Box 23"/>
              <p:cNvSpPr txBox="1">
                <a:spLocks noChangeArrowheads="1"/>
              </p:cNvSpPr>
              <p:nvPr/>
            </p:nvSpPr>
            <p:spPr bwMode="auto">
              <a:xfrm>
                <a:off x="1842" y="618"/>
                <a:ext cx="390" cy="327"/>
              </a:xfrm>
              <a:prstGeom prst="rect">
                <a:avLst/>
              </a:prstGeom>
              <a:noFill/>
              <a:ln w="25400">
                <a:noFill/>
                <a:miter lim="800000"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pPr algn="ctr"/>
                <a:r>
                  <a:rPr lang="en-US" altLang="zh-CN" b="0" i="1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rPr>
                  <a:t>f</a:t>
                </a:r>
                <a:r>
                  <a:rPr lang="en-US" altLang="zh-CN" b="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rPr>
                  <a:t>(</a:t>
                </a:r>
                <a:r>
                  <a:rPr lang="en-US" altLang="zh-CN" b="0" i="1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rPr>
                  <a:t>t</a:t>
                </a:r>
                <a:r>
                  <a:rPr lang="en-US" altLang="zh-CN" b="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rPr>
                  <a:t>)</a:t>
                </a:r>
                <a:endParaRPr lang="en-US" altLang="zh-CN" b="0">
                  <a:ea typeface="仿宋_GB2312" pitchFamily="49" charset="-122"/>
                </a:endParaRPr>
              </a:p>
            </p:txBody>
          </p:sp>
          <p:sp>
            <p:nvSpPr>
              <p:cNvPr id="133143" name="Line 24"/>
              <p:cNvSpPr>
                <a:spLocks noChangeShapeType="1"/>
              </p:cNvSpPr>
              <p:nvPr/>
            </p:nvSpPr>
            <p:spPr bwMode="auto">
              <a:xfrm flipV="1">
                <a:off x="1603" y="1570"/>
                <a:ext cx="2910" cy="1"/>
              </a:xfrm>
              <a:prstGeom prst="line">
                <a:avLst/>
              </a:prstGeom>
              <a:noFill/>
              <a:ln w="28575">
                <a:solidFill>
                  <a:srgbClr val="FFFF00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144" name="Text Box 25"/>
              <p:cNvSpPr txBox="1">
                <a:spLocks noChangeArrowheads="1"/>
              </p:cNvSpPr>
              <p:nvPr/>
            </p:nvSpPr>
            <p:spPr bwMode="auto">
              <a:xfrm>
                <a:off x="1519" y="1567"/>
                <a:ext cx="260" cy="32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anchor="ctr">
                <a:spAutoFit/>
              </a:bodyPr>
              <a:lstStyle/>
              <a:p>
                <a:pPr algn="ctr"/>
                <a:r>
                  <a:rPr lang="en-US" altLang="zh-CN" b="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rPr>
                  <a:t>0</a:t>
                </a:r>
                <a:endParaRPr lang="en-US" altLang="zh-CN" b="0">
                  <a:ea typeface="仿宋_GB2312" pitchFamily="49" charset="-122"/>
                </a:endParaRPr>
              </a:p>
            </p:txBody>
          </p:sp>
          <p:sp>
            <p:nvSpPr>
              <p:cNvPr id="133145" name="Text Box 26"/>
              <p:cNvSpPr txBox="1">
                <a:spLocks noChangeArrowheads="1"/>
              </p:cNvSpPr>
              <p:nvPr/>
            </p:nvSpPr>
            <p:spPr bwMode="auto">
              <a:xfrm>
                <a:off x="2154" y="1570"/>
                <a:ext cx="318" cy="32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r>
                  <a:rPr lang="en-US" altLang="zh-CN" b="0" i="1">
                    <a:solidFill>
                      <a:schemeClr val="bg1"/>
                    </a:solidFill>
                    <a:latin typeface="Times New Roman" pitchFamily="18" charset="0"/>
                    <a:ea typeface="仿宋_GB2312" pitchFamily="49" charset="-122"/>
                  </a:rPr>
                  <a:t>t</a:t>
                </a:r>
                <a:r>
                  <a:rPr lang="en-US" altLang="zh-CN" b="0" baseline="-25000">
                    <a:solidFill>
                      <a:schemeClr val="bg1"/>
                    </a:solidFill>
                    <a:latin typeface="Times New Roman" pitchFamily="18" charset="0"/>
                    <a:ea typeface="仿宋_GB2312" pitchFamily="49" charset="-122"/>
                  </a:rPr>
                  <a:t>0</a:t>
                </a:r>
                <a:endParaRPr lang="en-US" altLang="zh-CN" b="0">
                  <a:ea typeface="仿宋_GB2312" pitchFamily="49" charset="-122"/>
                </a:endParaRPr>
              </a:p>
            </p:txBody>
          </p:sp>
          <p:graphicFrame>
            <p:nvGraphicFramePr>
              <p:cNvPr id="133146" name="Object 27"/>
              <p:cNvGraphicFramePr>
                <a:graphicFrameLocks noChangeAspect="1"/>
              </p:cNvGraphicFramePr>
              <p:nvPr/>
            </p:nvGraphicFramePr>
            <p:xfrm>
              <a:off x="2699" y="754"/>
              <a:ext cx="1017" cy="325"/>
            </p:xfrm>
            <a:graphic>
              <a:graphicData uri="http://schemas.openxmlformats.org/presentationml/2006/ole">
                <p:oleObj spid="_x0000_s133146" r:id="rId5" imgW="637200" imgH="196200" progId="Equation.3">
                  <p:embed/>
                </p:oleObj>
              </a:graphicData>
            </a:graphic>
          </p:graphicFrame>
          <p:sp>
            <p:nvSpPr>
              <p:cNvPr id="133147" name="Line 28"/>
              <p:cNvSpPr>
                <a:spLocks noChangeShapeType="1"/>
              </p:cNvSpPr>
              <p:nvPr/>
            </p:nvSpPr>
            <p:spPr bwMode="auto">
              <a:xfrm flipH="1" flipV="1">
                <a:off x="1791" y="618"/>
                <a:ext cx="0" cy="1315"/>
              </a:xfrm>
              <a:prstGeom prst="line">
                <a:avLst/>
              </a:prstGeom>
              <a:noFill/>
              <a:ln w="28575">
                <a:solidFill>
                  <a:srgbClr val="FFFF00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grpSp>
        <p:nvGrpSpPr>
          <p:cNvPr id="217117" name="Group 29"/>
          <p:cNvGrpSpPr>
            <a:grpSpLocks/>
          </p:cNvGrpSpPr>
          <p:nvPr/>
        </p:nvGrpSpPr>
        <p:grpSpPr bwMode="auto">
          <a:xfrm>
            <a:off x="2843213" y="1268413"/>
            <a:ext cx="3743325" cy="1366837"/>
            <a:chOff x="1791" y="709"/>
            <a:chExt cx="2358" cy="861"/>
          </a:xfrm>
        </p:grpSpPr>
        <p:sp>
          <p:nvSpPr>
            <p:cNvPr id="133149" name="Rectangle 30"/>
            <p:cNvSpPr>
              <a:spLocks noChangeArrowheads="1"/>
            </p:cNvSpPr>
            <p:nvPr/>
          </p:nvSpPr>
          <p:spPr bwMode="auto">
            <a:xfrm>
              <a:off x="1791" y="981"/>
              <a:ext cx="465" cy="589"/>
            </a:xfrm>
            <a:prstGeom prst="rect">
              <a:avLst/>
            </a:prstGeom>
            <a:solidFill>
              <a:srgbClr val="000066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3150" name="Line 31"/>
            <p:cNvSpPr>
              <a:spLocks noChangeShapeType="1"/>
            </p:cNvSpPr>
            <p:nvPr/>
          </p:nvSpPr>
          <p:spPr bwMode="auto">
            <a:xfrm>
              <a:off x="2244" y="981"/>
              <a:ext cx="0" cy="589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prstDash val="dash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133151" name="Object 32"/>
            <p:cNvGraphicFramePr>
              <a:graphicFrameLocks noChangeAspect="1"/>
            </p:cNvGraphicFramePr>
            <p:nvPr/>
          </p:nvGraphicFramePr>
          <p:xfrm>
            <a:off x="2699" y="709"/>
            <a:ext cx="1450" cy="345"/>
          </p:xfrm>
          <a:graphic>
            <a:graphicData uri="http://schemas.openxmlformats.org/presentationml/2006/ole">
              <p:oleObj spid="_x0000_s133151" r:id="rId6" imgW="892080" imgH="207720" progId="Equation.3">
                <p:embed/>
              </p:oleObj>
            </a:graphicData>
          </a:graphic>
        </p:graphicFrame>
      </p:grpSp>
      <p:grpSp>
        <p:nvGrpSpPr>
          <p:cNvPr id="133152" name="Group 33"/>
          <p:cNvGrpSpPr>
            <a:grpSpLocks/>
          </p:cNvGrpSpPr>
          <p:nvPr/>
        </p:nvGrpSpPr>
        <p:grpSpPr bwMode="auto">
          <a:xfrm>
            <a:off x="6588125" y="6446838"/>
            <a:ext cx="792163" cy="366712"/>
            <a:chOff x="4649" y="4020"/>
            <a:chExt cx="499" cy="231"/>
          </a:xfrm>
        </p:grpSpPr>
        <p:pic>
          <p:nvPicPr>
            <p:cNvPr id="133153" name="Picture 34" descr="78900"/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33154" name="Text Box 35">
              <a:hlinkClick r:id="rId7" action="ppaction://hlinksldjump"/>
            </p:cNvPr>
            <p:cNvSpPr txBox="1">
              <a:spLocks noChangeArrowheads="1"/>
            </p:cNvSpPr>
            <p:nvPr/>
          </p:nvSpPr>
          <p:spPr bwMode="auto"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0">
                  <a:solidFill>
                    <a:schemeClr val="bg1"/>
                  </a:solidFill>
                  <a:latin typeface="隶书" pitchFamily="49" charset="-122"/>
                  <a:ea typeface="隶书" pitchFamily="49" charset="-122"/>
                </a:rPr>
                <a:t>返 回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0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2170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217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17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2000"/>
                                        <p:tgtEl>
                                          <p:spTgt spid="217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0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2170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7090" grpId="0"/>
      <p:bldP spid="217100" grpId="0"/>
    </p:bldLst>
  </p:timing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114" name="Rectangle 2"/>
          <p:cNvSpPr>
            <a:spLocks noChangeArrowheads="1"/>
          </p:cNvSpPr>
          <p:nvPr/>
        </p:nvSpPr>
        <p:spPr bwMode="auto">
          <a:xfrm>
            <a:off x="395288" y="549275"/>
            <a:ext cx="5657850" cy="547688"/>
          </a:xfrm>
          <a:prstGeom prst="rect">
            <a:avLst/>
          </a:prstGeom>
          <a:noFill/>
          <a:ln w="28575">
            <a:solidFill>
              <a:srgbClr val="00FFFF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>
              <a:buFont typeface="Wingdings" pitchFamily="2" charset="2"/>
              <a:buChar char="l"/>
            </a:pPr>
            <a:r>
              <a:rPr lang="en-US" altLang="zh-CN">
                <a:solidFill>
                  <a:srgbClr val="FF9900"/>
                </a:solidFill>
                <a:latin typeface="楷体_GB2312" pitchFamily="49" charset="-122"/>
              </a:rPr>
              <a:t> </a:t>
            </a:r>
            <a:r>
              <a:rPr lang="zh-CN" altLang="en-US">
                <a:solidFill>
                  <a:srgbClr val="FF9900"/>
                </a:solidFill>
                <a:latin typeface="楷体_GB2312" pitchFamily="49" charset="-122"/>
              </a:rPr>
              <a:t>用单位阶跃函数表示复杂的信号</a:t>
            </a:r>
          </a:p>
        </p:txBody>
      </p:sp>
      <p:sp>
        <p:nvSpPr>
          <p:cNvPr id="218115" name="Text Box 3"/>
          <p:cNvSpPr txBox="1">
            <a:spLocks noChangeArrowheads="1"/>
          </p:cNvSpPr>
          <p:nvPr/>
        </p:nvSpPr>
        <p:spPr bwMode="auto">
          <a:xfrm>
            <a:off x="395288" y="1557338"/>
            <a:ext cx="971550" cy="579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r>
              <a:rPr lang="zh-CN" altLang="en-US" sz="320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例 </a:t>
            </a:r>
            <a:r>
              <a:rPr lang="en-US" altLang="zh-CN" sz="3200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1</a:t>
            </a:r>
          </a:p>
        </p:txBody>
      </p:sp>
      <p:graphicFrame>
        <p:nvGraphicFramePr>
          <p:cNvPr id="218116" name="Object 4"/>
          <p:cNvGraphicFramePr>
            <a:graphicFrameLocks noChangeAspect="1"/>
          </p:cNvGraphicFramePr>
          <p:nvPr/>
        </p:nvGraphicFramePr>
        <p:xfrm>
          <a:off x="1835150" y="3068638"/>
          <a:ext cx="3673475" cy="581025"/>
        </p:xfrm>
        <a:graphic>
          <a:graphicData uri="http://schemas.openxmlformats.org/presentationml/2006/ole">
            <p:oleObj spid="_x0000_s134147" r:id="rId3" imgW="1378800" imgH="207720" progId="Equation.3">
              <p:embed/>
            </p:oleObj>
          </a:graphicData>
        </a:graphic>
      </p:graphicFrame>
      <p:grpSp>
        <p:nvGrpSpPr>
          <p:cNvPr id="218117" name="Group 5"/>
          <p:cNvGrpSpPr>
            <a:grpSpLocks/>
          </p:cNvGrpSpPr>
          <p:nvPr/>
        </p:nvGrpSpPr>
        <p:grpSpPr bwMode="auto">
          <a:xfrm>
            <a:off x="5272088" y="1057275"/>
            <a:ext cx="2270125" cy="1738313"/>
            <a:chOff x="3032" y="2037"/>
            <a:chExt cx="1430" cy="1095"/>
          </a:xfrm>
        </p:grpSpPr>
        <p:sp>
          <p:nvSpPr>
            <p:cNvPr id="134149" name="Text Box 6"/>
            <p:cNvSpPr txBox="1">
              <a:spLocks noChangeArrowheads="1"/>
            </p:cNvSpPr>
            <p:nvPr/>
          </p:nvSpPr>
          <p:spPr bwMode="auto">
            <a:xfrm>
              <a:off x="3960" y="2181"/>
              <a:ext cx="426" cy="327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  <a:sym typeface="Symbol" pitchFamily="18" charset="2"/>
                </a:rPr>
                <a:t></a:t>
              </a:r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  <a:sym typeface="Symbol" pitchFamily="18" charset="2"/>
                </a:rPr>
                <a:t>(</a:t>
              </a:r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  <a:sym typeface="Symbol" pitchFamily="18" charset="2"/>
                </a:rPr>
                <a:t>t</a:t>
              </a:r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  <a:sym typeface="Symbol" pitchFamily="18" charset="2"/>
                </a:rPr>
                <a:t>)</a:t>
              </a:r>
            </a:p>
          </p:txBody>
        </p:sp>
        <p:sp>
          <p:nvSpPr>
            <p:cNvPr id="134150" name="Line 7"/>
            <p:cNvSpPr>
              <a:spLocks noChangeShapeType="1"/>
            </p:cNvSpPr>
            <p:nvPr/>
          </p:nvSpPr>
          <p:spPr bwMode="auto">
            <a:xfrm>
              <a:off x="3136" y="2824"/>
              <a:ext cx="1248" cy="0"/>
            </a:xfrm>
            <a:prstGeom prst="line">
              <a:avLst/>
            </a:prstGeom>
            <a:noFill/>
            <a:ln w="28575">
              <a:solidFill>
                <a:srgbClr val="FFFF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4151" name="Line 8"/>
            <p:cNvSpPr>
              <a:spLocks noChangeShapeType="1"/>
            </p:cNvSpPr>
            <p:nvPr/>
          </p:nvSpPr>
          <p:spPr bwMode="auto">
            <a:xfrm flipV="1">
              <a:off x="3280" y="2200"/>
              <a:ext cx="8" cy="760"/>
            </a:xfrm>
            <a:prstGeom prst="line">
              <a:avLst/>
            </a:prstGeom>
            <a:noFill/>
            <a:ln w="28575">
              <a:solidFill>
                <a:srgbClr val="FFFF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4152" name="Line 9"/>
            <p:cNvSpPr>
              <a:spLocks noChangeShapeType="1"/>
            </p:cNvSpPr>
            <p:nvPr/>
          </p:nvSpPr>
          <p:spPr bwMode="auto">
            <a:xfrm>
              <a:off x="3280" y="2488"/>
              <a:ext cx="950" cy="0"/>
            </a:xfrm>
            <a:prstGeom prst="line">
              <a:avLst/>
            </a:prstGeom>
            <a:noFill/>
            <a:ln w="28575">
              <a:solidFill>
                <a:srgbClr val="FF0066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4153" name="Text Box 10"/>
            <p:cNvSpPr txBox="1">
              <a:spLocks noChangeArrowheads="1"/>
            </p:cNvSpPr>
            <p:nvPr/>
          </p:nvSpPr>
          <p:spPr bwMode="auto">
            <a:xfrm>
              <a:off x="4284" y="2805"/>
              <a:ext cx="178" cy="327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t</a:t>
              </a:r>
              <a:endParaRPr lang="en-US" altLang="zh-CN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134154" name="Line 11"/>
            <p:cNvSpPr>
              <a:spLocks noChangeShapeType="1"/>
            </p:cNvSpPr>
            <p:nvPr/>
          </p:nvSpPr>
          <p:spPr bwMode="auto">
            <a:xfrm flipH="1" flipV="1">
              <a:off x="3104" y="2816"/>
              <a:ext cx="168" cy="8"/>
            </a:xfrm>
            <a:prstGeom prst="line">
              <a:avLst/>
            </a:prstGeom>
            <a:noFill/>
            <a:ln w="28575">
              <a:solidFill>
                <a:srgbClr val="FF0066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4155" name="Line 12"/>
            <p:cNvSpPr>
              <a:spLocks noChangeShapeType="1"/>
            </p:cNvSpPr>
            <p:nvPr/>
          </p:nvSpPr>
          <p:spPr bwMode="auto">
            <a:xfrm>
              <a:off x="3272" y="2472"/>
              <a:ext cx="0" cy="352"/>
            </a:xfrm>
            <a:prstGeom prst="line">
              <a:avLst/>
            </a:prstGeom>
            <a:noFill/>
            <a:ln w="28575">
              <a:solidFill>
                <a:srgbClr val="FF0066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4156" name="Text Box 13"/>
            <p:cNvSpPr txBox="1">
              <a:spLocks noChangeArrowheads="1"/>
            </p:cNvSpPr>
            <p:nvPr/>
          </p:nvSpPr>
          <p:spPr bwMode="auto">
            <a:xfrm>
              <a:off x="3373" y="2037"/>
              <a:ext cx="390" cy="327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f</a:t>
              </a:r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(</a:t>
              </a:r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t</a:t>
              </a:r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)</a:t>
              </a:r>
            </a:p>
          </p:txBody>
        </p:sp>
        <p:sp>
          <p:nvSpPr>
            <p:cNvPr id="134157" name="Text Box 14"/>
            <p:cNvSpPr txBox="1">
              <a:spLocks noChangeArrowheads="1"/>
            </p:cNvSpPr>
            <p:nvPr/>
          </p:nvSpPr>
          <p:spPr bwMode="auto">
            <a:xfrm>
              <a:off x="3032" y="2357"/>
              <a:ext cx="228" cy="327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1</a:t>
              </a:r>
            </a:p>
          </p:txBody>
        </p:sp>
        <p:sp>
          <p:nvSpPr>
            <p:cNvPr id="134158" name="Text Box 15"/>
            <p:cNvSpPr txBox="1">
              <a:spLocks noChangeArrowheads="1"/>
            </p:cNvSpPr>
            <p:nvPr/>
          </p:nvSpPr>
          <p:spPr bwMode="auto">
            <a:xfrm>
              <a:off x="3046" y="2741"/>
              <a:ext cx="212" cy="327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pPr algn="ctr"/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0</a:t>
              </a:r>
            </a:p>
          </p:txBody>
        </p:sp>
      </p:grpSp>
      <p:grpSp>
        <p:nvGrpSpPr>
          <p:cNvPr id="218128" name="Group 16"/>
          <p:cNvGrpSpPr>
            <a:grpSpLocks/>
          </p:cNvGrpSpPr>
          <p:nvPr/>
        </p:nvGrpSpPr>
        <p:grpSpPr bwMode="auto">
          <a:xfrm>
            <a:off x="1547813" y="1196975"/>
            <a:ext cx="2738437" cy="1925638"/>
            <a:chOff x="1008" y="2157"/>
            <a:chExt cx="1408" cy="1039"/>
          </a:xfrm>
        </p:grpSpPr>
        <p:grpSp>
          <p:nvGrpSpPr>
            <p:cNvPr id="134160" name="Group 17"/>
            <p:cNvGrpSpPr>
              <a:grpSpLocks/>
            </p:cNvGrpSpPr>
            <p:nvPr/>
          </p:nvGrpSpPr>
          <p:grpSpPr bwMode="auto">
            <a:xfrm>
              <a:off x="1008" y="2157"/>
              <a:ext cx="1408" cy="1039"/>
              <a:chOff x="1008" y="2157"/>
              <a:chExt cx="1408" cy="1039"/>
            </a:xfrm>
          </p:grpSpPr>
          <p:sp>
            <p:nvSpPr>
              <p:cNvPr id="134161" name="Line 18"/>
              <p:cNvSpPr>
                <a:spLocks noChangeShapeType="1"/>
              </p:cNvSpPr>
              <p:nvPr/>
            </p:nvSpPr>
            <p:spPr bwMode="auto">
              <a:xfrm>
                <a:off x="1098" y="2912"/>
                <a:ext cx="1248" cy="0"/>
              </a:xfrm>
              <a:prstGeom prst="line">
                <a:avLst/>
              </a:prstGeom>
              <a:noFill/>
              <a:ln w="28575">
                <a:solidFill>
                  <a:srgbClr val="FFFF00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4162" name="Line 19"/>
              <p:cNvSpPr>
                <a:spLocks noChangeShapeType="1"/>
              </p:cNvSpPr>
              <p:nvPr/>
            </p:nvSpPr>
            <p:spPr bwMode="auto">
              <a:xfrm flipV="1">
                <a:off x="1242" y="2288"/>
                <a:ext cx="0" cy="768"/>
              </a:xfrm>
              <a:prstGeom prst="line">
                <a:avLst/>
              </a:prstGeom>
              <a:noFill/>
              <a:ln w="28575">
                <a:solidFill>
                  <a:srgbClr val="FFFF00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4163" name="Line 20"/>
              <p:cNvSpPr>
                <a:spLocks noChangeShapeType="1"/>
              </p:cNvSpPr>
              <p:nvPr/>
            </p:nvSpPr>
            <p:spPr bwMode="auto">
              <a:xfrm>
                <a:off x="1242" y="2576"/>
                <a:ext cx="384" cy="0"/>
              </a:xfrm>
              <a:prstGeom prst="line">
                <a:avLst/>
              </a:prstGeom>
              <a:noFill/>
              <a:ln w="28575">
                <a:solidFill>
                  <a:srgbClr val="FF00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4164" name="Line 21"/>
              <p:cNvSpPr>
                <a:spLocks noChangeShapeType="1"/>
              </p:cNvSpPr>
              <p:nvPr/>
            </p:nvSpPr>
            <p:spPr bwMode="auto">
              <a:xfrm>
                <a:off x="1626" y="2576"/>
                <a:ext cx="0" cy="336"/>
              </a:xfrm>
              <a:prstGeom prst="line">
                <a:avLst/>
              </a:prstGeom>
              <a:noFill/>
              <a:ln w="28575">
                <a:solidFill>
                  <a:srgbClr val="FF00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4165" name="Text Box 22"/>
              <p:cNvSpPr txBox="1">
                <a:spLocks noChangeArrowheads="1"/>
              </p:cNvSpPr>
              <p:nvPr/>
            </p:nvSpPr>
            <p:spPr bwMode="auto">
              <a:xfrm>
                <a:off x="1013" y="2436"/>
                <a:ext cx="186" cy="280"/>
              </a:xfrm>
              <a:prstGeom prst="rect">
                <a:avLst/>
              </a:prstGeom>
              <a:noFill/>
              <a:ln w="25400">
                <a:noFill/>
                <a:miter lim="800000"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pPr algn="ctr"/>
                <a:r>
                  <a:rPr lang="en-US" altLang="zh-CN" b="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rPr>
                  <a:t>1</a:t>
                </a:r>
              </a:p>
            </p:txBody>
          </p:sp>
          <p:sp>
            <p:nvSpPr>
              <p:cNvPr id="134166" name="Text Box 23"/>
              <p:cNvSpPr txBox="1">
                <a:spLocks noChangeArrowheads="1"/>
              </p:cNvSpPr>
              <p:nvPr/>
            </p:nvSpPr>
            <p:spPr bwMode="auto">
              <a:xfrm>
                <a:off x="1523" y="2916"/>
                <a:ext cx="207" cy="280"/>
              </a:xfrm>
              <a:prstGeom prst="rect">
                <a:avLst/>
              </a:prstGeom>
              <a:noFill/>
              <a:ln w="25400">
                <a:noFill/>
                <a:miter lim="800000"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pPr algn="ctr"/>
                <a:r>
                  <a:rPr lang="en-US" altLang="zh-CN" b="0" i="1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rPr>
                  <a:t>t</a:t>
                </a:r>
                <a:r>
                  <a:rPr lang="en-US" altLang="zh-CN" b="0" baseline="-250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rPr>
                  <a:t>0</a:t>
                </a:r>
                <a:endPara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endParaRPr>
              </a:p>
            </p:txBody>
          </p:sp>
          <p:sp>
            <p:nvSpPr>
              <p:cNvPr id="134167" name="Text Box 24"/>
              <p:cNvSpPr txBox="1">
                <a:spLocks noChangeArrowheads="1"/>
              </p:cNvSpPr>
              <p:nvPr/>
            </p:nvSpPr>
            <p:spPr bwMode="auto">
              <a:xfrm>
                <a:off x="2271" y="2916"/>
                <a:ext cx="145" cy="280"/>
              </a:xfrm>
              <a:prstGeom prst="rect">
                <a:avLst/>
              </a:prstGeom>
              <a:noFill/>
              <a:ln w="25400">
                <a:noFill/>
                <a:miter lim="800000"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pPr algn="ctr"/>
                <a:r>
                  <a:rPr lang="en-US" altLang="zh-CN" b="0" i="1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rPr>
                  <a:t>t</a:t>
                </a:r>
                <a:endPara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endParaRPr>
              </a:p>
            </p:txBody>
          </p:sp>
          <p:sp>
            <p:nvSpPr>
              <p:cNvPr id="134168" name="Text Box 25"/>
              <p:cNvSpPr txBox="1">
                <a:spLocks noChangeArrowheads="1"/>
              </p:cNvSpPr>
              <p:nvPr/>
            </p:nvSpPr>
            <p:spPr bwMode="auto">
              <a:xfrm>
                <a:off x="1369" y="2157"/>
                <a:ext cx="318" cy="280"/>
              </a:xfrm>
              <a:prstGeom prst="rect">
                <a:avLst/>
              </a:prstGeom>
              <a:noFill/>
              <a:ln w="25400">
                <a:noFill/>
                <a:miter lim="800000"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pPr algn="ctr"/>
                <a:r>
                  <a:rPr lang="en-US" altLang="zh-CN" b="0" i="1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rPr>
                  <a:t>f</a:t>
                </a:r>
                <a:r>
                  <a:rPr lang="en-US" altLang="zh-CN" b="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rPr>
                  <a:t>(</a:t>
                </a:r>
                <a:r>
                  <a:rPr lang="en-US" altLang="zh-CN" b="0" i="1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rPr>
                  <a:t>t</a:t>
                </a:r>
                <a:r>
                  <a:rPr lang="en-US" altLang="zh-CN" b="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rPr>
                  <a:t>)</a:t>
                </a:r>
              </a:p>
            </p:txBody>
          </p:sp>
          <p:sp>
            <p:nvSpPr>
              <p:cNvPr id="134169" name="Line 26"/>
              <p:cNvSpPr>
                <a:spLocks noChangeShapeType="1"/>
              </p:cNvSpPr>
              <p:nvPr/>
            </p:nvSpPr>
            <p:spPr bwMode="auto">
              <a:xfrm flipH="1">
                <a:off x="1008" y="2904"/>
                <a:ext cx="232" cy="0"/>
              </a:xfrm>
              <a:prstGeom prst="line">
                <a:avLst/>
              </a:prstGeom>
              <a:noFill/>
              <a:ln w="38100">
                <a:solidFill>
                  <a:srgbClr val="FF00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4170" name="Line 27"/>
              <p:cNvSpPr>
                <a:spLocks noChangeShapeType="1"/>
              </p:cNvSpPr>
              <p:nvPr/>
            </p:nvSpPr>
            <p:spPr bwMode="auto">
              <a:xfrm flipV="1">
                <a:off x="1232" y="2568"/>
                <a:ext cx="8" cy="336"/>
              </a:xfrm>
              <a:prstGeom prst="line">
                <a:avLst/>
              </a:prstGeom>
              <a:noFill/>
              <a:ln w="28575">
                <a:solidFill>
                  <a:srgbClr val="FF00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4171" name="Line 28"/>
              <p:cNvSpPr>
                <a:spLocks noChangeShapeType="1"/>
              </p:cNvSpPr>
              <p:nvPr/>
            </p:nvSpPr>
            <p:spPr bwMode="auto">
              <a:xfrm>
                <a:off x="1632" y="2904"/>
                <a:ext cx="52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4172" name="Line 29"/>
              <p:cNvSpPr>
                <a:spLocks noChangeShapeType="1"/>
              </p:cNvSpPr>
              <p:nvPr/>
            </p:nvSpPr>
            <p:spPr bwMode="auto">
              <a:xfrm>
                <a:off x="1632" y="2896"/>
                <a:ext cx="632" cy="0"/>
              </a:xfrm>
              <a:prstGeom prst="line">
                <a:avLst/>
              </a:prstGeom>
              <a:noFill/>
              <a:ln w="28575">
                <a:solidFill>
                  <a:srgbClr val="FF00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34173" name="Text Box 30"/>
            <p:cNvSpPr txBox="1">
              <a:spLocks noChangeArrowheads="1"/>
            </p:cNvSpPr>
            <p:nvPr/>
          </p:nvSpPr>
          <p:spPr bwMode="auto">
            <a:xfrm>
              <a:off x="1014" y="2892"/>
              <a:ext cx="212" cy="28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pPr algn="ctr"/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0</a:t>
              </a:r>
            </a:p>
          </p:txBody>
        </p:sp>
      </p:grpSp>
      <p:grpSp>
        <p:nvGrpSpPr>
          <p:cNvPr id="218143" name="Group 31"/>
          <p:cNvGrpSpPr>
            <a:grpSpLocks/>
          </p:cNvGrpSpPr>
          <p:nvPr/>
        </p:nvGrpSpPr>
        <p:grpSpPr bwMode="auto">
          <a:xfrm>
            <a:off x="5435600" y="1773238"/>
            <a:ext cx="2409825" cy="1530350"/>
            <a:chOff x="3135" y="2488"/>
            <a:chExt cx="1518" cy="964"/>
          </a:xfrm>
        </p:grpSpPr>
        <p:sp>
          <p:nvSpPr>
            <p:cNvPr id="134175" name="Line 32"/>
            <p:cNvSpPr>
              <a:spLocks noChangeShapeType="1"/>
            </p:cNvSpPr>
            <p:nvPr/>
          </p:nvSpPr>
          <p:spPr bwMode="auto">
            <a:xfrm>
              <a:off x="3642" y="2488"/>
              <a:ext cx="0" cy="336"/>
            </a:xfrm>
            <a:prstGeom prst="line">
              <a:avLst/>
            </a:prstGeom>
            <a:noFill/>
            <a:ln w="38100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34176" name="Group 33"/>
            <p:cNvGrpSpPr>
              <a:grpSpLocks/>
            </p:cNvGrpSpPr>
            <p:nvPr/>
          </p:nvGrpSpPr>
          <p:grpSpPr bwMode="auto">
            <a:xfrm>
              <a:off x="3135" y="2739"/>
              <a:ext cx="1518" cy="713"/>
              <a:chOff x="3135" y="2739"/>
              <a:chExt cx="1518" cy="713"/>
            </a:xfrm>
          </p:grpSpPr>
          <p:sp>
            <p:nvSpPr>
              <p:cNvPr id="134177" name="Text Box 34"/>
              <p:cNvSpPr txBox="1">
                <a:spLocks noChangeArrowheads="1"/>
              </p:cNvSpPr>
              <p:nvPr/>
            </p:nvSpPr>
            <p:spPr bwMode="auto">
              <a:xfrm>
                <a:off x="3620" y="2739"/>
                <a:ext cx="254" cy="327"/>
              </a:xfrm>
              <a:prstGeom prst="rect">
                <a:avLst/>
              </a:prstGeom>
              <a:noFill/>
              <a:ln w="25400">
                <a:noFill/>
                <a:miter lim="800000"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pPr algn="ctr"/>
                <a:r>
                  <a:rPr lang="en-US" altLang="zh-CN" b="0" i="1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rPr>
                  <a:t>t</a:t>
                </a:r>
                <a:r>
                  <a:rPr lang="en-US" altLang="zh-CN" b="0" baseline="-250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rPr>
                  <a:t>0</a:t>
                </a:r>
                <a:endPara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endParaRPr>
              </a:p>
            </p:txBody>
          </p:sp>
          <p:sp>
            <p:nvSpPr>
              <p:cNvPr id="134178" name="Line 35"/>
              <p:cNvSpPr>
                <a:spLocks noChangeShapeType="1"/>
              </p:cNvSpPr>
              <p:nvPr/>
            </p:nvSpPr>
            <p:spPr bwMode="auto">
              <a:xfrm>
                <a:off x="3654" y="2824"/>
                <a:ext cx="0" cy="336"/>
              </a:xfrm>
              <a:prstGeom prst="line">
                <a:avLst/>
              </a:prstGeom>
              <a:noFill/>
              <a:ln w="38100">
                <a:solidFill>
                  <a:srgbClr val="00FFFF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4179" name="Line 36"/>
              <p:cNvSpPr>
                <a:spLocks noChangeShapeType="1"/>
              </p:cNvSpPr>
              <p:nvPr/>
            </p:nvSpPr>
            <p:spPr bwMode="auto">
              <a:xfrm>
                <a:off x="3654" y="3160"/>
                <a:ext cx="672" cy="0"/>
              </a:xfrm>
              <a:prstGeom prst="line">
                <a:avLst/>
              </a:prstGeom>
              <a:noFill/>
              <a:ln w="38100">
                <a:solidFill>
                  <a:srgbClr val="00FFFF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4180" name="Text Box 37"/>
              <p:cNvSpPr txBox="1">
                <a:spLocks noChangeArrowheads="1"/>
              </p:cNvSpPr>
              <p:nvPr/>
            </p:nvSpPr>
            <p:spPr bwMode="auto">
              <a:xfrm>
                <a:off x="3809" y="3125"/>
                <a:ext cx="844" cy="327"/>
              </a:xfrm>
              <a:prstGeom prst="rect">
                <a:avLst/>
              </a:prstGeom>
              <a:noFill/>
              <a:ln w="25400">
                <a:noFill/>
                <a:miter lim="800000"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pPr algn="ctr"/>
                <a:r>
                  <a:rPr lang="en-US" altLang="zh-CN" b="0">
                    <a:solidFill>
                      <a:schemeClr val="bg1"/>
                    </a:solidFill>
                    <a:latin typeface="宋体" pitchFamily="2" charset="-122"/>
                    <a:ea typeface="宋体" pitchFamily="2" charset="-122"/>
                    <a:sym typeface="Symbol" pitchFamily="18" charset="2"/>
                  </a:rPr>
                  <a:t>-</a:t>
                </a:r>
                <a:r>
                  <a:rPr lang="en-US" altLang="zh-CN" b="0" i="1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  <a:sym typeface="Symbol" pitchFamily="18" charset="2"/>
                  </a:rPr>
                  <a:t> </a:t>
                </a:r>
                <a:r>
                  <a:rPr lang="en-US" altLang="zh-CN" b="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  <a:sym typeface="Symbol" pitchFamily="18" charset="2"/>
                  </a:rPr>
                  <a:t>(</a:t>
                </a:r>
                <a:r>
                  <a:rPr lang="en-US" altLang="zh-CN" b="0" i="1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  <a:sym typeface="Symbol" pitchFamily="18" charset="2"/>
                  </a:rPr>
                  <a:t>t</a:t>
                </a:r>
                <a:r>
                  <a:rPr lang="en-US" altLang="zh-CN" b="0" i="1">
                    <a:solidFill>
                      <a:schemeClr val="bg1"/>
                    </a:solidFill>
                    <a:latin typeface="宋体" pitchFamily="2" charset="-122"/>
                    <a:ea typeface="宋体" pitchFamily="2" charset="-122"/>
                    <a:sym typeface="Symbol" pitchFamily="18" charset="2"/>
                  </a:rPr>
                  <a:t>-</a:t>
                </a:r>
                <a:r>
                  <a:rPr lang="en-US" altLang="zh-CN" b="0" i="1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  <a:sym typeface="Symbol" pitchFamily="18" charset="2"/>
                  </a:rPr>
                  <a:t>t</a:t>
                </a:r>
                <a:r>
                  <a:rPr lang="en-US" altLang="zh-CN" b="0" baseline="-250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  <a:sym typeface="Symbol" pitchFamily="18" charset="2"/>
                  </a:rPr>
                  <a:t>0</a:t>
                </a:r>
                <a:r>
                  <a:rPr lang="en-US" altLang="zh-CN" b="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  <a:sym typeface="Symbol" pitchFamily="18" charset="2"/>
                  </a:rPr>
                  <a:t>)</a:t>
                </a:r>
              </a:p>
            </p:txBody>
          </p:sp>
          <p:sp>
            <p:nvSpPr>
              <p:cNvPr id="134181" name="Line 38"/>
              <p:cNvSpPr>
                <a:spLocks noChangeShapeType="1"/>
              </p:cNvSpPr>
              <p:nvPr/>
            </p:nvSpPr>
            <p:spPr bwMode="auto">
              <a:xfrm>
                <a:off x="3135" y="2835"/>
                <a:ext cx="518" cy="0"/>
              </a:xfrm>
              <a:prstGeom prst="line">
                <a:avLst/>
              </a:prstGeom>
              <a:noFill/>
              <a:ln w="38100">
                <a:solidFill>
                  <a:srgbClr val="00FFFF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graphicFrame>
        <p:nvGraphicFramePr>
          <p:cNvPr id="218151" name="Object 39"/>
          <p:cNvGraphicFramePr>
            <a:graphicFrameLocks noChangeAspect="1"/>
          </p:cNvGraphicFramePr>
          <p:nvPr/>
        </p:nvGraphicFramePr>
        <p:xfrm>
          <a:off x="3348038" y="4005263"/>
          <a:ext cx="5256212" cy="555625"/>
        </p:xfrm>
        <a:graphic>
          <a:graphicData uri="http://schemas.openxmlformats.org/presentationml/2006/ole">
            <p:oleObj spid="_x0000_s134182" r:id="rId4" imgW="2282760" imgH="196200" progId="Equation.3">
              <p:embed/>
            </p:oleObj>
          </a:graphicData>
        </a:graphic>
      </p:graphicFrame>
      <p:sp>
        <p:nvSpPr>
          <p:cNvPr id="218152" name="Text Box 40"/>
          <p:cNvSpPr txBox="1">
            <a:spLocks noChangeArrowheads="1"/>
          </p:cNvSpPr>
          <p:nvPr/>
        </p:nvSpPr>
        <p:spPr bwMode="auto">
          <a:xfrm>
            <a:off x="468313" y="3543300"/>
            <a:ext cx="1008062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r>
              <a:rPr lang="zh-CN" altLang="en-US" sz="320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例 </a:t>
            </a:r>
            <a:r>
              <a:rPr lang="en-US" altLang="zh-CN" sz="3200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2</a:t>
            </a:r>
          </a:p>
        </p:txBody>
      </p:sp>
      <p:grpSp>
        <p:nvGrpSpPr>
          <p:cNvPr id="218153" name="Group 41"/>
          <p:cNvGrpSpPr>
            <a:grpSpLocks/>
          </p:cNvGrpSpPr>
          <p:nvPr/>
        </p:nvGrpSpPr>
        <p:grpSpPr bwMode="auto">
          <a:xfrm>
            <a:off x="1331913" y="4221163"/>
            <a:ext cx="3017837" cy="2105025"/>
            <a:chOff x="703" y="2387"/>
            <a:chExt cx="1901" cy="1326"/>
          </a:xfrm>
        </p:grpSpPr>
        <p:sp>
          <p:nvSpPr>
            <p:cNvPr id="134185" name="Line 42"/>
            <p:cNvSpPr>
              <a:spLocks noChangeShapeType="1"/>
            </p:cNvSpPr>
            <p:nvPr/>
          </p:nvSpPr>
          <p:spPr bwMode="auto">
            <a:xfrm flipV="1">
              <a:off x="878" y="3385"/>
              <a:ext cx="1684" cy="13"/>
            </a:xfrm>
            <a:prstGeom prst="line">
              <a:avLst/>
            </a:prstGeom>
            <a:noFill/>
            <a:ln w="28575">
              <a:solidFill>
                <a:srgbClr val="FFFF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4186" name="Line 43"/>
            <p:cNvSpPr>
              <a:spLocks noChangeShapeType="1"/>
            </p:cNvSpPr>
            <p:nvPr/>
          </p:nvSpPr>
          <p:spPr bwMode="auto">
            <a:xfrm flipV="1">
              <a:off x="974" y="2478"/>
              <a:ext cx="1" cy="1112"/>
            </a:xfrm>
            <a:prstGeom prst="line">
              <a:avLst/>
            </a:prstGeom>
            <a:noFill/>
            <a:ln w="28575">
              <a:solidFill>
                <a:srgbClr val="FFFF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4187" name="Text Box 44"/>
            <p:cNvSpPr txBox="1">
              <a:spLocks noChangeArrowheads="1"/>
            </p:cNvSpPr>
            <p:nvPr/>
          </p:nvSpPr>
          <p:spPr bwMode="auto">
            <a:xfrm>
              <a:off x="1196" y="3379"/>
              <a:ext cx="228" cy="327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1</a:t>
              </a:r>
            </a:p>
          </p:txBody>
        </p:sp>
        <p:sp>
          <p:nvSpPr>
            <p:cNvPr id="134188" name="Text Box 45"/>
            <p:cNvSpPr txBox="1">
              <a:spLocks noChangeArrowheads="1"/>
            </p:cNvSpPr>
            <p:nvPr/>
          </p:nvSpPr>
          <p:spPr bwMode="auto">
            <a:xfrm>
              <a:off x="2426" y="3339"/>
              <a:ext cx="178" cy="327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t</a:t>
              </a:r>
              <a:endParaRPr lang="en-US" altLang="zh-CN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134189" name="Text Box 46"/>
            <p:cNvSpPr txBox="1">
              <a:spLocks noChangeArrowheads="1"/>
            </p:cNvSpPr>
            <p:nvPr/>
          </p:nvSpPr>
          <p:spPr bwMode="auto">
            <a:xfrm>
              <a:off x="748" y="2886"/>
              <a:ext cx="228" cy="327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1</a:t>
              </a:r>
            </a:p>
          </p:txBody>
        </p:sp>
        <p:sp>
          <p:nvSpPr>
            <p:cNvPr id="134190" name="Text Box 47"/>
            <p:cNvSpPr txBox="1">
              <a:spLocks noChangeArrowheads="1"/>
            </p:cNvSpPr>
            <p:nvPr/>
          </p:nvSpPr>
          <p:spPr bwMode="auto">
            <a:xfrm>
              <a:off x="845" y="2387"/>
              <a:ext cx="558" cy="327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   f</a:t>
              </a:r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(</a:t>
              </a:r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t</a:t>
              </a:r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)</a:t>
              </a:r>
            </a:p>
          </p:txBody>
        </p:sp>
        <p:sp>
          <p:nvSpPr>
            <p:cNvPr id="134191" name="Text Box 48"/>
            <p:cNvSpPr txBox="1">
              <a:spLocks noChangeArrowheads="1"/>
            </p:cNvSpPr>
            <p:nvPr/>
          </p:nvSpPr>
          <p:spPr bwMode="auto">
            <a:xfrm>
              <a:off x="737" y="3386"/>
              <a:ext cx="228" cy="327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0</a:t>
              </a:r>
            </a:p>
          </p:txBody>
        </p:sp>
        <p:sp>
          <p:nvSpPr>
            <p:cNvPr id="134192" name="Line 49"/>
            <p:cNvSpPr>
              <a:spLocks noChangeShapeType="1"/>
            </p:cNvSpPr>
            <p:nvPr/>
          </p:nvSpPr>
          <p:spPr bwMode="auto">
            <a:xfrm flipH="1">
              <a:off x="973" y="2750"/>
              <a:ext cx="352" cy="0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4193" name="Line 50"/>
            <p:cNvSpPr>
              <a:spLocks noChangeShapeType="1"/>
            </p:cNvSpPr>
            <p:nvPr/>
          </p:nvSpPr>
          <p:spPr bwMode="auto">
            <a:xfrm flipH="1">
              <a:off x="975" y="3067"/>
              <a:ext cx="352" cy="0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4194" name="Text Box 51"/>
            <p:cNvSpPr txBox="1">
              <a:spLocks noChangeArrowheads="1"/>
            </p:cNvSpPr>
            <p:nvPr/>
          </p:nvSpPr>
          <p:spPr bwMode="auto">
            <a:xfrm>
              <a:off x="748" y="2568"/>
              <a:ext cx="228" cy="327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2</a:t>
              </a:r>
            </a:p>
          </p:txBody>
        </p:sp>
        <p:sp>
          <p:nvSpPr>
            <p:cNvPr id="134195" name="Line 52"/>
            <p:cNvSpPr>
              <a:spLocks noChangeShapeType="1"/>
            </p:cNvSpPr>
            <p:nvPr/>
          </p:nvSpPr>
          <p:spPr bwMode="auto">
            <a:xfrm>
              <a:off x="1338" y="2750"/>
              <a:ext cx="0" cy="635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4196" name="Line 53"/>
            <p:cNvSpPr>
              <a:spLocks noChangeShapeType="1"/>
            </p:cNvSpPr>
            <p:nvPr/>
          </p:nvSpPr>
          <p:spPr bwMode="auto">
            <a:xfrm>
              <a:off x="1338" y="2750"/>
              <a:ext cx="544" cy="0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4197" name="Line 54"/>
            <p:cNvSpPr>
              <a:spLocks noChangeShapeType="1"/>
            </p:cNvSpPr>
            <p:nvPr/>
          </p:nvSpPr>
          <p:spPr bwMode="auto">
            <a:xfrm>
              <a:off x="1882" y="2750"/>
              <a:ext cx="0" cy="363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4198" name="Line 55"/>
            <p:cNvSpPr>
              <a:spLocks noChangeShapeType="1"/>
            </p:cNvSpPr>
            <p:nvPr/>
          </p:nvSpPr>
          <p:spPr bwMode="auto">
            <a:xfrm>
              <a:off x="1882" y="3113"/>
              <a:ext cx="363" cy="0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4199" name="Line 56"/>
            <p:cNvSpPr>
              <a:spLocks noChangeShapeType="1"/>
            </p:cNvSpPr>
            <p:nvPr/>
          </p:nvSpPr>
          <p:spPr bwMode="auto">
            <a:xfrm>
              <a:off x="2245" y="3113"/>
              <a:ext cx="0" cy="272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4200" name="Text Box 57"/>
            <p:cNvSpPr txBox="1">
              <a:spLocks noChangeArrowheads="1"/>
            </p:cNvSpPr>
            <p:nvPr/>
          </p:nvSpPr>
          <p:spPr bwMode="auto">
            <a:xfrm>
              <a:off x="2109" y="3339"/>
              <a:ext cx="228" cy="327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4</a:t>
              </a:r>
            </a:p>
          </p:txBody>
        </p:sp>
        <p:sp>
          <p:nvSpPr>
            <p:cNvPr id="134201" name="Text Box 58"/>
            <p:cNvSpPr txBox="1">
              <a:spLocks noChangeArrowheads="1"/>
            </p:cNvSpPr>
            <p:nvPr/>
          </p:nvSpPr>
          <p:spPr bwMode="auto">
            <a:xfrm>
              <a:off x="1791" y="3339"/>
              <a:ext cx="228" cy="327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3</a:t>
              </a:r>
            </a:p>
          </p:txBody>
        </p:sp>
        <p:sp>
          <p:nvSpPr>
            <p:cNvPr id="134202" name="Line 59"/>
            <p:cNvSpPr>
              <a:spLocks noChangeShapeType="1"/>
            </p:cNvSpPr>
            <p:nvPr/>
          </p:nvSpPr>
          <p:spPr bwMode="auto">
            <a:xfrm>
              <a:off x="1882" y="3067"/>
              <a:ext cx="0" cy="318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4203" name="Line 60"/>
            <p:cNvSpPr>
              <a:spLocks noChangeShapeType="1"/>
            </p:cNvSpPr>
            <p:nvPr/>
          </p:nvSpPr>
          <p:spPr bwMode="auto">
            <a:xfrm>
              <a:off x="703" y="3385"/>
              <a:ext cx="635" cy="0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34204" name="Group 61"/>
          <p:cNvGrpSpPr>
            <a:grpSpLocks/>
          </p:cNvGrpSpPr>
          <p:nvPr/>
        </p:nvGrpSpPr>
        <p:grpSpPr bwMode="auto"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134205" name="Picture 62" descr="78900"/>
            <p:cNvPicPr>
              <a:picLocks noChangeAspect="1" noChangeArrowheads="1"/>
            </p:cNvPicPr>
            <p:nvPr/>
          </p:nvPicPr>
          <p:blipFill>
            <a:blip r:embed="rId5"/>
            <a:srcRect/>
            <a:stretch>
              <a:fillRect/>
            </a:stretch>
          </p:blipFill>
          <p:spPr bwMode="auto"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34206" name="Text Box 63">
              <a:hlinkClick r:id="" action="ppaction://hlinkshowjump?jump=nextslide"/>
            </p:cNvPr>
            <p:cNvSpPr txBox="1">
              <a:spLocks noChangeArrowheads="1"/>
            </p:cNvSpPr>
            <p:nvPr/>
          </p:nvSpPr>
          <p:spPr bwMode="auto"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0">
                  <a:solidFill>
                    <a:schemeClr val="bg1"/>
                  </a:solidFill>
                  <a:latin typeface="隶书" pitchFamily="49" charset="-122"/>
                  <a:ea typeface="隶书" pitchFamily="49" charset="-122"/>
                </a:rPr>
                <a:t>下 页</a:t>
              </a:r>
            </a:p>
          </p:txBody>
        </p:sp>
      </p:grpSp>
      <p:grpSp>
        <p:nvGrpSpPr>
          <p:cNvPr id="134207" name="Group 64"/>
          <p:cNvGrpSpPr>
            <a:grpSpLocks/>
          </p:cNvGrpSpPr>
          <p:nvPr/>
        </p:nvGrpSpPr>
        <p:grpSpPr bwMode="auto">
          <a:xfrm>
            <a:off x="7453313" y="6446838"/>
            <a:ext cx="792162" cy="366712"/>
            <a:chOff x="4649" y="4020"/>
            <a:chExt cx="499" cy="231"/>
          </a:xfrm>
        </p:grpSpPr>
        <p:pic>
          <p:nvPicPr>
            <p:cNvPr id="134208" name="Picture 65" descr="78900"/>
            <p:cNvPicPr>
              <a:picLocks noChangeAspect="1" noChangeArrowheads="1"/>
            </p:cNvPicPr>
            <p:nvPr/>
          </p:nvPicPr>
          <p:blipFill>
            <a:blip r:embed="rId5"/>
            <a:srcRect/>
            <a:stretch>
              <a:fillRect/>
            </a:stretch>
          </p:blipFill>
          <p:spPr bwMode="auto"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34209" name="Text Box 66">
              <a:hlinkClick r:id="" action="ppaction://hlinkshowjump?jump=previousslide"/>
            </p:cNvPr>
            <p:cNvSpPr txBox="1">
              <a:spLocks noChangeArrowheads="1"/>
            </p:cNvSpPr>
            <p:nvPr/>
          </p:nvSpPr>
          <p:spPr bwMode="auto"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0">
                  <a:solidFill>
                    <a:schemeClr val="bg1"/>
                  </a:solidFill>
                  <a:latin typeface="隶书" pitchFamily="49" charset="-122"/>
                  <a:ea typeface="隶书" pitchFamily="49" charset="-122"/>
                </a:rPr>
                <a:t>上 页</a:t>
              </a:r>
            </a:p>
          </p:txBody>
        </p:sp>
      </p:grpSp>
      <p:grpSp>
        <p:nvGrpSpPr>
          <p:cNvPr id="134210" name="Group 67"/>
          <p:cNvGrpSpPr>
            <a:grpSpLocks/>
          </p:cNvGrpSpPr>
          <p:nvPr/>
        </p:nvGrpSpPr>
        <p:grpSpPr bwMode="auto">
          <a:xfrm>
            <a:off x="6588125" y="6446838"/>
            <a:ext cx="792163" cy="366712"/>
            <a:chOff x="4649" y="4020"/>
            <a:chExt cx="499" cy="231"/>
          </a:xfrm>
        </p:grpSpPr>
        <p:pic>
          <p:nvPicPr>
            <p:cNvPr id="134211" name="Picture 68" descr="78900"/>
            <p:cNvPicPr>
              <a:picLocks noChangeAspect="1" noChangeArrowheads="1"/>
            </p:cNvPicPr>
            <p:nvPr/>
          </p:nvPicPr>
          <p:blipFill>
            <a:blip r:embed="rId5"/>
            <a:srcRect/>
            <a:stretch>
              <a:fillRect/>
            </a:stretch>
          </p:blipFill>
          <p:spPr bwMode="auto"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34212" name="Text Box 69">
              <a:hlinkClick r:id="rId6" action="ppaction://hlinksldjump"/>
            </p:cNvPr>
            <p:cNvSpPr txBox="1">
              <a:spLocks noChangeArrowheads="1"/>
            </p:cNvSpPr>
            <p:nvPr/>
          </p:nvSpPr>
          <p:spPr bwMode="auto"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0">
                  <a:solidFill>
                    <a:schemeClr val="bg1"/>
                  </a:solidFill>
                  <a:latin typeface="隶书" pitchFamily="49" charset="-122"/>
                  <a:ea typeface="隶书" pitchFamily="49" charset="-122"/>
                </a:rPr>
                <a:t>返 回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181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181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181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181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181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181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2000"/>
                                        <p:tgtEl>
                                          <p:spTgt spid="218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218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218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3000"/>
                                        <p:tgtEl>
                                          <p:spTgt spid="218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2181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2181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181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2181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2000"/>
                                        <p:tgtEl>
                                          <p:spTgt spid="218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3000"/>
                                        <p:tgtEl>
                                          <p:spTgt spid="218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8114" grpId="0" animBg="1"/>
      <p:bldP spid="218115" grpId="0"/>
      <p:bldP spid="218152" grpId="0"/>
    </p:bldLst>
  </p:timing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19138" name="Object 2"/>
          <p:cNvGraphicFramePr>
            <a:graphicFrameLocks noChangeAspect="1"/>
          </p:cNvGraphicFramePr>
          <p:nvPr/>
        </p:nvGraphicFramePr>
        <p:xfrm>
          <a:off x="3348038" y="2924175"/>
          <a:ext cx="5472112" cy="561975"/>
        </p:xfrm>
        <a:graphic>
          <a:graphicData uri="http://schemas.openxmlformats.org/presentationml/2006/ole">
            <p:oleObj spid="_x0000_s135169" r:id="rId3" imgW="2085840" imgH="196200" progId="Equation.3">
              <p:embed/>
            </p:oleObj>
          </a:graphicData>
        </a:graphic>
      </p:graphicFrame>
      <p:sp>
        <p:nvSpPr>
          <p:cNvPr id="219139" name="Text Box 3"/>
          <p:cNvSpPr txBox="1">
            <a:spLocks noChangeArrowheads="1"/>
          </p:cNvSpPr>
          <p:nvPr/>
        </p:nvSpPr>
        <p:spPr bwMode="auto">
          <a:xfrm>
            <a:off x="611188" y="2751138"/>
            <a:ext cx="895350" cy="579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zh-CN" altLang="en-US" sz="320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例 </a:t>
            </a:r>
            <a:r>
              <a:rPr lang="en-US" altLang="zh-CN" sz="3200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4</a:t>
            </a:r>
          </a:p>
        </p:txBody>
      </p:sp>
      <p:grpSp>
        <p:nvGrpSpPr>
          <p:cNvPr id="219140" name="Group 4"/>
          <p:cNvGrpSpPr>
            <a:grpSpLocks/>
          </p:cNvGrpSpPr>
          <p:nvPr/>
        </p:nvGrpSpPr>
        <p:grpSpPr bwMode="auto">
          <a:xfrm>
            <a:off x="1385888" y="4076700"/>
            <a:ext cx="2500312" cy="1673225"/>
            <a:chOff x="737" y="2659"/>
            <a:chExt cx="1575" cy="1054"/>
          </a:xfrm>
        </p:grpSpPr>
        <p:sp>
          <p:nvSpPr>
            <p:cNvPr id="135172" name="Line 5"/>
            <p:cNvSpPr>
              <a:spLocks noChangeShapeType="1"/>
            </p:cNvSpPr>
            <p:nvPr/>
          </p:nvSpPr>
          <p:spPr bwMode="auto">
            <a:xfrm>
              <a:off x="878" y="3398"/>
              <a:ext cx="1344" cy="0"/>
            </a:xfrm>
            <a:prstGeom prst="line">
              <a:avLst/>
            </a:prstGeom>
            <a:noFill/>
            <a:ln w="28575">
              <a:solidFill>
                <a:srgbClr val="FFFF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5173" name="Line 6"/>
            <p:cNvSpPr>
              <a:spLocks noChangeShapeType="1"/>
            </p:cNvSpPr>
            <p:nvPr/>
          </p:nvSpPr>
          <p:spPr bwMode="auto">
            <a:xfrm flipV="1">
              <a:off x="974" y="2822"/>
              <a:ext cx="0" cy="768"/>
            </a:xfrm>
            <a:prstGeom prst="line">
              <a:avLst/>
            </a:prstGeom>
            <a:noFill/>
            <a:ln w="28575">
              <a:solidFill>
                <a:srgbClr val="FFFF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5174" name="Line 7"/>
            <p:cNvSpPr>
              <a:spLocks noChangeShapeType="1"/>
            </p:cNvSpPr>
            <p:nvPr/>
          </p:nvSpPr>
          <p:spPr bwMode="auto">
            <a:xfrm flipV="1">
              <a:off x="974" y="3014"/>
              <a:ext cx="336" cy="384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5175" name="Line 8"/>
            <p:cNvSpPr>
              <a:spLocks noChangeShapeType="1"/>
            </p:cNvSpPr>
            <p:nvPr/>
          </p:nvSpPr>
          <p:spPr bwMode="auto">
            <a:xfrm>
              <a:off x="1310" y="3014"/>
              <a:ext cx="864" cy="0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5176" name="Line 9"/>
            <p:cNvSpPr>
              <a:spLocks noChangeShapeType="1"/>
            </p:cNvSpPr>
            <p:nvPr/>
          </p:nvSpPr>
          <p:spPr bwMode="auto">
            <a:xfrm>
              <a:off x="1310" y="3014"/>
              <a:ext cx="0" cy="384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5177" name="Text Box 10"/>
            <p:cNvSpPr txBox="1">
              <a:spLocks noChangeArrowheads="1"/>
            </p:cNvSpPr>
            <p:nvPr/>
          </p:nvSpPr>
          <p:spPr bwMode="auto">
            <a:xfrm>
              <a:off x="1196" y="3379"/>
              <a:ext cx="228" cy="32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1</a:t>
              </a:r>
            </a:p>
          </p:txBody>
        </p:sp>
        <p:sp>
          <p:nvSpPr>
            <p:cNvPr id="135178" name="Text Box 11"/>
            <p:cNvSpPr txBox="1">
              <a:spLocks noChangeArrowheads="1"/>
            </p:cNvSpPr>
            <p:nvPr/>
          </p:nvSpPr>
          <p:spPr bwMode="auto">
            <a:xfrm>
              <a:off x="2134" y="3379"/>
              <a:ext cx="178" cy="32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t</a:t>
              </a:r>
              <a:endParaRPr lang="en-US" altLang="zh-CN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135179" name="Text Box 12"/>
            <p:cNvSpPr txBox="1">
              <a:spLocks noChangeArrowheads="1"/>
            </p:cNvSpPr>
            <p:nvPr/>
          </p:nvSpPr>
          <p:spPr bwMode="auto">
            <a:xfrm>
              <a:off x="764" y="2872"/>
              <a:ext cx="228" cy="32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1</a:t>
              </a:r>
            </a:p>
          </p:txBody>
        </p:sp>
        <p:sp>
          <p:nvSpPr>
            <p:cNvPr id="135180" name="Text Box 13"/>
            <p:cNvSpPr txBox="1">
              <a:spLocks noChangeArrowheads="1"/>
            </p:cNvSpPr>
            <p:nvPr/>
          </p:nvSpPr>
          <p:spPr bwMode="auto">
            <a:xfrm>
              <a:off x="870" y="2659"/>
              <a:ext cx="558" cy="32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   f</a:t>
              </a:r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(</a:t>
              </a:r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t</a:t>
              </a:r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)</a:t>
              </a:r>
            </a:p>
          </p:txBody>
        </p:sp>
        <p:sp>
          <p:nvSpPr>
            <p:cNvPr id="135181" name="Text Box 14"/>
            <p:cNvSpPr txBox="1">
              <a:spLocks noChangeArrowheads="1"/>
            </p:cNvSpPr>
            <p:nvPr/>
          </p:nvSpPr>
          <p:spPr bwMode="auto">
            <a:xfrm>
              <a:off x="737" y="3386"/>
              <a:ext cx="228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0</a:t>
              </a:r>
            </a:p>
          </p:txBody>
        </p:sp>
        <p:sp>
          <p:nvSpPr>
            <p:cNvPr id="135182" name="Line 15"/>
            <p:cNvSpPr>
              <a:spLocks noChangeShapeType="1"/>
            </p:cNvSpPr>
            <p:nvPr/>
          </p:nvSpPr>
          <p:spPr bwMode="auto">
            <a:xfrm flipH="1">
              <a:off x="973" y="3014"/>
              <a:ext cx="352" cy="0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</p:grpSp>
      <p:graphicFrame>
        <p:nvGraphicFramePr>
          <p:cNvPr id="219152" name="Object 16"/>
          <p:cNvGraphicFramePr>
            <a:graphicFrameLocks noChangeAspect="1"/>
          </p:cNvGraphicFramePr>
          <p:nvPr/>
        </p:nvGraphicFramePr>
        <p:xfrm>
          <a:off x="4572000" y="4221163"/>
          <a:ext cx="4206875" cy="585787"/>
        </p:xfrm>
        <a:graphic>
          <a:graphicData uri="http://schemas.openxmlformats.org/presentationml/2006/ole">
            <p:oleObj spid="_x0000_s135183" r:id="rId4" imgW="1471680" imgH="196200" progId="Equation.3">
              <p:embed/>
            </p:oleObj>
          </a:graphicData>
        </a:graphic>
      </p:graphicFrame>
      <p:grpSp>
        <p:nvGrpSpPr>
          <p:cNvPr id="219153" name="Group 17"/>
          <p:cNvGrpSpPr>
            <a:grpSpLocks/>
          </p:cNvGrpSpPr>
          <p:nvPr/>
        </p:nvGrpSpPr>
        <p:grpSpPr bwMode="auto">
          <a:xfrm>
            <a:off x="1116013" y="5229225"/>
            <a:ext cx="4230687" cy="971550"/>
            <a:chOff x="2740" y="3222"/>
            <a:chExt cx="2665" cy="612"/>
          </a:xfrm>
        </p:grpSpPr>
        <p:grpSp>
          <p:nvGrpSpPr>
            <p:cNvPr id="135185" name="Group 18"/>
            <p:cNvGrpSpPr>
              <a:grpSpLocks/>
            </p:cNvGrpSpPr>
            <p:nvPr/>
          </p:nvGrpSpPr>
          <p:grpSpPr bwMode="auto">
            <a:xfrm>
              <a:off x="2740" y="3222"/>
              <a:ext cx="1320" cy="612"/>
              <a:chOff x="456" y="864"/>
              <a:chExt cx="1320" cy="612"/>
            </a:xfrm>
          </p:grpSpPr>
          <p:sp>
            <p:nvSpPr>
              <p:cNvPr id="135186" name="Line 19"/>
              <p:cNvSpPr>
                <a:spLocks noChangeShapeType="1"/>
              </p:cNvSpPr>
              <p:nvPr/>
            </p:nvSpPr>
            <p:spPr bwMode="auto">
              <a:xfrm>
                <a:off x="1212" y="864"/>
                <a:ext cx="564" cy="612"/>
              </a:xfrm>
              <a:prstGeom prst="line">
                <a:avLst/>
              </a:prstGeom>
              <a:noFill/>
              <a:ln w="28575">
                <a:solidFill>
                  <a:srgbClr val="00FFFF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5187" name="Line 20"/>
              <p:cNvSpPr>
                <a:spLocks noChangeShapeType="1"/>
              </p:cNvSpPr>
              <p:nvPr/>
            </p:nvSpPr>
            <p:spPr bwMode="auto">
              <a:xfrm>
                <a:off x="456" y="876"/>
                <a:ext cx="756" cy="0"/>
              </a:xfrm>
              <a:prstGeom prst="line">
                <a:avLst/>
              </a:prstGeom>
              <a:noFill/>
              <a:ln w="28575">
                <a:solidFill>
                  <a:srgbClr val="00FFFF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graphicFrame>
          <p:nvGraphicFramePr>
            <p:cNvPr id="135188" name="Object 21"/>
            <p:cNvGraphicFramePr>
              <a:graphicFrameLocks noChangeAspect="1"/>
            </p:cNvGraphicFramePr>
            <p:nvPr/>
          </p:nvGraphicFramePr>
          <p:xfrm>
            <a:off x="4014" y="3521"/>
            <a:ext cx="1391" cy="289"/>
          </p:xfrm>
          <a:graphic>
            <a:graphicData uri="http://schemas.openxmlformats.org/presentationml/2006/ole">
              <p:oleObj spid="_x0000_s135188" r:id="rId5" imgW="984960" imgH="196200" progId="Equation.3">
                <p:embed/>
              </p:oleObj>
            </a:graphicData>
          </a:graphic>
        </p:graphicFrame>
      </p:grpSp>
      <p:grpSp>
        <p:nvGrpSpPr>
          <p:cNvPr id="219158" name="Group 22"/>
          <p:cNvGrpSpPr>
            <a:grpSpLocks/>
          </p:cNvGrpSpPr>
          <p:nvPr/>
        </p:nvGrpSpPr>
        <p:grpSpPr bwMode="auto">
          <a:xfrm>
            <a:off x="1042988" y="3860800"/>
            <a:ext cx="2714625" cy="1371600"/>
            <a:chOff x="372" y="0"/>
            <a:chExt cx="1710" cy="864"/>
          </a:xfrm>
        </p:grpSpPr>
        <p:grpSp>
          <p:nvGrpSpPr>
            <p:cNvPr id="135190" name="Group 23"/>
            <p:cNvGrpSpPr>
              <a:grpSpLocks/>
            </p:cNvGrpSpPr>
            <p:nvPr/>
          </p:nvGrpSpPr>
          <p:grpSpPr bwMode="auto">
            <a:xfrm>
              <a:off x="372" y="0"/>
              <a:ext cx="1248" cy="864"/>
              <a:chOff x="372" y="0"/>
              <a:chExt cx="1248" cy="864"/>
            </a:xfrm>
          </p:grpSpPr>
          <p:sp>
            <p:nvSpPr>
              <p:cNvPr id="135191" name="Line 24"/>
              <p:cNvSpPr>
                <a:spLocks noChangeShapeType="1"/>
              </p:cNvSpPr>
              <p:nvPr/>
            </p:nvSpPr>
            <p:spPr bwMode="auto">
              <a:xfrm flipV="1">
                <a:off x="864" y="0"/>
                <a:ext cx="756" cy="864"/>
              </a:xfrm>
              <a:prstGeom prst="line">
                <a:avLst/>
              </a:prstGeom>
              <a:noFill/>
              <a:ln w="28575">
                <a:solidFill>
                  <a:srgbClr val="66FF33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5192" name="Line 25"/>
              <p:cNvSpPr>
                <a:spLocks noChangeShapeType="1"/>
              </p:cNvSpPr>
              <p:nvPr/>
            </p:nvSpPr>
            <p:spPr bwMode="auto">
              <a:xfrm>
                <a:off x="372" y="852"/>
                <a:ext cx="492" cy="0"/>
              </a:xfrm>
              <a:prstGeom prst="line">
                <a:avLst/>
              </a:prstGeom>
              <a:noFill/>
              <a:ln w="28575">
                <a:solidFill>
                  <a:srgbClr val="66FF33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graphicFrame>
          <p:nvGraphicFramePr>
            <p:cNvPr id="135193" name="Object 26"/>
            <p:cNvGraphicFramePr>
              <a:graphicFrameLocks noChangeAspect="1"/>
            </p:cNvGraphicFramePr>
            <p:nvPr/>
          </p:nvGraphicFramePr>
          <p:xfrm>
            <a:off x="1579" y="9"/>
            <a:ext cx="503" cy="299"/>
          </p:xfrm>
          <a:graphic>
            <a:graphicData uri="http://schemas.openxmlformats.org/presentationml/2006/ole">
              <p:oleObj spid="_x0000_s135193" r:id="rId6" imgW="335880" imgH="196200" progId="Equation.3">
                <p:embed/>
              </p:oleObj>
            </a:graphicData>
          </a:graphic>
        </p:graphicFrame>
      </p:grpSp>
      <p:graphicFrame>
        <p:nvGraphicFramePr>
          <p:cNvPr id="219163" name="Object 27"/>
          <p:cNvGraphicFramePr>
            <a:graphicFrameLocks noChangeAspect="1"/>
          </p:cNvGraphicFramePr>
          <p:nvPr/>
        </p:nvGraphicFramePr>
        <p:xfrm>
          <a:off x="4572000" y="765175"/>
          <a:ext cx="4032250" cy="1223963"/>
        </p:xfrm>
        <a:graphic>
          <a:graphicData uri="http://schemas.openxmlformats.org/presentationml/2006/ole">
            <p:oleObj spid="_x0000_s135194" r:id="rId7" imgW="1518120" imgH="438120" progId="Equation.3">
              <p:embed/>
            </p:oleObj>
          </a:graphicData>
        </a:graphic>
      </p:graphicFrame>
      <p:sp>
        <p:nvSpPr>
          <p:cNvPr id="219164" name="Text Box 28"/>
          <p:cNvSpPr txBox="1">
            <a:spLocks noChangeArrowheads="1"/>
          </p:cNvSpPr>
          <p:nvPr/>
        </p:nvSpPr>
        <p:spPr bwMode="auto">
          <a:xfrm>
            <a:off x="539750" y="735013"/>
            <a:ext cx="895350" cy="579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zh-CN" altLang="en-US" sz="320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例 </a:t>
            </a:r>
            <a:r>
              <a:rPr lang="en-US" altLang="zh-CN" sz="3200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3</a:t>
            </a:r>
          </a:p>
        </p:txBody>
      </p:sp>
      <p:grpSp>
        <p:nvGrpSpPr>
          <p:cNvPr id="219165" name="Group 29"/>
          <p:cNvGrpSpPr>
            <a:grpSpLocks/>
          </p:cNvGrpSpPr>
          <p:nvPr/>
        </p:nvGrpSpPr>
        <p:grpSpPr bwMode="auto">
          <a:xfrm>
            <a:off x="1547813" y="549275"/>
            <a:ext cx="2963862" cy="2105025"/>
            <a:chOff x="975" y="346"/>
            <a:chExt cx="1867" cy="1326"/>
          </a:xfrm>
        </p:grpSpPr>
        <p:sp>
          <p:nvSpPr>
            <p:cNvPr id="135197" name="Line 30"/>
            <p:cNvSpPr>
              <a:spLocks noChangeShapeType="1"/>
            </p:cNvSpPr>
            <p:nvPr/>
          </p:nvSpPr>
          <p:spPr bwMode="auto">
            <a:xfrm flipV="1">
              <a:off x="1111" y="1344"/>
              <a:ext cx="1724" cy="0"/>
            </a:xfrm>
            <a:prstGeom prst="line">
              <a:avLst/>
            </a:prstGeom>
            <a:noFill/>
            <a:ln w="28575">
              <a:solidFill>
                <a:srgbClr val="FFFF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5198" name="Line 31"/>
            <p:cNvSpPr>
              <a:spLocks noChangeShapeType="1"/>
            </p:cNvSpPr>
            <p:nvPr/>
          </p:nvSpPr>
          <p:spPr bwMode="auto">
            <a:xfrm flipV="1">
              <a:off x="1212" y="437"/>
              <a:ext cx="1" cy="1112"/>
            </a:xfrm>
            <a:prstGeom prst="line">
              <a:avLst/>
            </a:prstGeom>
            <a:noFill/>
            <a:ln w="28575">
              <a:solidFill>
                <a:srgbClr val="FFFF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5199" name="Text Box 32"/>
            <p:cNvSpPr txBox="1">
              <a:spLocks noChangeArrowheads="1"/>
            </p:cNvSpPr>
            <p:nvPr/>
          </p:nvSpPr>
          <p:spPr bwMode="auto">
            <a:xfrm>
              <a:off x="1434" y="1338"/>
              <a:ext cx="228" cy="32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1</a:t>
              </a:r>
            </a:p>
          </p:txBody>
        </p:sp>
        <p:sp>
          <p:nvSpPr>
            <p:cNvPr id="135200" name="Text Box 33"/>
            <p:cNvSpPr txBox="1">
              <a:spLocks noChangeArrowheads="1"/>
            </p:cNvSpPr>
            <p:nvPr/>
          </p:nvSpPr>
          <p:spPr bwMode="auto">
            <a:xfrm>
              <a:off x="2664" y="1298"/>
              <a:ext cx="178" cy="32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t</a:t>
              </a:r>
              <a:endParaRPr lang="en-US" altLang="zh-CN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135201" name="Text Box 34"/>
            <p:cNvSpPr txBox="1">
              <a:spLocks noChangeArrowheads="1"/>
            </p:cNvSpPr>
            <p:nvPr/>
          </p:nvSpPr>
          <p:spPr bwMode="auto">
            <a:xfrm>
              <a:off x="986" y="845"/>
              <a:ext cx="228" cy="32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1</a:t>
              </a:r>
            </a:p>
          </p:txBody>
        </p:sp>
        <p:sp>
          <p:nvSpPr>
            <p:cNvPr id="135202" name="Text Box 35"/>
            <p:cNvSpPr txBox="1">
              <a:spLocks noChangeArrowheads="1"/>
            </p:cNvSpPr>
            <p:nvPr/>
          </p:nvSpPr>
          <p:spPr bwMode="auto">
            <a:xfrm>
              <a:off x="1083" y="346"/>
              <a:ext cx="558" cy="32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   f</a:t>
              </a:r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(</a:t>
              </a:r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t</a:t>
              </a:r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)</a:t>
              </a:r>
            </a:p>
          </p:txBody>
        </p:sp>
        <p:sp>
          <p:nvSpPr>
            <p:cNvPr id="135203" name="Text Box 36"/>
            <p:cNvSpPr txBox="1">
              <a:spLocks noChangeArrowheads="1"/>
            </p:cNvSpPr>
            <p:nvPr/>
          </p:nvSpPr>
          <p:spPr bwMode="auto">
            <a:xfrm>
              <a:off x="975" y="1345"/>
              <a:ext cx="228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0</a:t>
              </a:r>
            </a:p>
          </p:txBody>
        </p:sp>
        <p:sp>
          <p:nvSpPr>
            <p:cNvPr id="135204" name="Line 37"/>
            <p:cNvSpPr>
              <a:spLocks noChangeShapeType="1"/>
            </p:cNvSpPr>
            <p:nvPr/>
          </p:nvSpPr>
          <p:spPr bwMode="auto">
            <a:xfrm flipH="1">
              <a:off x="1211" y="709"/>
              <a:ext cx="352" cy="0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5205" name="Text Box 38"/>
            <p:cNvSpPr txBox="1">
              <a:spLocks noChangeArrowheads="1"/>
            </p:cNvSpPr>
            <p:nvPr/>
          </p:nvSpPr>
          <p:spPr bwMode="auto">
            <a:xfrm>
              <a:off x="986" y="527"/>
              <a:ext cx="228" cy="32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2</a:t>
              </a:r>
            </a:p>
          </p:txBody>
        </p:sp>
        <p:sp>
          <p:nvSpPr>
            <p:cNvPr id="135206" name="Line 39"/>
            <p:cNvSpPr>
              <a:spLocks noChangeShapeType="1"/>
            </p:cNvSpPr>
            <p:nvPr/>
          </p:nvSpPr>
          <p:spPr bwMode="auto">
            <a:xfrm flipH="1">
              <a:off x="1575" y="709"/>
              <a:ext cx="1" cy="317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5207" name="Line 40"/>
            <p:cNvSpPr>
              <a:spLocks noChangeShapeType="1"/>
            </p:cNvSpPr>
            <p:nvPr/>
          </p:nvSpPr>
          <p:spPr bwMode="auto">
            <a:xfrm>
              <a:off x="1576" y="709"/>
              <a:ext cx="544" cy="0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5208" name="Line 41"/>
            <p:cNvSpPr>
              <a:spLocks noChangeShapeType="1"/>
            </p:cNvSpPr>
            <p:nvPr/>
          </p:nvSpPr>
          <p:spPr bwMode="auto">
            <a:xfrm>
              <a:off x="2120" y="709"/>
              <a:ext cx="0" cy="363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5209" name="Line 42"/>
            <p:cNvSpPr>
              <a:spLocks noChangeShapeType="1"/>
            </p:cNvSpPr>
            <p:nvPr/>
          </p:nvSpPr>
          <p:spPr bwMode="auto">
            <a:xfrm>
              <a:off x="2120" y="1072"/>
              <a:ext cx="363" cy="0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5210" name="Line 43"/>
            <p:cNvSpPr>
              <a:spLocks noChangeShapeType="1"/>
            </p:cNvSpPr>
            <p:nvPr/>
          </p:nvSpPr>
          <p:spPr bwMode="auto">
            <a:xfrm>
              <a:off x="2483" y="1072"/>
              <a:ext cx="0" cy="272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5211" name="Text Box 44"/>
            <p:cNvSpPr txBox="1">
              <a:spLocks noChangeArrowheads="1"/>
            </p:cNvSpPr>
            <p:nvPr/>
          </p:nvSpPr>
          <p:spPr bwMode="auto">
            <a:xfrm>
              <a:off x="2347" y="1298"/>
              <a:ext cx="228" cy="32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4</a:t>
              </a:r>
            </a:p>
          </p:txBody>
        </p:sp>
        <p:sp>
          <p:nvSpPr>
            <p:cNvPr id="135212" name="Text Box 45"/>
            <p:cNvSpPr txBox="1">
              <a:spLocks noChangeArrowheads="1"/>
            </p:cNvSpPr>
            <p:nvPr/>
          </p:nvSpPr>
          <p:spPr bwMode="auto">
            <a:xfrm>
              <a:off x="2029" y="1298"/>
              <a:ext cx="228" cy="32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3</a:t>
              </a:r>
            </a:p>
          </p:txBody>
        </p:sp>
        <p:sp>
          <p:nvSpPr>
            <p:cNvPr id="135213" name="Line 46"/>
            <p:cNvSpPr>
              <a:spLocks noChangeShapeType="1"/>
            </p:cNvSpPr>
            <p:nvPr/>
          </p:nvSpPr>
          <p:spPr bwMode="auto">
            <a:xfrm>
              <a:off x="2120" y="1026"/>
              <a:ext cx="0" cy="318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5214" name="Line 47"/>
            <p:cNvSpPr>
              <a:spLocks noChangeShapeType="1"/>
            </p:cNvSpPr>
            <p:nvPr/>
          </p:nvSpPr>
          <p:spPr bwMode="auto">
            <a:xfrm>
              <a:off x="1213" y="1026"/>
              <a:ext cx="363" cy="0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35215" name="Group 48"/>
          <p:cNvGrpSpPr>
            <a:grpSpLocks/>
          </p:cNvGrpSpPr>
          <p:nvPr/>
        </p:nvGrpSpPr>
        <p:grpSpPr bwMode="auto"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135216" name="Picture 49" descr="78900"/>
            <p:cNvPicPr>
              <a:picLocks noChangeAspect="1" noChangeArrowheads="1"/>
            </p:cNvPicPr>
            <p:nvPr/>
          </p:nvPicPr>
          <p:blipFill>
            <a:blip r:embed="rId8"/>
            <a:srcRect/>
            <a:stretch>
              <a:fillRect/>
            </a:stretch>
          </p:blipFill>
          <p:spPr bwMode="auto"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35217" name="Text Box 50">
              <a:hlinkClick r:id="" action="ppaction://hlinkshowjump?jump=nextslide"/>
            </p:cNvPr>
            <p:cNvSpPr txBox="1">
              <a:spLocks noChangeArrowheads="1"/>
            </p:cNvSpPr>
            <p:nvPr/>
          </p:nvSpPr>
          <p:spPr bwMode="auto"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0">
                  <a:solidFill>
                    <a:schemeClr val="bg1"/>
                  </a:solidFill>
                  <a:latin typeface="隶书" pitchFamily="49" charset="-122"/>
                  <a:ea typeface="隶书" pitchFamily="49" charset="-122"/>
                </a:rPr>
                <a:t>下 页</a:t>
              </a:r>
            </a:p>
          </p:txBody>
        </p:sp>
      </p:grpSp>
      <p:grpSp>
        <p:nvGrpSpPr>
          <p:cNvPr id="135218" name="Group 51"/>
          <p:cNvGrpSpPr>
            <a:grpSpLocks/>
          </p:cNvGrpSpPr>
          <p:nvPr/>
        </p:nvGrpSpPr>
        <p:grpSpPr bwMode="auto">
          <a:xfrm>
            <a:off x="7453313" y="6446838"/>
            <a:ext cx="792162" cy="366712"/>
            <a:chOff x="4649" y="4020"/>
            <a:chExt cx="499" cy="231"/>
          </a:xfrm>
        </p:grpSpPr>
        <p:pic>
          <p:nvPicPr>
            <p:cNvPr id="135219" name="Picture 52" descr="78900"/>
            <p:cNvPicPr>
              <a:picLocks noChangeAspect="1" noChangeArrowheads="1"/>
            </p:cNvPicPr>
            <p:nvPr/>
          </p:nvPicPr>
          <p:blipFill>
            <a:blip r:embed="rId8"/>
            <a:srcRect/>
            <a:stretch>
              <a:fillRect/>
            </a:stretch>
          </p:blipFill>
          <p:spPr bwMode="auto"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35220" name="Text Box 53">
              <a:hlinkClick r:id="" action="ppaction://hlinkshowjump?jump=previousslide"/>
            </p:cNvPr>
            <p:cNvSpPr txBox="1">
              <a:spLocks noChangeArrowheads="1"/>
            </p:cNvSpPr>
            <p:nvPr/>
          </p:nvSpPr>
          <p:spPr bwMode="auto"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0">
                  <a:solidFill>
                    <a:schemeClr val="bg1"/>
                  </a:solidFill>
                  <a:latin typeface="隶书" pitchFamily="49" charset="-122"/>
                  <a:ea typeface="隶书" pitchFamily="49" charset="-122"/>
                </a:rPr>
                <a:t>上 页</a:t>
              </a:r>
            </a:p>
          </p:txBody>
        </p:sp>
      </p:grpSp>
      <p:grpSp>
        <p:nvGrpSpPr>
          <p:cNvPr id="135221" name="Group 54"/>
          <p:cNvGrpSpPr>
            <a:grpSpLocks/>
          </p:cNvGrpSpPr>
          <p:nvPr/>
        </p:nvGrpSpPr>
        <p:grpSpPr bwMode="auto">
          <a:xfrm>
            <a:off x="6588125" y="6446838"/>
            <a:ext cx="792163" cy="366712"/>
            <a:chOff x="4649" y="4020"/>
            <a:chExt cx="499" cy="231"/>
          </a:xfrm>
        </p:grpSpPr>
        <p:pic>
          <p:nvPicPr>
            <p:cNvPr id="135222" name="Picture 55" descr="78900"/>
            <p:cNvPicPr>
              <a:picLocks noChangeAspect="1" noChangeArrowheads="1"/>
            </p:cNvPicPr>
            <p:nvPr/>
          </p:nvPicPr>
          <p:blipFill>
            <a:blip r:embed="rId8"/>
            <a:srcRect/>
            <a:stretch>
              <a:fillRect/>
            </a:stretch>
          </p:blipFill>
          <p:spPr bwMode="auto"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35223" name="Text Box 56">
              <a:hlinkClick r:id="rId9" action="ppaction://hlinksldjump"/>
            </p:cNvPr>
            <p:cNvSpPr txBox="1">
              <a:spLocks noChangeArrowheads="1"/>
            </p:cNvSpPr>
            <p:nvPr/>
          </p:nvSpPr>
          <p:spPr bwMode="auto"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0">
                  <a:solidFill>
                    <a:schemeClr val="bg1"/>
                  </a:solidFill>
                  <a:latin typeface="隶书" pitchFamily="49" charset="-122"/>
                  <a:ea typeface="隶书" pitchFamily="49" charset="-122"/>
                </a:rPr>
                <a:t>返 回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191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191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191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2191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" dur="500"/>
                                        <p:tgtEl>
                                          <p:spTgt spid="219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3000"/>
                                        <p:tgtEl>
                                          <p:spTgt spid="219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2191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2191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2191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2191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2000"/>
                                        <p:tgtEl>
                                          <p:spTgt spid="219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219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1000"/>
                                        <p:tgtEl>
                                          <p:spTgt spid="219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19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219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9139" grpId="0"/>
      <p:bldP spid="219164" grpId="0"/>
    </p:bldLst>
  </p:timing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20162" name="Object 2"/>
          <p:cNvGraphicFramePr>
            <a:graphicFrameLocks noChangeAspect="1"/>
          </p:cNvGraphicFramePr>
          <p:nvPr/>
        </p:nvGraphicFramePr>
        <p:xfrm>
          <a:off x="539750" y="2781300"/>
          <a:ext cx="2208213" cy="538163"/>
        </p:xfrm>
        <a:graphic>
          <a:graphicData uri="http://schemas.openxmlformats.org/presentationml/2006/ole">
            <p:oleObj spid="_x0000_s136193" r:id="rId3" imgW="788040" imgH="196200" progId="Equation.3">
              <p:embed/>
            </p:oleObj>
          </a:graphicData>
        </a:graphic>
      </p:graphicFrame>
      <p:sp>
        <p:nvSpPr>
          <p:cNvPr id="220163" name="Text Box 3"/>
          <p:cNvSpPr txBox="1">
            <a:spLocks noChangeArrowheads="1"/>
          </p:cNvSpPr>
          <p:nvPr/>
        </p:nvSpPr>
        <p:spPr bwMode="auto">
          <a:xfrm>
            <a:off x="395288" y="549275"/>
            <a:ext cx="1079500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r>
              <a:rPr lang="zh-CN" altLang="en-US" sz="320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例 </a:t>
            </a:r>
            <a:r>
              <a:rPr lang="en-US" altLang="zh-CN" sz="3200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5</a:t>
            </a:r>
          </a:p>
        </p:txBody>
      </p:sp>
      <p:grpSp>
        <p:nvGrpSpPr>
          <p:cNvPr id="220164" name="Group 4"/>
          <p:cNvGrpSpPr>
            <a:grpSpLocks/>
          </p:cNvGrpSpPr>
          <p:nvPr/>
        </p:nvGrpSpPr>
        <p:grpSpPr bwMode="auto">
          <a:xfrm>
            <a:off x="4067175" y="1628775"/>
            <a:ext cx="2028825" cy="2174875"/>
            <a:chOff x="2598" y="1026"/>
            <a:chExt cx="1278" cy="1370"/>
          </a:xfrm>
        </p:grpSpPr>
        <p:sp>
          <p:nvSpPr>
            <p:cNvPr id="136196" name="Line 5"/>
            <p:cNvSpPr>
              <a:spLocks noChangeShapeType="1"/>
            </p:cNvSpPr>
            <p:nvPr/>
          </p:nvSpPr>
          <p:spPr bwMode="auto">
            <a:xfrm>
              <a:off x="2608" y="2069"/>
              <a:ext cx="1226" cy="1"/>
            </a:xfrm>
            <a:prstGeom prst="line">
              <a:avLst/>
            </a:prstGeom>
            <a:noFill/>
            <a:ln w="28575">
              <a:solidFill>
                <a:srgbClr val="FFFF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6197" name="Line 6"/>
            <p:cNvSpPr>
              <a:spLocks noChangeShapeType="1"/>
            </p:cNvSpPr>
            <p:nvPr/>
          </p:nvSpPr>
          <p:spPr bwMode="auto">
            <a:xfrm flipV="1">
              <a:off x="2915" y="1163"/>
              <a:ext cx="1" cy="1112"/>
            </a:xfrm>
            <a:prstGeom prst="line">
              <a:avLst/>
            </a:prstGeom>
            <a:noFill/>
            <a:ln w="28575">
              <a:solidFill>
                <a:srgbClr val="FFFF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6198" name="Text Box 7"/>
            <p:cNvSpPr txBox="1">
              <a:spLocks noChangeArrowheads="1"/>
            </p:cNvSpPr>
            <p:nvPr/>
          </p:nvSpPr>
          <p:spPr bwMode="auto">
            <a:xfrm>
              <a:off x="3698" y="2024"/>
              <a:ext cx="178" cy="32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t</a:t>
              </a:r>
              <a:endParaRPr lang="en-US" altLang="zh-CN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136199" name="Text Box 8"/>
            <p:cNvSpPr txBox="1">
              <a:spLocks noChangeArrowheads="1"/>
            </p:cNvSpPr>
            <p:nvPr/>
          </p:nvSpPr>
          <p:spPr bwMode="auto">
            <a:xfrm>
              <a:off x="2598" y="1208"/>
              <a:ext cx="228" cy="32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1</a:t>
              </a:r>
            </a:p>
          </p:txBody>
        </p:sp>
        <p:sp>
          <p:nvSpPr>
            <p:cNvPr id="136200" name="Text Box 9"/>
            <p:cNvSpPr txBox="1">
              <a:spLocks noChangeArrowheads="1"/>
            </p:cNvSpPr>
            <p:nvPr/>
          </p:nvSpPr>
          <p:spPr bwMode="auto">
            <a:xfrm>
              <a:off x="2993" y="1026"/>
              <a:ext cx="284" cy="32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   </a:t>
              </a:r>
              <a:endParaRPr lang="en-US" altLang="zh-CN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136201" name="Text Box 10"/>
            <p:cNvSpPr txBox="1">
              <a:spLocks noChangeArrowheads="1"/>
            </p:cNvSpPr>
            <p:nvPr/>
          </p:nvSpPr>
          <p:spPr bwMode="auto">
            <a:xfrm>
              <a:off x="2689" y="2024"/>
              <a:ext cx="228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0</a:t>
              </a:r>
            </a:p>
          </p:txBody>
        </p:sp>
        <p:sp>
          <p:nvSpPr>
            <p:cNvPr id="136202" name="Text Box 11"/>
            <p:cNvSpPr txBox="1">
              <a:spLocks noChangeArrowheads="1"/>
            </p:cNvSpPr>
            <p:nvPr/>
          </p:nvSpPr>
          <p:spPr bwMode="auto">
            <a:xfrm>
              <a:off x="3415" y="2069"/>
              <a:ext cx="228" cy="32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2</a:t>
              </a:r>
            </a:p>
          </p:txBody>
        </p:sp>
        <p:sp>
          <p:nvSpPr>
            <p:cNvPr id="136203" name="Line 12"/>
            <p:cNvSpPr>
              <a:spLocks noChangeShapeType="1"/>
            </p:cNvSpPr>
            <p:nvPr/>
          </p:nvSpPr>
          <p:spPr bwMode="auto">
            <a:xfrm>
              <a:off x="2916" y="1389"/>
              <a:ext cx="635" cy="680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20173" name="Text Box 13"/>
          <p:cNvSpPr txBox="1">
            <a:spLocks noChangeArrowheads="1"/>
          </p:cNvSpPr>
          <p:nvPr/>
        </p:nvSpPr>
        <p:spPr bwMode="auto">
          <a:xfrm>
            <a:off x="3563938" y="476250"/>
            <a:ext cx="4535487" cy="1117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20000"/>
              </a:lnSpc>
              <a:spcBef>
                <a:spcPct val="50000"/>
              </a:spcBef>
            </a:pPr>
            <a:r>
              <a:rPr lang="zh-CN" altLang="en-US">
                <a:latin typeface="楷体_GB2312" pitchFamily="49" charset="-122"/>
              </a:rPr>
              <a:t>已知电压</a:t>
            </a:r>
            <a:r>
              <a:rPr lang="en-US" altLang="zh-CN" b="0" i="1">
                <a:solidFill>
                  <a:schemeClr val="bg1"/>
                </a:solidFill>
                <a:latin typeface="Times New Roman" pitchFamily="18" charset="0"/>
              </a:rPr>
              <a:t>u</a:t>
            </a:r>
            <a:r>
              <a:rPr lang="en-US" altLang="zh-CN" b="0">
                <a:solidFill>
                  <a:schemeClr val="bg1"/>
                </a:solidFill>
                <a:latin typeface="Times New Roman" pitchFamily="18" charset="0"/>
              </a:rPr>
              <a:t>(t)</a:t>
            </a:r>
            <a:r>
              <a:rPr lang="zh-CN" altLang="en-US">
                <a:latin typeface="楷体_GB2312" pitchFamily="49" charset="-122"/>
              </a:rPr>
              <a:t>的波形如图，试画出下列电压的波形。</a:t>
            </a:r>
          </a:p>
        </p:txBody>
      </p:sp>
      <p:graphicFrame>
        <p:nvGraphicFramePr>
          <p:cNvPr id="220174" name="Object 14"/>
          <p:cNvGraphicFramePr>
            <a:graphicFrameLocks noChangeAspect="1"/>
          </p:cNvGraphicFramePr>
          <p:nvPr/>
        </p:nvGraphicFramePr>
        <p:xfrm>
          <a:off x="539750" y="4941888"/>
          <a:ext cx="3430588" cy="473075"/>
        </p:xfrm>
        <a:graphic>
          <a:graphicData uri="http://schemas.openxmlformats.org/presentationml/2006/ole">
            <p:oleObj spid="_x0000_s136205" r:id="rId4" imgW="1262880" imgH="196200" progId="Equation.3">
              <p:embed/>
            </p:oleObj>
          </a:graphicData>
        </a:graphic>
      </p:graphicFrame>
      <p:graphicFrame>
        <p:nvGraphicFramePr>
          <p:cNvPr id="220175" name="Object 15"/>
          <p:cNvGraphicFramePr>
            <a:graphicFrameLocks noChangeAspect="1"/>
          </p:cNvGraphicFramePr>
          <p:nvPr/>
        </p:nvGraphicFramePr>
        <p:xfrm>
          <a:off x="539750" y="4221163"/>
          <a:ext cx="3290888" cy="517525"/>
        </p:xfrm>
        <a:graphic>
          <a:graphicData uri="http://schemas.openxmlformats.org/presentationml/2006/ole">
            <p:oleObj spid="_x0000_s136206" r:id="rId5" imgW="1228320" imgH="196200" progId="Equation.3">
              <p:embed/>
            </p:oleObj>
          </a:graphicData>
        </a:graphic>
      </p:graphicFrame>
      <p:graphicFrame>
        <p:nvGraphicFramePr>
          <p:cNvPr id="220176" name="Object 16"/>
          <p:cNvGraphicFramePr>
            <a:graphicFrameLocks noChangeAspect="1"/>
          </p:cNvGraphicFramePr>
          <p:nvPr/>
        </p:nvGraphicFramePr>
        <p:xfrm>
          <a:off x="523875" y="3500438"/>
          <a:ext cx="2752725" cy="517525"/>
        </p:xfrm>
        <a:graphic>
          <a:graphicData uri="http://schemas.openxmlformats.org/presentationml/2006/ole">
            <p:oleObj spid="_x0000_s136207" r:id="rId6" imgW="1031400" imgH="196200" progId="Equation.3">
              <p:embed/>
            </p:oleObj>
          </a:graphicData>
        </a:graphic>
      </p:graphicFrame>
      <p:grpSp>
        <p:nvGrpSpPr>
          <p:cNvPr id="220177" name="Group 17"/>
          <p:cNvGrpSpPr>
            <a:grpSpLocks/>
          </p:cNvGrpSpPr>
          <p:nvPr/>
        </p:nvGrpSpPr>
        <p:grpSpPr bwMode="auto">
          <a:xfrm>
            <a:off x="539750" y="404813"/>
            <a:ext cx="3000375" cy="2174875"/>
            <a:chOff x="340" y="255"/>
            <a:chExt cx="1890" cy="1370"/>
          </a:xfrm>
        </p:grpSpPr>
        <p:sp>
          <p:nvSpPr>
            <p:cNvPr id="136209" name="Line 18"/>
            <p:cNvSpPr>
              <a:spLocks noChangeShapeType="1"/>
            </p:cNvSpPr>
            <p:nvPr/>
          </p:nvSpPr>
          <p:spPr bwMode="auto">
            <a:xfrm>
              <a:off x="476" y="1298"/>
              <a:ext cx="1712" cy="1"/>
            </a:xfrm>
            <a:prstGeom prst="line">
              <a:avLst/>
            </a:prstGeom>
            <a:noFill/>
            <a:ln w="28575">
              <a:solidFill>
                <a:srgbClr val="FFFF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6210" name="Line 19"/>
            <p:cNvSpPr>
              <a:spLocks noChangeShapeType="1"/>
            </p:cNvSpPr>
            <p:nvPr/>
          </p:nvSpPr>
          <p:spPr bwMode="auto">
            <a:xfrm flipV="1">
              <a:off x="1269" y="392"/>
              <a:ext cx="1" cy="1112"/>
            </a:xfrm>
            <a:prstGeom prst="line">
              <a:avLst/>
            </a:prstGeom>
            <a:noFill/>
            <a:ln w="28575">
              <a:solidFill>
                <a:srgbClr val="FFFF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6211" name="Text Box 20"/>
            <p:cNvSpPr txBox="1">
              <a:spLocks noChangeArrowheads="1"/>
            </p:cNvSpPr>
            <p:nvPr/>
          </p:nvSpPr>
          <p:spPr bwMode="auto">
            <a:xfrm>
              <a:off x="2052" y="1253"/>
              <a:ext cx="178" cy="32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t</a:t>
              </a:r>
              <a:endParaRPr lang="en-US" altLang="zh-CN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136212" name="Text Box 21"/>
            <p:cNvSpPr txBox="1">
              <a:spLocks noChangeArrowheads="1"/>
            </p:cNvSpPr>
            <p:nvPr/>
          </p:nvSpPr>
          <p:spPr bwMode="auto">
            <a:xfrm>
              <a:off x="952" y="437"/>
              <a:ext cx="228" cy="32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1</a:t>
              </a:r>
            </a:p>
          </p:txBody>
        </p:sp>
        <p:sp>
          <p:nvSpPr>
            <p:cNvPr id="136213" name="Text Box 22"/>
            <p:cNvSpPr txBox="1">
              <a:spLocks noChangeArrowheads="1"/>
            </p:cNvSpPr>
            <p:nvPr/>
          </p:nvSpPr>
          <p:spPr bwMode="auto">
            <a:xfrm>
              <a:off x="1185" y="255"/>
              <a:ext cx="608" cy="32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   u</a:t>
              </a:r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(</a:t>
              </a:r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t</a:t>
              </a:r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)</a:t>
              </a:r>
            </a:p>
          </p:txBody>
        </p:sp>
        <p:sp>
          <p:nvSpPr>
            <p:cNvPr id="136214" name="Text Box 23"/>
            <p:cNvSpPr txBox="1">
              <a:spLocks noChangeArrowheads="1"/>
            </p:cNvSpPr>
            <p:nvPr/>
          </p:nvSpPr>
          <p:spPr bwMode="auto">
            <a:xfrm>
              <a:off x="1043" y="1253"/>
              <a:ext cx="228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0</a:t>
              </a:r>
            </a:p>
          </p:txBody>
        </p:sp>
        <p:sp>
          <p:nvSpPr>
            <p:cNvPr id="136215" name="Text Box 24"/>
            <p:cNvSpPr txBox="1">
              <a:spLocks noChangeArrowheads="1"/>
            </p:cNvSpPr>
            <p:nvPr/>
          </p:nvSpPr>
          <p:spPr bwMode="auto">
            <a:xfrm>
              <a:off x="340" y="1298"/>
              <a:ext cx="453" cy="32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zh-CN" altLang="en-US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－</a:t>
              </a:r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2</a:t>
              </a:r>
            </a:p>
          </p:txBody>
        </p:sp>
        <p:sp>
          <p:nvSpPr>
            <p:cNvPr id="136216" name="Text Box 25"/>
            <p:cNvSpPr txBox="1">
              <a:spLocks noChangeArrowheads="1"/>
            </p:cNvSpPr>
            <p:nvPr/>
          </p:nvSpPr>
          <p:spPr bwMode="auto">
            <a:xfrm>
              <a:off x="1769" y="1298"/>
              <a:ext cx="228" cy="32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2</a:t>
              </a:r>
            </a:p>
          </p:txBody>
        </p:sp>
        <p:sp>
          <p:nvSpPr>
            <p:cNvPr id="136217" name="Line 26"/>
            <p:cNvSpPr>
              <a:spLocks noChangeShapeType="1"/>
            </p:cNvSpPr>
            <p:nvPr/>
          </p:nvSpPr>
          <p:spPr bwMode="auto">
            <a:xfrm flipV="1">
              <a:off x="635" y="618"/>
              <a:ext cx="635" cy="680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6218" name="Line 27"/>
            <p:cNvSpPr>
              <a:spLocks noChangeShapeType="1"/>
            </p:cNvSpPr>
            <p:nvPr/>
          </p:nvSpPr>
          <p:spPr bwMode="auto">
            <a:xfrm>
              <a:off x="1270" y="618"/>
              <a:ext cx="635" cy="680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220188" name="Group 28"/>
          <p:cNvGrpSpPr>
            <a:grpSpLocks/>
          </p:cNvGrpSpPr>
          <p:nvPr/>
        </p:nvGrpSpPr>
        <p:grpSpPr bwMode="auto">
          <a:xfrm>
            <a:off x="6340475" y="1628775"/>
            <a:ext cx="2803525" cy="2103438"/>
            <a:chOff x="3787" y="935"/>
            <a:chExt cx="1766" cy="1325"/>
          </a:xfrm>
        </p:grpSpPr>
        <p:sp>
          <p:nvSpPr>
            <p:cNvPr id="136220" name="Line 29"/>
            <p:cNvSpPr>
              <a:spLocks noChangeShapeType="1"/>
            </p:cNvSpPr>
            <p:nvPr/>
          </p:nvSpPr>
          <p:spPr bwMode="auto">
            <a:xfrm flipV="1">
              <a:off x="3923" y="1979"/>
              <a:ext cx="1542" cy="0"/>
            </a:xfrm>
            <a:prstGeom prst="line">
              <a:avLst/>
            </a:prstGeom>
            <a:noFill/>
            <a:ln w="28575">
              <a:solidFill>
                <a:srgbClr val="FFFF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6221" name="Line 30"/>
            <p:cNvSpPr>
              <a:spLocks noChangeShapeType="1"/>
            </p:cNvSpPr>
            <p:nvPr/>
          </p:nvSpPr>
          <p:spPr bwMode="auto">
            <a:xfrm flipV="1">
              <a:off x="4367" y="1072"/>
              <a:ext cx="1" cy="1112"/>
            </a:xfrm>
            <a:prstGeom prst="line">
              <a:avLst/>
            </a:prstGeom>
            <a:noFill/>
            <a:ln w="28575">
              <a:solidFill>
                <a:srgbClr val="FFFF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6222" name="Text Box 31"/>
            <p:cNvSpPr txBox="1">
              <a:spLocks noChangeArrowheads="1"/>
            </p:cNvSpPr>
            <p:nvPr/>
          </p:nvSpPr>
          <p:spPr bwMode="auto">
            <a:xfrm>
              <a:off x="5375" y="1933"/>
              <a:ext cx="178" cy="32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t</a:t>
              </a:r>
              <a:endParaRPr lang="en-US" altLang="zh-CN" sz="2400" b="0">
                <a:ea typeface="仿宋_GB2312" pitchFamily="49" charset="-122"/>
              </a:endParaRPr>
            </a:p>
          </p:txBody>
        </p:sp>
        <p:sp>
          <p:nvSpPr>
            <p:cNvPr id="136223" name="Text Box 32"/>
            <p:cNvSpPr txBox="1">
              <a:spLocks noChangeArrowheads="1"/>
            </p:cNvSpPr>
            <p:nvPr/>
          </p:nvSpPr>
          <p:spPr bwMode="auto">
            <a:xfrm>
              <a:off x="4050" y="1117"/>
              <a:ext cx="228" cy="32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1</a:t>
              </a:r>
              <a:endParaRPr lang="en-US" altLang="zh-CN" sz="2400" b="0">
                <a:ea typeface="仿宋_GB2312" pitchFamily="49" charset="-122"/>
              </a:endParaRPr>
            </a:p>
          </p:txBody>
        </p:sp>
        <p:sp>
          <p:nvSpPr>
            <p:cNvPr id="136224" name="Text Box 33"/>
            <p:cNvSpPr txBox="1">
              <a:spLocks noChangeArrowheads="1"/>
            </p:cNvSpPr>
            <p:nvPr/>
          </p:nvSpPr>
          <p:spPr bwMode="auto">
            <a:xfrm>
              <a:off x="4445" y="935"/>
              <a:ext cx="284" cy="32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   </a:t>
              </a:r>
              <a:endParaRPr lang="en-US" altLang="zh-CN" sz="2400" b="0">
                <a:ea typeface="仿宋_GB2312" pitchFamily="49" charset="-122"/>
              </a:endParaRPr>
            </a:p>
          </p:txBody>
        </p:sp>
        <p:sp>
          <p:nvSpPr>
            <p:cNvPr id="136225" name="Text Box 34"/>
            <p:cNvSpPr txBox="1">
              <a:spLocks noChangeArrowheads="1"/>
            </p:cNvSpPr>
            <p:nvPr/>
          </p:nvSpPr>
          <p:spPr bwMode="auto">
            <a:xfrm>
              <a:off x="4141" y="1933"/>
              <a:ext cx="228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0</a:t>
              </a:r>
              <a:endParaRPr lang="en-US" altLang="zh-CN" sz="2400" b="0">
                <a:ea typeface="仿宋_GB2312" pitchFamily="49" charset="-122"/>
              </a:endParaRPr>
            </a:p>
          </p:txBody>
        </p:sp>
        <p:sp>
          <p:nvSpPr>
            <p:cNvPr id="136226" name="Text Box 35"/>
            <p:cNvSpPr txBox="1">
              <a:spLocks noChangeArrowheads="1"/>
            </p:cNvSpPr>
            <p:nvPr/>
          </p:nvSpPr>
          <p:spPr bwMode="auto">
            <a:xfrm>
              <a:off x="3787" y="1933"/>
              <a:ext cx="389" cy="32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zh-CN" altLang="en-US" sz="2000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－</a:t>
              </a:r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1</a:t>
              </a:r>
              <a:endParaRPr lang="en-US" altLang="zh-CN" sz="2400" b="0">
                <a:ea typeface="仿宋_GB2312" pitchFamily="49" charset="-122"/>
              </a:endParaRPr>
            </a:p>
          </p:txBody>
        </p:sp>
        <p:sp>
          <p:nvSpPr>
            <p:cNvPr id="136227" name="Text Box 36"/>
            <p:cNvSpPr txBox="1">
              <a:spLocks noChangeArrowheads="1"/>
            </p:cNvSpPr>
            <p:nvPr/>
          </p:nvSpPr>
          <p:spPr bwMode="auto">
            <a:xfrm>
              <a:off x="4604" y="1933"/>
              <a:ext cx="228" cy="32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1</a:t>
              </a:r>
              <a:endParaRPr lang="en-US" altLang="zh-CN" sz="2400" b="0">
                <a:ea typeface="仿宋_GB2312" pitchFamily="49" charset="-122"/>
              </a:endParaRPr>
            </a:p>
          </p:txBody>
        </p:sp>
        <p:sp>
          <p:nvSpPr>
            <p:cNvPr id="136228" name="Line 37"/>
            <p:cNvSpPr>
              <a:spLocks noChangeShapeType="1"/>
            </p:cNvSpPr>
            <p:nvPr/>
          </p:nvSpPr>
          <p:spPr bwMode="auto">
            <a:xfrm flipV="1">
              <a:off x="4377" y="1298"/>
              <a:ext cx="317" cy="363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6229" name="Line 38"/>
            <p:cNvSpPr>
              <a:spLocks noChangeShapeType="1"/>
            </p:cNvSpPr>
            <p:nvPr/>
          </p:nvSpPr>
          <p:spPr bwMode="auto">
            <a:xfrm>
              <a:off x="4694" y="1298"/>
              <a:ext cx="635" cy="680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220199" name="Group 39"/>
          <p:cNvGrpSpPr>
            <a:grpSpLocks/>
          </p:cNvGrpSpPr>
          <p:nvPr/>
        </p:nvGrpSpPr>
        <p:grpSpPr bwMode="auto">
          <a:xfrm>
            <a:off x="3806825" y="4005263"/>
            <a:ext cx="2430463" cy="2103437"/>
            <a:chOff x="2344" y="2478"/>
            <a:chExt cx="1531" cy="1325"/>
          </a:xfrm>
        </p:grpSpPr>
        <p:sp>
          <p:nvSpPr>
            <p:cNvPr id="136231" name="Line 40"/>
            <p:cNvSpPr>
              <a:spLocks noChangeShapeType="1"/>
            </p:cNvSpPr>
            <p:nvPr/>
          </p:nvSpPr>
          <p:spPr bwMode="auto">
            <a:xfrm>
              <a:off x="2562" y="3521"/>
              <a:ext cx="1225" cy="1"/>
            </a:xfrm>
            <a:prstGeom prst="line">
              <a:avLst/>
            </a:prstGeom>
            <a:noFill/>
            <a:ln w="28575">
              <a:solidFill>
                <a:srgbClr val="FFFF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6232" name="Line 41"/>
            <p:cNvSpPr>
              <a:spLocks noChangeShapeType="1"/>
            </p:cNvSpPr>
            <p:nvPr/>
          </p:nvSpPr>
          <p:spPr bwMode="auto">
            <a:xfrm flipV="1">
              <a:off x="2689" y="2615"/>
              <a:ext cx="1" cy="1112"/>
            </a:xfrm>
            <a:prstGeom prst="line">
              <a:avLst/>
            </a:prstGeom>
            <a:noFill/>
            <a:ln w="28575">
              <a:solidFill>
                <a:srgbClr val="FFFF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6233" name="Text Box 42"/>
            <p:cNvSpPr txBox="1">
              <a:spLocks noChangeArrowheads="1"/>
            </p:cNvSpPr>
            <p:nvPr/>
          </p:nvSpPr>
          <p:spPr bwMode="auto">
            <a:xfrm>
              <a:off x="3697" y="3476"/>
              <a:ext cx="178" cy="32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t</a:t>
              </a:r>
              <a:endParaRPr lang="en-US" altLang="zh-CN" sz="2400" b="0">
                <a:ea typeface="仿宋_GB2312" pitchFamily="49" charset="-122"/>
              </a:endParaRPr>
            </a:p>
          </p:txBody>
        </p:sp>
        <p:sp>
          <p:nvSpPr>
            <p:cNvPr id="136234" name="Text Box 43"/>
            <p:cNvSpPr txBox="1">
              <a:spLocks noChangeArrowheads="1"/>
            </p:cNvSpPr>
            <p:nvPr/>
          </p:nvSpPr>
          <p:spPr bwMode="auto">
            <a:xfrm>
              <a:off x="2344" y="2660"/>
              <a:ext cx="284" cy="32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 1</a:t>
              </a:r>
              <a:endParaRPr lang="en-US" altLang="zh-CN" sz="2400" b="0">
                <a:ea typeface="仿宋_GB2312" pitchFamily="49" charset="-122"/>
              </a:endParaRPr>
            </a:p>
          </p:txBody>
        </p:sp>
        <p:sp>
          <p:nvSpPr>
            <p:cNvPr id="136235" name="Text Box 44"/>
            <p:cNvSpPr txBox="1">
              <a:spLocks noChangeArrowheads="1"/>
            </p:cNvSpPr>
            <p:nvPr/>
          </p:nvSpPr>
          <p:spPr bwMode="auto">
            <a:xfrm>
              <a:off x="2767" y="2478"/>
              <a:ext cx="284" cy="32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   </a:t>
              </a:r>
              <a:endParaRPr lang="en-US" altLang="zh-CN" sz="2400" b="0">
                <a:ea typeface="仿宋_GB2312" pitchFamily="49" charset="-122"/>
              </a:endParaRPr>
            </a:p>
          </p:txBody>
        </p:sp>
        <p:sp>
          <p:nvSpPr>
            <p:cNvPr id="136236" name="Text Box 45"/>
            <p:cNvSpPr txBox="1">
              <a:spLocks noChangeArrowheads="1"/>
            </p:cNvSpPr>
            <p:nvPr/>
          </p:nvSpPr>
          <p:spPr bwMode="auto">
            <a:xfrm>
              <a:off x="2463" y="3476"/>
              <a:ext cx="228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0</a:t>
              </a:r>
              <a:endParaRPr lang="en-US" altLang="zh-CN" sz="2400" b="0">
                <a:ea typeface="仿宋_GB2312" pitchFamily="49" charset="-122"/>
              </a:endParaRPr>
            </a:p>
          </p:txBody>
        </p:sp>
        <p:sp>
          <p:nvSpPr>
            <p:cNvPr id="136237" name="Text Box 46"/>
            <p:cNvSpPr txBox="1">
              <a:spLocks noChangeArrowheads="1"/>
            </p:cNvSpPr>
            <p:nvPr/>
          </p:nvSpPr>
          <p:spPr bwMode="auto">
            <a:xfrm>
              <a:off x="2926" y="3476"/>
              <a:ext cx="228" cy="32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1</a:t>
              </a:r>
              <a:endParaRPr lang="en-US" altLang="zh-CN" sz="2400" b="0">
                <a:ea typeface="仿宋_GB2312" pitchFamily="49" charset="-122"/>
              </a:endParaRPr>
            </a:p>
          </p:txBody>
        </p:sp>
        <p:sp>
          <p:nvSpPr>
            <p:cNvPr id="136238" name="Line 47"/>
            <p:cNvSpPr>
              <a:spLocks noChangeShapeType="1"/>
            </p:cNvSpPr>
            <p:nvPr/>
          </p:nvSpPr>
          <p:spPr bwMode="auto">
            <a:xfrm>
              <a:off x="3016" y="2841"/>
              <a:ext cx="635" cy="680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6239" name="Line 48"/>
            <p:cNvSpPr>
              <a:spLocks noChangeShapeType="1"/>
            </p:cNvSpPr>
            <p:nvPr/>
          </p:nvSpPr>
          <p:spPr bwMode="auto">
            <a:xfrm>
              <a:off x="3016" y="2840"/>
              <a:ext cx="0" cy="681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220209" name="Group 49"/>
          <p:cNvGrpSpPr>
            <a:grpSpLocks/>
          </p:cNvGrpSpPr>
          <p:nvPr/>
        </p:nvGrpSpPr>
        <p:grpSpPr bwMode="auto">
          <a:xfrm>
            <a:off x="6357938" y="4076700"/>
            <a:ext cx="2786062" cy="2032000"/>
            <a:chOff x="3787" y="2568"/>
            <a:chExt cx="1755" cy="1280"/>
          </a:xfrm>
        </p:grpSpPr>
        <p:sp>
          <p:nvSpPr>
            <p:cNvPr id="136241" name="Text Box 50"/>
            <p:cNvSpPr txBox="1">
              <a:spLocks noChangeArrowheads="1"/>
            </p:cNvSpPr>
            <p:nvPr/>
          </p:nvSpPr>
          <p:spPr bwMode="auto">
            <a:xfrm>
              <a:off x="4091" y="2568"/>
              <a:ext cx="284" cy="32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   </a:t>
              </a:r>
              <a:endParaRPr lang="en-US" altLang="zh-CN" sz="2400" b="0">
                <a:ea typeface="仿宋_GB2312" pitchFamily="49" charset="-122"/>
              </a:endParaRPr>
            </a:p>
          </p:txBody>
        </p:sp>
        <p:sp>
          <p:nvSpPr>
            <p:cNvPr id="136242" name="Line 51"/>
            <p:cNvSpPr>
              <a:spLocks noChangeShapeType="1"/>
            </p:cNvSpPr>
            <p:nvPr/>
          </p:nvSpPr>
          <p:spPr bwMode="auto">
            <a:xfrm>
              <a:off x="3887" y="3566"/>
              <a:ext cx="1655" cy="0"/>
            </a:xfrm>
            <a:prstGeom prst="line">
              <a:avLst/>
            </a:prstGeom>
            <a:noFill/>
            <a:ln w="28575">
              <a:solidFill>
                <a:srgbClr val="FFFF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6243" name="Line 52"/>
            <p:cNvSpPr>
              <a:spLocks noChangeShapeType="1"/>
            </p:cNvSpPr>
            <p:nvPr/>
          </p:nvSpPr>
          <p:spPr bwMode="auto">
            <a:xfrm flipV="1">
              <a:off x="4013" y="2660"/>
              <a:ext cx="1" cy="1112"/>
            </a:xfrm>
            <a:prstGeom prst="line">
              <a:avLst/>
            </a:prstGeom>
            <a:noFill/>
            <a:ln w="28575">
              <a:solidFill>
                <a:srgbClr val="FFFF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6244" name="Text Box 53"/>
            <p:cNvSpPr txBox="1">
              <a:spLocks noChangeArrowheads="1"/>
            </p:cNvSpPr>
            <p:nvPr/>
          </p:nvSpPr>
          <p:spPr bwMode="auto">
            <a:xfrm>
              <a:off x="5364" y="3520"/>
              <a:ext cx="178" cy="32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t</a:t>
              </a:r>
              <a:endParaRPr lang="en-US" altLang="zh-CN" sz="2400" b="0">
                <a:ea typeface="仿宋_GB2312" pitchFamily="49" charset="-122"/>
              </a:endParaRPr>
            </a:p>
          </p:txBody>
        </p:sp>
        <p:sp>
          <p:nvSpPr>
            <p:cNvPr id="136245" name="Text Box 54"/>
            <p:cNvSpPr txBox="1">
              <a:spLocks noChangeArrowheads="1"/>
            </p:cNvSpPr>
            <p:nvPr/>
          </p:nvSpPr>
          <p:spPr bwMode="auto">
            <a:xfrm>
              <a:off x="3796" y="2659"/>
              <a:ext cx="228" cy="32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1</a:t>
              </a:r>
              <a:endParaRPr lang="en-US" altLang="zh-CN" sz="2400" b="0">
                <a:ea typeface="仿宋_GB2312" pitchFamily="49" charset="-122"/>
              </a:endParaRPr>
            </a:p>
          </p:txBody>
        </p:sp>
        <p:sp>
          <p:nvSpPr>
            <p:cNvPr id="136246" name="Text Box 55"/>
            <p:cNvSpPr txBox="1">
              <a:spLocks noChangeArrowheads="1"/>
            </p:cNvSpPr>
            <p:nvPr/>
          </p:nvSpPr>
          <p:spPr bwMode="auto">
            <a:xfrm>
              <a:off x="3787" y="3521"/>
              <a:ext cx="228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0</a:t>
              </a:r>
              <a:endParaRPr lang="en-US" altLang="zh-CN" sz="2400" b="0">
                <a:ea typeface="仿宋_GB2312" pitchFamily="49" charset="-122"/>
              </a:endParaRPr>
            </a:p>
          </p:txBody>
        </p:sp>
        <p:sp>
          <p:nvSpPr>
            <p:cNvPr id="136247" name="Text Box 56"/>
            <p:cNvSpPr txBox="1">
              <a:spLocks noChangeArrowheads="1"/>
            </p:cNvSpPr>
            <p:nvPr/>
          </p:nvSpPr>
          <p:spPr bwMode="auto">
            <a:xfrm>
              <a:off x="4612" y="3520"/>
              <a:ext cx="228" cy="32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2</a:t>
              </a:r>
              <a:endParaRPr lang="en-US" altLang="zh-CN" sz="2400" b="0">
                <a:ea typeface="仿宋_GB2312" pitchFamily="49" charset="-122"/>
              </a:endParaRPr>
            </a:p>
          </p:txBody>
        </p:sp>
        <p:sp>
          <p:nvSpPr>
            <p:cNvPr id="136248" name="Line 57"/>
            <p:cNvSpPr>
              <a:spLocks noChangeShapeType="1"/>
            </p:cNvSpPr>
            <p:nvPr/>
          </p:nvSpPr>
          <p:spPr bwMode="auto">
            <a:xfrm flipV="1">
              <a:off x="4386" y="2885"/>
              <a:ext cx="317" cy="363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6249" name="Line 58"/>
            <p:cNvSpPr>
              <a:spLocks noChangeShapeType="1"/>
            </p:cNvSpPr>
            <p:nvPr/>
          </p:nvSpPr>
          <p:spPr bwMode="auto">
            <a:xfrm>
              <a:off x="4703" y="2885"/>
              <a:ext cx="635" cy="680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6250" name="Line 59"/>
            <p:cNvSpPr>
              <a:spLocks noChangeShapeType="1"/>
            </p:cNvSpPr>
            <p:nvPr/>
          </p:nvSpPr>
          <p:spPr bwMode="auto">
            <a:xfrm>
              <a:off x="4386" y="3248"/>
              <a:ext cx="0" cy="318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6251" name="Text Box 60"/>
            <p:cNvSpPr txBox="1">
              <a:spLocks noChangeArrowheads="1"/>
            </p:cNvSpPr>
            <p:nvPr/>
          </p:nvSpPr>
          <p:spPr bwMode="auto">
            <a:xfrm>
              <a:off x="4250" y="3520"/>
              <a:ext cx="228" cy="32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1</a:t>
              </a:r>
              <a:endParaRPr lang="en-US" altLang="zh-CN" sz="2400" b="0">
                <a:ea typeface="仿宋_GB2312" pitchFamily="49" charset="-122"/>
              </a:endParaRPr>
            </a:p>
          </p:txBody>
        </p:sp>
      </p:grpSp>
      <p:grpSp>
        <p:nvGrpSpPr>
          <p:cNvPr id="136252" name="Group 61"/>
          <p:cNvGrpSpPr>
            <a:grpSpLocks/>
          </p:cNvGrpSpPr>
          <p:nvPr/>
        </p:nvGrpSpPr>
        <p:grpSpPr bwMode="auto"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136253" name="Picture 62" descr="78900"/>
            <p:cNvPicPr>
              <a:picLocks noChangeAspect="1" noChangeArrowheads="1"/>
            </p:cNvPicPr>
            <p:nvPr/>
          </p:nvPicPr>
          <p:blipFill>
            <a:blip r:embed="rId7"/>
            <a:srcRect/>
            <a:stretch>
              <a:fillRect/>
            </a:stretch>
          </p:blipFill>
          <p:spPr bwMode="auto"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36254" name="Text Box 63">
              <a:hlinkClick r:id="" action="ppaction://hlinkshowjump?jump=nextslide"/>
            </p:cNvPr>
            <p:cNvSpPr txBox="1">
              <a:spLocks noChangeArrowheads="1"/>
            </p:cNvSpPr>
            <p:nvPr/>
          </p:nvSpPr>
          <p:spPr bwMode="auto"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0">
                  <a:solidFill>
                    <a:schemeClr val="bg1"/>
                  </a:solidFill>
                  <a:latin typeface="隶书" pitchFamily="49" charset="-122"/>
                  <a:ea typeface="隶书" pitchFamily="49" charset="-122"/>
                </a:rPr>
                <a:t>下 页</a:t>
              </a:r>
            </a:p>
          </p:txBody>
        </p:sp>
      </p:grpSp>
      <p:grpSp>
        <p:nvGrpSpPr>
          <p:cNvPr id="136255" name="Group 64"/>
          <p:cNvGrpSpPr>
            <a:grpSpLocks/>
          </p:cNvGrpSpPr>
          <p:nvPr/>
        </p:nvGrpSpPr>
        <p:grpSpPr bwMode="auto">
          <a:xfrm>
            <a:off x="7453313" y="6446838"/>
            <a:ext cx="792162" cy="366712"/>
            <a:chOff x="4649" y="4020"/>
            <a:chExt cx="499" cy="231"/>
          </a:xfrm>
        </p:grpSpPr>
        <p:pic>
          <p:nvPicPr>
            <p:cNvPr id="136256" name="Picture 65" descr="78900"/>
            <p:cNvPicPr>
              <a:picLocks noChangeAspect="1" noChangeArrowheads="1"/>
            </p:cNvPicPr>
            <p:nvPr/>
          </p:nvPicPr>
          <p:blipFill>
            <a:blip r:embed="rId7"/>
            <a:srcRect/>
            <a:stretch>
              <a:fillRect/>
            </a:stretch>
          </p:blipFill>
          <p:spPr bwMode="auto"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36257" name="Text Box 66">
              <a:hlinkClick r:id="" action="ppaction://hlinkshowjump?jump=previousslide"/>
            </p:cNvPr>
            <p:cNvSpPr txBox="1">
              <a:spLocks noChangeArrowheads="1"/>
            </p:cNvSpPr>
            <p:nvPr/>
          </p:nvSpPr>
          <p:spPr bwMode="auto"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0">
                  <a:solidFill>
                    <a:schemeClr val="bg1"/>
                  </a:solidFill>
                  <a:latin typeface="隶书" pitchFamily="49" charset="-122"/>
                  <a:ea typeface="隶书" pitchFamily="49" charset="-122"/>
                </a:rPr>
                <a:t>上 页</a:t>
              </a:r>
            </a:p>
          </p:txBody>
        </p:sp>
      </p:grpSp>
      <p:grpSp>
        <p:nvGrpSpPr>
          <p:cNvPr id="136258" name="Group 67"/>
          <p:cNvGrpSpPr>
            <a:grpSpLocks/>
          </p:cNvGrpSpPr>
          <p:nvPr/>
        </p:nvGrpSpPr>
        <p:grpSpPr bwMode="auto">
          <a:xfrm>
            <a:off x="6588125" y="6446838"/>
            <a:ext cx="792163" cy="366712"/>
            <a:chOff x="4649" y="4020"/>
            <a:chExt cx="499" cy="231"/>
          </a:xfrm>
        </p:grpSpPr>
        <p:pic>
          <p:nvPicPr>
            <p:cNvPr id="136259" name="Picture 68" descr="78900"/>
            <p:cNvPicPr>
              <a:picLocks noChangeAspect="1" noChangeArrowheads="1"/>
            </p:cNvPicPr>
            <p:nvPr/>
          </p:nvPicPr>
          <p:blipFill>
            <a:blip r:embed="rId7"/>
            <a:srcRect/>
            <a:stretch>
              <a:fillRect/>
            </a:stretch>
          </p:blipFill>
          <p:spPr bwMode="auto"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36260" name="Text Box 69">
              <a:hlinkClick r:id="rId8" action="ppaction://hlinksldjump"/>
            </p:cNvPr>
            <p:cNvSpPr txBox="1">
              <a:spLocks noChangeArrowheads="1"/>
            </p:cNvSpPr>
            <p:nvPr/>
          </p:nvSpPr>
          <p:spPr bwMode="auto"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0">
                  <a:solidFill>
                    <a:schemeClr val="bg1"/>
                  </a:solidFill>
                  <a:latin typeface="隶书" pitchFamily="49" charset="-122"/>
                  <a:ea typeface="隶书" pitchFamily="49" charset="-122"/>
                </a:rPr>
                <a:t>返 回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201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201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201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2201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" dur="500"/>
                                        <p:tgtEl>
                                          <p:spTgt spid="220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500"/>
                            </p:stCondLst>
                            <p:childTnLst>
                              <p:par>
                                <p:cTn id="16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201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201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2000"/>
                                        <p:tgtEl>
                                          <p:spTgt spid="220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000"/>
                            </p:stCondLst>
                            <p:childTnLst>
                              <p:par>
                                <p:cTn id="2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2000"/>
                                        <p:tgtEl>
                                          <p:spTgt spid="220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4000"/>
                            </p:stCondLst>
                            <p:childTnLst>
                              <p:par>
                                <p:cTn id="3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2000"/>
                                        <p:tgtEl>
                                          <p:spTgt spid="220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6000"/>
                            </p:stCondLst>
                            <p:childTnLst>
                              <p:par>
                                <p:cTn id="3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2000"/>
                                        <p:tgtEl>
                                          <p:spTgt spid="220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2201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2201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2000"/>
                                        <p:tgtEl>
                                          <p:spTgt spid="220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2000"/>
                                        <p:tgtEl>
                                          <p:spTgt spid="220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57" dur="2000"/>
                                        <p:tgtEl>
                                          <p:spTgt spid="2202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0163" grpId="0"/>
      <p:bldP spid="220173" grpId="0"/>
    </p:bldLst>
  </p:timing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21186" name="Object 2"/>
          <p:cNvGraphicFramePr>
            <a:graphicFrameLocks noChangeAspect="1"/>
          </p:cNvGraphicFramePr>
          <p:nvPr/>
        </p:nvGraphicFramePr>
        <p:xfrm>
          <a:off x="755650" y="2349500"/>
          <a:ext cx="3887788" cy="904875"/>
        </p:xfrm>
        <a:graphic>
          <a:graphicData uri="http://schemas.openxmlformats.org/presentationml/2006/ole">
            <p:oleObj spid="_x0000_s137217" r:id="rId3" imgW="1378800" imgH="311400" progId="Equation.3">
              <p:embed/>
            </p:oleObj>
          </a:graphicData>
        </a:graphic>
      </p:graphicFrame>
      <p:graphicFrame>
        <p:nvGraphicFramePr>
          <p:cNvPr id="221187" name="Object 3"/>
          <p:cNvGraphicFramePr>
            <a:graphicFrameLocks noChangeAspect="1"/>
          </p:cNvGraphicFramePr>
          <p:nvPr/>
        </p:nvGraphicFramePr>
        <p:xfrm>
          <a:off x="755650" y="3357563"/>
          <a:ext cx="3095625" cy="1123950"/>
        </p:xfrm>
        <a:graphic>
          <a:graphicData uri="http://schemas.openxmlformats.org/presentationml/2006/ole">
            <p:oleObj spid="_x0000_s137218" r:id="rId4" imgW="1100880" imgH="392040" progId="Equation.3">
              <p:embed/>
            </p:oleObj>
          </a:graphicData>
        </a:graphic>
      </p:graphicFrame>
      <p:grpSp>
        <p:nvGrpSpPr>
          <p:cNvPr id="221188" name="Group 4"/>
          <p:cNvGrpSpPr>
            <a:grpSpLocks/>
          </p:cNvGrpSpPr>
          <p:nvPr/>
        </p:nvGrpSpPr>
        <p:grpSpPr bwMode="auto">
          <a:xfrm>
            <a:off x="971550" y="5229225"/>
            <a:ext cx="7667625" cy="936625"/>
            <a:chOff x="1156" y="3067"/>
            <a:chExt cx="4294" cy="590"/>
          </a:xfrm>
        </p:grpSpPr>
        <p:graphicFrame>
          <p:nvGraphicFramePr>
            <p:cNvPr id="137220" name="Object 5"/>
            <p:cNvGraphicFramePr>
              <a:graphicFrameLocks noChangeAspect="1"/>
            </p:cNvGraphicFramePr>
            <p:nvPr/>
          </p:nvGraphicFramePr>
          <p:xfrm>
            <a:off x="1156" y="3113"/>
            <a:ext cx="1295" cy="534"/>
          </p:xfrm>
          <a:graphic>
            <a:graphicData uri="http://schemas.openxmlformats.org/presentationml/2006/ole">
              <p:oleObj spid="_x0000_s137220" r:id="rId5" imgW="776520" imgH="311400" progId="Equation.3">
                <p:embed/>
              </p:oleObj>
            </a:graphicData>
          </a:graphic>
        </p:graphicFrame>
        <p:sp>
          <p:nvSpPr>
            <p:cNvPr id="137221" name="Text Box 6"/>
            <p:cNvSpPr txBox="1">
              <a:spLocks noChangeArrowheads="1"/>
            </p:cNvSpPr>
            <p:nvPr/>
          </p:nvSpPr>
          <p:spPr bwMode="auto">
            <a:xfrm>
              <a:off x="2536" y="3294"/>
              <a:ext cx="303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zh-CN" altLang="en-US">
                  <a:solidFill>
                    <a:schemeClr val="bg1"/>
                  </a:solidFill>
                  <a:latin typeface="Times New Roman" pitchFamily="18" charset="0"/>
                </a:rPr>
                <a:t>和</a:t>
              </a:r>
              <a:endParaRPr lang="zh-CN" altLang="en-US" b="0">
                <a:solidFill>
                  <a:schemeClr val="bg1"/>
                </a:solidFill>
                <a:latin typeface="Times New Roman" pitchFamily="18" charset="0"/>
              </a:endParaRPr>
            </a:p>
          </p:txBody>
        </p:sp>
        <p:graphicFrame>
          <p:nvGraphicFramePr>
            <p:cNvPr id="137222" name="Object 7"/>
            <p:cNvGraphicFramePr>
              <a:graphicFrameLocks noChangeAspect="1"/>
            </p:cNvGraphicFramePr>
            <p:nvPr/>
          </p:nvGraphicFramePr>
          <p:xfrm>
            <a:off x="2925" y="3067"/>
            <a:ext cx="1769" cy="540"/>
          </p:xfrm>
          <a:graphic>
            <a:graphicData uri="http://schemas.openxmlformats.org/presentationml/2006/ole">
              <p:oleObj spid="_x0000_s137222" r:id="rId6" imgW="869040" imgH="276840" progId="Equation.3">
                <p:embed/>
              </p:oleObj>
            </a:graphicData>
          </a:graphic>
        </p:graphicFrame>
        <p:sp>
          <p:nvSpPr>
            <p:cNvPr id="137223" name="Text Box 8"/>
            <p:cNvSpPr txBox="1">
              <a:spLocks noChangeArrowheads="1"/>
            </p:cNvSpPr>
            <p:nvPr/>
          </p:nvSpPr>
          <p:spPr bwMode="auto">
            <a:xfrm>
              <a:off x="4728" y="3249"/>
              <a:ext cx="722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pPr algn="ctr"/>
              <a:r>
                <a:rPr lang="zh-CN" altLang="en-US">
                  <a:solidFill>
                    <a:schemeClr val="bg1"/>
                  </a:solidFill>
                  <a:latin typeface="Times New Roman" pitchFamily="18" charset="0"/>
                </a:rPr>
                <a:t>的区别</a:t>
              </a:r>
              <a:endParaRPr lang="zh-CN" altLang="en-US" b="0">
                <a:solidFill>
                  <a:schemeClr val="bg1"/>
                </a:solidFill>
                <a:latin typeface="Times New Roman" pitchFamily="18" charset="0"/>
              </a:endParaRPr>
            </a:p>
          </p:txBody>
        </p:sp>
        <p:sp>
          <p:nvSpPr>
            <p:cNvPr id="137224" name="Line 9"/>
            <p:cNvSpPr>
              <a:spLocks noChangeShapeType="1"/>
            </p:cNvSpPr>
            <p:nvPr/>
          </p:nvSpPr>
          <p:spPr bwMode="auto">
            <a:xfrm>
              <a:off x="1973" y="3657"/>
              <a:ext cx="499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7225" name="Line 10"/>
            <p:cNvSpPr>
              <a:spLocks noChangeShapeType="1"/>
            </p:cNvSpPr>
            <p:nvPr/>
          </p:nvSpPr>
          <p:spPr bwMode="auto">
            <a:xfrm>
              <a:off x="3379" y="3657"/>
              <a:ext cx="1225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21195" name="Text Box 11"/>
          <p:cNvSpPr txBox="1">
            <a:spLocks noChangeArrowheads="1"/>
          </p:cNvSpPr>
          <p:nvPr/>
        </p:nvSpPr>
        <p:spPr bwMode="auto">
          <a:xfrm>
            <a:off x="468313" y="620713"/>
            <a:ext cx="4537075" cy="579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altLang="zh-CN" sz="3200">
                <a:solidFill>
                  <a:schemeClr val="bg1"/>
                </a:solidFill>
                <a:latin typeface="楷体_GB2312" pitchFamily="49" charset="-122"/>
              </a:rPr>
              <a:t>2. </a:t>
            </a:r>
            <a:r>
              <a:rPr lang="zh-CN" altLang="en-US" sz="3200">
                <a:solidFill>
                  <a:schemeClr val="bg1"/>
                </a:solidFill>
                <a:latin typeface="楷体_GB2312" pitchFamily="49" charset="-122"/>
              </a:rPr>
              <a:t>一阶电路的阶跃响应</a:t>
            </a:r>
          </a:p>
        </p:txBody>
      </p:sp>
      <p:sp>
        <p:nvSpPr>
          <p:cNvPr id="221196" name="Text Box 12"/>
          <p:cNvSpPr txBox="1">
            <a:spLocks noChangeArrowheads="1"/>
          </p:cNvSpPr>
          <p:nvPr/>
        </p:nvSpPr>
        <p:spPr bwMode="auto">
          <a:xfrm>
            <a:off x="3492500" y="1125538"/>
            <a:ext cx="4967288" cy="1117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>
                <a:latin typeface="Times New Roman" pitchFamily="18" charset="0"/>
              </a:rPr>
              <a:t>激励为单位阶跃函数时，电路中产生的零状态响应。</a:t>
            </a:r>
          </a:p>
        </p:txBody>
      </p:sp>
      <p:sp>
        <p:nvSpPr>
          <p:cNvPr id="221197" name="Text Box 13"/>
          <p:cNvSpPr txBox="1">
            <a:spLocks noChangeArrowheads="1"/>
          </p:cNvSpPr>
          <p:nvPr/>
        </p:nvSpPr>
        <p:spPr bwMode="auto">
          <a:xfrm>
            <a:off x="611188" y="1484313"/>
            <a:ext cx="1871662" cy="547687"/>
          </a:xfrm>
          <a:prstGeom prst="rect">
            <a:avLst/>
          </a:prstGeom>
          <a:noFill/>
          <a:ln w="28575">
            <a:solidFill>
              <a:srgbClr val="00FFFF"/>
            </a:solidFill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r>
              <a:rPr lang="zh-CN" altLang="en-US">
                <a:latin typeface="Times New Roman" pitchFamily="18" charset="0"/>
              </a:rPr>
              <a:t>阶跃响应</a:t>
            </a:r>
          </a:p>
        </p:txBody>
      </p:sp>
      <p:sp>
        <p:nvSpPr>
          <p:cNvPr id="221198" name="Line 14"/>
          <p:cNvSpPr>
            <a:spLocks noChangeShapeType="1"/>
          </p:cNvSpPr>
          <p:nvPr/>
        </p:nvSpPr>
        <p:spPr bwMode="auto">
          <a:xfrm>
            <a:off x="2627313" y="1773238"/>
            <a:ext cx="720725" cy="0"/>
          </a:xfrm>
          <a:prstGeom prst="line">
            <a:avLst/>
          </a:prstGeom>
          <a:noFill/>
          <a:ln w="76200">
            <a:solidFill>
              <a:srgbClr val="00CCFF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grpSp>
        <p:nvGrpSpPr>
          <p:cNvPr id="137230" name="Group 15"/>
          <p:cNvGrpSpPr>
            <a:grpSpLocks/>
          </p:cNvGrpSpPr>
          <p:nvPr/>
        </p:nvGrpSpPr>
        <p:grpSpPr bwMode="auto"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137231" name="Picture 16" descr="78900"/>
            <p:cNvPicPr>
              <a:picLocks noChangeAspect="1" noChangeArrowheads="1"/>
            </p:cNvPicPr>
            <p:nvPr/>
          </p:nvPicPr>
          <p:blipFill>
            <a:blip r:embed="rId7"/>
            <a:srcRect/>
            <a:stretch>
              <a:fillRect/>
            </a:stretch>
          </p:blipFill>
          <p:spPr bwMode="auto"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37232" name="Text Box 17">
              <a:hlinkClick r:id="" action="ppaction://hlinkshowjump?jump=nextslide"/>
            </p:cNvPr>
            <p:cNvSpPr txBox="1">
              <a:spLocks noChangeArrowheads="1"/>
            </p:cNvSpPr>
            <p:nvPr/>
          </p:nvSpPr>
          <p:spPr bwMode="auto"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0">
                  <a:solidFill>
                    <a:schemeClr val="bg1"/>
                  </a:solidFill>
                  <a:latin typeface="隶书" pitchFamily="49" charset="-122"/>
                  <a:ea typeface="隶书" pitchFamily="49" charset="-122"/>
                </a:rPr>
                <a:t>下 页</a:t>
              </a:r>
            </a:p>
          </p:txBody>
        </p:sp>
      </p:grpSp>
      <p:grpSp>
        <p:nvGrpSpPr>
          <p:cNvPr id="137233" name="Group 18"/>
          <p:cNvGrpSpPr>
            <a:grpSpLocks/>
          </p:cNvGrpSpPr>
          <p:nvPr/>
        </p:nvGrpSpPr>
        <p:grpSpPr bwMode="auto">
          <a:xfrm>
            <a:off x="7453313" y="6446838"/>
            <a:ext cx="792162" cy="366712"/>
            <a:chOff x="4649" y="4020"/>
            <a:chExt cx="499" cy="231"/>
          </a:xfrm>
        </p:grpSpPr>
        <p:pic>
          <p:nvPicPr>
            <p:cNvPr id="137234" name="Picture 19" descr="78900"/>
            <p:cNvPicPr>
              <a:picLocks noChangeAspect="1" noChangeArrowheads="1"/>
            </p:cNvPicPr>
            <p:nvPr/>
          </p:nvPicPr>
          <p:blipFill>
            <a:blip r:embed="rId7"/>
            <a:srcRect/>
            <a:stretch>
              <a:fillRect/>
            </a:stretch>
          </p:blipFill>
          <p:spPr bwMode="auto"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37235" name="Text Box 20">
              <a:hlinkClick r:id="" action="ppaction://hlinkshowjump?jump=previousslide"/>
            </p:cNvPr>
            <p:cNvSpPr txBox="1">
              <a:spLocks noChangeArrowheads="1"/>
            </p:cNvSpPr>
            <p:nvPr/>
          </p:nvSpPr>
          <p:spPr bwMode="auto"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0">
                  <a:solidFill>
                    <a:schemeClr val="bg1"/>
                  </a:solidFill>
                  <a:latin typeface="隶书" pitchFamily="49" charset="-122"/>
                  <a:ea typeface="隶书" pitchFamily="49" charset="-122"/>
                </a:rPr>
                <a:t>上 页</a:t>
              </a:r>
            </a:p>
          </p:txBody>
        </p:sp>
      </p:grpSp>
      <p:grpSp>
        <p:nvGrpSpPr>
          <p:cNvPr id="221205" name="Group 21"/>
          <p:cNvGrpSpPr>
            <a:grpSpLocks/>
          </p:cNvGrpSpPr>
          <p:nvPr/>
        </p:nvGrpSpPr>
        <p:grpSpPr bwMode="auto">
          <a:xfrm>
            <a:off x="5076825" y="2276475"/>
            <a:ext cx="3490913" cy="2595563"/>
            <a:chOff x="2880" y="1979"/>
            <a:chExt cx="2199" cy="1635"/>
          </a:xfrm>
        </p:grpSpPr>
        <p:sp>
          <p:nvSpPr>
            <p:cNvPr id="137237" name="Oval 22"/>
            <p:cNvSpPr>
              <a:spLocks noChangeArrowheads="1"/>
            </p:cNvSpPr>
            <p:nvPr/>
          </p:nvSpPr>
          <p:spPr bwMode="auto">
            <a:xfrm>
              <a:off x="2880" y="2614"/>
              <a:ext cx="363" cy="363"/>
            </a:xfrm>
            <a:prstGeom prst="ellipse">
              <a:avLst/>
            </a:prstGeom>
            <a:gradFill rotWithShape="1">
              <a:gsLst>
                <a:gs pos="0">
                  <a:srgbClr val="0099FF"/>
                </a:gs>
                <a:gs pos="100000">
                  <a:srgbClr val="004776"/>
                </a:gs>
              </a:gsLst>
              <a:path path="shape">
                <a:fillToRect l="50000" t="50000" r="50000" b="50000"/>
              </a:path>
            </a:gradFill>
            <a:ln w="38100">
              <a:solidFill>
                <a:srgbClr val="FF99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7238" name="Line 23"/>
            <p:cNvSpPr>
              <a:spLocks noChangeShapeType="1"/>
            </p:cNvSpPr>
            <p:nvPr/>
          </p:nvSpPr>
          <p:spPr bwMode="auto">
            <a:xfrm>
              <a:off x="3152" y="3113"/>
              <a:ext cx="104" cy="0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37239" name="Group 24"/>
            <p:cNvGrpSpPr>
              <a:grpSpLocks/>
            </p:cNvGrpSpPr>
            <p:nvPr/>
          </p:nvGrpSpPr>
          <p:grpSpPr bwMode="auto">
            <a:xfrm>
              <a:off x="3152" y="2478"/>
              <a:ext cx="128" cy="136"/>
              <a:chOff x="648" y="2472"/>
              <a:chExt cx="128" cy="136"/>
            </a:xfrm>
          </p:grpSpPr>
          <p:sp>
            <p:nvSpPr>
              <p:cNvPr id="137240" name="Line 25"/>
              <p:cNvSpPr>
                <a:spLocks noChangeShapeType="1"/>
              </p:cNvSpPr>
              <p:nvPr/>
            </p:nvSpPr>
            <p:spPr bwMode="auto">
              <a:xfrm>
                <a:off x="648" y="2536"/>
                <a:ext cx="128" cy="0"/>
              </a:xfrm>
              <a:prstGeom prst="line">
                <a:avLst/>
              </a:prstGeom>
              <a:noFill/>
              <a:ln w="28575">
                <a:solidFill>
                  <a:schemeClr val="bg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7241" name="Line 26"/>
              <p:cNvSpPr>
                <a:spLocks noChangeShapeType="1"/>
              </p:cNvSpPr>
              <p:nvPr/>
            </p:nvSpPr>
            <p:spPr bwMode="auto">
              <a:xfrm>
                <a:off x="704" y="2472"/>
                <a:ext cx="0" cy="136"/>
              </a:xfrm>
              <a:prstGeom prst="line">
                <a:avLst/>
              </a:prstGeom>
              <a:noFill/>
              <a:ln w="28575">
                <a:solidFill>
                  <a:schemeClr val="bg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37242" name="Line 27"/>
            <p:cNvSpPr>
              <a:spLocks noChangeShapeType="1"/>
            </p:cNvSpPr>
            <p:nvPr/>
          </p:nvSpPr>
          <p:spPr bwMode="auto">
            <a:xfrm>
              <a:off x="3061" y="2341"/>
              <a:ext cx="1600" cy="0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7243" name="Line 28"/>
            <p:cNvSpPr>
              <a:spLocks noChangeShapeType="1"/>
            </p:cNvSpPr>
            <p:nvPr/>
          </p:nvSpPr>
          <p:spPr bwMode="auto">
            <a:xfrm>
              <a:off x="4150" y="2432"/>
              <a:ext cx="263" cy="0"/>
            </a:xfrm>
            <a:prstGeom prst="line">
              <a:avLst/>
            </a:prstGeom>
            <a:noFill/>
            <a:ln w="28575">
              <a:solidFill>
                <a:srgbClr val="00FFFF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7244" name="Text Box 29"/>
            <p:cNvSpPr txBox="1">
              <a:spLocks noChangeArrowheads="1"/>
            </p:cNvSpPr>
            <p:nvPr/>
          </p:nvSpPr>
          <p:spPr bwMode="auto">
            <a:xfrm>
              <a:off x="4195" y="1979"/>
              <a:ext cx="187" cy="3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sz="3200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i</a:t>
              </a:r>
              <a:endParaRPr lang="en-US" altLang="zh-CN" sz="2400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137245" name="Line 30"/>
            <p:cNvSpPr>
              <a:spLocks noChangeShapeType="1"/>
            </p:cNvSpPr>
            <p:nvPr/>
          </p:nvSpPr>
          <p:spPr bwMode="auto">
            <a:xfrm flipH="1">
              <a:off x="3061" y="2341"/>
              <a:ext cx="0" cy="908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7246" name="Text Box 31"/>
            <p:cNvSpPr txBox="1">
              <a:spLocks noChangeArrowheads="1"/>
            </p:cNvSpPr>
            <p:nvPr/>
          </p:nvSpPr>
          <p:spPr bwMode="auto">
            <a:xfrm>
              <a:off x="4177" y="2640"/>
              <a:ext cx="377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C  </a:t>
              </a:r>
              <a:endParaRPr lang="en-US" altLang="zh-CN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grpSp>
          <p:nvGrpSpPr>
            <p:cNvPr id="137247" name="Group 32"/>
            <p:cNvGrpSpPr>
              <a:grpSpLocks/>
            </p:cNvGrpSpPr>
            <p:nvPr/>
          </p:nvGrpSpPr>
          <p:grpSpPr bwMode="auto">
            <a:xfrm>
              <a:off x="4745" y="2413"/>
              <a:ext cx="334" cy="748"/>
              <a:chOff x="1982" y="715"/>
              <a:chExt cx="305" cy="682"/>
            </a:xfrm>
          </p:grpSpPr>
          <p:grpSp>
            <p:nvGrpSpPr>
              <p:cNvPr id="137248" name="Group 33"/>
              <p:cNvGrpSpPr>
                <a:grpSpLocks/>
              </p:cNvGrpSpPr>
              <p:nvPr/>
            </p:nvGrpSpPr>
            <p:grpSpPr bwMode="auto">
              <a:xfrm>
                <a:off x="2065" y="715"/>
                <a:ext cx="222" cy="682"/>
                <a:chOff x="1633" y="1243"/>
                <a:chExt cx="222" cy="682"/>
              </a:xfrm>
            </p:grpSpPr>
            <p:sp>
              <p:nvSpPr>
                <p:cNvPr id="137249" name="Text Box 34"/>
                <p:cNvSpPr txBox="1">
                  <a:spLocks noChangeArrowheads="1"/>
                </p:cNvSpPr>
                <p:nvPr/>
              </p:nvSpPr>
              <p:spPr bwMode="auto">
                <a:xfrm>
                  <a:off x="1633" y="1243"/>
                  <a:ext cx="222" cy="298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 anchor="ctr">
                  <a:spAutoFit/>
                </a:bodyPr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altLang="zh-CN" b="0">
                      <a:solidFill>
                        <a:schemeClr val="bg1"/>
                      </a:solidFill>
                      <a:latin typeface="Times New Roman" pitchFamily="18" charset="0"/>
                      <a:ea typeface="宋体" pitchFamily="2" charset="-122"/>
                    </a:rPr>
                    <a:t>+</a:t>
                  </a:r>
                </a:p>
              </p:txBody>
            </p:sp>
            <p:sp>
              <p:nvSpPr>
                <p:cNvPr id="137250" name="Text Box 35"/>
                <p:cNvSpPr txBox="1">
                  <a:spLocks noChangeArrowheads="1"/>
                </p:cNvSpPr>
                <p:nvPr/>
              </p:nvSpPr>
              <p:spPr bwMode="auto">
                <a:xfrm>
                  <a:off x="1634" y="1627"/>
                  <a:ext cx="208" cy="298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 anchor="ctr">
                  <a:spAutoFit/>
                </a:bodyPr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altLang="zh-CN" b="0">
                      <a:solidFill>
                        <a:schemeClr val="bg1"/>
                      </a:solidFill>
                      <a:latin typeface="Times New Roman" pitchFamily="18" charset="0"/>
                      <a:ea typeface="宋体" pitchFamily="2" charset="-122"/>
                    </a:rPr>
                    <a:t>–</a:t>
                  </a:r>
                </a:p>
              </p:txBody>
            </p:sp>
          </p:grpSp>
          <p:sp>
            <p:nvSpPr>
              <p:cNvPr id="137251" name="Text Box 36"/>
              <p:cNvSpPr txBox="1">
                <a:spLocks noChangeArrowheads="1"/>
              </p:cNvSpPr>
              <p:nvPr/>
            </p:nvSpPr>
            <p:spPr bwMode="auto">
              <a:xfrm>
                <a:off x="1982" y="897"/>
                <a:ext cx="302" cy="29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altLang="zh-CN" b="0" i="1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rPr>
                  <a:t>u</a:t>
                </a:r>
                <a:r>
                  <a:rPr lang="en-US" altLang="zh-CN" b="0" i="1" baseline="-250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rPr>
                  <a:t>C</a:t>
                </a:r>
                <a:endPara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endParaRPr>
              </a:p>
            </p:txBody>
          </p:sp>
        </p:grpSp>
        <p:sp>
          <p:nvSpPr>
            <p:cNvPr id="137252" name="Line 37"/>
            <p:cNvSpPr>
              <a:spLocks noChangeShapeType="1"/>
            </p:cNvSpPr>
            <p:nvPr/>
          </p:nvSpPr>
          <p:spPr bwMode="auto">
            <a:xfrm flipV="1">
              <a:off x="4649" y="2840"/>
              <a:ext cx="0" cy="409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7253" name="Line 38"/>
            <p:cNvSpPr>
              <a:spLocks noChangeShapeType="1"/>
            </p:cNvSpPr>
            <p:nvPr/>
          </p:nvSpPr>
          <p:spPr bwMode="auto">
            <a:xfrm flipV="1">
              <a:off x="4649" y="2341"/>
              <a:ext cx="0" cy="392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7254" name="Line 39"/>
            <p:cNvSpPr>
              <a:spLocks noChangeShapeType="1"/>
            </p:cNvSpPr>
            <p:nvPr/>
          </p:nvSpPr>
          <p:spPr bwMode="auto">
            <a:xfrm>
              <a:off x="3061" y="3249"/>
              <a:ext cx="1588" cy="0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7255" name="Text Box 40"/>
            <p:cNvSpPr txBox="1">
              <a:spLocks noChangeArrowheads="1"/>
            </p:cNvSpPr>
            <p:nvPr/>
          </p:nvSpPr>
          <p:spPr bwMode="auto">
            <a:xfrm>
              <a:off x="3738" y="2368"/>
              <a:ext cx="253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R</a:t>
              </a:r>
              <a:endParaRPr lang="en-US" altLang="zh-CN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137256" name="Text Box 41"/>
            <p:cNvSpPr txBox="1">
              <a:spLocks noChangeArrowheads="1"/>
            </p:cNvSpPr>
            <p:nvPr/>
          </p:nvSpPr>
          <p:spPr bwMode="auto">
            <a:xfrm>
              <a:off x="3243" y="3249"/>
              <a:ext cx="1136" cy="3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sz="3200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u</a:t>
              </a:r>
              <a:r>
                <a:rPr lang="en-US" altLang="zh-CN" sz="3200" b="0" i="1" baseline="-2500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C </a:t>
              </a:r>
              <a:r>
                <a:rPr lang="en-US" altLang="zh-CN" sz="3200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(0</a:t>
              </a:r>
              <a:r>
                <a:rPr lang="zh-CN" altLang="en-US" sz="3200" b="0" baseline="-2500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－</a:t>
              </a:r>
              <a:r>
                <a:rPr lang="en-US" altLang="zh-CN" sz="3200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)=0</a:t>
              </a:r>
            </a:p>
          </p:txBody>
        </p:sp>
        <p:graphicFrame>
          <p:nvGraphicFramePr>
            <p:cNvPr id="137257" name="Object 42"/>
            <p:cNvGraphicFramePr>
              <a:graphicFrameLocks noChangeAspect="1"/>
            </p:cNvGraphicFramePr>
            <p:nvPr/>
          </p:nvGraphicFramePr>
          <p:xfrm>
            <a:off x="3288" y="2659"/>
            <a:ext cx="510" cy="328"/>
          </p:xfrm>
          <a:graphic>
            <a:graphicData uri="http://schemas.openxmlformats.org/presentationml/2006/ole">
              <p:oleObj spid="_x0000_s137257" r:id="rId8" imgW="312840" imgH="196200" progId="Equation.3">
                <p:embed/>
              </p:oleObj>
            </a:graphicData>
          </a:graphic>
        </p:graphicFrame>
        <p:sp>
          <p:nvSpPr>
            <p:cNvPr id="137258" name="Rectangle 43"/>
            <p:cNvSpPr>
              <a:spLocks noChangeArrowheads="1"/>
            </p:cNvSpPr>
            <p:nvPr/>
          </p:nvSpPr>
          <p:spPr bwMode="auto">
            <a:xfrm>
              <a:off x="3696" y="2251"/>
              <a:ext cx="317" cy="136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</a:gradFill>
            <a:ln w="2857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137259" name="Group 44"/>
            <p:cNvGrpSpPr>
              <a:grpSpLocks/>
            </p:cNvGrpSpPr>
            <p:nvPr/>
          </p:nvGrpSpPr>
          <p:grpSpPr bwMode="auto">
            <a:xfrm>
              <a:off x="4513" y="2750"/>
              <a:ext cx="240" cy="90"/>
              <a:chOff x="4604" y="2478"/>
              <a:chExt cx="240" cy="90"/>
            </a:xfrm>
          </p:grpSpPr>
          <p:sp>
            <p:nvSpPr>
              <p:cNvPr id="137260" name="Line 45"/>
              <p:cNvSpPr>
                <a:spLocks noChangeShapeType="1"/>
              </p:cNvSpPr>
              <p:nvPr/>
            </p:nvSpPr>
            <p:spPr bwMode="auto">
              <a:xfrm>
                <a:off x="4604" y="2478"/>
                <a:ext cx="240" cy="0"/>
              </a:xfrm>
              <a:prstGeom prst="line">
                <a:avLst/>
              </a:prstGeom>
              <a:noFill/>
              <a:ln w="57150">
                <a:solidFill>
                  <a:srgbClr val="FF99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7261" name="Line 46"/>
              <p:cNvSpPr>
                <a:spLocks noChangeShapeType="1"/>
              </p:cNvSpPr>
              <p:nvPr/>
            </p:nvSpPr>
            <p:spPr bwMode="auto">
              <a:xfrm>
                <a:off x="4604" y="2568"/>
                <a:ext cx="240" cy="0"/>
              </a:xfrm>
              <a:prstGeom prst="line">
                <a:avLst/>
              </a:prstGeom>
              <a:noFill/>
              <a:ln w="57150">
                <a:solidFill>
                  <a:srgbClr val="FF99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grpSp>
        <p:nvGrpSpPr>
          <p:cNvPr id="221231" name="Group 47"/>
          <p:cNvGrpSpPr>
            <a:grpSpLocks/>
          </p:cNvGrpSpPr>
          <p:nvPr/>
        </p:nvGrpSpPr>
        <p:grpSpPr bwMode="auto">
          <a:xfrm>
            <a:off x="395288" y="4508500"/>
            <a:ext cx="1644650" cy="850900"/>
            <a:chOff x="385" y="3022"/>
            <a:chExt cx="1036" cy="536"/>
          </a:xfrm>
        </p:grpSpPr>
        <p:pic>
          <p:nvPicPr>
            <p:cNvPr id="137263" name="Picture 48" descr="123"/>
            <p:cNvPicPr>
              <a:picLocks noChangeAspect="1" noChangeArrowheads="1"/>
            </p:cNvPicPr>
            <p:nvPr/>
          </p:nvPicPr>
          <p:blipFill>
            <a:blip r:embed="rId9"/>
            <a:srcRect/>
            <a:stretch>
              <a:fillRect/>
            </a:stretch>
          </p:blipFill>
          <p:spPr bwMode="auto">
            <a:xfrm>
              <a:off x="385" y="3022"/>
              <a:ext cx="590" cy="53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37264" name="Text Box 49"/>
            <p:cNvSpPr txBox="1">
              <a:spLocks noChangeArrowheads="1"/>
            </p:cNvSpPr>
            <p:nvPr/>
          </p:nvSpPr>
          <p:spPr bwMode="auto">
            <a:xfrm>
              <a:off x="793" y="3125"/>
              <a:ext cx="628" cy="3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zh-CN" altLang="en-US" sz="3200" b="0">
                  <a:solidFill>
                    <a:srgbClr val="FA7748"/>
                  </a:solidFill>
                  <a:latin typeface="Times New Roman" pitchFamily="18" charset="0"/>
                  <a:ea typeface="华文行楷" pitchFamily="2" charset="-122"/>
                </a:rPr>
                <a:t>注意</a:t>
              </a:r>
            </a:p>
          </p:txBody>
        </p:sp>
      </p:grpSp>
      <p:grpSp>
        <p:nvGrpSpPr>
          <p:cNvPr id="137265" name="Group 50"/>
          <p:cNvGrpSpPr>
            <a:grpSpLocks/>
          </p:cNvGrpSpPr>
          <p:nvPr/>
        </p:nvGrpSpPr>
        <p:grpSpPr bwMode="auto">
          <a:xfrm>
            <a:off x="6588125" y="6446838"/>
            <a:ext cx="792163" cy="366712"/>
            <a:chOff x="4649" y="4020"/>
            <a:chExt cx="499" cy="231"/>
          </a:xfrm>
        </p:grpSpPr>
        <p:pic>
          <p:nvPicPr>
            <p:cNvPr id="137266" name="Picture 51" descr="78900"/>
            <p:cNvPicPr>
              <a:picLocks noChangeAspect="1" noChangeArrowheads="1"/>
            </p:cNvPicPr>
            <p:nvPr/>
          </p:nvPicPr>
          <p:blipFill>
            <a:blip r:embed="rId7"/>
            <a:srcRect/>
            <a:stretch>
              <a:fillRect/>
            </a:stretch>
          </p:blipFill>
          <p:spPr bwMode="auto"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37267" name="Text Box 52">
              <a:hlinkClick r:id="rId10" action="ppaction://hlinksldjump"/>
            </p:cNvPr>
            <p:cNvSpPr txBox="1">
              <a:spLocks noChangeArrowheads="1"/>
            </p:cNvSpPr>
            <p:nvPr/>
          </p:nvSpPr>
          <p:spPr bwMode="auto"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0">
                  <a:solidFill>
                    <a:schemeClr val="bg1"/>
                  </a:solidFill>
                  <a:latin typeface="隶书" pitchFamily="49" charset="-122"/>
                  <a:ea typeface="隶书" pitchFamily="49" charset="-122"/>
                </a:rPr>
                <a:t>返 回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211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211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211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211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9" dur="500"/>
                                        <p:tgtEl>
                                          <p:spTgt spid="221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" fill="hold"/>
                                        <p:tgtEl>
                                          <p:spTgt spid="22119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" fill="hold"/>
                                        <p:tgtEl>
                                          <p:spTgt spid="22119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100"/>
                                        <p:tgtEl>
                                          <p:spTgt spid="221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2212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3000"/>
                                        <p:tgtEl>
                                          <p:spTgt spid="221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3000"/>
                                        <p:tgtEl>
                                          <p:spTgt spid="221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2212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500"/>
                            </p:stCondLst>
                            <p:childTnLst>
                              <p:par>
                                <p:cTn id="47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9" dur="500"/>
                                        <p:tgtEl>
                                          <p:spTgt spid="221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1195" grpId="0"/>
      <p:bldP spid="221196" grpId="0"/>
      <p:bldP spid="221197" grpId="0" animBg="1"/>
      <p:bldP spid="221198" grpId="0" animBg="1"/>
    </p:bldLst>
  </p:timing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22210" name="Object 2"/>
          <p:cNvGraphicFramePr>
            <a:graphicFrameLocks noChangeAspect="1"/>
          </p:cNvGraphicFramePr>
          <p:nvPr/>
        </p:nvGraphicFramePr>
        <p:xfrm>
          <a:off x="971550" y="5084763"/>
          <a:ext cx="2205038" cy="909637"/>
        </p:xfrm>
        <a:graphic>
          <a:graphicData uri="http://schemas.openxmlformats.org/presentationml/2006/ole">
            <p:oleObj spid="_x0000_s138241" r:id="rId3" imgW="776520" imgH="311400" progId="Equation.3">
              <p:embed/>
            </p:oleObj>
          </a:graphicData>
        </a:graphic>
      </p:graphicFrame>
      <p:graphicFrame>
        <p:nvGraphicFramePr>
          <p:cNvPr id="222211" name="Object 3"/>
          <p:cNvGraphicFramePr>
            <a:graphicFrameLocks noChangeAspect="1"/>
          </p:cNvGraphicFramePr>
          <p:nvPr/>
        </p:nvGraphicFramePr>
        <p:xfrm>
          <a:off x="5364163" y="5084763"/>
          <a:ext cx="2808287" cy="847725"/>
        </p:xfrm>
        <a:graphic>
          <a:graphicData uri="http://schemas.openxmlformats.org/presentationml/2006/ole">
            <p:oleObj spid="_x0000_s138242" r:id="rId4" imgW="984960" imgH="311400" progId="Equation.3">
              <p:embed/>
            </p:oleObj>
          </a:graphicData>
        </a:graphic>
      </p:graphicFrame>
      <p:grpSp>
        <p:nvGrpSpPr>
          <p:cNvPr id="222212" name="Group 4"/>
          <p:cNvGrpSpPr>
            <a:grpSpLocks/>
          </p:cNvGrpSpPr>
          <p:nvPr/>
        </p:nvGrpSpPr>
        <p:grpSpPr bwMode="auto">
          <a:xfrm>
            <a:off x="5076825" y="2852738"/>
            <a:ext cx="3309938" cy="2330450"/>
            <a:chOff x="3198" y="1661"/>
            <a:chExt cx="2085" cy="1468"/>
          </a:xfrm>
        </p:grpSpPr>
        <p:sp>
          <p:nvSpPr>
            <p:cNvPr id="138244" name="Text Box 5"/>
            <p:cNvSpPr txBox="1">
              <a:spLocks noChangeArrowheads="1"/>
            </p:cNvSpPr>
            <p:nvPr/>
          </p:nvSpPr>
          <p:spPr bwMode="auto">
            <a:xfrm>
              <a:off x="3198" y="1888"/>
              <a:ext cx="453" cy="327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pPr algn="ctr"/>
              <a:endParaRPr lang="zh-CN" altLang="zh-CN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grpSp>
          <p:nvGrpSpPr>
            <p:cNvPr id="138245" name="Group 6"/>
            <p:cNvGrpSpPr>
              <a:grpSpLocks/>
            </p:cNvGrpSpPr>
            <p:nvPr/>
          </p:nvGrpSpPr>
          <p:grpSpPr bwMode="auto">
            <a:xfrm>
              <a:off x="3284" y="1661"/>
              <a:ext cx="1999" cy="1468"/>
              <a:chOff x="3353" y="2396"/>
              <a:chExt cx="1726" cy="968"/>
            </a:xfrm>
          </p:grpSpPr>
          <p:sp>
            <p:nvSpPr>
              <p:cNvPr id="138246" name="Line 7"/>
              <p:cNvSpPr>
                <a:spLocks noChangeShapeType="1"/>
              </p:cNvSpPr>
              <p:nvPr/>
            </p:nvSpPr>
            <p:spPr bwMode="auto">
              <a:xfrm>
                <a:off x="3423" y="3078"/>
                <a:ext cx="1488" cy="0"/>
              </a:xfrm>
              <a:prstGeom prst="line">
                <a:avLst/>
              </a:prstGeom>
              <a:noFill/>
              <a:ln w="28575">
                <a:solidFill>
                  <a:srgbClr val="FFFF00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8247" name="Line 8"/>
              <p:cNvSpPr>
                <a:spLocks noChangeShapeType="1"/>
              </p:cNvSpPr>
              <p:nvPr/>
            </p:nvSpPr>
            <p:spPr bwMode="auto">
              <a:xfrm flipH="1" flipV="1">
                <a:off x="3576" y="2397"/>
                <a:ext cx="9" cy="967"/>
              </a:xfrm>
              <a:prstGeom prst="line">
                <a:avLst/>
              </a:prstGeom>
              <a:noFill/>
              <a:ln w="28575">
                <a:solidFill>
                  <a:srgbClr val="FFFF00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8248" name="Text Box 9"/>
              <p:cNvSpPr txBox="1">
                <a:spLocks noChangeArrowheads="1"/>
              </p:cNvSpPr>
              <p:nvPr/>
            </p:nvSpPr>
            <p:spPr bwMode="auto">
              <a:xfrm>
                <a:off x="4933" y="3031"/>
                <a:ext cx="146" cy="190"/>
              </a:xfrm>
              <a:prstGeom prst="rect">
                <a:avLst/>
              </a:prstGeom>
              <a:noFill/>
              <a:ln w="28575">
                <a:noFill/>
                <a:miter lim="800000"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pPr algn="ctr"/>
                <a:r>
                  <a:rPr lang="en-US" altLang="zh-CN" sz="2400" b="0" i="1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rPr>
                  <a:t>t</a:t>
                </a:r>
                <a:endParaRPr lang="en-US" altLang="zh-CN" sz="2400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endParaRPr>
              </a:p>
            </p:txBody>
          </p:sp>
          <p:sp>
            <p:nvSpPr>
              <p:cNvPr id="138249" name="Text Box 10"/>
              <p:cNvSpPr txBox="1">
                <a:spLocks noChangeArrowheads="1"/>
              </p:cNvSpPr>
              <p:nvPr/>
            </p:nvSpPr>
            <p:spPr bwMode="auto">
              <a:xfrm>
                <a:off x="3578" y="3078"/>
                <a:ext cx="183" cy="190"/>
              </a:xfrm>
              <a:prstGeom prst="rect">
                <a:avLst/>
              </a:prstGeom>
              <a:noFill/>
              <a:ln w="28575">
                <a:noFill/>
                <a:miter lim="800000"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pPr algn="ctr"/>
                <a:r>
                  <a:rPr lang="en-US" altLang="zh-CN" sz="2400" b="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rPr>
                  <a:t>0</a:t>
                </a:r>
              </a:p>
            </p:txBody>
          </p:sp>
          <p:sp>
            <p:nvSpPr>
              <p:cNvPr id="138250" name="Text Box 11"/>
              <p:cNvSpPr txBox="1">
                <a:spLocks noChangeArrowheads="1"/>
              </p:cNvSpPr>
              <p:nvPr/>
            </p:nvSpPr>
            <p:spPr bwMode="auto">
              <a:xfrm>
                <a:off x="3353" y="2551"/>
                <a:ext cx="183" cy="190"/>
              </a:xfrm>
              <a:prstGeom prst="rect">
                <a:avLst/>
              </a:prstGeom>
              <a:noFill/>
              <a:ln w="28575">
                <a:noFill/>
                <a:miter lim="800000"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pPr algn="ctr"/>
                <a:r>
                  <a:rPr lang="en-US" altLang="zh-CN" sz="2400" b="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rPr>
                  <a:t>1</a:t>
                </a:r>
              </a:p>
            </p:txBody>
          </p:sp>
          <p:sp>
            <p:nvSpPr>
              <p:cNvPr id="138251" name="Text Box 12"/>
              <p:cNvSpPr txBox="1">
                <a:spLocks noChangeArrowheads="1"/>
              </p:cNvSpPr>
              <p:nvPr/>
            </p:nvSpPr>
            <p:spPr bwMode="auto">
              <a:xfrm>
                <a:off x="3626" y="2396"/>
                <a:ext cx="146" cy="190"/>
              </a:xfrm>
              <a:prstGeom prst="rect">
                <a:avLst/>
              </a:prstGeom>
              <a:noFill/>
              <a:ln w="28575">
                <a:noFill/>
                <a:miter lim="800000"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pPr algn="ctr"/>
                <a:r>
                  <a:rPr lang="en-US" altLang="zh-CN" sz="2400" b="0" i="1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rPr>
                  <a:t>i</a:t>
                </a:r>
                <a:endParaRPr lang="en-US" altLang="zh-CN" sz="2400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endParaRPr>
              </a:p>
            </p:txBody>
          </p:sp>
        </p:grpSp>
        <p:sp>
          <p:nvSpPr>
            <p:cNvPr id="138252" name="Freeform 13"/>
            <p:cNvSpPr>
              <a:spLocks noChangeArrowheads="1"/>
            </p:cNvSpPr>
            <p:nvPr/>
          </p:nvSpPr>
          <p:spPr bwMode="auto">
            <a:xfrm>
              <a:off x="3567" y="2069"/>
              <a:ext cx="1400" cy="60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44" y="192"/>
                </a:cxn>
                <a:cxn ang="0">
                  <a:pos x="384" y="336"/>
                </a:cxn>
                <a:cxn ang="0">
                  <a:pos x="912" y="432"/>
                </a:cxn>
                <a:cxn ang="0">
                  <a:pos x="1200" y="442"/>
                </a:cxn>
              </a:cxnLst>
              <a:rect l="0" t="0" r="r" b="b"/>
              <a:pathLst>
                <a:path w="1200" h="450">
                  <a:moveTo>
                    <a:pt x="0" y="0"/>
                  </a:moveTo>
                  <a:cubicBezTo>
                    <a:pt x="40" y="68"/>
                    <a:pt x="80" y="136"/>
                    <a:pt x="144" y="192"/>
                  </a:cubicBezTo>
                  <a:cubicBezTo>
                    <a:pt x="208" y="248"/>
                    <a:pt x="256" y="296"/>
                    <a:pt x="384" y="336"/>
                  </a:cubicBezTo>
                  <a:cubicBezTo>
                    <a:pt x="512" y="376"/>
                    <a:pt x="776" y="414"/>
                    <a:pt x="912" y="432"/>
                  </a:cubicBezTo>
                  <a:cubicBezTo>
                    <a:pt x="1048" y="450"/>
                    <a:pt x="1140" y="440"/>
                    <a:pt x="1200" y="442"/>
                  </a:cubicBez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8253" name="Line 14"/>
            <p:cNvSpPr>
              <a:spLocks noChangeShapeType="1"/>
            </p:cNvSpPr>
            <p:nvPr/>
          </p:nvSpPr>
          <p:spPr bwMode="auto">
            <a:xfrm flipH="1">
              <a:off x="3232" y="2886"/>
              <a:ext cx="328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8254" name="Line 15"/>
            <p:cNvSpPr>
              <a:spLocks noChangeShapeType="1"/>
            </p:cNvSpPr>
            <p:nvPr/>
          </p:nvSpPr>
          <p:spPr bwMode="auto">
            <a:xfrm flipH="1">
              <a:off x="3548" y="2069"/>
              <a:ext cx="12" cy="817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222224" name="Group 16"/>
          <p:cNvGrpSpPr>
            <a:grpSpLocks/>
          </p:cNvGrpSpPr>
          <p:nvPr/>
        </p:nvGrpSpPr>
        <p:grpSpPr bwMode="auto">
          <a:xfrm>
            <a:off x="1116013" y="2781300"/>
            <a:ext cx="3505200" cy="2286000"/>
            <a:chOff x="3267" y="1403"/>
            <a:chExt cx="1807" cy="912"/>
          </a:xfrm>
        </p:grpSpPr>
        <p:grpSp>
          <p:nvGrpSpPr>
            <p:cNvPr id="138256" name="Group 17"/>
            <p:cNvGrpSpPr>
              <a:grpSpLocks/>
            </p:cNvGrpSpPr>
            <p:nvPr/>
          </p:nvGrpSpPr>
          <p:grpSpPr bwMode="auto">
            <a:xfrm>
              <a:off x="3267" y="1403"/>
              <a:ext cx="1807" cy="912"/>
              <a:chOff x="3281" y="1552"/>
              <a:chExt cx="1807" cy="912"/>
            </a:xfrm>
          </p:grpSpPr>
          <p:sp>
            <p:nvSpPr>
              <p:cNvPr id="138257" name="Line 18"/>
              <p:cNvSpPr>
                <a:spLocks noChangeShapeType="1"/>
              </p:cNvSpPr>
              <p:nvPr/>
            </p:nvSpPr>
            <p:spPr bwMode="auto">
              <a:xfrm>
                <a:off x="3431" y="2233"/>
                <a:ext cx="1488" cy="0"/>
              </a:xfrm>
              <a:prstGeom prst="line">
                <a:avLst/>
              </a:prstGeom>
              <a:noFill/>
              <a:ln w="28575">
                <a:solidFill>
                  <a:srgbClr val="FFFF00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8258" name="Line 19"/>
              <p:cNvSpPr>
                <a:spLocks noChangeShapeType="1"/>
              </p:cNvSpPr>
              <p:nvPr/>
            </p:nvSpPr>
            <p:spPr bwMode="auto">
              <a:xfrm flipV="1">
                <a:off x="3584" y="1552"/>
                <a:ext cx="0" cy="912"/>
              </a:xfrm>
              <a:prstGeom prst="line">
                <a:avLst/>
              </a:prstGeom>
              <a:noFill/>
              <a:ln w="28575">
                <a:solidFill>
                  <a:srgbClr val="FFFF00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8259" name="Freeform 20"/>
              <p:cNvSpPr>
                <a:spLocks noChangeArrowheads="1"/>
              </p:cNvSpPr>
              <p:nvPr/>
            </p:nvSpPr>
            <p:spPr bwMode="auto">
              <a:xfrm>
                <a:off x="3575" y="1753"/>
                <a:ext cx="1200" cy="45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144" y="192"/>
                  </a:cxn>
                  <a:cxn ang="0">
                    <a:pos x="384" y="336"/>
                  </a:cxn>
                  <a:cxn ang="0">
                    <a:pos x="912" y="432"/>
                  </a:cxn>
                  <a:cxn ang="0">
                    <a:pos x="1200" y="442"/>
                  </a:cxn>
                </a:cxnLst>
                <a:rect l="0" t="0" r="r" b="b"/>
                <a:pathLst>
                  <a:path w="1200" h="450">
                    <a:moveTo>
                      <a:pt x="0" y="0"/>
                    </a:moveTo>
                    <a:cubicBezTo>
                      <a:pt x="40" y="68"/>
                      <a:pt x="80" y="136"/>
                      <a:pt x="144" y="192"/>
                    </a:cubicBezTo>
                    <a:cubicBezTo>
                      <a:pt x="208" y="248"/>
                      <a:pt x="256" y="296"/>
                      <a:pt x="384" y="336"/>
                    </a:cubicBezTo>
                    <a:cubicBezTo>
                      <a:pt x="512" y="376"/>
                      <a:pt x="776" y="414"/>
                      <a:pt x="912" y="432"/>
                    </a:cubicBezTo>
                    <a:cubicBezTo>
                      <a:pt x="1048" y="450"/>
                      <a:pt x="1140" y="440"/>
                      <a:pt x="1200" y="442"/>
                    </a:cubicBezTo>
                  </a:path>
                </a:pathLst>
              </a:custGeom>
              <a:noFill/>
              <a:ln w="28575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8260" name="Text Box 21"/>
              <p:cNvSpPr txBox="1">
                <a:spLocks noChangeArrowheads="1"/>
              </p:cNvSpPr>
              <p:nvPr/>
            </p:nvSpPr>
            <p:spPr bwMode="auto">
              <a:xfrm>
                <a:off x="4942" y="2178"/>
                <a:ext cx="146" cy="207"/>
              </a:xfrm>
              <a:prstGeom prst="rect">
                <a:avLst/>
              </a:prstGeom>
              <a:noFill/>
              <a:ln w="28575">
                <a:noFill/>
                <a:miter lim="800000"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pPr algn="ctr"/>
                <a:r>
                  <a:rPr lang="en-US" altLang="zh-CN" b="0" i="1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rPr>
                  <a:t>t</a:t>
                </a:r>
                <a:endPara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endParaRPr>
              </a:p>
            </p:txBody>
          </p:sp>
          <p:sp>
            <p:nvSpPr>
              <p:cNvPr id="138261" name="Text Box 22"/>
              <p:cNvSpPr txBox="1">
                <a:spLocks noChangeArrowheads="1"/>
              </p:cNvSpPr>
              <p:nvPr/>
            </p:nvSpPr>
            <p:spPr bwMode="auto">
              <a:xfrm>
                <a:off x="3347" y="2225"/>
                <a:ext cx="187" cy="207"/>
              </a:xfrm>
              <a:prstGeom prst="rect">
                <a:avLst/>
              </a:prstGeom>
              <a:noFill/>
              <a:ln w="28575">
                <a:noFill/>
                <a:miter lim="800000"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pPr algn="ctr"/>
                <a:r>
                  <a:rPr lang="en-US" altLang="zh-CN" b="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rPr>
                  <a:t>0</a:t>
                </a:r>
              </a:p>
            </p:txBody>
          </p:sp>
          <p:graphicFrame>
            <p:nvGraphicFramePr>
              <p:cNvPr id="138262" name="Object 23"/>
              <p:cNvGraphicFramePr>
                <a:graphicFrameLocks noChangeAspect="1"/>
              </p:cNvGraphicFramePr>
              <p:nvPr/>
            </p:nvGraphicFramePr>
            <p:xfrm>
              <a:off x="3351" y="1677"/>
              <a:ext cx="96" cy="168"/>
            </p:xfrm>
            <a:graphic>
              <a:graphicData uri="http://schemas.openxmlformats.org/presentationml/2006/ole">
                <p:oleObj spid="_x0000_s138262" r:id="rId5" imgW="81000" imgH="149760" progId="Equation.3">
                  <p:embed/>
                </p:oleObj>
              </a:graphicData>
            </a:graphic>
          </p:graphicFrame>
          <p:sp>
            <p:nvSpPr>
              <p:cNvPr id="138263" name="Line 24"/>
              <p:cNvSpPr>
                <a:spLocks noChangeShapeType="1"/>
              </p:cNvSpPr>
              <p:nvPr/>
            </p:nvSpPr>
            <p:spPr bwMode="auto">
              <a:xfrm flipH="1">
                <a:off x="3281" y="2227"/>
                <a:ext cx="291" cy="9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8264" name="Line 25"/>
              <p:cNvSpPr>
                <a:spLocks noChangeShapeType="1"/>
              </p:cNvSpPr>
              <p:nvPr/>
            </p:nvSpPr>
            <p:spPr bwMode="auto">
              <a:xfrm>
                <a:off x="3581" y="1763"/>
                <a:ext cx="0" cy="473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38265" name="Text Box 26"/>
            <p:cNvSpPr txBox="1">
              <a:spLocks noChangeArrowheads="1"/>
            </p:cNvSpPr>
            <p:nvPr/>
          </p:nvSpPr>
          <p:spPr bwMode="auto">
            <a:xfrm>
              <a:off x="3593" y="1417"/>
              <a:ext cx="145" cy="207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i</a:t>
              </a:r>
              <a:endParaRPr lang="en-US" altLang="zh-CN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</p:grpSp>
      <p:grpSp>
        <p:nvGrpSpPr>
          <p:cNvPr id="138266" name="Group 27"/>
          <p:cNvGrpSpPr>
            <a:grpSpLocks/>
          </p:cNvGrpSpPr>
          <p:nvPr/>
        </p:nvGrpSpPr>
        <p:grpSpPr bwMode="auto"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138267" name="Picture 28" descr="78900"/>
            <p:cNvPicPr>
              <a:picLocks noChangeAspect="1" noChangeArrowheads="1"/>
            </p:cNvPicPr>
            <p:nvPr/>
          </p:nvPicPr>
          <p:blipFill>
            <a:blip r:embed="rId6"/>
            <a:srcRect/>
            <a:stretch>
              <a:fillRect/>
            </a:stretch>
          </p:blipFill>
          <p:spPr bwMode="auto"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38268" name="Text Box 29">
              <a:hlinkClick r:id="" action="ppaction://hlinkshowjump?jump=nextslide"/>
            </p:cNvPr>
            <p:cNvSpPr txBox="1">
              <a:spLocks noChangeArrowheads="1"/>
            </p:cNvSpPr>
            <p:nvPr/>
          </p:nvSpPr>
          <p:spPr bwMode="auto"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0">
                  <a:solidFill>
                    <a:schemeClr val="bg1"/>
                  </a:solidFill>
                  <a:latin typeface="隶书" pitchFamily="49" charset="-122"/>
                  <a:ea typeface="隶书" pitchFamily="49" charset="-122"/>
                </a:rPr>
                <a:t>下 页</a:t>
              </a:r>
            </a:p>
          </p:txBody>
        </p:sp>
      </p:grpSp>
      <p:grpSp>
        <p:nvGrpSpPr>
          <p:cNvPr id="138269" name="Group 30"/>
          <p:cNvGrpSpPr>
            <a:grpSpLocks/>
          </p:cNvGrpSpPr>
          <p:nvPr/>
        </p:nvGrpSpPr>
        <p:grpSpPr bwMode="auto">
          <a:xfrm>
            <a:off x="7453313" y="6446838"/>
            <a:ext cx="792162" cy="366712"/>
            <a:chOff x="4649" y="4020"/>
            <a:chExt cx="499" cy="231"/>
          </a:xfrm>
        </p:grpSpPr>
        <p:pic>
          <p:nvPicPr>
            <p:cNvPr id="138270" name="Picture 31" descr="78900"/>
            <p:cNvPicPr>
              <a:picLocks noChangeAspect="1" noChangeArrowheads="1"/>
            </p:cNvPicPr>
            <p:nvPr/>
          </p:nvPicPr>
          <p:blipFill>
            <a:blip r:embed="rId6"/>
            <a:srcRect/>
            <a:stretch>
              <a:fillRect/>
            </a:stretch>
          </p:blipFill>
          <p:spPr bwMode="auto"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38271" name="Text Box 32">
              <a:hlinkClick r:id="" action="ppaction://hlinkshowjump?jump=previousslide"/>
            </p:cNvPr>
            <p:cNvSpPr txBox="1">
              <a:spLocks noChangeArrowheads="1"/>
            </p:cNvSpPr>
            <p:nvPr/>
          </p:nvSpPr>
          <p:spPr bwMode="auto"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0">
                  <a:solidFill>
                    <a:schemeClr val="bg1"/>
                  </a:solidFill>
                  <a:latin typeface="隶书" pitchFamily="49" charset="-122"/>
                  <a:ea typeface="隶书" pitchFamily="49" charset="-122"/>
                </a:rPr>
                <a:t>上 页</a:t>
              </a:r>
            </a:p>
          </p:txBody>
        </p:sp>
      </p:grpSp>
      <p:grpSp>
        <p:nvGrpSpPr>
          <p:cNvPr id="222241" name="Group 33"/>
          <p:cNvGrpSpPr>
            <a:grpSpLocks/>
          </p:cNvGrpSpPr>
          <p:nvPr/>
        </p:nvGrpSpPr>
        <p:grpSpPr bwMode="auto">
          <a:xfrm>
            <a:off x="2339975" y="476250"/>
            <a:ext cx="4149725" cy="2393950"/>
            <a:chOff x="1464" y="164"/>
            <a:chExt cx="2614" cy="1508"/>
          </a:xfrm>
        </p:grpSpPr>
        <p:sp>
          <p:nvSpPr>
            <p:cNvPr id="138273" name="Line 34"/>
            <p:cNvSpPr>
              <a:spLocks noChangeShapeType="1"/>
            </p:cNvSpPr>
            <p:nvPr/>
          </p:nvSpPr>
          <p:spPr bwMode="auto">
            <a:xfrm>
              <a:off x="1565" y="1389"/>
              <a:ext cx="2312" cy="0"/>
            </a:xfrm>
            <a:prstGeom prst="line">
              <a:avLst/>
            </a:prstGeom>
            <a:noFill/>
            <a:ln w="28575">
              <a:solidFill>
                <a:srgbClr val="FFFF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8274" name="Line 35"/>
            <p:cNvSpPr>
              <a:spLocks noChangeShapeType="1"/>
            </p:cNvSpPr>
            <p:nvPr/>
          </p:nvSpPr>
          <p:spPr bwMode="auto">
            <a:xfrm flipV="1">
              <a:off x="1859" y="240"/>
              <a:ext cx="0" cy="1389"/>
            </a:xfrm>
            <a:prstGeom prst="line">
              <a:avLst/>
            </a:prstGeom>
            <a:noFill/>
            <a:ln w="28575">
              <a:solidFill>
                <a:srgbClr val="FFFF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8275" name="Line 36"/>
            <p:cNvSpPr>
              <a:spLocks noChangeShapeType="1"/>
            </p:cNvSpPr>
            <p:nvPr/>
          </p:nvSpPr>
          <p:spPr bwMode="auto">
            <a:xfrm>
              <a:off x="1859" y="674"/>
              <a:ext cx="1635" cy="0"/>
            </a:xfrm>
            <a:prstGeom prst="line">
              <a:avLst/>
            </a:prstGeom>
            <a:noFill/>
            <a:ln w="28575">
              <a:solidFill>
                <a:srgbClr val="00FFFF"/>
              </a:solidFill>
              <a:prstDash val="sysDot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8276" name="Freeform 37"/>
            <p:cNvSpPr>
              <a:spLocks noChangeArrowheads="1"/>
            </p:cNvSpPr>
            <p:nvPr/>
          </p:nvSpPr>
          <p:spPr bwMode="auto">
            <a:xfrm>
              <a:off x="1859" y="709"/>
              <a:ext cx="1579" cy="674"/>
            </a:xfrm>
            <a:custGeom>
              <a:avLst/>
              <a:gdLst/>
              <a:ahLst/>
              <a:cxnLst>
                <a:cxn ang="0">
                  <a:pos x="0" y="344"/>
                </a:cxn>
                <a:cxn ang="0">
                  <a:pos x="288" y="152"/>
                </a:cxn>
                <a:cxn ang="0">
                  <a:pos x="624" y="56"/>
                </a:cxn>
                <a:cxn ang="0">
                  <a:pos x="1104" y="8"/>
                </a:cxn>
                <a:cxn ang="0">
                  <a:pos x="1344" y="8"/>
                </a:cxn>
              </a:cxnLst>
              <a:rect l="0" t="0" r="r" b="b"/>
              <a:pathLst>
                <a:path w="1344" h="344">
                  <a:moveTo>
                    <a:pt x="0" y="344"/>
                  </a:moveTo>
                  <a:cubicBezTo>
                    <a:pt x="92" y="272"/>
                    <a:pt x="184" y="200"/>
                    <a:pt x="288" y="152"/>
                  </a:cubicBezTo>
                  <a:cubicBezTo>
                    <a:pt x="392" y="104"/>
                    <a:pt x="488" y="80"/>
                    <a:pt x="624" y="56"/>
                  </a:cubicBezTo>
                  <a:cubicBezTo>
                    <a:pt x="760" y="32"/>
                    <a:pt x="984" y="16"/>
                    <a:pt x="1104" y="8"/>
                  </a:cubicBezTo>
                  <a:cubicBezTo>
                    <a:pt x="1224" y="0"/>
                    <a:pt x="1304" y="8"/>
                    <a:pt x="1344" y="8"/>
                  </a:cubicBez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8277" name="Text Box 38"/>
            <p:cNvSpPr txBox="1">
              <a:spLocks noChangeArrowheads="1"/>
            </p:cNvSpPr>
            <p:nvPr/>
          </p:nvSpPr>
          <p:spPr bwMode="auto">
            <a:xfrm>
              <a:off x="3900" y="1206"/>
              <a:ext cx="178" cy="327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t</a:t>
              </a:r>
              <a:endParaRPr lang="en-US" altLang="zh-CN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138278" name="Text Box 39"/>
            <p:cNvSpPr txBox="1">
              <a:spLocks noChangeArrowheads="1"/>
            </p:cNvSpPr>
            <p:nvPr/>
          </p:nvSpPr>
          <p:spPr bwMode="auto">
            <a:xfrm>
              <a:off x="1909" y="164"/>
              <a:ext cx="329" cy="327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u</a:t>
              </a:r>
              <a:r>
                <a:rPr lang="en-US" altLang="zh-CN" b="0" i="1" baseline="-2500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C</a:t>
              </a:r>
              <a:endParaRPr lang="en-US" altLang="zh-CN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138279" name="Text Box 40"/>
            <p:cNvSpPr txBox="1">
              <a:spLocks noChangeArrowheads="1"/>
            </p:cNvSpPr>
            <p:nvPr/>
          </p:nvSpPr>
          <p:spPr bwMode="auto">
            <a:xfrm>
              <a:off x="1464" y="425"/>
              <a:ext cx="375" cy="327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pPr algn="ctr"/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1</a:t>
              </a:r>
            </a:p>
          </p:txBody>
        </p:sp>
        <p:sp>
          <p:nvSpPr>
            <p:cNvPr id="138280" name="Line 41"/>
            <p:cNvSpPr>
              <a:spLocks noChangeShapeType="1"/>
            </p:cNvSpPr>
            <p:nvPr/>
          </p:nvSpPr>
          <p:spPr bwMode="auto">
            <a:xfrm>
              <a:off x="1519" y="1389"/>
              <a:ext cx="363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8281" name="Text Box 42"/>
            <p:cNvSpPr txBox="1">
              <a:spLocks noChangeArrowheads="1"/>
            </p:cNvSpPr>
            <p:nvPr/>
          </p:nvSpPr>
          <p:spPr bwMode="auto">
            <a:xfrm>
              <a:off x="1565" y="1345"/>
              <a:ext cx="375" cy="327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pPr algn="ctr"/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0</a:t>
              </a:r>
            </a:p>
          </p:txBody>
        </p:sp>
      </p:grpSp>
      <p:grpSp>
        <p:nvGrpSpPr>
          <p:cNvPr id="138282" name="Group 43"/>
          <p:cNvGrpSpPr>
            <a:grpSpLocks/>
          </p:cNvGrpSpPr>
          <p:nvPr/>
        </p:nvGrpSpPr>
        <p:grpSpPr bwMode="auto">
          <a:xfrm>
            <a:off x="6588125" y="6446838"/>
            <a:ext cx="792163" cy="366712"/>
            <a:chOff x="4649" y="4020"/>
            <a:chExt cx="499" cy="231"/>
          </a:xfrm>
        </p:grpSpPr>
        <p:pic>
          <p:nvPicPr>
            <p:cNvPr id="138283" name="Picture 44" descr="78900"/>
            <p:cNvPicPr>
              <a:picLocks noChangeAspect="1" noChangeArrowheads="1"/>
            </p:cNvPicPr>
            <p:nvPr/>
          </p:nvPicPr>
          <p:blipFill>
            <a:blip r:embed="rId6"/>
            <a:srcRect/>
            <a:stretch>
              <a:fillRect/>
            </a:stretch>
          </p:blipFill>
          <p:spPr bwMode="auto"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38284" name="Text Box 45">
              <a:hlinkClick r:id="rId7" action="ppaction://hlinksldjump"/>
            </p:cNvPr>
            <p:cNvSpPr txBox="1">
              <a:spLocks noChangeArrowheads="1"/>
            </p:cNvSpPr>
            <p:nvPr/>
          </p:nvSpPr>
          <p:spPr bwMode="auto"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0">
                  <a:solidFill>
                    <a:schemeClr val="bg1"/>
                  </a:solidFill>
                  <a:latin typeface="隶书" pitchFamily="49" charset="-122"/>
                  <a:ea typeface="隶书" pitchFamily="49" charset="-122"/>
                </a:rPr>
                <a:t>返 回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222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2222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2000"/>
                            </p:stCondLst>
                            <p:childTnLst>
                              <p:par>
                                <p:cTn id="14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2222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1000"/>
                                        <p:tgtEl>
                                          <p:spTgt spid="222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2222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3234" name="Group 2"/>
          <p:cNvGrpSpPr>
            <a:grpSpLocks/>
          </p:cNvGrpSpPr>
          <p:nvPr/>
        </p:nvGrpSpPr>
        <p:grpSpPr bwMode="auto">
          <a:xfrm>
            <a:off x="4630738" y="2892425"/>
            <a:ext cx="3852862" cy="2490788"/>
            <a:chOff x="3237" y="1220"/>
            <a:chExt cx="1720" cy="965"/>
          </a:xfrm>
        </p:grpSpPr>
        <p:sp>
          <p:nvSpPr>
            <p:cNvPr id="139266" name="Line 3"/>
            <p:cNvSpPr>
              <a:spLocks noChangeShapeType="1"/>
            </p:cNvSpPr>
            <p:nvPr/>
          </p:nvSpPr>
          <p:spPr bwMode="auto">
            <a:xfrm>
              <a:off x="3309" y="1945"/>
              <a:ext cx="1488" cy="0"/>
            </a:xfrm>
            <a:prstGeom prst="line">
              <a:avLst/>
            </a:prstGeom>
            <a:noFill/>
            <a:ln w="28575">
              <a:solidFill>
                <a:srgbClr val="FFFF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9267" name="Line 4"/>
            <p:cNvSpPr>
              <a:spLocks noChangeShapeType="1"/>
            </p:cNvSpPr>
            <p:nvPr/>
          </p:nvSpPr>
          <p:spPr bwMode="auto">
            <a:xfrm flipV="1">
              <a:off x="3453" y="1273"/>
              <a:ext cx="0" cy="912"/>
            </a:xfrm>
            <a:prstGeom prst="line">
              <a:avLst/>
            </a:prstGeom>
            <a:noFill/>
            <a:ln w="28575">
              <a:solidFill>
                <a:srgbClr val="FFFF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9268" name="Text Box 5"/>
            <p:cNvSpPr txBox="1">
              <a:spLocks noChangeArrowheads="1"/>
            </p:cNvSpPr>
            <p:nvPr/>
          </p:nvSpPr>
          <p:spPr bwMode="auto">
            <a:xfrm>
              <a:off x="4830" y="1893"/>
              <a:ext cx="127" cy="201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t</a:t>
              </a:r>
              <a:endParaRPr lang="en-US" altLang="zh-CN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139269" name="Text Box 6"/>
            <p:cNvSpPr txBox="1">
              <a:spLocks noChangeArrowheads="1"/>
            </p:cNvSpPr>
            <p:nvPr/>
          </p:nvSpPr>
          <p:spPr bwMode="auto">
            <a:xfrm>
              <a:off x="3465" y="1220"/>
              <a:ext cx="276" cy="201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pPr algn="ctr"/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i</a:t>
              </a:r>
              <a:r>
                <a:rPr lang="en-US" altLang="zh-CN" b="0" i="1" baseline="-2500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C</a:t>
              </a:r>
              <a:endParaRPr lang="en-US" altLang="zh-CN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139270" name="Text Box 7"/>
            <p:cNvSpPr txBox="1">
              <a:spLocks noChangeArrowheads="1"/>
            </p:cNvSpPr>
            <p:nvPr/>
          </p:nvSpPr>
          <p:spPr bwMode="auto">
            <a:xfrm>
              <a:off x="3237" y="1940"/>
              <a:ext cx="162" cy="201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0</a:t>
              </a:r>
            </a:p>
          </p:txBody>
        </p:sp>
      </p:grpSp>
      <p:sp>
        <p:nvSpPr>
          <p:cNvPr id="223240" name="Text Box 8"/>
          <p:cNvSpPr txBox="1">
            <a:spLocks noChangeArrowheads="1"/>
          </p:cNvSpPr>
          <p:nvPr/>
        </p:nvSpPr>
        <p:spPr bwMode="auto">
          <a:xfrm>
            <a:off x="539750" y="692150"/>
            <a:ext cx="4392613" cy="1117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>
                <a:latin typeface="楷体_GB2312" pitchFamily="49" charset="-122"/>
              </a:rPr>
              <a:t>激励在 </a:t>
            </a:r>
            <a:r>
              <a:rPr lang="en-US" altLang="zh-CN" b="0" i="1">
                <a:solidFill>
                  <a:schemeClr val="bg1"/>
                </a:solidFill>
                <a:latin typeface="Times New Roman" pitchFamily="18" charset="0"/>
              </a:rPr>
              <a:t>t </a:t>
            </a:r>
            <a:r>
              <a:rPr lang="en-US" altLang="zh-CN" b="0">
                <a:solidFill>
                  <a:schemeClr val="bg1"/>
                </a:solidFill>
                <a:latin typeface="Times New Roman" pitchFamily="18" charset="0"/>
              </a:rPr>
              <a:t>= </a:t>
            </a:r>
            <a:r>
              <a:rPr lang="en-US" altLang="zh-CN" b="0" i="1">
                <a:solidFill>
                  <a:schemeClr val="bg1"/>
                </a:solidFill>
                <a:latin typeface="Times New Roman" pitchFamily="18" charset="0"/>
              </a:rPr>
              <a:t>t</a:t>
            </a:r>
            <a:r>
              <a:rPr lang="en-US" altLang="zh-CN" b="0" baseline="-25000">
                <a:solidFill>
                  <a:schemeClr val="bg1"/>
                </a:solidFill>
                <a:latin typeface="Times New Roman" pitchFamily="18" charset="0"/>
              </a:rPr>
              <a:t>0</a:t>
            </a:r>
            <a:r>
              <a:rPr lang="en-US" altLang="zh-CN" baseline="-25000">
                <a:latin typeface="楷体_GB2312" pitchFamily="49" charset="-122"/>
              </a:rPr>
              <a:t> </a:t>
            </a:r>
            <a:r>
              <a:rPr lang="zh-CN" altLang="en-US">
                <a:latin typeface="楷体_GB2312" pitchFamily="49" charset="-122"/>
              </a:rPr>
              <a:t>时加入，</a:t>
            </a:r>
          </a:p>
          <a:p>
            <a:pPr>
              <a:lnSpc>
                <a:spcPct val="120000"/>
              </a:lnSpc>
            </a:pPr>
            <a:r>
              <a:rPr lang="zh-CN" altLang="en-US">
                <a:latin typeface="楷体_GB2312" pitchFamily="49" charset="-122"/>
              </a:rPr>
              <a:t>则响应从</a:t>
            </a:r>
            <a:r>
              <a:rPr lang="en-US" altLang="zh-CN" b="0" i="1">
                <a:solidFill>
                  <a:schemeClr val="bg1"/>
                </a:solidFill>
                <a:latin typeface="Times New Roman" pitchFamily="18" charset="0"/>
              </a:rPr>
              <a:t>t </a:t>
            </a:r>
            <a:r>
              <a:rPr lang="en-US" altLang="zh-CN" b="0">
                <a:solidFill>
                  <a:schemeClr val="bg1"/>
                </a:solidFill>
                <a:latin typeface="Times New Roman" pitchFamily="18" charset="0"/>
              </a:rPr>
              <a:t>=</a:t>
            </a:r>
            <a:r>
              <a:rPr lang="en-US" altLang="zh-CN" b="0" i="1">
                <a:solidFill>
                  <a:schemeClr val="bg1"/>
                </a:solidFill>
                <a:latin typeface="Times New Roman" pitchFamily="18" charset="0"/>
              </a:rPr>
              <a:t>t</a:t>
            </a:r>
            <a:r>
              <a:rPr lang="en-US" altLang="zh-CN" b="0" baseline="-25000">
                <a:solidFill>
                  <a:schemeClr val="bg1"/>
                </a:solidFill>
                <a:latin typeface="Times New Roman" pitchFamily="18" charset="0"/>
              </a:rPr>
              <a:t>0</a:t>
            </a:r>
            <a:r>
              <a:rPr lang="zh-CN" altLang="en-US">
                <a:latin typeface="楷体_GB2312" pitchFamily="49" charset="-122"/>
              </a:rPr>
              <a:t>开始。</a:t>
            </a:r>
          </a:p>
        </p:txBody>
      </p:sp>
      <p:grpSp>
        <p:nvGrpSpPr>
          <p:cNvPr id="223241" name="Group 9"/>
          <p:cNvGrpSpPr>
            <a:grpSpLocks/>
          </p:cNvGrpSpPr>
          <p:nvPr/>
        </p:nvGrpSpPr>
        <p:grpSpPr bwMode="auto">
          <a:xfrm>
            <a:off x="755650" y="1916113"/>
            <a:ext cx="3906838" cy="1517650"/>
            <a:chOff x="431" y="1461"/>
            <a:chExt cx="2461" cy="956"/>
          </a:xfrm>
        </p:grpSpPr>
        <p:sp>
          <p:nvSpPr>
            <p:cNvPr id="139273" name="Text Box 10"/>
            <p:cNvSpPr txBox="1">
              <a:spLocks noChangeArrowheads="1"/>
            </p:cNvSpPr>
            <p:nvPr/>
          </p:nvSpPr>
          <p:spPr bwMode="auto">
            <a:xfrm>
              <a:off x="1519" y="1461"/>
              <a:ext cx="470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pPr algn="ctr"/>
              <a:r>
                <a:rPr lang="en-US" altLang="zh-CN" b="0" i="1">
                  <a:solidFill>
                    <a:srgbClr val="FF9900"/>
                  </a:solidFill>
                  <a:latin typeface="Times New Roman" pitchFamily="18" charset="0"/>
                  <a:ea typeface="宋体" pitchFamily="2" charset="-122"/>
                </a:rPr>
                <a:t>t</a:t>
              </a:r>
              <a:r>
                <a:rPr lang="en-US" altLang="zh-CN" b="0">
                  <a:solidFill>
                    <a:srgbClr val="FF9900"/>
                  </a:solidFill>
                  <a:latin typeface="Times New Roman" pitchFamily="18" charset="0"/>
                  <a:ea typeface="宋体" pitchFamily="2" charset="-122"/>
                </a:rPr>
                <a:t>- </a:t>
              </a:r>
              <a:r>
                <a:rPr lang="en-US" altLang="zh-CN" b="0" i="1">
                  <a:solidFill>
                    <a:srgbClr val="FF9900"/>
                  </a:solidFill>
                  <a:latin typeface="Times New Roman" pitchFamily="18" charset="0"/>
                  <a:ea typeface="宋体" pitchFamily="2" charset="-122"/>
                </a:rPr>
                <a:t>t</a:t>
              </a:r>
              <a:r>
                <a:rPr lang="en-US" altLang="zh-CN" b="0" baseline="-25000">
                  <a:solidFill>
                    <a:srgbClr val="FF9900"/>
                  </a:solidFill>
                  <a:latin typeface="Times New Roman" pitchFamily="18" charset="0"/>
                  <a:ea typeface="宋体" pitchFamily="2" charset="-122"/>
                </a:rPr>
                <a:t>0</a:t>
              </a:r>
              <a:endParaRPr lang="en-US" altLang="zh-CN" b="0">
                <a:solidFill>
                  <a:srgbClr val="FF9900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graphicFrame>
          <p:nvGraphicFramePr>
            <p:cNvPr id="139274" name="Object 11"/>
            <p:cNvGraphicFramePr>
              <a:graphicFrameLocks noChangeAspect="1"/>
            </p:cNvGraphicFramePr>
            <p:nvPr/>
          </p:nvGraphicFramePr>
          <p:xfrm>
            <a:off x="431" y="1525"/>
            <a:ext cx="1698" cy="892"/>
          </p:xfrm>
          <a:graphic>
            <a:graphicData uri="http://schemas.openxmlformats.org/presentationml/2006/ole">
              <p:oleObj spid="_x0000_s139274" r:id="rId3" imgW="880560" imgH="392040" progId="Equation.3">
                <p:embed/>
              </p:oleObj>
            </a:graphicData>
          </a:graphic>
        </p:graphicFrame>
        <p:sp>
          <p:nvSpPr>
            <p:cNvPr id="139275" name="Text Box 12"/>
            <p:cNvSpPr txBox="1">
              <a:spLocks noChangeArrowheads="1"/>
            </p:cNvSpPr>
            <p:nvPr/>
          </p:nvSpPr>
          <p:spPr bwMode="auto">
            <a:xfrm>
              <a:off x="2018" y="1842"/>
              <a:ext cx="874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pPr algn="ctr"/>
              <a:r>
                <a:rPr lang="en-US" altLang="zh-CN" b="0">
                  <a:solidFill>
                    <a:srgbClr val="FF9900"/>
                  </a:solidFill>
                  <a:latin typeface="Times New Roman" pitchFamily="18" charset="0"/>
                  <a:ea typeface="宋体" pitchFamily="2" charset="-122"/>
                </a:rPr>
                <a:t>(</a:t>
              </a:r>
              <a:r>
                <a:rPr lang="en-US" altLang="zh-CN" b="0" i="1">
                  <a:solidFill>
                    <a:srgbClr val="FF9900"/>
                  </a:solidFill>
                  <a:latin typeface="Times New Roman" pitchFamily="18" charset="0"/>
                  <a:ea typeface="宋体" pitchFamily="2" charset="-122"/>
                </a:rPr>
                <a:t> t </a:t>
              </a:r>
              <a:r>
                <a:rPr lang="en-US" altLang="zh-CN" b="0">
                  <a:solidFill>
                    <a:srgbClr val="FF9900"/>
                  </a:solidFill>
                  <a:latin typeface="Times New Roman" pitchFamily="18" charset="0"/>
                  <a:ea typeface="宋体" pitchFamily="2" charset="-122"/>
                </a:rPr>
                <a:t>- </a:t>
              </a:r>
              <a:r>
                <a:rPr lang="en-US" altLang="zh-CN" b="0" i="1">
                  <a:solidFill>
                    <a:srgbClr val="FF9900"/>
                  </a:solidFill>
                  <a:latin typeface="Times New Roman" pitchFamily="18" charset="0"/>
                  <a:ea typeface="宋体" pitchFamily="2" charset="-122"/>
                </a:rPr>
                <a:t>t</a:t>
              </a:r>
              <a:r>
                <a:rPr lang="en-US" altLang="zh-CN" b="0" baseline="-25000">
                  <a:solidFill>
                    <a:srgbClr val="FF9900"/>
                  </a:solidFill>
                  <a:latin typeface="Times New Roman" pitchFamily="18" charset="0"/>
                  <a:ea typeface="宋体" pitchFamily="2" charset="-122"/>
                </a:rPr>
                <a:t>0</a:t>
              </a:r>
              <a:r>
                <a:rPr lang="en-US" altLang="zh-CN" b="0">
                  <a:solidFill>
                    <a:srgbClr val="FF9900"/>
                  </a:solidFill>
                  <a:latin typeface="Times New Roman" pitchFamily="18" charset="0"/>
                  <a:ea typeface="宋体" pitchFamily="2" charset="-122"/>
                </a:rPr>
                <a:t> )</a:t>
              </a:r>
            </a:p>
          </p:txBody>
        </p:sp>
      </p:grpSp>
      <p:grpSp>
        <p:nvGrpSpPr>
          <p:cNvPr id="223245" name="Group 13"/>
          <p:cNvGrpSpPr>
            <a:grpSpLocks/>
          </p:cNvGrpSpPr>
          <p:nvPr/>
        </p:nvGrpSpPr>
        <p:grpSpPr bwMode="auto">
          <a:xfrm>
            <a:off x="900113" y="4581525"/>
            <a:ext cx="3070225" cy="1350963"/>
            <a:chOff x="567" y="3012"/>
            <a:chExt cx="1934" cy="851"/>
          </a:xfrm>
        </p:grpSpPr>
        <p:graphicFrame>
          <p:nvGraphicFramePr>
            <p:cNvPr id="139277" name="Object 14"/>
            <p:cNvGraphicFramePr>
              <a:graphicFrameLocks noChangeAspect="1"/>
            </p:cNvGraphicFramePr>
            <p:nvPr/>
          </p:nvGraphicFramePr>
          <p:xfrm>
            <a:off x="567" y="3158"/>
            <a:ext cx="1934" cy="705"/>
          </p:xfrm>
          <a:graphic>
            <a:graphicData uri="http://schemas.openxmlformats.org/presentationml/2006/ole">
              <p:oleObj spid="_x0000_s139277" r:id="rId4" imgW="1019880" imgH="392040" progId="Equation.3">
                <p:embed/>
              </p:oleObj>
            </a:graphicData>
          </a:graphic>
        </p:graphicFrame>
        <p:sp>
          <p:nvSpPr>
            <p:cNvPr id="139278" name="Text Box 15" descr="羊皮纸"/>
            <p:cNvSpPr txBox="1">
              <a:spLocks noChangeArrowheads="1"/>
            </p:cNvSpPr>
            <p:nvPr/>
          </p:nvSpPr>
          <p:spPr bwMode="auto">
            <a:xfrm>
              <a:off x="1020" y="3012"/>
              <a:ext cx="499" cy="327"/>
            </a:xfrm>
            <a:prstGeom prst="rect">
              <a:avLst/>
            </a:prstGeom>
            <a:blipFill dpi="0" rotWithShape="1">
              <a:blip r:embed="rId5"/>
              <a:srcRect/>
              <a:tile tx="0" ty="0" sx="100000" sy="100000" flip="none" algn="tl"/>
            </a:blipFill>
            <a:ln w="9525">
              <a:noFill/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pPr algn="ctr"/>
              <a:r>
                <a:rPr lang="en-US" altLang="zh-CN" b="0" i="1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rPr>
                <a:t>-</a:t>
              </a:r>
              <a:r>
                <a:rPr lang="en-US" altLang="zh-CN" b="0" i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rPr>
                <a:t> t</a:t>
              </a:r>
              <a:endParaRPr lang="en-US" altLang="zh-CN" b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</p:grpSp>
      <p:sp>
        <p:nvSpPr>
          <p:cNvPr id="223248" name="Text Box 16"/>
          <p:cNvSpPr txBox="1">
            <a:spLocks noChangeArrowheads="1"/>
          </p:cNvSpPr>
          <p:nvPr/>
        </p:nvSpPr>
        <p:spPr bwMode="auto">
          <a:xfrm>
            <a:off x="2195513" y="3860800"/>
            <a:ext cx="2193925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r>
              <a:rPr lang="zh-CN" altLang="en-US">
                <a:latin typeface="Times New Roman" pitchFamily="18" charset="0"/>
              </a:rPr>
              <a:t>不要写为：</a:t>
            </a:r>
            <a:endParaRPr lang="zh-CN" altLang="en-US" b="0">
              <a:latin typeface="Times New Roman" pitchFamily="18" charset="0"/>
            </a:endParaRPr>
          </a:p>
        </p:txBody>
      </p:sp>
      <p:grpSp>
        <p:nvGrpSpPr>
          <p:cNvPr id="139280" name="Group 17"/>
          <p:cNvGrpSpPr>
            <a:grpSpLocks/>
          </p:cNvGrpSpPr>
          <p:nvPr/>
        </p:nvGrpSpPr>
        <p:grpSpPr bwMode="auto"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139281" name="Picture 18" descr="78900"/>
            <p:cNvPicPr>
              <a:picLocks noChangeAspect="1" noChangeArrowheads="1"/>
            </p:cNvPicPr>
            <p:nvPr/>
          </p:nvPicPr>
          <p:blipFill>
            <a:blip r:embed="rId6"/>
            <a:srcRect/>
            <a:stretch>
              <a:fillRect/>
            </a:stretch>
          </p:blipFill>
          <p:spPr bwMode="auto"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39282" name="Text Box 19">
              <a:hlinkClick r:id="" action="ppaction://hlinkshowjump?jump=nextslide"/>
            </p:cNvPr>
            <p:cNvSpPr txBox="1">
              <a:spLocks noChangeArrowheads="1"/>
            </p:cNvSpPr>
            <p:nvPr/>
          </p:nvSpPr>
          <p:spPr bwMode="auto"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0">
                  <a:solidFill>
                    <a:schemeClr val="bg1"/>
                  </a:solidFill>
                  <a:latin typeface="隶书" pitchFamily="49" charset="-122"/>
                  <a:ea typeface="隶书" pitchFamily="49" charset="-122"/>
                </a:rPr>
                <a:t>下 页</a:t>
              </a:r>
            </a:p>
          </p:txBody>
        </p:sp>
      </p:grpSp>
      <p:grpSp>
        <p:nvGrpSpPr>
          <p:cNvPr id="139283" name="Group 20"/>
          <p:cNvGrpSpPr>
            <a:grpSpLocks/>
          </p:cNvGrpSpPr>
          <p:nvPr/>
        </p:nvGrpSpPr>
        <p:grpSpPr bwMode="auto">
          <a:xfrm>
            <a:off x="7453313" y="6446838"/>
            <a:ext cx="792162" cy="366712"/>
            <a:chOff x="4649" y="4020"/>
            <a:chExt cx="499" cy="231"/>
          </a:xfrm>
        </p:grpSpPr>
        <p:pic>
          <p:nvPicPr>
            <p:cNvPr id="139284" name="Picture 21" descr="78900"/>
            <p:cNvPicPr>
              <a:picLocks noChangeAspect="1" noChangeArrowheads="1"/>
            </p:cNvPicPr>
            <p:nvPr/>
          </p:nvPicPr>
          <p:blipFill>
            <a:blip r:embed="rId6"/>
            <a:srcRect/>
            <a:stretch>
              <a:fillRect/>
            </a:stretch>
          </p:blipFill>
          <p:spPr bwMode="auto"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39285" name="Text Box 22">
              <a:hlinkClick r:id="" action="ppaction://hlinkshowjump?jump=previousslide"/>
            </p:cNvPr>
            <p:cNvSpPr txBox="1">
              <a:spLocks noChangeArrowheads="1"/>
            </p:cNvSpPr>
            <p:nvPr/>
          </p:nvSpPr>
          <p:spPr bwMode="auto"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0">
                  <a:solidFill>
                    <a:schemeClr val="bg1"/>
                  </a:solidFill>
                  <a:latin typeface="隶书" pitchFamily="49" charset="-122"/>
                  <a:ea typeface="隶书" pitchFamily="49" charset="-122"/>
                </a:rPr>
                <a:t>上 页</a:t>
              </a:r>
            </a:p>
          </p:txBody>
        </p:sp>
      </p:grpSp>
      <p:grpSp>
        <p:nvGrpSpPr>
          <p:cNvPr id="223255" name="Group 23"/>
          <p:cNvGrpSpPr>
            <a:grpSpLocks/>
          </p:cNvGrpSpPr>
          <p:nvPr/>
        </p:nvGrpSpPr>
        <p:grpSpPr bwMode="auto">
          <a:xfrm>
            <a:off x="4932363" y="333375"/>
            <a:ext cx="3490912" cy="2046288"/>
            <a:chOff x="385" y="1869"/>
            <a:chExt cx="2199" cy="1289"/>
          </a:xfrm>
        </p:grpSpPr>
        <p:sp>
          <p:nvSpPr>
            <p:cNvPr id="139287" name="Text Box 24"/>
            <p:cNvSpPr txBox="1">
              <a:spLocks noChangeArrowheads="1"/>
            </p:cNvSpPr>
            <p:nvPr/>
          </p:nvSpPr>
          <p:spPr bwMode="auto">
            <a:xfrm>
              <a:off x="1645" y="1869"/>
              <a:ext cx="299" cy="365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sz="3200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i</a:t>
              </a:r>
              <a:r>
                <a:rPr lang="en-US" altLang="zh-CN" sz="3200" b="0" i="1" baseline="-2500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C</a:t>
              </a:r>
            </a:p>
          </p:txBody>
        </p:sp>
        <p:sp>
          <p:nvSpPr>
            <p:cNvPr id="139288" name="Text Box 25"/>
            <p:cNvSpPr txBox="1">
              <a:spLocks noChangeArrowheads="1"/>
            </p:cNvSpPr>
            <p:nvPr/>
          </p:nvSpPr>
          <p:spPr bwMode="auto">
            <a:xfrm>
              <a:off x="703" y="2568"/>
              <a:ext cx="751" cy="327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  <a:sym typeface="Symbol" pitchFamily="18" charset="2"/>
                </a:rPr>
                <a:t> </a:t>
              </a:r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  <a:sym typeface="Symbol" pitchFamily="18" charset="2"/>
                </a:rPr>
                <a:t>(</a:t>
              </a:r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  <a:sym typeface="Symbol" pitchFamily="18" charset="2"/>
                </a:rPr>
                <a:t>t</a:t>
              </a:r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  <a:sym typeface="Symbol" pitchFamily="18" charset="2"/>
                </a:rPr>
                <a:t> -</a:t>
              </a:r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  <a:sym typeface="Symbol" pitchFamily="18" charset="2"/>
                </a:rPr>
                <a:t>t</a:t>
              </a:r>
              <a:r>
                <a:rPr lang="en-US" altLang="zh-CN" b="0" baseline="-2500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  <a:sym typeface="Symbol" pitchFamily="18" charset="2"/>
                </a:rPr>
                <a:t>0</a:t>
              </a:r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  <a:sym typeface="Symbol" pitchFamily="18" charset="2"/>
                </a:rPr>
                <a:t>)</a:t>
              </a:r>
              <a:endParaRPr lang="en-US" altLang="zh-CN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139289" name="Oval 26"/>
            <p:cNvSpPr>
              <a:spLocks noChangeArrowheads="1"/>
            </p:cNvSpPr>
            <p:nvPr/>
          </p:nvSpPr>
          <p:spPr bwMode="auto">
            <a:xfrm>
              <a:off x="385" y="2523"/>
              <a:ext cx="363" cy="363"/>
            </a:xfrm>
            <a:prstGeom prst="ellipse">
              <a:avLst/>
            </a:prstGeom>
            <a:gradFill rotWithShape="1">
              <a:gsLst>
                <a:gs pos="0">
                  <a:srgbClr val="0099FF"/>
                </a:gs>
                <a:gs pos="100000">
                  <a:srgbClr val="004776"/>
                </a:gs>
              </a:gsLst>
              <a:path path="shape">
                <a:fillToRect l="50000" t="50000" r="50000" b="50000"/>
              </a:path>
            </a:gradFill>
            <a:ln w="38100">
              <a:solidFill>
                <a:srgbClr val="FF99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9290" name="Line 27"/>
            <p:cNvSpPr>
              <a:spLocks noChangeShapeType="1"/>
            </p:cNvSpPr>
            <p:nvPr/>
          </p:nvSpPr>
          <p:spPr bwMode="auto">
            <a:xfrm>
              <a:off x="657" y="3022"/>
              <a:ext cx="104" cy="0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39291" name="Group 28"/>
            <p:cNvGrpSpPr>
              <a:grpSpLocks/>
            </p:cNvGrpSpPr>
            <p:nvPr/>
          </p:nvGrpSpPr>
          <p:grpSpPr bwMode="auto">
            <a:xfrm>
              <a:off x="657" y="2387"/>
              <a:ext cx="128" cy="136"/>
              <a:chOff x="648" y="2472"/>
              <a:chExt cx="128" cy="136"/>
            </a:xfrm>
          </p:grpSpPr>
          <p:sp>
            <p:nvSpPr>
              <p:cNvPr id="139292" name="Line 29"/>
              <p:cNvSpPr>
                <a:spLocks noChangeShapeType="1"/>
              </p:cNvSpPr>
              <p:nvPr/>
            </p:nvSpPr>
            <p:spPr bwMode="auto">
              <a:xfrm>
                <a:off x="648" y="2536"/>
                <a:ext cx="128" cy="0"/>
              </a:xfrm>
              <a:prstGeom prst="line">
                <a:avLst/>
              </a:prstGeom>
              <a:noFill/>
              <a:ln w="28575">
                <a:solidFill>
                  <a:schemeClr val="bg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9293" name="Line 30"/>
              <p:cNvSpPr>
                <a:spLocks noChangeShapeType="1"/>
              </p:cNvSpPr>
              <p:nvPr/>
            </p:nvSpPr>
            <p:spPr bwMode="auto">
              <a:xfrm>
                <a:off x="704" y="2472"/>
                <a:ext cx="0" cy="136"/>
              </a:xfrm>
              <a:prstGeom prst="line">
                <a:avLst/>
              </a:prstGeom>
              <a:noFill/>
              <a:ln w="28575">
                <a:solidFill>
                  <a:schemeClr val="bg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39294" name="Line 31"/>
            <p:cNvSpPr>
              <a:spLocks noChangeShapeType="1"/>
            </p:cNvSpPr>
            <p:nvPr/>
          </p:nvSpPr>
          <p:spPr bwMode="auto">
            <a:xfrm>
              <a:off x="566" y="2250"/>
              <a:ext cx="1600" cy="0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9295" name="Line 32"/>
            <p:cNvSpPr>
              <a:spLocks noChangeShapeType="1"/>
            </p:cNvSpPr>
            <p:nvPr/>
          </p:nvSpPr>
          <p:spPr bwMode="auto">
            <a:xfrm>
              <a:off x="1655" y="2341"/>
              <a:ext cx="263" cy="0"/>
            </a:xfrm>
            <a:prstGeom prst="line">
              <a:avLst/>
            </a:prstGeom>
            <a:noFill/>
            <a:ln w="28575">
              <a:solidFill>
                <a:srgbClr val="00FFFF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9296" name="Line 33"/>
            <p:cNvSpPr>
              <a:spLocks noChangeShapeType="1"/>
            </p:cNvSpPr>
            <p:nvPr/>
          </p:nvSpPr>
          <p:spPr bwMode="auto">
            <a:xfrm flipH="1">
              <a:off x="566" y="2250"/>
              <a:ext cx="0" cy="908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9297" name="Text Box 34"/>
            <p:cNvSpPr txBox="1">
              <a:spLocks noChangeArrowheads="1"/>
            </p:cNvSpPr>
            <p:nvPr/>
          </p:nvSpPr>
          <p:spPr bwMode="auto">
            <a:xfrm>
              <a:off x="1682" y="2549"/>
              <a:ext cx="377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C  </a:t>
              </a:r>
              <a:endParaRPr lang="en-US" altLang="zh-CN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grpSp>
          <p:nvGrpSpPr>
            <p:cNvPr id="139298" name="Group 35"/>
            <p:cNvGrpSpPr>
              <a:grpSpLocks/>
            </p:cNvGrpSpPr>
            <p:nvPr/>
          </p:nvGrpSpPr>
          <p:grpSpPr bwMode="auto">
            <a:xfrm>
              <a:off x="2250" y="2322"/>
              <a:ext cx="334" cy="748"/>
              <a:chOff x="1982" y="715"/>
              <a:chExt cx="305" cy="682"/>
            </a:xfrm>
          </p:grpSpPr>
          <p:grpSp>
            <p:nvGrpSpPr>
              <p:cNvPr id="139299" name="Group 36"/>
              <p:cNvGrpSpPr>
                <a:grpSpLocks/>
              </p:cNvGrpSpPr>
              <p:nvPr/>
            </p:nvGrpSpPr>
            <p:grpSpPr bwMode="auto">
              <a:xfrm>
                <a:off x="2065" y="715"/>
                <a:ext cx="222" cy="682"/>
                <a:chOff x="1633" y="1243"/>
                <a:chExt cx="222" cy="682"/>
              </a:xfrm>
            </p:grpSpPr>
            <p:sp>
              <p:nvSpPr>
                <p:cNvPr id="139300" name="Text Box 37"/>
                <p:cNvSpPr txBox="1">
                  <a:spLocks noChangeArrowheads="1"/>
                </p:cNvSpPr>
                <p:nvPr/>
              </p:nvSpPr>
              <p:spPr bwMode="auto">
                <a:xfrm>
                  <a:off x="1633" y="1243"/>
                  <a:ext cx="222" cy="298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 anchor="ctr">
                  <a:spAutoFit/>
                </a:bodyPr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altLang="zh-CN" b="0">
                      <a:solidFill>
                        <a:schemeClr val="bg1"/>
                      </a:solidFill>
                      <a:latin typeface="Times New Roman" pitchFamily="18" charset="0"/>
                      <a:ea typeface="宋体" pitchFamily="2" charset="-122"/>
                    </a:rPr>
                    <a:t>+</a:t>
                  </a:r>
                </a:p>
              </p:txBody>
            </p:sp>
            <p:sp>
              <p:nvSpPr>
                <p:cNvPr id="139301" name="Text Box 38"/>
                <p:cNvSpPr txBox="1">
                  <a:spLocks noChangeArrowheads="1"/>
                </p:cNvSpPr>
                <p:nvPr/>
              </p:nvSpPr>
              <p:spPr bwMode="auto">
                <a:xfrm>
                  <a:off x="1634" y="1627"/>
                  <a:ext cx="208" cy="298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 anchor="ctr">
                  <a:spAutoFit/>
                </a:bodyPr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altLang="zh-CN" b="0">
                      <a:solidFill>
                        <a:schemeClr val="bg1"/>
                      </a:solidFill>
                      <a:latin typeface="Times New Roman" pitchFamily="18" charset="0"/>
                      <a:ea typeface="宋体" pitchFamily="2" charset="-122"/>
                    </a:rPr>
                    <a:t>–</a:t>
                  </a:r>
                </a:p>
              </p:txBody>
            </p:sp>
          </p:grpSp>
          <p:sp>
            <p:nvSpPr>
              <p:cNvPr id="139302" name="Text Box 39"/>
              <p:cNvSpPr txBox="1">
                <a:spLocks noChangeArrowheads="1"/>
              </p:cNvSpPr>
              <p:nvPr/>
            </p:nvSpPr>
            <p:spPr bwMode="auto">
              <a:xfrm>
                <a:off x="1982" y="897"/>
                <a:ext cx="302" cy="29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altLang="zh-CN" b="0" i="1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rPr>
                  <a:t>u</a:t>
                </a:r>
                <a:r>
                  <a:rPr lang="en-US" altLang="zh-CN" b="0" i="1" baseline="-250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rPr>
                  <a:t>C</a:t>
                </a:r>
                <a:endPara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endParaRPr>
              </a:p>
            </p:txBody>
          </p:sp>
        </p:grpSp>
        <p:sp>
          <p:nvSpPr>
            <p:cNvPr id="139303" name="Line 40"/>
            <p:cNvSpPr>
              <a:spLocks noChangeShapeType="1"/>
            </p:cNvSpPr>
            <p:nvPr/>
          </p:nvSpPr>
          <p:spPr bwMode="auto">
            <a:xfrm flipV="1">
              <a:off x="2154" y="2749"/>
              <a:ext cx="0" cy="409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9304" name="Line 41"/>
            <p:cNvSpPr>
              <a:spLocks noChangeShapeType="1"/>
            </p:cNvSpPr>
            <p:nvPr/>
          </p:nvSpPr>
          <p:spPr bwMode="auto">
            <a:xfrm flipV="1">
              <a:off x="2154" y="2250"/>
              <a:ext cx="0" cy="392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9305" name="Line 42"/>
            <p:cNvSpPr>
              <a:spLocks noChangeShapeType="1"/>
            </p:cNvSpPr>
            <p:nvPr/>
          </p:nvSpPr>
          <p:spPr bwMode="auto">
            <a:xfrm>
              <a:off x="566" y="3158"/>
              <a:ext cx="1588" cy="0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9306" name="Text Box 43"/>
            <p:cNvSpPr txBox="1">
              <a:spLocks noChangeArrowheads="1"/>
            </p:cNvSpPr>
            <p:nvPr/>
          </p:nvSpPr>
          <p:spPr bwMode="auto">
            <a:xfrm>
              <a:off x="1243" y="2277"/>
              <a:ext cx="253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R</a:t>
              </a:r>
              <a:endParaRPr lang="en-US" altLang="zh-CN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139307" name="Rectangle 44"/>
            <p:cNvSpPr>
              <a:spLocks noChangeArrowheads="1"/>
            </p:cNvSpPr>
            <p:nvPr/>
          </p:nvSpPr>
          <p:spPr bwMode="auto">
            <a:xfrm>
              <a:off x="1201" y="2160"/>
              <a:ext cx="317" cy="136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</a:gradFill>
            <a:ln w="2857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139308" name="Group 45"/>
            <p:cNvGrpSpPr>
              <a:grpSpLocks/>
            </p:cNvGrpSpPr>
            <p:nvPr/>
          </p:nvGrpSpPr>
          <p:grpSpPr bwMode="auto">
            <a:xfrm>
              <a:off x="2018" y="2659"/>
              <a:ext cx="240" cy="90"/>
              <a:chOff x="4604" y="2478"/>
              <a:chExt cx="240" cy="90"/>
            </a:xfrm>
          </p:grpSpPr>
          <p:sp>
            <p:nvSpPr>
              <p:cNvPr id="139309" name="Line 46"/>
              <p:cNvSpPr>
                <a:spLocks noChangeShapeType="1"/>
              </p:cNvSpPr>
              <p:nvPr/>
            </p:nvSpPr>
            <p:spPr bwMode="auto">
              <a:xfrm>
                <a:off x="4604" y="2478"/>
                <a:ext cx="240" cy="0"/>
              </a:xfrm>
              <a:prstGeom prst="line">
                <a:avLst/>
              </a:prstGeom>
              <a:noFill/>
              <a:ln w="57150">
                <a:solidFill>
                  <a:srgbClr val="FF99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9310" name="Line 47"/>
              <p:cNvSpPr>
                <a:spLocks noChangeShapeType="1"/>
              </p:cNvSpPr>
              <p:nvPr/>
            </p:nvSpPr>
            <p:spPr bwMode="auto">
              <a:xfrm>
                <a:off x="4604" y="2568"/>
                <a:ext cx="240" cy="0"/>
              </a:xfrm>
              <a:prstGeom prst="line">
                <a:avLst/>
              </a:prstGeom>
              <a:noFill/>
              <a:ln w="57150">
                <a:solidFill>
                  <a:srgbClr val="FF99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grpSp>
        <p:nvGrpSpPr>
          <p:cNvPr id="223280" name="Group 48"/>
          <p:cNvGrpSpPr>
            <a:grpSpLocks/>
          </p:cNvGrpSpPr>
          <p:nvPr/>
        </p:nvGrpSpPr>
        <p:grpSpPr bwMode="auto">
          <a:xfrm>
            <a:off x="4572000" y="3213100"/>
            <a:ext cx="3744913" cy="2152650"/>
            <a:chOff x="3211" y="1231"/>
            <a:chExt cx="1698" cy="976"/>
          </a:xfrm>
        </p:grpSpPr>
        <p:grpSp>
          <p:nvGrpSpPr>
            <p:cNvPr id="139312" name="Group 49"/>
            <p:cNvGrpSpPr>
              <a:grpSpLocks/>
            </p:cNvGrpSpPr>
            <p:nvPr/>
          </p:nvGrpSpPr>
          <p:grpSpPr bwMode="auto">
            <a:xfrm>
              <a:off x="3211" y="1231"/>
              <a:ext cx="1698" cy="976"/>
              <a:chOff x="3211" y="1231"/>
              <a:chExt cx="1698" cy="976"/>
            </a:xfrm>
          </p:grpSpPr>
          <p:graphicFrame>
            <p:nvGraphicFramePr>
              <p:cNvPr id="139313" name="Object 50"/>
              <p:cNvGraphicFramePr>
                <a:graphicFrameLocks noChangeAspect="1"/>
              </p:cNvGraphicFramePr>
              <p:nvPr/>
            </p:nvGraphicFramePr>
            <p:xfrm>
              <a:off x="3211" y="1231"/>
              <a:ext cx="187" cy="430"/>
            </p:xfrm>
            <a:graphic>
              <a:graphicData uri="http://schemas.openxmlformats.org/presentationml/2006/ole">
                <p:oleObj spid="_x0000_s139313" r:id="rId7" imgW="162360" imgH="392040" progId="Equation.3">
                  <p:embed/>
                </p:oleObj>
              </a:graphicData>
            </a:graphic>
          </p:graphicFrame>
          <p:grpSp>
            <p:nvGrpSpPr>
              <p:cNvPr id="139314" name="Group 51"/>
              <p:cNvGrpSpPr>
                <a:grpSpLocks/>
              </p:cNvGrpSpPr>
              <p:nvPr/>
            </p:nvGrpSpPr>
            <p:grpSpPr bwMode="auto">
              <a:xfrm>
                <a:off x="3320" y="1465"/>
                <a:ext cx="1589" cy="742"/>
                <a:chOff x="3312" y="1465"/>
                <a:chExt cx="1589" cy="742"/>
              </a:xfrm>
            </p:grpSpPr>
            <p:sp>
              <p:nvSpPr>
                <p:cNvPr id="139315" name="Text Box 52"/>
                <p:cNvSpPr txBox="1">
                  <a:spLocks noChangeArrowheads="1"/>
                </p:cNvSpPr>
                <p:nvPr/>
              </p:nvSpPr>
              <p:spPr bwMode="auto">
                <a:xfrm>
                  <a:off x="3601" y="1971"/>
                  <a:ext cx="182" cy="236"/>
                </a:xfrm>
                <a:prstGeom prst="rect">
                  <a:avLst/>
                </a:prstGeom>
                <a:noFill/>
                <a:ln w="28575">
                  <a:noFill/>
                  <a:miter lim="800000"/>
                  <a:headEnd/>
                  <a:tailEnd/>
                </a:ln>
              </p:spPr>
              <p:txBody>
                <a:bodyPr wrap="none" anchor="ctr">
                  <a:spAutoFit/>
                </a:bodyPr>
                <a:lstStyle/>
                <a:p>
                  <a:pPr algn="ctr"/>
                  <a:r>
                    <a:rPr lang="en-US" altLang="zh-CN" b="0" i="1">
                      <a:solidFill>
                        <a:schemeClr val="bg1"/>
                      </a:solidFill>
                      <a:latin typeface="Times New Roman" pitchFamily="18" charset="0"/>
                      <a:ea typeface="宋体" pitchFamily="2" charset="-122"/>
                    </a:rPr>
                    <a:t>t</a:t>
                  </a:r>
                  <a:r>
                    <a:rPr lang="en-US" altLang="zh-CN" b="0" baseline="-25000">
                      <a:solidFill>
                        <a:schemeClr val="bg1"/>
                      </a:solidFill>
                      <a:latin typeface="Times New Roman" pitchFamily="18" charset="0"/>
                      <a:ea typeface="宋体" pitchFamily="2" charset="-122"/>
                    </a:rPr>
                    <a:t>0</a:t>
                  </a:r>
                  <a:endParaRPr lang="en-US" altLang="zh-CN" b="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endParaRPr>
                </a:p>
              </p:txBody>
            </p:sp>
            <p:grpSp>
              <p:nvGrpSpPr>
                <p:cNvPr id="139316" name="Group 53"/>
                <p:cNvGrpSpPr>
                  <a:grpSpLocks/>
                </p:cNvGrpSpPr>
                <p:nvPr/>
              </p:nvGrpSpPr>
              <p:grpSpPr bwMode="auto">
                <a:xfrm>
                  <a:off x="3312" y="1465"/>
                  <a:ext cx="1589" cy="480"/>
                  <a:chOff x="3304" y="1465"/>
                  <a:chExt cx="1589" cy="480"/>
                </a:xfrm>
              </p:grpSpPr>
              <p:sp>
                <p:nvSpPr>
                  <p:cNvPr id="139317" name="Line 54"/>
                  <p:cNvSpPr>
                    <a:spLocks noChangeShapeType="1"/>
                  </p:cNvSpPr>
                  <p:nvPr/>
                </p:nvSpPr>
                <p:spPr bwMode="auto">
                  <a:xfrm>
                    <a:off x="3693" y="1465"/>
                    <a:ext cx="0" cy="480"/>
                  </a:xfrm>
                  <a:prstGeom prst="line">
                    <a:avLst/>
                  </a:prstGeom>
                  <a:noFill/>
                  <a:ln w="28575">
                    <a:solidFill>
                      <a:srgbClr val="00FF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grpSp>
                <p:nvGrpSpPr>
                  <p:cNvPr id="139318" name="Group 55"/>
                  <p:cNvGrpSpPr>
                    <a:grpSpLocks/>
                  </p:cNvGrpSpPr>
                  <p:nvPr/>
                </p:nvGrpSpPr>
                <p:grpSpPr bwMode="auto">
                  <a:xfrm>
                    <a:off x="3304" y="1465"/>
                    <a:ext cx="1589" cy="463"/>
                    <a:chOff x="3304" y="1465"/>
                    <a:chExt cx="1589" cy="463"/>
                  </a:xfrm>
                </p:grpSpPr>
                <p:sp>
                  <p:nvSpPr>
                    <p:cNvPr id="139319" name="Freeform 56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693" y="1465"/>
                      <a:ext cx="1200" cy="450"/>
                    </a:xfrm>
                    <a:custGeom>
                      <a:avLst/>
                      <a:gdLst/>
                      <a:ahLst/>
                      <a:cxnLst>
                        <a:cxn ang="0">
                          <a:pos x="0" y="0"/>
                        </a:cxn>
                        <a:cxn ang="0">
                          <a:pos x="144" y="192"/>
                        </a:cxn>
                        <a:cxn ang="0">
                          <a:pos x="384" y="336"/>
                        </a:cxn>
                        <a:cxn ang="0">
                          <a:pos x="912" y="432"/>
                        </a:cxn>
                        <a:cxn ang="0">
                          <a:pos x="1200" y="442"/>
                        </a:cxn>
                      </a:cxnLst>
                      <a:rect l="0" t="0" r="r" b="b"/>
                      <a:pathLst>
                        <a:path w="1200" h="450">
                          <a:moveTo>
                            <a:pt x="0" y="0"/>
                          </a:moveTo>
                          <a:cubicBezTo>
                            <a:pt x="40" y="68"/>
                            <a:pt x="80" y="136"/>
                            <a:pt x="144" y="192"/>
                          </a:cubicBezTo>
                          <a:cubicBezTo>
                            <a:pt x="208" y="248"/>
                            <a:pt x="256" y="296"/>
                            <a:pt x="384" y="336"/>
                          </a:cubicBezTo>
                          <a:cubicBezTo>
                            <a:pt x="512" y="376"/>
                            <a:pt x="776" y="414"/>
                            <a:pt x="912" y="432"/>
                          </a:cubicBezTo>
                          <a:cubicBezTo>
                            <a:pt x="1048" y="450"/>
                            <a:pt x="1140" y="440"/>
                            <a:pt x="1200" y="442"/>
                          </a:cubicBezTo>
                        </a:path>
                      </a:pathLst>
                    </a:custGeom>
                    <a:noFill/>
                    <a:ln w="28575">
                      <a:solidFill>
                        <a:srgbClr val="00FF00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139320" name="Line 57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304" y="1928"/>
                      <a:ext cx="400" cy="0"/>
                    </a:xfrm>
                    <a:prstGeom prst="line">
                      <a:avLst/>
                    </a:prstGeom>
                    <a:noFill/>
                    <a:ln w="28575">
                      <a:solidFill>
                        <a:srgbClr val="00FF00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</p:grpSp>
            </p:grpSp>
          </p:grpSp>
        </p:grpSp>
        <p:sp>
          <p:nvSpPr>
            <p:cNvPr id="139321" name="Line 58"/>
            <p:cNvSpPr>
              <a:spLocks noChangeShapeType="1"/>
            </p:cNvSpPr>
            <p:nvPr/>
          </p:nvSpPr>
          <p:spPr bwMode="auto">
            <a:xfrm>
              <a:off x="3448" y="1448"/>
              <a:ext cx="256" cy="0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223291" name="Group 59"/>
          <p:cNvGrpSpPr>
            <a:grpSpLocks/>
          </p:cNvGrpSpPr>
          <p:nvPr/>
        </p:nvGrpSpPr>
        <p:grpSpPr bwMode="auto">
          <a:xfrm>
            <a:off x="4787900" y="3716338"/>
            <a:ext cx="2955925" cy="1082675"/>
            <a:chOff x="3016" y="2341"/>
            <a:chExt cx="1862" cy="682"/>
          </a:xfrm>
        </p:grpSpPr>
        <p:grpSp>
          <p:nvGrpSpPr>
            <p:cNvPr id="139323" name="Group 60"/>
            <p:cNvGrpSpPr>
              <a:grpSpLocks/>
            </p:cNvGrpSpPr>
            <p:nvPr/>
          </p:nvGrpSpPr>
          <p:grpSpPr bwMode="auto">
            <a:xfrm>
              <a:off x="3243" y="2341"/>
              <a:ext cx="1635" cy="682"/>
              <a:chOff x="3600" y="1776"/>
              <a:chExt cx="1200" cy="480"/>
            </a:xfrm>
          </p:grpSpPr>
          <p:sp>
            <p:nvSpPr>
              <p:cNvPr id="139324" name="Freeform 61"/>
              <p:cNvSpPr>
                <a:spLocks noChangeArrowheads="1"/>
              </p:cNvSpPr>
              <p:nvPr/>
            </p:nvSpPr>
            <p:spPr bwMode="auto">
              <a:xfrm>
                <a:off x="3600" y="1776"/>
                <a:ext cx="1200" cy="45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144" y="192"/>
                  </a:cxn>
                  <a:cxn ang="0">
                    <a:pos x="384" y="336"/>
                  </a:cxn>
                  <a:cxn ang="0">
                    <a:pos x="912" y="432"/>
                  </a:cxn>
                  <a:cxn ang="0">
                    <a:pos x="1200" y="442"/>
                  </a:cxn>
                </a:cxnLst>
                <a:rect l="0" t="0" r="r" b="b"/>
                <a:pathLst>
                  <a:path w="1200" h="450">
                    <a:moveTo>
                      <a:pt x="0" y="0"/>
                    </a:moveTo>
                    <a:cubicBezTo>
                      <a:pt x="40" y="68"/>
                      <a:pt x="80" y="136"/>
                      <a:pt x="144" y="192"/>
                    </a:cubicBezTo>
                    <a:cubicBezTo>
                      <a:pt x="208" y="248"/>
                      <a:pt x="256" y="296"/>
                      <a:pt x="384" y="336"/>
                    </a:cubicBezTo>
                    <a:cubicBezTo>
                      <a:pt x="512" y="376"/>
                      <a:pt x="776" y="414"/>
                      <a:pt x="912" y="432"/>
                    </a:cubicBezTo>
                    <a:cubicBezTo>
                      <a:pt x="1048" y="450"/>
                      <a:pt x="1140" y="440"/>
                      <a:pt x="1200" y="442"/>
                    </a:cubicBezTo>
                  </a:path>
                </a:pathLst>
              </a:custGeom>
              <a:noFill/>
              <a:ln w="28575">
                <a:solidFill>
                  <a:schemeClr val="bg1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9325" name="Freeform 62"/>
              <p:cNvSpPr>
                <a:spLocks noChangeArrowheads="1"/>
              </p:cNvSpPr>
              <p:nvPr/>
            </p:nvSpPr>
            <p:spPr bwMode="auto">
              <a:xfrm>
                <a:off x="3840" y="2016"/>
                <a:ext cx="960" cy="20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144" y="96"/>
                  </a:cxn>
                  <a:cxn ang="0">
                    <a:pos x="432" y="144"/>
                  </a:cxn>
                  <a:cxn ang="0">
                    <a:pos x="768" y="192"/>
                  </a:cxn>
                  <a:cxn ang="0">
                    <a:pos x="960" y="192"/>
                  </a:cxn>
                </a:cxnLst>
                <a:rect l="0" t="0" r="r" b="b"/>
                <a:pathLst>
                  <a:path w="960" h="200">
                    <a:moveTo>
                      <a:pt x="0" y="0"/>
                    </a:moveTo>
                    <a:cubicBezTo>
                      <a:pt x="36" y="36"/>
                      <a:pt x="72" y="72"/>
                      <a:pt x="144" y="96"/>
                    </a:cubicBezTo>
                    <a:cubicBezTo>
                      <a:pt x="216" y="120"/>
                      <a:pt x="328" y="128"/>
                      <a:pt x="432" y="144"/>
                    </a:cubicBezTo>
                    <a:cubicBezTo>
                      <a:pt x="536" y="160"/>
                      <a:pt x="680" y="184"/>
                      <a:pt x="768" y="192"/>
                    </a:cubicBezTo>
                    <a:cubicBezTo>
                      <a:pt x="856" y="200"/>
                      <a:pt x="928" y="192"/>
                      <a:pt x="960" y="192"/>
                    </a:cubicBezTo>
                  </a:path>
                </a:pathLst>
              </a:custGeom>
              <a:noFill/>
              <a:ln w="28575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9326" name="Line 63"/>
              <p:cNvSpPr>
                <a:spLocks noChangeShapeType="1"/>
              </p:cNvSpPr>
              <p:nvPr/>
            </p:nvSpPr>
            <p:spPr bwMode="auto">
              <a:xfrm flipV="1">
                <a:off x="3840" y="2064"/>
                <a:ext cx="0" cy="192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39327" name="Line 64"/>
            <p:cNvSpPr>
              <a:spLocks noChangeShapeType="1"/>
            </p:cNvSpPr>
            <p:nvPr/>
          </p:nvSpPr>
          <p:spPr bwMode="auto">
            <a:xfrm flipH="1">
              <a:off x="3016" y="3022"/>
              <a:ext cx="534" cy="0"/>
            </a:xfrm>
            <a:prstGeom prst="line">
              <a:avLst/>
            </a:prstGeom>
            <a:noFill/>
            <a:ln w="28575">
              <a:solidFill>
                <a:srgbClr val="FF0066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223297" name="Group 65"/>
          <p:cNvGrpSpPr>
            <a:grpSpLocks/>
          </p:cNvGrpSpPr>
          <p:nvPr/>
        </p:nvGrpSpPr>
        <p:grpSpPr bwMode="auto">
          <a:xfrm>
            <a:off x="539750" y="3644900"/>
            <a:ext cx="1644650" cy="850900"/>
            <a:chOff x="385" y="3022"/>
            <a:chExt cx="1036" cy="536"/>
          </a:xfrm>
        </p:grpSpPr>
        <p:pic>
          <p:nvPicPr>
            <p:cNvPr id="139329" name="Picture 66" descr="123"/>
            <p:cNvPicPr>
              <a:picLocks noChangeAspect="1" noChangeArrowheads="1"/>
            </p:cNvPicPr>
            <p:nvPr/>
          </p:nvPicPr>
          <p:blipFill>
            <a:blip r:embed="rId8"/>
            <a:srcRect/>
            <a:stretch>
              <a:fillRect/>
            </a:stretch>
          </p:blipFill>
          <p:spPr bwMode="auto">
            <a:xfrm>
              <a:off x="385" y="3022"/>
              <a:ext cx="590" cy="53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39330" name="Text Box 67"/>
            <p:cNvSpPr txBox="1">
              <a:spLocks noChangeArrowheads="1"/>
            </p:cNvSpPr>
            <p:nvPr/>
          </p:nvSpPr>
          <p:spPr bwMode="auto">
            <a:xfrm>
              <a:off x="793" y="3125"/>
              <a:ext cx="628" cy="3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zh-CN" altLang="en-US" sz="3200" b="0">
                  <a:solidFill>
                    <a:srgbClr val="FA7748"/>
                  </a:solidFill>
                  <a:latin typeface="Times New Roman" pitchFamily="18" charset="0"/>
                  <a:ea typeface="华文行楷" pitchFamily="2" charset="-122"/>
                </a:rPr>
                <a:t>注意</a:t>
              </a:r>
            </a:p>
          </p:txBody>
        </p:sp>
      </p:grpSp>
      <p:grpSp>
        <p:nvGrpSpPr>
          <p:cNvPr id="139331" name="Group 68"/>
          <p:cNvGrpSpPr>
            <a:grpSpLocks/>
          </p:cNvGrpSpPr>
          <p:nvPr/>
        </p:nvGrpSpPr>
        <p:grpSpPr bwMode="auto">
          <a:xfrm>
            <a:off x="6588125" y="6446838"/>
            <a:ext cx="792163" cy="366712"/>
            <a:chOff x="4649" y="4020"/>
            <a:chExt cx="499" cy="231"/>
          </a:xfrm>
        </p:grpSpPr>
        <p:pic>
          <p:nvPicPr>
            <p:cNvPr id="139332" name="Picture 69" descr="78900"/>
            <p:cNvPicPr>
              <a:picLocks noChangeAspect="1" noChangeArrowheads="1"/>
            </p:cNvPicPr>
            <p:nvPr/>
          </p:nvPicPr>
          <p:blipFill>
            <a:blip r:embed="rId6"/>
            <a:srcRect/>
            <a:stretch>
              <a:fillRect/>
            </a:stretch>
          </p:blipFill>
          <p:spPr bwMode="auto"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39333" name="Text Box 70">
              <a:hlinkClick r:id="rId9" action="ppaction://hlinksldjump"/>
            </p:cNvPr>
            <p:cNvSpPr txBox="1">
              <a:spLocks noChangeArrowheads="1"/>
            </p:cNvSpPr>
            <p:nvPr/>
          </p:nvSpPr>
          <p:spPr bwMode="auto"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0">
                  <a:solidFill>
                    <a:schemeClr val="bg1"/>
                  </a:solidFill>
                  <a:latin typeface="隶书" pitchFamily="49" charset="-122"/>
                  <a:ea typeface="隶书" pitchFamily="49" charset="-122"/>
                </a:rPr>
                <a:t>返 回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27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232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232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232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2232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232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232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2232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2232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000"/>
                            </p:stCondLst>
                            <p:childTnLst>
                              <p:par>
                                <p:cTn id="38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2232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1000"/>
                                        <p:tgtEl>
                                          <p:spTgt spid="2232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3240" grpId="0"/>
      <p:bldP spid="223248" grpId="0"/>
    </p:bldLst>
  </p:timing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24258" name="Object 2"/>
          <p:cNvGraphicFramePr>
            <a:graphicFrameLocks noChangeAspect="1"/>
          </p:cNvGraphicFramePr>
          <p:nvPr/>
        </p:nvGraphicFramePr>
        <p:xfrm>
          <a:off x="4643438" y="4941888"/>
          <a:ext cx="3911600" cy="527050"/>
        </p:xfrm>
        <a:graphic>
          <a:graphicData uri="http://schemas.openxmlformats.org/presentationml/2006/ole">
            <p:oleObj spid="_x0000_s140289" r:id="rId3" imgW="1622160" imgH="207720" progId="Equation.3">
              <p:embed/>
            </p:oleObj>
          </a:graphicData>
        </a:graphic>
      </p:graphicFrame>
      <p:sp>
        <p:nvSpPr>
          <p:cNvPr id="224259" name="Text Box 3"/>
          <p:cNvSpPr txBox="1">
            <a:spLocks noChangeArrowheads="1"/>
          </p:cNvSpPr>
          <p:nvPr/>
        </p:nvSpPr>
        <p:spPr bwMode="auto">
          <a:xfrm>
            <a:off x="1258888" y="620713"/>
            <a:ext cx="4679950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r>
              <a:rPr lang="zh-CN" altLang="en-US">
                <a:latin typeface="楷体_GB2312" pitchFamily="49" charset="-122"/>
              </a:rPr>
              <a:t>求图示电路中电流 </a:t>
            </a:r>
            <a:r>
              <a:rPr lang="en-US" altLang="zh-CN" b="0" i="1">
                <a:solidFill>
                  <a:schemeClr val="bg1"/>
                </a:solidFill>
                <a:latin typeface="Times New Roman" pitchFamily="18" charset="0"/>
              </a:rPr>
              <a:t>i</a:t>
            </a:r>
            <a:r>
              <a:rPr lang="en-US" altLang="zh-CN" b="0" i="1" baseline="-25000">
                <a:solidFill>
                  <a:schemeClr val="bg1"/>
                </a:solidFill>
                <a:latin typeface="Times New Roman" pitchFamily="18" charset="0"/>
              </a:rPr>
              <a:t>C</a:t>
            </a:r>
            <a:r>
              <a:rPr lang="en-US" altLang="zh-CN" b="0">
                <a:solidFill>
                  <a:schemeClr val="bg1"/>
                </a:solidFill>
                <a:latin typeface="Times New Roman" pitchFamily="18" charset="0"/>
              </a:rPr>
              <a:t>(t</a:t>
            </a:r>
            <a:r>
              <a:rPr lang="zh-CN" altLang="en-US" b="0">
                <a:solidFill>
                  <a:schemeClr val="bg1"/>
                </a:solidFill>
                <a:latin typeface="Times New Roman" pitchFamily="18" charset="0"/>
              </a:rPr>
              <a:t>）</a:t>
            </a:r>
          </a:p>
        </p:txBody>
      </p:sp>
      <p:sp>
        <p:nvSpPr>
          <p:cNvPr id="224260" name="Text Box 4"/>
          <p:cNvSpPr txBox="1">
            <a:spLocks noChangeArrowheads="1"/>
          </p:cNvSpPr>
          <p:nvPr/>
        </p:nvSpPr>
        <p:spPr bwMode="auto">
          <a:xfrm>
            <a:off x="468313" y="549275"/>
            <a:ext cx="792162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3200">
                <a:solidFill>
                  <a:schemeClr val="bg1"/>
                </a:solidFill>
                <a:ea typeface="宋体" pitchFamily="2" charset="-122"/>
              </a:rPr>
              <a:t>例</a:t>
            </a:r>
          </a:p>
        </p:txBody>
      </p:sp>
      <p:grpSp>
        <p:nvGrpSpPr>
          <p:cNvPr id="140292" name="Group 5"/>
          <p:cNvGrpSpPr>
            <a:grpSpLocks/>
          </p:cNvGrpSpPr>
          <p:nvPr/>
        </p:nvGrpSpPr>
        <p:grpSpPr bwMode="auto"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140293" name="Picture 6" descr="78900"/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40294" name="Text Box 7">
              <a:hlinkClick r:id="" action="ppaction://hlinkshowjump?jump=nextslide"/>
            </p:cNvPr>
            <p:cNvSpPr txBox="1">
              <a:spLocks noChangeArrowheads="1"/>
            </p:cNvSpPr>
            <p:nvPr/>
          </p:nvSpPr>
          <p:spPr bwMode="auto"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0">
                  <a:solidFill>
                    <a:schemeClr val="bg1"/>
                  </a:solidFill>
                  <a:latin typeface="隶书" pitchFamily="49" charset="-122"/>
                  <a:ea typeface="隶书" pitchFamily="49" charset="-122"/>
                </a:rPr>
                <a:t>下 页</a:t>
              </a:r>
            </a:p>
          </p:txBody>
        </p:sp>
      </p:grpSp>
      <p:grpSp>
        <p:nvGrpSpPr>
          <p:cNvPr id="140295" name="Group 8"/>
          <p:cNvGrpSpPr>
            <a:grpSpLocks/>
          </p:cNvGrpSpPr>
          <p:nvPr/>
        </p:nvGrpSpPr>
        <p:grpSpPr bwMode="auto">
          <a:xfrm>
            <a:off x="7453313" y="6446838"/>
            <a:ext cx="792162" cy="366712"/>
            <a:chOff x="4649" y="4020"/>
            <a:chExt cx="499" cy="231"/>
          </a:xfrm>
        </p:grpSpPr>
        <p:pic>
          <p:nvPicPr>
            <p:cNvPr id="140296" name="Picture 9" descr="78900"/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40297" name="Text Box 10">
              <a:hlinkClick r:id="" action="ppaction://hlinkshowjump?jump=previousslide"/>
            </p:cNvPr>
            <p:cNvSpPr txBox="1">
              <a:spLocks noChangeArrowheads="1"/>
            </p:cNvSpPr>
            <p:nvPr/>
          </p:nvSpPr>
          <p:spPr bwMode="auto"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0">
                  <a:solidFill>
                    <a:schemeClr val="bg1"/>
                  </a:solidFill>
                  <a:latin typeface="隶书" pitchFamily="49" charset="-122"/>
                  <a:ea typeface="隶书" pitchFamily="49" charset="-122"/>
                </a:rPr>
                <a:t>上 页</a:t>
              </a:r>
            </a:p>
          </p:txBody>
        </p:sp>
      </p:grpSp>
      <p:grpSp>
        <p:nvGrpSpPr>
          <p:cNvPr id="224267" name="Group 11"/>
          <p:cNvGrpSpPr>
            <a:grpSpLocks/>
          </p:cNvGrpSpPr>
          <p:nvPr/>
        </p:nvGrpSpPr>
        <p:grpSpPr bwMode="auto">
          <a:xfrm>
            <a:off x="1258888" y="1268413"/>
            <a:ext cx="3440112" cy="2287587"/>
            <a:chOff x="3243" y="709"/>
            <a:chExt cx="2167" cy="1441"/>
          </a:xfrm>
        </p:grpSpPr>
        <p:sp>
          <p:nvSpPr>
            <p:cNvPr id="140299" name="Oval 12"/>
            <p:cNvSpPr>
              <a:spLocks noChangeArrowheads="1"/>
            </p:cNvSpPr>
            <p:nvPr/>
          </p:nvSpPr>
          <p:spPr bwMode="auto">
            <a:xfrm>
              <a:off x="3243" y="1026"/>
              <a:ext cx="363" cy="363"/>
            </a:xfrm>
            <a:prstGeom prst="ellipse">
              <a:avLst/>
            </a:prstGeom>
            <a:gradFill rotWithShape="1">
              <a:gsLst>
                <a:gs pos="0">
                  <a:srgbClr val="0099FF"/>
                </a:gs>
                <a:gs pos="100000">
                  <a:srgbClr val="004776"/>
                </a:gs>
              </a:gsLst>
              <a:path path="shape">
                <a:fillToRect l="50000" t="50000" r="50000" b="50000"/>
              </a:path>
            </a:gradFill>
            <a:ln w="38100">
              <a:solidFill>
                <a:srgbClr val="FF99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0300" name="Line 13"/>
            <p:cNvSpPr>
              <a:spLocks noChangeShapeType="1"/>
            </p:cNvSpPr>
            <p:nvPr/>
          </p:nvSpPr>
          <p:spPr bwMode="auto">
            <a:xfrm>
              <a:off x="3424" y="754"/>
              <a:ext cx="0" cy="1089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0301" name="Line 14"/>
            <p:cNvSpPr>
              <a:spLocks noChangeShapeType="1"/>
            </p:cNvSpPr>
            <p:nvPr/>
          </p:nvSpPr>
          <p:spPr bwMode="auto">
            <a:xfrm>
              <a:off x="3431" y="754"/>
              <a:ext cx="1581" cy="0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0302" name="Line 15"/>
            <p:cNvSpPr>
              <a:spLocks noChangeShapeType="1"/>
            </p:cNvSpPr>
            <p:nvPr/>
          </p:nvSpPr>
          <p:spPr bwMode="auto">
            <a:xfrm>
              <a:off x="5012" y="754"/>
              <a:ext cx="0" cy="563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0303" name="Line 16"/>
            <p:cNvSpPr>
              <a:spLocks noChangeShapeType="1"/>
            </p:cNvSpPr>
            <p:nvPr/>
          </p:nvSpPr>
          <p:spPr bwMode="auto">
            <a:xfrm>
              <a:off x="5012" y="1389"/>
              <a:ext cx="0" cy="480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0304" name="Line 17"/>
            <p:cNvSpPr>
              <a:spLocks noChangeShapeType="1"/>
            </p:cNvSpPr>
            <p:nvPr/>
          </p:nvSpPr>
          <p:spPr bwMode="auto">
            <a:xfrm>
              <a:off x="3424" y="1842"/>
              <a:ext cx="1588" cy="0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0305" name="Line 18"/>
            <p:cNvSpPr>
              <a:spLocks noChangeShapeType="1"/>
            </p:cNvSpPr>
            <p:nvPr/>
          </p:nvSpPr>
          <p:spPr bwMode="auto">
            <a:xfrm>
              <a:off x="4377" y="754"/>
              <a:ext cx="0" cy="1088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 type="oval" w="med" len="med"/>
              <a:tailEnd type="oval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0306" name="Text Box 19"/>
            <p:cNvSpPr txBox="1">
              <a:spLocks noChangeArrowheads="1"/>
            </p:cNvSpPr>
            <p:nvPr/>
          </p:nvSpPr>
          <p:spPr bwMode="auto">
            <a:xfrm>
              <a:off x="3787" y="799"/>
              <a:ext cx="452" cy="327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10k</a:t>
              </a:r>
            </a:p>
          </p:txBody>
        </p:sp>
        <p:sp>
          <p:nvSpPr>
            <p:cNvPr id="140307" name="Text Box 20"/>
            <p:cNvSpPr txBox="1">
              <a:spLocks noChangeArrowheads="1"/>
            </p:cNvSpPr>
            <p:nvPr/>
          </p:nvSpPr>
          <p:spPr bwMode="auto">
            <a:xfrm>
              <a:off x="4422" y="1253"/>
              <a:ext cx="452" cy="327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10k</a:t>
              </a:r>
            </a:p>
          </p:txBody>
        </p:sp>
        <p:sp>
          <p:nvSpPr>
            <p:cNvPr id="140308" name="Text Box 21"/>
            <p:cNvSpPr txBox="1">
              <a:spLocks noChangeArrowheads="1"/>
            </p:cNvSpPr>
            <p:nvPr/>
          </p:nvSpPr>
          <p:spPr bwMode="auto">
            <a:xfrm>
              <a:off x="3599" y="1052"/>
              <a:ext cx="287" cy="327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u</a:t>
              </a:r>
              <a:r>
                <a:rPr lang="en-US" altLang="zh-CN" b="0" i="1" baseline="-2500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s</a:t>
              </a:r>
              <a:endParaRPr lang="en-US" altLang="zh-CN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140309" name="Text Box 22"/>
            <p:cNvSpPr txBox="1">
              <a:spLocks noChangeArrowheads="1"/>
            </p:cNvSpPr>
            <p:nvPr/>
          </p:nvSpPr>
          <p:spPr bwMode="auto">
            <a:xfrm>
              <a:off x="3506" y="825"/>
              <a:ext cx="244" cy="865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+</a:t>
              </a:r>
            </a:p>
            <a:p>
              <a:pPr algn="ctr"/>
              <a:endParaRPr lang="en-US" altLang="zh-CN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endParaRPr>
            </a:p>
            <a:p>
              <a:pPr algn="ctr"/>
              <a:r>
                <a:rPr lang="en-US" altLang="zh-CN" b="0">
                  <a:solidFill>
                    <a:schemeClr val="bg1"/>
                  </a:solidFill>
                  <a:latin typeface="宋体" pitchFamily="2" charset="-122"/>
                  <a:ea typeface="宋体" pitchFamily="2" charset="-122"/>
                </a:rPr>
                <a:t>-</a:t>
              </a:r>
            </a:p>
          </p:txBody>
        </p:sp>
        <p:sp>
          <p:nvSpPr>
            <p:cNvPr id="140310" name="Line 23"/>
            <p:cNvSpPr>
              <a:spLocks noChangeShapeType="1"/>
            </p:cNvSpPr>
            <p:nvPr/>
          </p:nvSpPr>
          <p:spPr bwMode="auto">
            <a:xfrm>
              <a:off x="4513" y="845"/>
              <a:ext cx="363" cy="0"/>
            </a:xfrm>
            <a:prstGeom prst="line">
              <a:avLst/>
            </a:prstGeom>
            <a:noFill/>
            <a:ln w="28575">
              <a:solidFill>
                <a:srgbClr val="00FFFF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0311" name="Text Box 24"/>
            <p:cNvSpPr txBox="1">
              <a:spLocks noChangeArrowheads="1"/>
            </p:cNvSpPr>
            <p:nvPr/>
          </p:nvSpPr>
          <p:spPr bwMode="auto">
            <a:xfrm>
              <a:off x="4558" y="799"/>
              <a:ext cx="245" cy="327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i</a:t>
              </a:r>
              <a:r>
                <a:rPr lang="en-US" altLang="zh-CN" b="0" i="1" baseline="-2500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c</a:t>
              </a:r>
              <a:endParaRPr lang="en-US" altLang="zh-CN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140312" name="Text Box 25"/>
            <p:cNvSpPr txBox="1">
              <a:spLocks noChangeArrowheads="1"/>
            </p:cNvSpPr>
            <p:nvPr/>
          </p:nvSpPr>
          <p:spPr bwMode="auto">
            <a:xfrm rot="5400000">
              <a:off x="4891" y="1094"/>
              <a:ext cx="706" cy="327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100</a:t>
              </a:r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  <a:sym typeface="Symbol" pitchFamily="18" charset="2"/>
                </a:rPr>
                <a:t>F</a:t>
              </a:r>
              <a:endParaRPr lang="en-US" altLang="zh-CN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140313" name="Text Box 26"/>
            <p:cNvSpPr txBox="1">
              <a:spLocks noChangeArrowheads="1"/>
            </p:cNvSpPr>
            <p:nvPr/>
          </p:nvSpPr>
          <p:spPr bwMode="auto">
            <a:xfrm>
              <a:off x="3400" y="1823"/>
              <a:ext cx="981" cy="327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u</a:t>
              </a:r>
              <a:r>
                <a:rPr lang="en-US" altLang="zh-CN" b="0" i="1" baseline="-2500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C</a:t>
              </a:r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(0</a:t>
              </a:r>
              <a:r>
                <a:rPr lang="zh-CN" altLang="en-US" b="0" baseline="3000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－</a:t>
              </a:r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)=0</a:t>
              </a:r>
            </a:p>
          </p:txBody>
        </p:sp>
        <p:sp>
          <p:nvSpPr>
            <p:cNvPr id="140314" name="Rectangle 27"/>
            <p:cNvSpPr>
              <a:spLocks noChangeArrowheads="1"/>
            </p:cNvSpPr>
            <p:nvPr/>
          </p:nvSpPr>
          <p:spPr bwMode="auto">
            <a:xfrm>
              <a:off x="3878" y="709"/>
              <a:ext cx="317" cy="136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</a:gradFill>
            <a:ln w="2857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0315" name="Rectangle 28"/>
            <p:cNvSpPr>
              <a:spLocks noChangeArrowheads="1"/>
            </p:cNvSpPr>
            <p:nvPr/>
          </p:nvSpPr>
          <p:spPr bwMode="auto">
            <a:xfrm>
              <a:off x="4332" y="1207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</a:gradFill>
            <a:ln w="2857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140316" name="Group 29"/>
            <p:cNvGrpSpPr>
              <a:grpSpLocks/>
            </p:cNvGrpSpPr>
            <p:nvPr/>
          </p:nvGrpSpPr>
          <p:grpSpPr bwMode="auto">
            <a:xfrm>
              <a:off x="4876" y="1298"/>
              <a:ext cx="240" cy="90"/>
              <a:chOff x="4604" y="2478"/>
              <a:chExt cx="240" cy="90"/>
            </a:xfrm>
          </p:grpSpPr>
          <p:sp>
            <p:nvSpPr>
              <p:cNvPr id="140317" name="Line 30"/>
              <p:cNvSpPr>
                <a:spLocks noChangeShapeType="1"/>
              </p:cNvSpPr>
              <p:nvPr/>
            </p:nvSpPr>
            <p:spPr bwMode="auto">
              <a:xfrm>
                <a:off x="4604" y="2478"/>
                <a:ext cx="240" cy="0"/>
              </a:xfrm>
              <a:prstGeom prst="line">
                <a:avLst/>
              </a:prstGeom>
              <a:noFill/>
              <a:ln w="57150">
                <a:solidFill>
                  <a:srgbClr val="FF99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0318" name="Line 31"/>
              <p:cNvSpPr>
                <a:spLocks noChangeShapeType="1"/>
              </p:cNvSpPr>
              <p:nvPr/>
            </p:nvSpPr>
            <p:spPr bwMode="auto">
              <a:xfrm>
                <a:off x="4604" y="2568"/>
                <a:ext cx="240" cy="0"/>
              </a:xfrm>
              <a:prstGeom prst="line">
                <a:avLst/>
              </a:prstGeom>
              <a:noFill/>
              <a:ln w="57150">
                <a:solidFill>
                  <a:srgbClr val="FF99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grpSp>
        <p:nvGrpSpPr>
          <p:cNvPr id="224288" name="Group 32"/>
          <p:cNvGrpSpPr>
            <a:grpSpLocks/>
          </p:cNvGrpSpPr>
          <p:nvPr/>
        </p:nvGrpSpPr>
        <p:grpSpPr bwMode="auto">
          <a:xfrm>
            <a:off x="5292725" y="1125538"/>
            <a:ext cx="3179763" cy="2392362"/>
            <a:chOff x="476" y="1933"/>
            <a:chExt cx="2003" cy="1507"/>
          </a:xfrm>
        </p:grpSpPr>
        <p:sp>
          <p:nvSpPr>
            <p:cNvPr id="140320" name="Line 33"/>
            <p:cNvSpPr>
              <a:spLocks noChangeShapeType="1"/>
            </p:cNvSpPr>
            <p:nvPr/>
          </p:nvSpPr>
          <p:spPr bwMode="auto">
            <a:xfrm flipV="1">
              <a:off x="777" y="1979"/>
              <a:ext cx="16" cy="1378"/>
            </a:xfrm>
            <a:prstGeom prst="line">
              <a:avLst/>
            </a:prstGeom>
            <a:noFill/>
            <a:ln w="28575">
              <a:solidFill>
                <a:srgbClr val="FFFF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0321" name="Line 34"/>
            <p:cNvSpPr>
              <a:spLocks noChangeShapeType="1"/>
            </p:cNvSpPr>
            <p:nvPr/>
          </p:nvSpPr>
          <p:spPr bwMode="auto">
            <a:xfrm flipV="1">
              <a:off x="793" y="2387"/>
              <a:ext cx="862" cy="0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0322" name="Line 35"/>
            <p:cNvSpPr>
              <a:spLocks noChangeShapeType="1"/>
            </p:cNvSpPr>
            <p:nvPr/>
          </p:nvSpPr>
          <p:spPr bwMode="auto">
            <a:xfrm>
              <a:off x="1655" y="2387"/>
              <a:ext cx="0" cy="726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0323" name="Text Box 36"/>
            <p:cNvSpPr txBox="1">
              <a:spLocks noChangeArrowheads="1"/>
            </p:cNvSpPr>
            <p:nvPr/>
          </p:nvSpPr>
          <p:spPr bwMode="auto">
            <a:xfrm>
              <a:off x="1429" y="3113"/>
              <a:ext cx="396" cy="32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0.5</a:t>
              </a:r>
            </a:p>
          </p:txBody>
        </p:sp>
        <p:sp>
          <p:nvSpPr>
            <p:cNvPr id="140324" name="Text Box 37"/>
            <p:cNvSpPr txBox="1">
              <a:spLocks noChangeArrowheads="1"/>
            </p:cNvSpPr>
            <p:nvPr/>
          </p:nvSpPr>
          <p:spPr bwMode="auto">
            <a:xfrm>
              <a:off x="476" y="2251"/>
              <a:ext cx="340" cy="32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10</a:t>
              </a:r>
            </a:p>
          </p:txBody>
        </p:sp>
        <p:sp>
          <p:nvSpPr>
            <p:cNvPr id="140325" name="Text Box 38"/>
            <p:cNvSpPr txBox="1">
              <a:spLocks noChangeArrowheads="1"/>
            </p:cNvSpPr>
            <p:nvPr/>
          </p:nvSpPr>
          <p:spPr bwMode="auto">
            <a:xfrm>
              <a:off x="2064" y="3113"/>
              <a:ext cx="415" cy="32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t</a:t>
              </a:r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(s)</a:t>
              </a:r>
            </a:p>
          </p:txBody>
        </p:sp>
        <p:sp>
          <p:nvSpPr>
            <p:cNvPr id="140326" name="Text Box 39"/>
            <p:cNvSpPr txBox="1">
              <a:spLocks noChangeArrowheads="1"/>
            </p:cNvSpPr>
            <p:nvPr/>
          </p:nvSpPr>
          <p:spPr bwMode="auto">
            <a:xfrm>
              <a:off x="839" y="1933"/>
              <a:ext cx="599" cy="32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u</a:t>
              </a:r>
              <a:r>
                <a:rPr lang="en-US" altLang="zh-CN" b="0" i="1" baseline="-2500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s</a:t>
              </a:r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(V)</a:t>
              </a:r>
            </a:p>
          </p:txBody>
        </p:sp>
        <p:sp>
          <p:nvSpPr>
            <p:cNvPr id="140327" name="Text Box 40"/>
            <p:cNvSpPr txBox="1">
              <a:spLocks noChangeArrowheads="1"/>
            </p:cNvSpPr>
            <p:nvPr/>
          </p:nvSpPr>
          <p:spPr bwMode="auto">
            <a:xfrm>
              <a:off x="525" y="3098"/>
              <a:ext cx="228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0</a:t>
              </a:r>
            </a:p>
          </p:txBody>
        </p:sp>
        <p:sp>
          <p:nvSpPr>
            <p:cNvPr id="140328" name="Line 41"/>
            <p:cNvSpPr>
              <a:spLocks noChangeShapeType="1"/>
            </p:cNvSpPr>
            <p:nvPr/>
          </p:nvSpPr>
          <p:spPr bwMode="auto">
            <a:xfrm flipV="1">
              <a:off x="681" y="3113"/>
              <a:ext cx="1745" cy="4"/>
            </a:xfrm>
            <a:prstGeom prst="line">
              <a:avLst/>
            </a:prstGeom>
            <a:noFill/>
            <a:ln w="28575">
              <a:solidFill>
                <a:srgbClr val="FFFF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224298" name="Group 42"/>
          <p:cNvGrpSpPr>
            <a:grpSpLocks/>
          </p:cNvGrpSpPr>
          <p:nvPr/>
        </p:nvGrpSpPr>
        <p:grpSpPr bwMode="auto">
          <a:xfrm>
            <a:off x="1187450" y="3933825"/>
            <a:ext cx="3008313" cy="2317750"/>
            <a:chOff x="3243" y="709"/>
            <a:chExt cx="1895" cy="1460"/>
          </a:xfrm>
        </p:grpSpPr>
        <p:sp>
          <p:nvSpPr>
            <p:cNvPr id="140330" name="Oval 43"/>
            <p:cNvSpPr>
              <a:spLocks noChangeArrowheads="1"/>
            </p:cNvSpPr>
            <p:nvPr/>
          </p:nvSpPr>
          <p:spPr bwMode="auto">
            <a:xfrm>
              <a:off x="3243" y="1026"/>
              <a:ext cx="363" cy="363"/>
            </a:xfrm>
            <a:prstGeom prst="ellipse">
              <a:avLst/>
            </a:prstGeom>
            <a:gradFill rotWithShape="1">
              <a:gsLst>
                <a:gs pos="0">
                  <a:srgbClr val="0099FF"/>
                </a:gs>
                <a:gs pos="100000">
                  <a:srgbClr val="004776"/>
                </a:gs>
              </a:gsLst>
              <a:path path="shape">
                <a:fillToRect l="50000" t="50000" r="50000" b="50000"/>
              </a:path>
            </a:gradFill>
            <a:ln w="38100">
              <a:solidFill>
                <a:srgbClr val="FF99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0331" name="Line 44"/>
            <p:cNvSpPr>
              <a:spLocks noChangeShapeType="1"/>
            </p:cNvSpPr>
            <p:nvPr/>
          </p:nvSpPr>
          <p:spPr bwMode="auto">
            <a:xfrm>
              <a:off x="3424" y="754"/>
              <a:ext cx="0" cy="1089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0332" name="Line 45"/>
            <p:cNvSpPr>
              <a:spLocks noChangeShapeType="1"/>
            </p:cNvSpPr>
            <p:nvPr/>
          </p:nvSpPr>
          <p:spPr bwMode="auto">
            <a:xfrm>
              <a:off x="3431" y="754"/>
              <a:ext cx="1309" cy="0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0333" name="Line 46"/>
            <p:cNvSpPr>
              <a:spLocks noChangeShapeType="1"/>
            </p:cNvSpPr>
            <p:nvPr/>
          </p:nvSpPr>
          <p:spPr bwMode="auto">
            <a:xfrm>
              <a:off x="4740" y="754"/>
              <a:ext cx="0" cy="563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0334" name="Line 47"/>
            <p:cNvSpPr>
              <a:spLocks noChangeShapeType="1"/>
            </p:cNvSpPr>
            <p:nvPr/>
          </p:nvSpPr>
          <p:spPr bwMode="auto">
            <a:xfrm>
              <a:off x="4740" y="1389"/>
              <a:ext cx="0" cy="453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0335" name="Line 48"/>
            <p:cNvSpPr>
              <a:spLocks noChangeShapeType="1"/>
            </p:cNvSpPr>
            <p:nvPr/>
          </p:nvSpPr>
          <p:spPr bwMode="auto">
            <a:xfrm>
              <a:off x="3424" y="1842"/>
              <a:ext cx="1316" cy="0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0336" name="Text Box 49"/>
            <p:cNvSpPr txBox="1">
              <a:spLocks noChangeArrowheads="1"/>
            </p:cNvSpPr>
            <p:nvPr/>
          </p:nvSpPr>
          <p:spPr bwMode="auto">
            <a:xfrm>
              <a:off x="3843" y="799"/>
              <a:ext cx="340" cy="327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5k</a:t>
              </a:r>
            </a:p>
          </p:txBody>
        </p:sp>
        <p:sp>
          <p:nvSpPr>
            <p:cNvPr id="140337" name="Text Box 50"/>
            <p:cNvSpPr txBox="1">
              <a:spLocks noChangeArrowheads="1"/>
            </p:cNvSpPr>
            <p:nvPr/>
          </p:nvSpPr>
          <p:spPr bwMode="auto">
            <a:xfrm>
              <a:off x="3651" y="1117"/>
              <a:ext cx="567" cy="327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0.5</a:t>
              </a:r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u</a:t>
              </a:r>
              <a:r>
                <a:rPr lang="en-US" altLang="zh-CN" b="0" i="1" baseline="-2500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s</a:t>
              </a:r>
              <a:endParaRPr lang="en-US" altLang="zh-CN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140338" name="Text Box 51"/>
            <p:cNvSpPr txBox="1">
              <a:spLocks noChangeArrowheads="1"/>
            </p:cNvSpPr>
            <p:nvPr/>
          </p:nvSpPr>
          <p:spPr bwMode="auto">
            <a:xfrm>
              <a:off x="3470" y="799"/>
              <a:ext cx="244" cy="865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+</a:t>
              </a:r>
            </a:p>
            <a:p>
              <a:pPr algn="ctr"/>
              <a:endParaRPr lang="en-US" altLang="zh-CN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endParaRPr>
            </a:p>
            <a:p>
              <a:pPr algn="ctr"/>
              <a:r>
                <a:rPr lang="en-US" altLang="zh-CN" b="0">
                  <a:solidFill>
                    <a:schemeClr val="bg1"/>
                  </a:solidFill>
                  <a:latin typeface="宋体" pitchFamily="2" charset="-122"/>
                  <a:ea typeface="宋体" pitchFamily="2" charset="-122"/>
                </a:rPr>
                <a:t>-</a:t>
              </a:r>
            </a:p>
          </p:txBody>
        </p:sp>
        <p:sp>
          <p:nvSpPr>
            <p:cNvPr id="140339" name="Line 52"/>
            <p:cNvSpPr>
              <a:spLocks noChangeShapeType="1"/>
            </p:cNvSpPr>
            <p:nvPr/>
          </p:nvSpPr>
          <p:spPr bwMode="auto">
            <a:xfrm>
              <a:off x="4649" y="799"/>
              <a:ext cx="0" cy="363"/>
            </a:xfrm>
            <a:prstGeom prst="line">
              <a:avLst/>
            </a:prstGeom>
            <a:noFill/>
            <a:ln w="28575">
              <a:solidFill>
                <a:srgbClr val="00FFFF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0340" name="Text Box 53"/>
            <p:cNvSpPr txBox="1">
              <a:spLocks noChangeArrowheads="1"/>
            </p:cNvSpPr>
            <p:nvPr/>
          </p:nvSpPr>
          <p:spPr bwMode="auto">
            <a:xfrm>
              <a:off x="4377" y="890"/>
              <a:ext cx="245" cy="327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i</a:t>
              </a:r>
              <a:r>
                <a:rPr lang="en-US" altLang="zh-CN" b="0" i="1" baseline="-2500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c</a:t>
              </a:r>
              <a:endParaRPr lang="en-US" altLang="zh-CN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140341" name="Text Box 54"/>
            <p:cNvSpPr txBox="1">
              <a:spLocks noChangeArrowheads="1"/>
            </p:cNvSpPr>
            <p:nvPr/>
          </p:nvSpPr>
          <p:spPr bwMode="auto">
            <a:xfrm rot="5400000">
              <a:off x="4619" y="1094"/>
              <a:ext cx="706" cy="327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100</a:t>
              </a:r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  <a:sym typeface="Symbol" pitchFamily="18" charset="2"/>
                </a:rPr>
                <a:t>F</a:t>
              </a:r>
              <a:endParaRPr lang="en-US" altLang="zh-CN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140342" name="Text Box 55"/>
            <p:cNvSpPr txBox="1">
              <a:spLocks noChangeArrowheads="1"/>
            </p:cNvSpPr>
            <p:nvPr/>
          </p:nvSpPr>
          <p:spPr bwMode="auto">
            <a:xfrm>
              <a:off x="3606" y="1842"/>
              <a:ext cx="981" cy="327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u</a:t>
              </a:r>
              <a:r>
                <a:rPr lang="en-US" altLang="zh-CN" b="0" i="1" baseline="-2500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C</a:t>
              </a:r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(0</a:t>
              </a:r>
              <a:r>
                <a:rPr lang="zh-CN" altLang="en-US" b="0" baseline="3000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－</a:t>
              </a:r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)=0</a:t>
              </a:r>
            </a:p>
          </p:txBody>
        </p:sp>
        <p:sp>
          <p:nvSpPr>
            <p:cNvPr id="140343" name="Rectangle 56"/>
            <p:cNvSpPr>
              <a:spLocks noChangeArrowheads="1"/>
            </p:cNvSpPr>
            <p:nvPr/>
          </p:nvSpPr>
          <p:spPr bwMode="auto">
            <a:xfrm>
              <a:off x="3878" y="709"/>
              <a:ext cx="317" cy="136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</a:gradFill>
            <a:ln w="2857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140344" name="Group 57"/>
            <p:cNvGrpSpPr>
              <a:grpSpLocks/>
            </p:cNvGrpSpPr>
            <p:nvPr/>
          </p:nvGrpSpPr>
          <p:grpSpPr bwMode="auto">
            <a:xfrm>
              <a:off x="4604" y="1298"/>
              <a:ext cx="240" cy="90"/>
              <a:chOff x="4604" y="2478"/>
              <a:chExt cx="240" cy="90"/>
            </a:xfrm>
          </p:grpSpPr>
          <p:sp>
            <p:nvSpPr>
              <p:cNvPr id="140345" name="Line 58"/>
              <p:cNvSpPr>
                <a:spLocks noChangeShapeType="1"/>
              </p:cNvSpPr>
              <p:nvPr/>
            </p:nvSpPr>
            <p:spPr bwMode="auto">
              <a:xfrm>
                <a:off x="4604" y="2478"/>
                <a:ext cx="240" cy="0"/>
              </a:xfrm>
              <a:prstGeom prst="line">
                <a:avLst/>
              </a:prstGeom>
              <a:noFill/>
              <a:ln w="57150">
                <a:solidFill>
                  <a:srgbClr val="FF99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0346" name="Line 59"/>
              <p:cNvSpPr>
                <a:spLocks noChangeShapeType="1"/>
              </p:cNvSpPr>
              <p:nvPr/>
            </p:nvSpPr>
            <p:spPr bwMode="auto">
              <a:xfrm>
                <a:off x="4604" y="2568"/>
                <a:ext cx="240" cy="0"/>
              </a:xfrm>
              <a:prstGeom prst="line">
                <a:avLst/>
              </a:prstGeom>
              <a:noFill/>
              <a:ln w="57150">
                <a:solidFill>
                  <a:srgbClr val="FF99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grpSp>
        <p:nvGrpSpPr>
          <p:cNvPr id="224316" name="Group 60"/>
          <p:cNvGrpSpPr>
            <a:grpSpLocks/>
          </p:cNvGrpSpPr>
          <p:nvPr/>
        </p:nvGrpSpPr>
        <p:grpSpPr bwMode="auto">
          <a:xfrm>
            <a:off x="4140200" y="2924175"/>
            <a:ext cx="1295400" cy="1871663"/>
            <a:chOff x="2608" y="1752"/>
            <a:chExt cx="816" cy="1179"/>
          </a:xfrm>
        </p:grpSpPr>
        <p:sp>
          <p:nvSpPr>
            <p:cNvPr id="140348" name="Text Box 61"/>
            <p:cNvSpPr txBox="1">
              <a:spLocks noChangeArrowheads="1"/>
            </p:cNvSpPr>
            <p:nvPr/>
          </p:nvSpPr>
          <p:spPr bwMode="auto">
            <a:xfrm>
              <a:off x="2608" y="2115"/>
              <a:ext cx="682" cy="327"/>
            </a:xfrm>
            <a:prstGeom prst="rect">
              <a:avLst/>
            </a:prstGeom>
            <a:solidFill>
              <a:schemeClr val="hlink"/>
            </a:solidFill>
            <a:ln w="9525">
              <a:noFill/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pPr algn="ctr"/>
              <a:r>
                <a:rPr lang="zh-CN" altLang="en-US">
                  <a:solidFill>
                    <a:schemeClr val="bg1"/>
                  </a:solidFill>
                  <a:latin typeface="Times New Roman" pitchFamily="18" charset="0"/>
                </a:rPr>
                <a:t>等效</a:t>
              </a:r>
            </a:p>
          </p:txBody>
        </p:sp>
        <p:sp>
          <p:nvSpPr>
            <p:cNvPr id="140349" name="AutoShape 62"/>
            <p:cNvSpPr>
              <a:spLocks noChangeArrowheads="1"/>
            </p:cNvSpPr>
            <p:nvPr/>
          </p:nvSpPr>
          <p:spPr bwMode="auto">
            <a:xfrm>
              <a:off x="2925" y="1752"/>
              <a:ext cx="499" cy="1179"/>
            </a:xfrm>
            <a:prstGeom prst="curvedLeftArrow">
              <a:avLst>
                <a:gd name="adj1" fmla="val 21680"/>
                <a:gd name="adj2" fmla="val 68935"/>
                <a:gd name="adj3" fmla="val 33255"/>
              </a:avLst>
            </a:prstGeom>
            <a:solidFill>
              <a:srgbClr val="00CCFF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40350" name="Group 63"/>
          <p:cNvGrpSpPr>
            <a:grpSpLocks/>
          </p:cNvGrpSpPr>
          <p:nvPr/>
        </p:nvGrpSpPr>
        <p:grpSpPr bwMode="auto">
          <a:xfrm>
            <a:off x="6588125" y="6446838"/>
            <a:ext cx="792163" cy="366712"/>
            <a:chOff x="4649" y="4020"/>
            <a:chExt cx="499" cy="231"/>
          </a:xfrm>
        </p:grpSpPr>
        <p:pic>
          <p:nvPicPr>
            <p:cNvPr id="140351" name="Picture 64" descr="78900"/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40352" name="Text Box 65">
              <a:hlinkClick r:id="rId5" action="ppaction://hlinksldjump"/>
            </p:cNvPr>
            <p:cNvSpPr txBox="1">
              <a:spLocks noChangeArrowheads="1"/>
            </p:cNvSpPr>
            <p:nvPr/>
          </p:nvSpPr>
          <p:spPr bwMode="auto"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0">
                  <a:solidFill>
                    <a:schemeClr val="bg1"/>
                  </a:solidFill>
                  <a:latin typeface="隶书" pitchFamily="49" charset="-122"/>
                  <a:ea typeface="隶书" pitchFamily="49" charset="-122"/>
                </a:rPr>
                <a:t>返 回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242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242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242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2242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1000"/>
                                        <p:tgtEl>
                                          <p:spTgt spid="2242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2000"/>
                            </p:stCondLst>
                            <p:childTnLst>
                              <p:par>
                                <p:cTn id="16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2242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2500"/>
                            </p:stCondLst>
                            <p:childTnLst>
                              <p:par>
                                <p:cTn id="2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2242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2243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1" dur="500"/>
                                        <p:tgtEl>
                                          <p:spTgt spid="2242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1000"/>
                                        <p:tgtEl>
                                          <p:spTgt spid="2242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4259" grpId="0" build="p"/>
      <p:bldP spid="224260" grpId="0"/>
    </p:bldLst>
  </p:timing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1313" name="Object 2"/>
          <p:cNvGraphicFramePr>
            <a:graphicFrameLocks noChangeAspect="1"/>
          </p:cNvGraphicFramePr>
          <p:nvPr/>
        </p:nvGraphicFramePr>
        <p:xfrm>
          <a:off x="3708400" y="549275"/>
          <a:ext cx="4176713" cy="563563"/>
        </p:xfrm>
        <a:graphic>
          <a:graphicData uri="http://schemas.openxmlformats.org/presentationml/2006/ole">
            <p:oleObj spid="_x0000_s141313" r:id="rId3" imgW="1622160" imgH="207720" progId="Equation.3">
              <p:embed/>
            </p:oleObj>
          </a:graphicData>
        </a:graphic>
      </p:graphicFrame>
      <p:sp>
        <p:nvSpPr>
          <p:cNvPr id="225283" name="Text Box 3"/>
          <p:cNvSpPr txBox="1">
            <a:spLocks noChangeArrowheads="1"/>
          </p:cNvSpPr>
          <p:nvPr/>
        </p:nvSpPr>
        <p:spPr bwMode="auto">
          <a:xfrm>
            <a:off x="539750" y="549275"/>
            <a:ext cx="2447925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/>
              <a:t>应用叠加定理</a:t>
            </a:r>
          </a:p>
        </p:txBody>
      </p:sp>
      <p:grpSp>
        <p:nvGrpSpPr>
          <p:cNvPr id="141315" name="Group 4"/>
          <p:cNvGrpSpPr>
            <a:grpSpLocks/>
          </p:cNvGrpSpPr>
          <p:nvPr/>
        </p:nvGrpSpPr>
        <p:grpSpPr bwMode="auto"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141316" name="Picture 5" descr="78900"/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41317" name="Text Box 6">
              <a:hlinkClick r:id="" action="ppaction://hlinkshowjump?jump=nextslide"/>
            </p:cNvPr>
            <p:cNvSpPr txBox="1">
              <a:spLocks noChangeArrowheads="1"/>
            </p:cNvSpPr>
            <p:nvPr/>
          </p:nvSpPr>
          <p:spPr bwMode="auto"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0">
                  <a:solidFill>
                    <a:schemeClr val="bg1"/>
                  </a:solidFill>
                  <a:latin typeface="隶书" pitchFamily="49" charset="-122"/>
                  <a:ea typeface="隶书" pitchFamily="49" charset="-122"/>
                </a:rPr>
                <a:t>下 页</a:t>
              </a:r>
            </a:p>
          </p:txBody>
        </p:sp>
      </p:grpSp>
      <p:grpSp>
        <p:nvGrpSpPr>
          <p:cNvPr id="141318" name="Group 7"/>
          <p:cNvGrpSpPr>
            <a:grpSpLocks/>
          </p:cNvGrpSpPr>
          <p:nvPr/>
        </p:nvGrpSpPr>
        <p:grpSpPr bwMode="auto">
          <a:xfrm>
            <a:off x="7453313" y="6446838"/>
            <a:ext cx="792162" cy="366712"/>
            <a:chOff x="4649" y="4020"/>
            <a:chExt cx="499" cy="231"/>
          </a:xfrm>
        </p:grpSpPr>
        <p:pic>
          <p:nvPicPr>
            <p:cNvPr id="141319" name="Picture 8" descr="78900"/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41320" name="Text Box 9">
              <a:hlinkClick r:id="" action="ppaction://hlinkshowjump?jump=previousslide"/>
            </p:cNvPr>
            <p:cNvSpPr txBox="1">
              <a:spLocks noChangeArrowheads="1"/>
            </p:cNvSpPr>
            <p:nvPr/>
          </p:nvSpPr>
          <p:spPr bwMode="auto"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0">
                  <a:solidFill>
                    <a:schemeClr val="bg1"/>
                  </a:solidFill>
                  <a:latin typeface="隶书" pitchFamily="49" charset="-122"/>
                  <a:ea typeface="隶书" pitchFamily="49" charset="-122"/>
                </a:rPr>
                <a:t>上 页</a:t>
              </a:r>
            </a:p>
          </p:txBody>
        </p:sp>
      </p:grpSp>
      <p:grpSp>
        <p:nvGrpSpPr>
          <p:cNvPr id="225290" name="Group 10"/>
          <p:cNvGrpSpPr>
            <a:grpSpLocks/>
          </p:cNvGrpSpPr>
          <p:nvPr/>
        </p:nvGrpSpPr>
        <p:grpSpPr bwMode="auto">
          <a:xfrm>
            <a:off x="827088" y="1268413"/>
            <a:ext cx="3008312" cy="1584325"/>
            <a:chOff x="2381" y="1389"/>
            <a:chExt cx="1895" cy="998"/>
          </a:xfrm>
        </p:grpSpPr>
        <p:graphicFrame>
          <p:nvGraphicFramePr>
            <p:cNvPr id="141322" name="Object 11"/>
            <p:cNvGraphicFramePr>
              <a:graphicFrameLocks noChangeAspect="1"/>
            </p:cNvGraphicFramePr>
            <p:nvPr/>
          </p:nvGraphicFramePr>
          <p:xfrm>
            <a:off x="2789" y="1797"/>
            <a:ext cx="514" cy="292"/>
          </p:xfrm>
          <a:graphic>
            <a:graphicData uri="http://schemas.openxmlformats.org/presentationml/2006/ole">
              <p:oleObj spid="_x0000_s141322" r:id="rId5" imgW="359280" imgH="196200" progId="Equation.3">
                <p:embed/>
              </p:oleObj>
            </a:graphicData>
          </a:graphic>
        </p:graphicFrame>
        <p:sp>
          <p:nvSpPr>
            <p:cNvPr id="141323" name="Oval 12"/>
            <p:cNvSpPr>
              <a:spLocks noChangeArrowheads="1"/>
            </p:cNvSpPr>
            <p:nvPr/>
          </p:nvSpPr>
          <p:spPr bwMode="auto">
            <a:xfrm>
              <a:off x="2381" y="1706"/>
              <a:ext cx="363" cy="363"/>
            </a:xfrm>
            <a:prstGeom prst="ellipse">
              <a:avLst/>
            </a:prstGeom>
            <a:gradFill rotWithShape="1">
              <a:gsLst>
                <a:gs pos="0">
                  <a:srgbClr val="0099FF"/>
                </a:gs>
                <a:gs pos="100000">
                  <a:srgbClr val="004776"/>
                </a:gs>
              </a:gsLst>
              <a:path path="shape">
                <a:fillToRect l="50000" t="50000" r="50000" b="50000"/>
              </a:path>
            </a:gradFill>
            <a:ln w="38100">
              <a:solidFill>
                <a:srgbClr val="FF99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1324" name="Line 13"/>
            <p:cNvSpPr>
              <a:spLocks noChangeShapeType="1"/>
            </p:cNvSpPr>
            <p:nvPr/>
          </p:nvSpPr>
          <p:spPr bwMode="auto">
            <a:xfrm>
              <a:off x="2562" y="1434"/>
              <a:ext cx="0" cy="953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1325" name="Line 14"/>
            <p:cNvSpPr>
              <a:spLocks noChangeShapeType="1"/>
            </p:cNvSpPr>
            <p:nvPr/>
          </p:nvSpPr>
          <p:spPr bwMode="auto">
            <a:xfrm>
              <a:off x="2569" y="1434"/>
              <a:ext cx="1309" cy="0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1326" name="Line 15"/>
            <p:cNvSpPr>
              <a:spLocks noChangeShapeType="1"/>
            </p:cNvSpPr>
            <p:nvPr/>
          </p:nvSpPr>
          <p:spPr bwMode="auto">
            <a:xfrm>
              <a:off x="3878" y="1434"/>
              <a:ext cx="0" cy="563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1327" name="Line 16"/>
            <p:cNvSpPr>
              <a:spLocks noChangeShapeType="1"/>
            </p:cNvSpPr>
            <p:nvPr/>
          </p:nvSpPr>
          <p:spPr bwMode="auto">
            <a:xfrm>
              <a:off x="3878" y="2069"/>
              <a:ext cx="0" cy="318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1328" name="Line 17"/>
            <p:cNvSpPr>
              <a:spLocks noChangeShapeType="1"/>
            </p:cNvSpPr>
            <p:nvPr/>
          </p:nvSpPr>
          <p:spPr bwMode="auto">
            <a:xfrm>
              <a:off x="2562" y="2387"/>
              <a:ext cx="1316" cy="0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1329" name="Text Box 18"/>
            <p:cNvSpPr txBox="1">
              <a:spLocks noChangeArrowheads="1"/>
            </p:cNvSpPr>
            <p:nvPr/>
          </p:nvSpPr>
          <p:spPr bwMode="auto">
            <a:xfrm>
              <a:off x="2981" y="1479"/>
              <a:ext cx="340" cy="327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5k</a:t>
              </a:r>
            </a:p>
          </p:txBody>
        </p:sp>
        <p:sp>
          <p:nvSpPr>
            <p:cNvPr id="141330" name="Text Box 19"/>
            <p:cNvSpPr txBox="1">
              <a:spLocks noChangeArrowheads="1"/>
            </p:cNvSpPr>
            <p:nvPr/>
          </p:nvSpPr>
          <p:spPr bwMode="auto">
            <a:xfrm>
              <a:off x="2608" y="1479"/>
              <a:ext cx="244" cy="865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+</a:t>
              </a:r>
            </a:p>
            <a:p>
              <a:pPr algn="ctr"/>
              <a:endParaRPr lang="en-US" altLang="zh-CN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endParaRPr>
            </a:p>
            <a:p>
              <a:pPr algn="ctr"/>
              <a:r>
                <a:rPr lang="en-US" altLang="zh-CN" b="0">
                  <a:solidFill>
                    <a:schemeClr val="bg1"/>
                  </a:solidFill>
                  <a:latin typeface="宋体" pitchFamily="2" charset="-122"/>
                  <a:ea typeface="宋体" pitchFamily="2" charset="-122"/>
                </a:rPr>
                <a:t>-</a:t>
              </a:r>
            </a:p>
          </p:txBody>
        </p:sp>
        <p:sp>
          <p:nvSpPr>
            <p:cNvPr id="141331" name="Line 20"/>
            <p:cNvSpPr>
              <a:spLocks noChangeShapeType="1"/>
            </p:cNvSpPr>
            <p:nvPr/>
          </p:nvSpPr>
          <p:spPr bwMode="auto">
            <a:xfrm>
              <a:off x="3787" y="1479"/>
              <a:ext cx="0" cy="363"/>
            </a:xfrm>
            <a:prstGeom prst="line">
              <a:avLst/>
            </a:prstGeom>
            <a:noFill/>
            <a:ln w="28575">
              <a:solidFill>
                <a:srgbClr val="00FFFF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1332" name="Text Box 21"/>
            <p:cNvSpPr txBox="1">
              <a:spLocks noChangeArrowheads="1"/>
            </p:cNvSpPr>
            <p:nvPr/>
          </p:nvSpPr>
          <p:spPr bwMode="auto">
            <a:xfrm>
              <a:off x="3515" y="1570"/>
              <a:ext cx="245" cy="327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i</a:t>
              </a:r>
              <a:r>
                <a:rPr lang="en-US" altLang="zh-CN" b="0" i="1" baseline="-2500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c</a:t>
              </a:r>
              <a:endParaRPr lang="en-US" altLang="zh-CN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141333" name="Text Box 22"/>
            <p:cNvSpPr txBox="1">
              <a:spLocks noChangeArrowheads="1"/>
            </p:cNvSpPr>
            <p:nvPr/>
          </p:nvSpPr>
          <p:spPr bwMode="auto">
            <a:xfrm rot="5400000">
              <a:off x="3757" y="1774"/>
              <a:ext cx="706" cy="327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100</a:t>
              </a:r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  <a:sym typeface="Symbol" pitchFamily="18" charset="2"/>
                </a:rPr>
                <a:t>F</a:t>
              </a:r>
              <a:endParaRPr lang="en-US" altLang="zh-CN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141334" name="Rectangle 23"/>
            <p:cNvSpPr>
              <a:spLocks noChangeArrowheads="1"/>
            </p:cNvSpPr>
            <p:nvPr/>
          </p:nvSpPr>
          <p:spPr bwMode="auto">
            <a:xfrm>
              <a:off x="3016" y="1389"/>
              <a:ext cx="317" cy="136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</a:gradFill>
            <a:ln w="2857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141335" name="Group 24"/>
            <p:cNvGrpSpPr>
              <a:grpSpLocks/>
            </p:cNvGrpSpPr>
            <p:nvPr/>
          </p:nvGrpSpPr>
          <p:grpSpPr bwMode="auto">
            <a:xfrm>
              <a:off x="3742" y="1978"/>
              <a:ext cx="240" cy="90"/>
              <a:chOff x="4604" y="2478"/>
              <a:chExt cx="240" cy="90"/>
            </a:xfrm>
          </p:grpSpPr>
          <p:sp>
            <p:nvSpPr>
              <p:cNvPr id="141336" name="Line 25"/>
              <p:cNvSpPr>
                <a:spLocks noChangeShapeType="1"/>
              </p:cNvSpPr>
              <p:nvPr/>
            </p:nvSpPr>
            <p:spPr bwMode="auto">
              <a:xfrm>
                <a:off x="4604" y="2478"/>
                <a:ext cx="240" cy="0"/>
              </a:xfrm>
              <a:prstGeom prst="line">
                <a:avLst/>
              </a:prstGeom>
              <a:noFill/>
              <a:ln w="57150">
                <a:solidFill>
                  <a:srgbClr val="FF99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1337" name="Line 26"/>
              <p:cNvSpPr>
                <a:spLocks noChangeShapeType="1"/>
              </p:cNvSpPr>
              <p:nvPr/>
            </p:nvSpPr>
            <p:spPr bwMode="auto">
              <a:xfrm>
                <a:off x="4604" y="2568"/>
                <a:ext cx="240" cy="0"/>
              </a:xfrm>
              <a:prstGeom prst="line">
                <a:avLst/>
              </a:prstGeom>
              <a:noFill/>
              <a:ln w="57150">
                <a:solidFill>
                  <a:srgbClr val="FF99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grpSp>
        <p:nvGrpSpPr>
          <p:cNvPr id="225307" name="Group 27"/>
          <p:cNvGrpSpPr>
            <a:grpSpLocks/>
          </p:cNvGrpSpPr>
          <p:nvPr/>
        </p:nvGrpSpPr>
        <p:grpSpPr bwMode="auto">
          <a:xfrm>
            <a:off x="4500563" y="1268413"/>
            <a:ext cx="3224212" cy="1584325"/>
            <a:chOff x="612" y="2568"/>
            <a:chExt cx="2031" cy="998"/>
          </a:xfrm>
        </p:grpSpPr>
        <p:graphicFrame>
          <p:nvGraphicFramePr>
            <p:cNvPr id="141339" name="Object 28"/>
            <p:cNvGraphicFramePr>
              <a:graphicFrameLocks noChangeAspect="1"/>
            </p:cNvGraphicFramePr>
            <p:nvPr/>
          </p:nvGraphicFramePr>
          <p:xfrm>
            <a:off x="930" y="3203"/>
            <a:ext cx="1155" cy="292"/>
          </p:xfrm>
          <a:graphic>
            <a:graphicData uri="http://schemas.openxmlformats.org/presentationml/2006/ole">
              <p:oleObj spid="_x0000_s141339" r:id="rId6" imgW="822600" imgH="196200" progId="Equation.3">
                <p:embed/>
              </p:oleObj>
            </a:graphicData>
          </a:graphic>
        </p:graphicFrame>
        <p:sp>
          <p:nvSpPr>
            <p:cNvPr id="141340" name="Oval 29"/>
            <p:cNvSpPr>
              <a:spLocks noChangeArrowheads="1"/>
            </p:cNvSpPr>
            <p:nvPr/>
          </p:nvSpPr>
          <p:spPr bwMode="auto">
            <a:xfrm>
              <a:off x="748" y="2885"/>
              <a:ext cx="363" cy="363"/>
            </a:xfrm>
            <a:prstGeom prst="ellipse">
              <a:avLst/>
            </a:prstGeom>
            <a:gradFill rotWithShape="1">
              <a:gsLst>
                <a:gs pos="0">
                  <a:srgbClr val="0099FF"/>
                </a:gs>
                <a:gs pos="100000">
                  <a:srgbClr val="004776"/>
                </a:gs>
              </a:gsLst>
              <a:path path="shape">
                <a:fillToRect l="50000" t="50000" r="50000" b="50000"/>
              </a:path>
            </a:gradFill>
            <a:ln w="38100">
              <a:solidFill>
                <a:srgbClr val="FF99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1341" name="Line 30"/>
            <p:cNvSpPr>
              <a:spLocks noChangeShapeType="1"/>
            </p:cNvSpPr>
            <p:nvPr/>
          </p:nvSpPr>
          <p:spPr bwMode="auto">
            <a:xfrm>
              <a:off x="929" y="2613"/>
              <a:ext cx="0" cy="953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1342" name="Line 31"/>
            <p:cNvSpPr>
              <a:spLocks noChangeShapeType="1"/>
            </p:cNvSpPr>
            <p:nvPr/>
          </p:nvSpPr>
          <p:spPr bwMode="auto">
            <a:xfrm>
              <a:off x="936" y="2613"/>
              <a:ext cx="1309" cy="0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1343" name="Line 32"/>
            <p:cNvSpPr>
              <a:spLocks noChangeShapeType="1"/>
            </p:cNvSpPr>
            <p:nvPr/>
          </p:nvSpPr>
          <p:spPr bwMode="auto">
            <a:xfrm>
              <a:off x="2245" y="2613"/>
              <a:ext cx="0" cy="563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1344" name="Line 33"/>
            <p:cNvSpPr>
              <a:spLocks noChangeShapeType="1"/>
            </p:cNvSpPr>
            <p:nvPr/>
          </p:nvSpPr>
          <p:spPr bwMode="auto">
            <a:xfrm>
              <a:off x="2245" y="3248"/>
              <a:ext cx="0" cy="318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1345" name="Line 34"/>
            <p:cNvSpPr>
              <a:spLocks noChangeShapeType="1"/>
            </p:cNvSpPr>
            <p:nvPr/>
          </p:nvSpPr>
          <p:spPr bwMode="auto">
            <a:xfrm>
              <a:off x="929" y="3566"/>
              <a:ext cx="1316" cy="0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1346" name="Text Box 35"/>
            <p:cNvSpPr txBox="1">
              <a:spLocks noChangeArrowheads="1"/>
            </p:cNvSpPr>
            <p:nvPr/>
          </p:nvSpPr>
          <p:spPr bwMode="auto">
            <a:xfrm>
              <a:off x="1348" y="2658"/>
              <a:ext cx="340" cy="327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5k</a:t>
              </a:r>
            </a:p>
          </p:txBody>
        </p:sp>
        <p:sp>
          <p:nvSpPr>
            <p:cNvPr id="141347" name="Text Box 36"/>
            <p:cNvSpPr txBox="1">
              <a:spLocks noChangeArrowheads="1"/>
            </p:cNvSpPr>
            <p:nvPr/>
          </p:nvSpPr>
          <p:spPr bwMode="auto">
            <a:xfrm>
              <a:off x="612" y="2659"/>
              <a:ext cx="244" cy="865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+</a:t>
              </a:r>
            </a:p>
            <a:p>
              <a:pPr algn="ctr"/>
              <a:endParaRPr lang="en-US" altLang="zh-CN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endParaRPr>
            </a:p>
            <a:p>
              <a:pPr algn="ctr"/>
              <a:r>
                <a:rPr lang="en-US" altLang="zh-CN" b="0">
                  <a:solidFill>
                    <a:schemeClr val="bg1"/>
                  </a:solidFill>
                  <a:latin typeface="宋体" pitchFamily="2" charset="-122"/>
                  <a:ea typeface="宋体" pitchFamily="2" charset="-122"/>
                </a:rPr>
                <a:t>-</a:t>
              </a:r>
            </a:p>
          </p:txBody>
        </p:sp>
        <p:sp>
          <p:nvSpPr>
            <p:cNvPr id="141348" name="Line 37"/>
            <p:cNvSpPr>
              <a:spLocks noChangeShapeType="1"/>
            </p:cNvSpPr>
            <p:nvPr/>
          </p:nvSpPr>
          <p:spPr bwMode="auto">
            <a:xfrm>
              <a:off x="2154" y="2658"/>
              <a:ext cx="0" cy="363"/>
            </a:xfrm>
            <a:prstGeom prst="line">
              <a:avLst/>
            </a:prstGeom>
            <a:noFill/>
            <a:ln w="28575">
              <a:solidFill>
                <a:srgbClr val="00FFFF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1349" name="Text Box 38"/>
            <p:cNvSpPr txBox="1">
              <a:spLocks noChangeArrowheads="1"/>
            </p:cNvSpPr>
            <p:nvPr/>
          </p:nvSpPr>
          <p:spPr bwMode="auto">
            <a:xfrm>
              <a:off x="1882" y="2749"/>
              <a:ext cx="245" cy="327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i</a:t>
              </a:r>
              <a:r>
                <a:rPr lang="en-US" altLang="zh-CN" b="0" i="1" baseline="-2500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c</a:t>
              </a:r>
              <a:endParaRPr lang="en-US" altLang="zh-CN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141350" name="Text Box 39"/>
            <p:cNvSpPr txBox="1">
              <a:spLocks noChangeArrowheads="1"/>
            </p:cNvSpPr>
            <p:nvPr/>
          </p:nvSpPr>
          <p:spPr bwMode="auto">
            <a:xfrm rot="5400000">
              <a:off x="2124" y="2953"/>
              <a:ext cx="706" cy="327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100</a:t>
              </a:r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  <a:sym typeface="Symbol" pitchFamily="18" charset="2"/>
                </a:rPr>
                <a:t>F</a:t>
              </a:r>
              <a:endParaRPr lang="en-US" altLang="zh-CN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141351" name="Rectangle 40"/>
            <p:cNvSpPr>
              <a:spLocks noChangeArrowheads="1"/>
            </p:cNvSpPr>
            <p:nvPr/>
          </p:nvSpPr>
          <p:spPr bwMode="auto">
            <a:xfrm>
              <a:off x="1383" y="2568"/>
              <a:ext cx="317" cy="136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</a:gradFill>
            <a:ln w="2857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141352" name="Group 41"/>
            <p:cNvGrpSpPr>
              <a:grpSpLocks/>
            </p:cNvGrpSpPr>
            <p:nvPr/>
          </p:nvGrpSpPr>
          <p:grpSpPr bwMode="auto">
            <a:xfrm>
              <a:off x="2109" y="3157"/>
              <a:ext cx="240" cy="90"/>
              <a:chOff x="4604" y="2478"/>
              <a:chExt cx="240" cy="90"/>
            </a:xfrm>
          </p:grpSpPr>
          <p:sp>
            <p:nvSpPr>
              <p:cNvPr id="141353" name="Line 42"/>
              <p:cNvSpPr>
                <a:spLocks noChangeShapeType="1"/>
              </p:cNvSpPr>
              <p:nvPr/>
            </p:nvSpPr>
            <p:spPr bwMode="auto">
              <a:xfrm>
                <a:off x="4604" y="2478"/>
                <a:ext cx="240" cy="0"/>
              </a:xfrm>
              <a:prstGeom prst="line">
                <a:avLst/>
              </a:prstGeom>
              <a:noFill/>
              <a:ln w="57150">
                <a:solidFill>
                  <a:srgbClr val="FF99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1354" name="Line 43"/>
              <p:cNvSpPr>
                <a:spLocks noChangeShapeType="1"/>
              </p:cNvSpPr>
              <p:nvPr/>
            </p:nvSpPr>
            <p:spPr bwMode="auto">
              <a:xfrm>
                <a:off x="4604" y="2568"/>
                <a:ext cx="240" cy="0"/>
              </a:xfrm>
              <a:prstGeom prst="line">
                <a:avLst/>
              </a:prstGeom>
              <a:noFill/>
              <a:ln w="57150">
                <a:solidFill>
                  <a:srgbClr val="FF99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grpSp>
        <p:nvGrpSpPr>
          <p:cNvPr id="225324" name="Group 44"/>
          <p:cNvGrpSpPr>
            <a:grpSpLocks/>
          </p:cNvGrpSpPr>
          <p:nvPr/>
        </p:nvGrpSpPr>
        <p:grpSpPr bwMode="auto">
          <a:xfrm>
            <a:off x="539750" y="3644900"/>
            <a:ext cx="3008313" cy="1584325"/>
            <a:chOff x="2381" y="1389"/>
            <a:chExt cx="1895" cy="998"/>
          </a:xfrm>
        </p:grpSpPr>
        <p:graphicFrame>
          <p:nvGraphicFramePr>
            <p:cNvPr id="141356" name="Object 45"/>
            <p:cNvGraphicFramePr>
              <a:graphicFrameLocks noChangeAspect="1"/>
            </p:cNvGraphicFramePr>
            <p:nvPr/>
          </p:nvGraphicFramePr>
          <p:xfrm>
            <a:off x="2845" y="1797"/>
            <a:ext cx="401" cy="292"/>
          </p:xfrm>
          <a:graphic>
            <a:graphicData uri="http://schemas.openxmlformats.org/presentationml/2006/ole">
              <p:oleObj spid="_x0000_s141356" r:id="rId7" imgW="278280" imgH="196200" progId="Equation.3">
                <p:embed/>
              </p:oleObj>
            </a:graphicData>
          </a:graphic>
        </p:graphicFrame>
        <p:sp>
          <p:nvSpPr>
            <p:cNvPr id="141357" name="Oval 46"/>
            <p:cNvSpPr>
              <a:spLocks noChangeArrowheads="1"/>
            </p:cNvSpPr>
            <p:nvPr/>
          </p:nvSpPr>
          <p:spPr bwMode="auto">
            <a:xfrm>
              <a:off x="2381" y="1706"/>
              <a:ext cx="363" cy="363"/>
            </a:xfrm>
            <a:prstGeom prst="ellipse">
              <a:avLst/>
            </a:prstGeom>
            <a:gradFill rotWithShape="1">
              <a:gsLst>
                <a:gs pos="0">
                  <a:srgbClr val="0099FF"/>
                </a:gs>
                <a:gs pos="100000">
                  <a:srgbClr val="004776"/>
                </a:gs>
              </a:gsLst>
              <a:path path="shape">
                <a:fillToRect l="50000" t="50000" r="50000" b="50000"/>
              </a:path>
            </a:gradFill>
            <a:ln w="38100">
              <a:solidFill>
                <a:srgbClr val="FF99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1358" name="Line 47"/>
            <p:cNvSpPr>
              <a:spLocks noChangeShapeType="1"/>
            </p:cNvSpPr>
            <p:nvPr/>
          </p:nvSpPr>
          <p:spPr bwMode="auto">
            <a:xfrm>
              <a:off x="2562" y="1434"/>
              <a:ext cx="0" cy="953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1359" name="Line 48"/>
            <p:cNvSpPr>
              <a:spLocks noChangeShapeType="1"/>
            </p:cNvSpPr>
            <p:nvPr/>
          </p:nvSpPr>
          <p:spPr bwMode="auto">
            <a:xfrm>
              <a:off x="2569" y="1434"/>
              <a:ext cx="1309" cy="0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1360" name="Line 49"/>
            <p:cNvSpPr>
              <a:spLocks noChangeShapeType="1"/>
            </p:cNvSpPr>
            <p:nvPr/>
          </p:nvSpPr>
          <p:spPr bwMode="auto">
            <a:xfrm>
              <a:off x="3878" y="1434"/>
              <a:ext cx="0" cy="563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1361" name="Line 50"/>
            <p:cNvSpPr>
              <a:spLocks noChangeShapeType="1"/>
            </p:cNvSpPr>
            <p:nvPr/>
          </p:nvSpPr>
          <p:spPr bwMode="auto">
            <a:xfrm>
              <a:off x="3878" y="2069"/>
              <a:ext cx="0" cy="318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1362" name="Line 51"/>
            <p:cNvSpPr>
              <a:spLocks noChangeShapeType="1"/>
            </p:cNvSpPr>
            <p:nvPr/>
          </p:nvSpPr>
          <p:spPr bwMode="auto">
            <a:xfrm>
              <a:off x="2562" y="2387"/>
              <a:ext cx="1316" cy="0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1363" name="Text Box 52"/>
            <p:cNvSpPr txBox="1">
              <a:spLocks noChangeArrowheads="1"/>
            </p:cNvSpPr>
            <p:nvPr/>
          </p:nvSpPr>
          <p:spPr bwMode="auto">
            <a:xfrm>
              <a:off x="2981" y="1479"/>
              <a:ext cx="340" cy="327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5k</a:t>
              </a:r>
            </a:p>
          </p:txBody>
        </p:sp>
        <p:sp>
          <p:nvSpPr>
            <p:cNvPr id="141364" name="Text Box 53"/>
            <p:cNvSpPr txBox="1">
              <a:spLocks noChangeArrowheads="1"/>
            </p:cNvSpPr>
            <p:nvPr/>
          </p:nvSpPr>
          <p:spPr bwMode="auto">
            <a:xfrm>
              <a:off x="2608" y="1479"/>
              <a:ext cx="244" cy="865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+</a:t>
              </a:r>
            </a:p>
            <a:p>
              <a:pPr algn="ctr"/>
              <a:endParaRPr lang="en-US" altLang="zh-CN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endParaRPr>
            </a:p>
            <a:p>
              <a:pPr algn="ctr"/>
              <a:r>
                <a:rPr lang="en-US" altLang="zh-CN" b="0">
                  <a:solidFill>
                    <a:schemeClr val="bg1"/>
                  </a:solidFill>
                  <a:latin typeface="宋体" pitchFamily="2" charset="-122"/>
                  <a:ea typeface="宋体" pitchFamily="2" charset="-122"/>
                </a:rPr>
                <a:t>-</a:t>
              </a:r>
            </a:p>
          </p:txBody>
        </p:sp>
        <p:sp>
          <p:nvSpPr>
            <p:cNvPr id="141365" name="Line 54"/>
            <p:cNvSpPr>
              <a:spLocks noChangeShapeType="1"/>
            </p:cNvSpPr>
            <p:nvPr/>
          </p:nvSpPr>
          <p:spPr bwMode="auto">
            <a:xfrm>
              <a:off x="3787" y="1479"/>
              <a:ext cx="0" cy="363"/>
            </a:xfrm>
            <a:prstGeom prst="line">
              <a:avLst/>
            </a:prstGeom>
            <a:noFill/>
            <a:ln w="28575">
              <a:solidFill>
                <a:srgbClr val="00FFFF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1366" name="Text Box 55"/>
            <p:cNvSpPr txBox="1">
              <a:spLocks noChangeArrowheads="1"/>
            </p:cNvSpPr>
            <p:nvPr/>
          </p:nvSpPr>
          <p:spPr bwMode="auto">
            <a:xfrm>
              <a:off x="3515" y="1570"/>
              <a:ext cx="245" cy="327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i</a:t>
              </a:r>
              <a:r>
                <a:rPr lang="en-US" altLang="zh-CN" b="0" i="1" baseline="-2500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c</a:t>
              </a:r>
              <a:endParaRPr lang="en-US" altLang="zh-CN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141367" name="Text Box 56"/>
            <p:cNvSpPr txBox="1">
              <a:spLocks noChangeArrowheads="1"/>
            </p:cNvSpPr>
            <p:nvPr/>
          </p:nvSpPr>
          <p:spPr bwMode="auto">
            <a:xfrm rot="5400000">
              <a:off x="3757" y="1774"/>
              <a:ext cx="706" cy="327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100</a:t>
              </a:r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  <a:sym typeface="Symbol" pitchFamily="18" charset="2"/>
                </a:rPr>
                <a:t>F</a:t>
              </a:r>
              <a:endParaRPr lang="en-US" altLang="zh-CN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141368" name="Rectangle 57"/>
            <p:cNvSpPr>
              <a:spLocks noChangeArrowheads="1"/>
            </p:cNvSpPr>
            <p:nvPr/>
          </p:nvSpPr>
          <p:spPr bwMode="auto">
            <a:xfrm>
              <a:off x="3016" y="1389"/>
              <a:ext cx="317" cy="136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</a:gradFill>
            <a:ln w="2857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141369" name="Group 58"/>
            <p:cNvGrpSpPr>
              <a:grpSpLocks/>
            </p:cNvGrpSpPr>
            <p:nvPr/>
          </p:nvGrpSpPr>
          <p:grpSpPr bwMode="auto">
            <a:xfrm>
              <a:off x="3742" y="1978"/>
              <a:ext cx="240" cy="90"/>
              <a:chOff x="4604" y="2478"/>
              <a:chExt cx="240" cy="90"/>
            </a:xfrm>
          </p:grpSpPr>
          <p:sp>
            <p:nvSpPr>
              <p:cNvPr id="141370" name="Line 59"/>
              <p:cNvSpPr>
                <a:spLocks noChangeShapeType="1"/>
              </p:cNvSpPr>
              <p:nvPr/>
            </p:nvSpPr>
            <p:spPr bwMode="auto">
              <a:xfrm>
                <a:off x="4604" y="2478"/>
                <a:ext cx="240" cy="0"/>
              </a:xfrm>
              <a:prstGeom prst="line">
                <a:avLst/>
              </a:prstGeom>
              <a:noFill/>
              <a:ln w="57150">
                <a:solidFill>
                  <a:srgbClr val="FF99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1371" name="Line 60"/>
              <p:cNvSpPr>
                <a:spLocks noChangeShapeType="1"/>
              </p:cNvSpPr>
              <p:nvPr/>
            </p:nvSpPr>
            <p:spPr bwMode="auto">
              <a:xfrm>
                <a:off x="4604" y="2568"/>
                <a:ext cx="240" cy="0"/>
              </a:xfrm>
              <a:prstGeom prst="line">
                <a:avLst/>
              </a:prstGeom>
              <a:noFill/>
              <a:ln w="57150">
                <a:solidFill>
                  <a:srgbClr val="FF99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graphicFrame>
        <p:nvGraphicFramePr>
          <p:cNvPr id="225341" name="Object 61"/>
          <p:cNvGraphicFramePr>
            <a:graphicFrameLocks noChangeAspect="1"/>
          </p:cNvGraphicFramePr>
          <p:nvPr/>
        </p:nvGraphicFramePr>
        <p:xfrm>
          <a:off x="3779838" y="3644900"/>
          <a:ext cx="5040312" cy="442913"/>
        </p:xfrm>
        <a:graphic>
          <a:graphicData uri="http://schemas.openxmlformats.org/presentationml/2006/ole">
            <p:oleObj spid="_x0000_s141372" r:id="rId8" imgW="2271240" imgH="184680" progId="Equation.3">
              <p:embed/>
            </p:oleObj>
          </a:graphicData>
        </a:graphic>
      </p:graphicFrame>
      <p:graphicFrame>
        <p:nvGraphicFramePr>
          <p:cNvPr id="225342" name="Object 62"/>
          <p:cNvGraphicFramePr>
            <a:graphicFrameLocks noChangeAspect="1"/>
          </p:cNvGraphicFramePr>
          <p:nvPr/>
        </p:nvGraphicFramePr>
        <p:xfrm>
          <a:off x="3851275" y="4868863"/>
          <a:ext cx="3948113" cy="992187"/>
        </p:xfrm>
        <a:graphic>
          <a:graphicData uri="http://schemas.openxmlformats.org/presentationml/2006/ole">
            <p:oleObj spid="_x0000_s141373" r:id="rId9" imgW="1796040" imgH="403560" progId="Equation.3">
              <p:embed/>
            </p:oleObj>
          </a:graphicData>
        </a:graphic>
      </p:graphicFrame>
      <p:graphicFrame>
        <p:nvGraphicFramePr>
          <p:cNvPr id="225343" name="Object 63"/>
          <p:cNvGraphicFramePr>
            <a:graphicFrameLocks noChangeAspect="1"/>
          </p:cNvGraphicFramePr>
          <p:nvPr/>
        </p:nvGraphicFramePr>
        <p:xfrm>
          <a:off x="3924300" y="4221163"/>
          <a:ext cx="3400425" cy="588962"/>
        </p:xfrm>
        <a:graphic>
          <a:graphicData uri="http://schemas.openxmlformats.org/presentationml/2006/ole">
            <p:oleObj spid="_x0000_s141374" r:id="rId10" imgW="1320840" imgH="219240" progId="Equation.3">
              <p:embed/>
            </p:oleObj>
          </a:graphicData>
        </a:graphic>
      </p:graphicFrame>
      <p:sp>
        <p:nvSpPr>
          <p:cNvPr id="225344" name="Text Box 64"/>
          <p:cNvSpPr txBox="1">
            <a:spLocks noChangeArrowheads="1"/>
          </p:cNvSpPr>
          <p:nvPr/>
        </p:nvSpPr>
        <p:spPr bwMode="auto">
          <a:xfrm>
            <a:off x="3851275" y="2997200"/>
            <a:ext cx="3240088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/>
              <a:t>阶跃响应为：</a:t>
            </a:r>
          </a:p>
        </p:txBody>
      </p:sp>
      <p:grpSp>
        <p:nvGrpSpPr>
          <p:cNvPr id="141376" name="Group 65"/>
          <p:cNvGrpSpPr>
            <a:grpSpLocks/>
          </p:cNvGrpSpPr>
          <p:nvPr/>
        </p:nvGrpSpPr>
        <p:grpSpPr bwMode="auto">
          <a:xfrm>
            <a:off x="6588125" y="6446838"/>
            <a:ext cx="792163" cy="366712"/>
            <a:chOff x="4649" y="4020"/>
            <a:chExt cx="499" cy="231"/>
          </a:xfrm>
        </p:grpSpPr>
        <p:pic>
          <p:nvPicPr>
            <p:cNvPr id="141377" name="Picture 66" descr="78900"/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41378" name="Text Box 67">
              <a:hlinkClick r:id="rId11" action="ppaction://hlinksldjump"/>
            </p:cNvPr>
            <p:cNvSpPr txBox="1">
              <a:spLocks noChangeArrowheads="1"/>
            </p:cNvSpPr>
            <p:nvPr/>
          </p:nvSpPr>
          <p:spPr bwMode="auto"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0">
                  <a:solidFill>
                    <a:schemeClr val="bg1"/>
                  </a:solidFill>
                  <a:latin typeface="隶书" pitchFamily="49" charset="-122"/>
                  <a:ea typeface="隶书" pitchFamily="49" charset="-122"/>
                </a:rPr>
                <a:t>返 回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2252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252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5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1000"/>
                                        <p:tgtEl>
                                          <p:spTgt spid="2253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2253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2253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2253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000"/>
                            </p:stCondLst>
                            <p:childTnLst>
                              <p:par>
                                <p:cTn id="24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2253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1000"/>
                                        <p:tgtEl>
                                          <p:spTgt spid="2253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1000"/>
                                        <p:tgtEl>
                                          <p:spTgt spid="2253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1000"/>
                                        <p:tgtEl>
                                          <p:spTgt spid="2253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5283" grpId="0"/>
      <p:bldP spid="225344" grpId="0"/>
    </p:bldLst>
  </p:timing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306" name="Text Box 2"/>
          <p:cNvSpPr txBox="1">
            <a:spLocks noChangeArrowheads="1"/>
          </p:cNvSpPr>
          <p:nvPr/>
        </p:nvSpPr>
        <p:spPr bwMode="auto">
          <a:xfrm>
            <a:off x="900113" y="765175"/>
            <a:ext cx="633730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/>
              <a:t>由齐次性和叠加性得实际响应为：</a:t>
            </a:r>
          </a:p>
        </p:txBody>
      </p:sp>
      <p:graphicFrame>
        <p:nvGraphicFramePr>
          <p:cNvPr id="226307" name="Object 3"/>
          <p:cNvGraphicFramePr>
            <a:graphicFrameLocks noChangeAspect="1"/>
          </p:cNvGraphicFramePr>
          <p:nvPr/>
        </p:nvGraphicFramePr>
        <p:xfrm>
          <a:off x="1042988" y="1341438"/>
          <a:ext cx="6048375" cy="1039812"/>
        </p:xfrm>
        <a:graphic>
          <a:graphicData uri="http://schemas.openxmlformats.org/presentationml/2006/ole">
            <p:oleObj spid="_x0000_s142338" r:id="rId3" imgW="2317680" imgH="403560" progId="Equation.3">
              <p:embed/>
            </p:oleObj>
          </a:graphicData>
        </a:graphic>
      </p:graphicFrame>
      <p:graphicFrame>
        <p:nvGraphicFramePr>
          <p:cNvPr id="226308" name="Object 4"/>
          <p:cNvGraphicFramePr>
            <a:graphicFrameLocks noChangeAspect="1"/>
          </p:cNvGraphicFramePr>
          <p:nvPr/>
        </p:nvGraphicFramePr>
        <p:xfrm>
          <a:off x="1476375" y="2565400"/>
          <a:ext cx="5689600" cy="598488"/>
        </p:xfrm>
        <a:graphic>
          <a:graphicData uri="http://schemas.openxmlformats.org/presentationml/2006/ole">
            <p:oleObj spid="_x0000_s142339" r:id="rId4" imgW="2178360" imgH="219240" progId="Equation.3">
              <p:embed/>
            </p:oleObj>
          </a:graphicData>
        </a:graphic>
      </p:graphicFrame>
      <p:grpSp>
        <p:nvGrpSpPr>
          <p:cNvPr id="142340" name="Group 5"/>
          <p:cNvGrpSpPr>
            <a:grpSpLocks/>
          </p:cNvGrpSpPr>
          <p:nvPr/>
        </p:nvGrpSpPr>
        <p:grpSpPr bwMode="auto"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142341" name="Picture 6" descr="78900"/>
            <p:cNvPicPr>
              <a:picLocks noChangeAspect="1" noChangeArrowheads="1"/>
            </p:cNvPicPr>
            <p:nvPr/>
          </p:nvPicPr>
          <p:blipFill>
            <a:blip r:embed="rId5"/>
            <a:srcRect/>
            <a:stretch>
              <a:fillRect/>
            </a:stretch>
          </p:blipFill>
          <p:spPr bwMode="auto"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42342" name="Text Box 7">
              <a:hlinkClick r:id="" action="ppaction://hlinkshowjump?jump=nextslide"/>
            </p:cNvPr>
            <p:cNvSpPr txBox="1">
              <a:spLocks noChangeArrowheads="1"/>
            </p:cNvSpPr>
            <p:nvPr/>
          </p:nvSpPr>
          <p:spPr bwMode="auto"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0">
                  <a:solidFill>
                    <a:schemeClr val="bg1"/>
                  </a:solidFill>
                  <a:latin typeface="隶书" pitchFamily="49" charset="-122"/>
                  <a:ea typeface="隶书" pitchFamily="49" charset="-122"/>
                </a:rPr>
                <a:t>下 页</a:t>
              </a:r>
            </a:p>
          </p:txBody>
        </p:sp>
      </p:grpSp>
      <p:grpSp>
        <p:nvGrpSpPr>
          <p:cNvPr id="142343" name="Group 8"/>
          <p:cNvGrpSpPr>
            <a:grpSpLocks/>
          </p:cNvGrpSpPr>
          <p:nvPr/>
        </p:nvGrpSpPr>
        <p:grpSpPr bwMode="auto">
          <a:xfrm>
            <a:off x="7453313" y="6446838"/>
            <a:ext cx="792162" cy="366712"/>
            <a:chOff x="4649" y="4020"/>
            <a:chExt cx="499" cy="231"/>
          </a:xfrm>
        </p:grpSpPr>
        <p:pic>
          <p:nvPicPr>
            <p:cNvPr id="142344" name="Picture 9" descr="78900"/>
            <p:cNvPicPr>
              <a:picLocks noChangeAspect="1" noChangeArrowheads="1"/>
            </p:cNvPicPr>
            <p:nvPr/>
          </p:nvPicPr>
          <p:blipFill>
            <a:blip r:embed="rId5"/>
            <a:srcRect/>
            <a:stretch>
              <a:fillRect/>
            </a:stretch>
          </p:blipFill>
          <p:spPr bwMode="auto"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42345" name="Text Box 10">
              <a:hlinkClick r:id="" action="ppaction://hlinkshowjump?jump=previousslide"/>
            </p:cNvPr>
            <p:cNvSpPr txBox="1">
              <a:spLocks noChangeArrowheads="1"/>
            </p:cNvSpPr>
            <p:nvPr/>
          </p:nvSpPr>
          <p:spPr bwMode="auto"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0">
                  <a:solidFill>
                    <a:schemeClr val="bg1"/>
                  </a:solidFill>
                  <a:latin typeface="隶书" pitchFamily="49" charset="-122"/>
                  <a:ea typeface="隶书" pitchFamily="49" charset="-122"/>
                </a:rPr>
                <a:t>上 页</a:t>
              </a:r>
            </a:p>
          </p:txBody>
        </p:sp>
      </p:grpSp>
      <p:grpSp>
        <p:nvGrpSpPr>
          <p:cNvPr id="142346" name="Group 11"/>
          <p:cNvGrpSpPr>
            <a:grpSpLocks/>
          </p:cNvGrpSpPr>
          <p:nvPr/>
        </p:nvGrpSpPr>
        <p:grpSpPr bwMode="auto">
          <a:xfrm>
            <a:off x="900113" y="3644900"/>
            <a:ext cx="3008312" cy="1584325"/>
            <a:chOff x="2381" y="1389"/>
            <a:chExt cx="1895" cy="998"/>
          </a:xfrm>
        </p:grpSpPr>
        <p:graphicFrame>
          <p:nvGraphicFramePr>
            <p:cNvPr id="142347" name="Object 12"/>
            <p:cNvGraphicFramePr>
              <a:graphicFrameLocks noChangeAspect="1"/>
            </p:cNvGraphicFramePr>
            <p:nvPr/>
          </p:nvGraphicFramePr>
          <p:xfrm>
            <a:off x="2789" y="1797"/>
            <a:ext cx="514" cy="292"/>
          </p:xfrm>
          <a:graphic>
            <a:graphicData uri="http://schemas.openxmlformats.org/presentationml/2006/ole">
              <p:oleObj spid="_x0000_s142347" r:id="rId6" imgW="359280" imgH="196200" progId="Equation.3">
                <p:embed/>
              </p:oleObj>
            </a:graphicData>
          </a:graphic>
        </p:graphicFrame>
        <p:sp>
          <p:nvSpPr>
            <p:cNvPr id="142348" name="Oval 13"/>
            <p:cNvSpPr>
              <a:spLocks noChangeArrowheads="1"/>
            </p:cNvSpPr>
            <p:nvPr/>
          </p:nvSpPr>
          <p:spPr bwMode="auto">
            <a:xfrm>
              <a:off x="2381" y="1706"/>
              <a:ext cx="363" cy="363"/>
            </a:xfrm>
            <a:prstGeom prst="ellipse">
              <a:avLst/>
            </a:prstGeom>
            <a:gradFill rotWithShape="1">
              <a:gsLst>
                <a:gs pos="0">
                  <a:srgbClr val="0099FF"/>
                </a:gs>
                <a:gs pos="100000">
                  <a:srgbClr val="004776"/>
                </a:gs>
              </a:gsLst>
              <a:path path="shape">
                <a:fillToRect l="50000" t="50000" r="50000" b="50000"/>
              </a:path>
            </a:gradFill>
            <a:ln w="38100">
              <a:solidFill>
                <a:srgbClr val="FF99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2349" name="Line 14"/>
            <p:cNvSpPr>
              <a:spLocks noChangeShapeType="1"/>
            </p:cNvSpPr>
            <p:nvPr/>
          </p:nvSpPr>
          <p:spPr bwMode="auto">
            <a:xfrm>
              <a:off x="2562" y="1434"/>
              <a:ext cx="0" cy="953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2350" name="Line 15"/>
            <p:cNvSpPr>
              <a:spLocks noChangeShapeType="1"/>
            </p:cNvSpPr>
            <p:nvPr/>
          </p:nvSpPr>
          <p:spPr bwMode="auto">
            <a:xfrm>
              <a:off x="2569" y="1434"/>
              <a:ext cx="1309" cy="0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2351" name="Line 16"/>
            <p:cNvSpPr>
              <a:spLocks noChangeShapeType="1"/>
            </p:cNvSpPr>
            <p:nvPr/>
          </p:nvSpPr>
          <p:spPr bwMode="auto">
            <a:xfrm>
              <a:off x="3878" y="1434"/>
              <a:ext cx="0" cy="563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2352" name="Line 17"/>
            <p:cNvSpPr>
              <a:spLocks noChangeShapeType="1"/>
            </p:cNvSpPr>
            <p:nvPr/>
          </p:nvSpPr>
          <p:spPr bwMode="auto">
            <a:xfrm>
              <a:off x="3878" y="2069"/>
              <a:ext cx="0" cy="318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2353" name="Line 18"/>
            <p:cNvSpPr>
              <a:spLocks noChangeShapeType="1"/>
            </p:cNvSpPr>
            <p:nvPr/>
          </p:nvSpPr>
          <p:spPr bwMode="auto">
            <a:xfrm>
              <a:off x="2562" y="2387"/>
              <a:ext cx="1316" cy="0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2354" name="Text Box 19"/>
            <p:cNvSpPr txBox="1">
              <a:spLocks noChangeArrowheads="1"/>
            </p:cNvSpPr>
            <p:nvPr/>
          </p:nvSpPr>
          <p:spPr bwMode="auto">
            <a:xfrm>
              <a:off x="2981" y="1479"/>
              <a:ext cx="340" cy="327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5k</a:t>
              </a:r>
            </a:p>
          </p:txBody>
        </p:sp>
        <p:sp>
          <p:nvSpPr>
            <p:cNvPr id="142355" name="Text Box 20"/>
            <p:cNvSpPr txBox="1">
              <a:spLocks noChangeArrowheads="1"/>
            </p:cNvSpPr>
            <p:nvPr/>
          </p:nvSpPr>
          <p:spPr bwMode="auto">
            <a:xfrm>
              <a:off x="2608" y="1479"/>
              <a:ext cx="244" cy="865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+</a:t>
              </a:r>
            </a:p>
            <a:p>
              <a:pPr algn="ctr"/>
              <a:endParaRPr lang="en-US" altLang="zh-CN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endParaRPr>
            </a:p>
            <a:p>
              <a:pPr algn="ctr"/>
              <a:r>
                <a:rPr lang="en-US" altLang="zh-CN" b="0">
                  <a:solidFill>
                    <a:schemeClr val="bg1"/>
                  </a:solidFill>
                  <a:latin typeface="宋体" pitchFamily="2" charset="-122"/>
                  <a:ea typeface="宋体" pitchFamily="2" charset="-122"/>
                </a:rPr>
                <a:t>-</a:t>
              </a:r>
            </a:p>
          </p:txBody>
        </p:sp>
        <p:sp>
          <p:nvSpPr>
            <p:cNvPr id="142356" name="Line 21"/>
            <p:cNvSpPr>
              <a:spLocks noChangeShapeType="1"/>
            </p:cNvSpPr>
            <p:nvPr/>
          </p:nvSpPr>
          <p:spPr bwMode="auto">
            <a:xfrm>
              <a:off x="3787" y="1479"/>
              <a:ext cx="0" cy="363"/>
            </a:xfrm>
            <a:prstGeom prst="line">
              <a:avLst/>
            </a:prstGeom>
            <a:noFill/>
            <a:ln w="28575">
              <a:solidFill>
                <a:srgbClr val="00FFFF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2357" name="Text Box 22"/>
            <p:cNvSpPr txBox="1">
              <a:spLocks noChangeArrowheads="1"/>
            </p:cNvSpPr>
            <p:nvPr/>
          </p:nvSpPr>
          <p:spPr bwMode="auto">
            <a:xfrm>
              <a:off x="3515" y="1570"/>
              <a:ext cx="245" cy="327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i</a:t>
              </a:r>
              <a:r>
                <a:rPr lang="en-US" altLang="zh-CN" b="0" i="1" baseline="-2500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c</a:t>
              </a:r>
              <a:endParaRPr lang="en-US" altLang="zh-CN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142358" name="Text Box 23"/>
            <p:cNvSpPr txBox="1">
              <a:spLocks noChangeArrowheads="1"/>
            </p:cNvSpPr>
            <p:nvPr/>
          </p:nvSpPr>
          <p:spPr bwMode="auto">
            <a:xfrm rot="5400000">
              <a:off x="3757" y="1774"/>
              <a:ext cx="706" cy="327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100</a:t>
              </a:r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  <a:sym typeface="Symbol" pitchFamily="18" charset="2"/>
                </a:rPr>
                <a:t>F</a:t>
              </a:r>
              <a:endParaRPr lang="en-US" altLang="zh-CN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142359" name="Rectangle 24"/>
            <p:cNvSpPr>
              <a:spLocks noChangeArrowheads="1"/>
            </p:cNvSpPr>
            <p:nvPr/>
          </p:nvSpPr>
          <p:spPr bwMode="auto">
            <a:xfrm>
              <a:off x="3016" y="1389"/>
              <a:ext cx="317" cy="136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</a:gradFill>
            <a:ln w="2857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142360" name="Group 25"/>
            <p:cNvGrpSpPr>
              <a:grpSpLocks/>
            </p:cNvGrpSpPr>
            <p:nvPr/>
          </p:nvGrpSpPr>
          <p:grpSpPr bwMode="auto">
            <a:xfrm>
              <a:off x="3742" y="1978"/>
              <a:ext cx="240" cy="90"/>
              <a:chOff x="4604" y="2478"/>
              <a:chExt cx="240" cy="90"/>
            </a:xfrm>
          </p:grpSpPr>
          <p:sp>
            <p:nvSpPr>
              <p:cNvPr id="142361" name="Line 26"/>
              <p:cNvSpPr>
                <a:spLocks noChangeShapeType="1"/>
              </p:cNvSpPr>
              <p:nvPr/>
            </p:nvSpPr>
            <p:spPr bwMode="auto">
              <a:xfrm>
                <a:off x="4604" y="2478"/>
                <a:ext cx="240" cy="0"/>
              </a:xfrm>
              <a:prstGeom prst="line">
                <a:avLst/>
              </a:prstGeom>
              <a:noFill/>
              <a:ln w="57150">
                <a:solidFill>
                  <a:srgbClr val="FF99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2362" name="Line 27"/>
              <p:cNvSpPr>
                <a:spLocks noChangeShapeType="1"/>
              </p:cNvSpPr>
              <p:nvPr/>
            </p:nvSpPr>
            <p:spPr bwMode="auto">
              <a:xfrm>
                <a:off x="4604" y="2568"/>
                <a:ext cx="240" cy="0"/>
              </a:xfrm>
              <a:prstGeom prst="line">
                <a:avLst/>
              </a:prstGeom>
              <a:noFill/>
              <a:ln w="57150">
                <a:solidFill>
                  <a:srgbClr val="FF99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grpSp>
        <p:nvGrpSpPr>
          <p:cNvPr id="142363" name="Group 28"/>
          <p:cNvGrpSpPr>
            <a:grpSpLocks/>
          </p:cNvGrpSpPr>
          <p:nvPr/>
        </p:nvGrpSpPr>
        <p:grpSpPr bwMode="auto">
          <a:xfrm>
            <a:off x="4716463" y="3644900"/>
            <a:ext cx="3224212" cy="1584325"/>
            <a:chOff x="612" y="2568"/>
            <a:chExt cx="2031" cy="998"/>
          </a:xfrm>
        </p:grpSpPr>
        <p:graphicFrame>
          <p:nvGraphicFramePr>
            <p:cNvPr id="142364" name="Object 29"/>
            <p:cNvGraphicFramePr>
              <a:graphicFrameLocks noChangeAspect="1"/>
            </p:cNvGraphicFramePr>
            <p:nvPr/>
          </p:nvGraphicFramePr>
          <p:xfrm>
            <a:off x="930" y="3203"/>
            <a:ext cx="1155" cy="292"/>
          </p:xfrm>
          <a:graphic>
            <a:graphicData uri="http://schemas.openxmlformats.org/presentationml/2006/ole">
              <p:oleObj spid="_x0000_s142364" r:id="rId7" imgW="822600" imgH="196200" progId="Equation.3">
                <p:embed/>
              </p:oleObj>
            </a:graphicData>
          </a:graphic>
        </p:graphicFrame>
        <p:sp>
          <p:nvSpPr>
            <p:cNvPr id="142365" name="Oval 30"/>
            <p:cNvSpPr>
              <a:spLocks noChangeArrowheads="1"/>
            </p:cNvSpPr>
            <p:nvPr/>
          </p:nvSpPr>
          <p:spPr bwMode="auto">
            <a:xfrm>
              <a:off x="748" y="2885"/>
              <a:ext cx="363" cy="363"/>
            </a:xfrm>
            <a:prstGeom prst="ellipse">
              <a:avLst/>
            </a:prstGeom>
            <a:gradFill rotWithShape="1">
              <a:gsLst>
                <a:gs pos="0">
                  <a:srgbClr val="0099FF"/>
                </a:gs>
                <a:gs pos="100000">
                  <a:srgbClr val="004776"/>
                </a:gs>
              </a:gsLst>
              <a:path path="shape">
                <a:fillToRect l="50000" t="50000" r="50000" b="50000"/>
              </a:path>
            </a:gradFill>
            <a:ln w="38100">
              <a:solidFill>
                <a:srgbClr val="FF99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2366" name="Line 31"/>
            <p:cNvSpPr>
              <a:spLocks noChangeShapeType="1"/>
            </p:cNvSpPr>
            <p:nvPr/>
          </p:nvSpPr>
          <p:spPr bwMode="auto">
            <a:xfrm>
              <a:off x="929" y="2613"/>
              <a:ext cx="0" cy="953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2367" name="Line 32"/>
            <p:cNvSpPr>
              <a:spLocks noChangeShapeType="1"/>
            </p:cNvSpPr>
            <p:nvPr/>
          </p:nvSpPr>
          <p:spPr bwMode="auto">
            <a:xfrm>
              <a:off x="936" y="2613"/>
              <a:ext cx="1309" cy="0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2368" name="Line 33"/>
            <p:cNvSpPr>
              <a:spLocks noChangeShapeType="1"/>
            </p:cNvSpPr>
            <p:nvPr/>
          </p:nvSpPr>
          <p:spPr bwMode="auto">
            <a:xfrm>
              <a:off x="2245" y="2613"/>
              <a:ext cx="0" cy="563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2369" name="Line 34"/>
            <p:cNvSpPr>
              <a:spLocks noChangeShapeType="1"/>
            </p:cNvSpPr>
            <p:nvPr/>
          </p:nvSpPr>
          <p:spPr bwMode="auto">
            <a:xfrm>
              <a:off x="2245" y="3248"/>
              <a:ext cx="0" cy="318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2370" name="Line 35"/>
            <p:cNvSpPr>
              <a:spLocks noChangeShapeType="1"/>
            </p:cNvSpPr>
            <p:nvPr/>
          </p:nvSpPr>
          <p:spPr bwMode="auto">
            <a:xfrm>
              <a:off x="929" y="3566"/>
              <a:ext cx="1316" cy="0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2371" name="Text Box 36"/>
            <p:cNvSpPr txBox="1">
              <a:spLocks noChangeArrowheads="1"/>
            </p:cNvSpPr>
            <p:nvPr/>
          </p:nvSpPr>
          <p:spPr bwMode="auto">
            <a:xfrm>
              <a:off x="1348" y="2658"/>
              <a:ext cx="340" cy="327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5k</a:t>
              </a:r>
            </a:p>
          </p:txBody>
        </p:sp>
        <p:sp>
          <p:nvSpPr>
            <p:cNvPr id="142372" name="Text Box 37"/>
            <p:cNvSpPr txBox="1">
              <a:spLocks noChangeArrowheads="1"/>
            </p:cNvSpPr>
            <p:nvPr/>
          </p:nvSpPr>
          <p:spPr bwMode="auto">
            <a:xfrm>
              <a:off x="612" y="2659"/>
              <a:ext cx="244" cy="865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+</a:t>
              </a:r>
            </a:p>
            <a:p>
              <a:pPr algn="ctr"/>
              <a:endParaRPr lang="en-US" altLang="zh-CN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endParaRPr>
            </a:p>
            <a:p>
              <a:pPr algn="ctr"/>
              <a:r>
                <a:rPr lang="en-US" altLang="zh-CN" b="0">
                  <a:solidFill>
                    <a:schemeClr val="bg1"/>
                  </a:solidFill>
                  <a:latin typeface="宋体" pitchFamily="2" charset="-122"/>
                  <a:ea typeface="宋体" pitchFamily="2" charset="-122"/>
                </a:rPr>
                <a:t>-</a:t>
              </a:r>
            </a:p>
          </p:txBody>
        </p:sp>
        <p:sp>
          <p:nvSpPr>
            <p:cNvPr id="142373" name="Line 38"/>
            <p:cNvSpPr>
              <a:spLocks noChangeShapeType="1"/>
            </p:cNvSpPr>
            <p:nvPr/>
          </p:nvSpPr>
          <p:spPr bwMode="auto">
            <a:xfrm>
              <a:off x="2154" y="2658"/>
              <a:ext cx="0" cy="363"/>
            </a:xfrm>
            <a:prstGeom prst="line">
              <a:avLst/>
            </a:prstGeom>
            <a:noFill/>
            <a:ln w="28575">
              <a:solidFill>
                <a:srgbClr val="00FFFF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2374" name="Text Box 39"/>
            <p:cNvSpPr txBox="1">
              <a:spLocks noChangeArrowheads="1"/>
            </p:cNvSpPr>
            <p:nvPr/>
          </p:nvSpPr>
          <p:spPr bwMode="auto">
            <a:xfrm>
              <a:off x="1882" y="2749"/>
              <a:ext cx="245" cy="327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i</a:t>
              </a:r>
              <a:r>
                <a:rPr lang="en-US" altLang="zh-CN" b="0" i="1" baseline="-2500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c</a:t>
              </a:r>
              <a:endParaRPr lang="en-US" altLang="zh-CN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142375" name="Text Box 40"/>
            <p:cNvSpPr txBox="1">
              <a:spLocks noChangeArrowheads="1"/>
            </p:cNvSpPr>
            <p:nvPr/>
          </p:nvSpPr>
          <p:spPr bwMode="auto">
            <a:xfrm rot="5400000">
              <a:off x="2124" y="2953"/>
              <a:ext cx="706" cy="327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100</a:t>
              </a:r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  <a:sym typeface="Symbol" pitchFamily="18" charset="2"/>
                </a:rPr>
                <a:t>F</a:t>
              </a:r>
              <a:endParaRPr lang="en-US" altLang="zh-CN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142376" name="Rectangle 41"/>
            <p:cNvSpPr>
              <a:spLocks noChangeArrowheads="1"/>
            </p:cNvSpPr>
            <p:nvPr/>
          </p:nvSpPr>
          <p:spPr bwMode="auto">
            <a:xfrm>
              <a:off x="1383" y="2568"/>
              <a:ext cx="317" cy="136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</a:gradFill>
            <a:ln w="2857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142377" name="Group 42"/>
            <p:cNvGrpSpPr>
              <a:grpSpLocks/>
            </p:cNvGrpSpPr>
            <p:nvPr/>
          </p:nvGrpSpPr>
          <p:grpSpPr bwMode="auto">
            <a:xfrm>
              <a:off x="2109" y="3157"/>
              <a:ext cx="240" cy="90"/>
              <a:chOff x="4604" y="2478"/>
              <a:chExt cx="240" cy="90"/>
            </a:xfrm>
          </p:grpSpPr>
          <p:sp>
            <p:nvSpPr>
              <p:cNvPr id="142378" name="Line 43"/>
              <p:cNvSpPr>
                <a:spLocks noChangeShapeType="1"/>
              </p:cNvSpPr>
              <p:nvPr/>
            </p:nvSpPr>
            <p:spPr bwMode="auto">
              <a:xfrm>
                <a:off x="4604" y="2478"/>
                <a:ext cx="240" cy="0"/>
              </a:xfrm>
              <a:prstGeom prst="line">
                <a:avLst/>
              </a:prstGeom>
              <a:noFill/>
              <a:ln w="57150">
                <a:solidFill>
                  <a:srgbClr val="FF99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2379" name="Line 44"/>
              <p:cNvSpPr>
                <a:spLocks noChangeShapeType="1"/>
              </p:cNvSpPr>
              <p:nvPr/>
            </p:nvSpPr>
            <p:spPr bwMode="auto">
              <a:xfrm>
                <a:off x="4604" y="2568"/>
                <a:ext cx="240" cy="0"/>
              </a:xfrm>
              <a:prstGeom prst="line">
                <a:avLst/>
              </a:prstGeom>
              <a:noFill/>
              <a:ln w="57150">
                <a:solidFill>
                  <a:srgbClr val="FF99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grpSp>
        <p:nvGrpSpPr>
          <p:cNvPr id="142380" name="Group 45"/>
          <p:cNvGrpSpPr>
            <a:grpSpLocks/>
          </p:cNvGrpSpPr>
          <p:nvPr/>
        </p:nvGrpSpPr>
        <p:grpSpPr bwMode="auto">
          <a:xfrm>
            <a:off x="6588125" y="6446838"/>
            <a:ext cx="792163" cy="366712"/>
            <a:chOff x="4649" y="4020"/>
            <a:chExt cx="499" cy="231"/>
          </a:xfrm>
        </p:grpSpPr>
        <p:pic>
          <p:nvPicPr>
            <p:cNvPr id="142381" name="Picture 46" descr="78900"/>
            <p:cNvPicPr>
              <a:picLocks noChangeAspect="1" noChangeArrowheads="1"/>
            </p:cNvPicPr>
            <p:nvPr/>
          </p:nvPicPr>
          <p:blipFill>
            <a:blip r:embed="rId5"/>
            <a:srcRect/>
            <a:stretch>
              <a:fillRect/>
            </a:stretch>
          </p:blipFill>
          <p:spPr bwMode="auto"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42382" name="Text Box 47">
              <a:hlinkClick r:id="rId8" action="ppaction://hlinksldjump"/>
            </p:cNvPr>
            <p:cNvSpPr txBox="1">
              <a:spLocks noChangeArrowheads="1"/>
            </p:cNvSpPr>
            <p:nvPr/>
          </p:nvSpPr>
          <p:spPr bwMode="auto"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0">
                  <a:solidFill>
                    <a:schemeClr val="bg1"/>
                  </a:solidFill>
                  <a:latin typeface="隶书" pitchFamily="49" charset="-122"/>
                  <a:ea typeface="隶书" pitchFamily="49" charset="-122"/>
                </a:rPr>
                <a:t>返 回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2263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2263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000"/>
                                        <p:tgtEl>
                                          <p:spTgt spid="2263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6306" grpId="0"/>
    </p:bldLst>
  </p:timing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27330" name="Object 2"/>
          <p:cNvGraphicFramePr>
            <a:graphicFrameLocks noChangeAspect="1"/>
          </p:cNvGraphicFramePr>
          <p:nvPr/>
        </p:nvGraphicFramePr>
        <p:xfrm>
          <a:off x="1258888" y="1484313"/>
          <a:ext cx="5257800" cy="630237"/>
        </p:xfrm>
        <a:graphic>
          <a:graphicData uri="http://schemas.openxmlformats.org/presentationml/2006/ole">
            <p:oleObj spid="_x0000_s143361" r:id="rId3" imgW="1911960" imgH="219240" progId="Equation.3">
              <p:embed/>
            </p:oleObj>
          </a:graphicData>
        </a:graphic>
      </p:graphicFrame>
      <p:graphicFrame>
        <p:nvGraphicFramePr>
          <p:cNvPr id="227331" name="Object 3"/>
          <p:cNvGraphicFramePr>
            <a:graphicFrameLocks noChangeAspect="1"/>
          </p:cNvGraphicFramePr>
          <p:nvPr/>
        </p:nvGraphicFramePr>
        <p:xfrm>
          <a:off x="1258888" y="2349500"/>
          <a:ext cx="5329237" cy="479425"/>
        </p:xfrm>
        <a:graphic>
          <a:graphicData uri="http://schemas.openxmlformats.org/presentationml/2006/ole">
            <p:oleObj spid="_x0000_s143362" r:id="rId4" imgW="2305800" imgH="196200" progId="Equation.3">
              <p:embed/>
            </p:oleObj>
          </a:graphicData>
        </a:graphic>
      </p:graphicFrame>
      <p:graphicFrame>
        <p:nvGraphicFramePr>
          <p:cNvPr id="227332" name="Object 4"/>
          <p:cNvGraphicFramePr>
            <a:graphicFrameLocks noChangeAspect="1"/>
          </p:cNvGraphicFramePr>
          <p:nvPr/>
        </p:nvGraphicFramePr>
        <p:xfrm>
          <a:off x="1258888" y="2997200"/>
          <a:ext cx="1439862" cy="671513"/>
        </p:xfrm>
        <a:graphic>
          <a:graphicData uri="http://schemas.openxmlformats.org/presentationml/2006/ole">
            <p:oleObj spid="_x0000_s143363" r:id="rId5" imgW="486720" imgH="219240" progId="Equation.3">
              <p:embed/>
            </p:oleObj>
          </a:graphicData>
        </a:graphic>
      </p:graphicFrame>
      <p:graphicFrame>
        <p:nvGraphicFramePr>
          <p:cNvPr id="227333" name="Object 5"/>
          <p:cNvGraphicFramePr>
            <a:graphicFrameLocks noChangeAspect="1"/>
          </p:cNvGraphicFramePr>
          <p:nvPr/>
        </p:nvGraphicFramePr>
        <p:xfrm>
          <a:off x="1260475" y="4437063"/>
          <a:ext cx="6840538" cy="1343025"/>
        </p:xfrm>
        <a:graphic>
          <a:graphicData uri="http://schemas.openxmlformats.org/presentationml/2006/ole">
            <p:oleObj spid="_x0000_s143364" r:id="rId6" imgW="2155320" imgH="461160" progId="Equation.3">
              <p:embed/>
            </p:oleObj>
          </a:graphicData>
        </a:graphic>
      </p:graphicFrame>
      <p:grpSp>
        <p:nvGrpSpPr>
          <p:cNvPr id="143365" name="Group 6"/>
          <p:cNvGrpSpPr>
            <a:grpSpLocks/>
          </p:cNvGrpSpPr>
          <p:nvPr/>
        </p:nvGrpSpPr>
        <p:grpSpPr bwMode="auto"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143366" name="Picture 7" descr="78900"/>
            <p:cNvPicPr>
              <a:picLocks noChangeAspect="1" noChangeArrowheads="1"/>
            </p:cNvPicPr>
            <p:nvPr/>
          </p:nvPicPr>
          <p:blipFill>
            <a:blip r:embed="rId7"/>
            <a:srcRect/>
            <a:stretch>
              <a:fillRect/>
            </a:stretch>
          </p:blipFill>
          <p:spPr bwMode="auto"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43367" name="Text Box 8">
              <a:hlinkClick r:id="" action="ppaction://hlinkshowjump?jump=nextslide"/>
            </p:cNvPr>
            <p:cNvSpPr txBox="1">
              <a:spLocks noChangeArrowheads="1"/>
            </p:cNvSpPr>
            <p:nvPr/>
          </p:nvSpPr>
          <p:spPr bwMode="auto"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0">
                  <a:solidFill>
                    <a:schemeClr val="bg1"/>
                  </a:solidFill>
                  <a:latin typeface="隶书" pitchFamily="49" charset="-122"/>
                  <a:ea typeface="隶书" pitchFamily="49" charset="-122"/>
                </a:rPr>
                <a:t>下 页</a:t>
              </a:r>
            </a:p>
          </p:txBody>
        </p:sp>
      </p:grpSp>
      <p:grpSp>
        <p:nvGrpSpPr>
          <p:cNvPr id="143368" name="Group 9"/>
          <p:cNvGrpSpPr>
            <a:grpSpLocks/>
          </p:cNvGrpSpPr>
          <p:nvPr/>
        </p:nvGrpSpPr>
        <p:grpSpPr bwMode="auto">
          <a:xfrm>
            <a:off x="7453313" y="6446838"/>
            <a:ext cx="792162" cy="366712"/>
            <a:chOff x="4649" y="4020"/>
            <a:chExt cx="499" cy="231"/>
          </a:xfrm>
        </p:grpSpPr>
        <p:pic>
          <p:nvPicPr>
            <p:cNvPr id="143369" name="Picture 10" descr="78900"/>
            <p:cNvPicPr>
              <a:picLocks noChangeAspect="1" noChangeArrowheads="1"/>
            </p:cNvPicPr>
            <p:nvPr/>
          </p:nvPicPr>
          <p:blipFill>
            <a:blip r:embed="rId7"/>
            <a:srcRect/>
            <a:stretch>
              <a:fillRect/>
            </a:stretch>
          </p:blipFill>
          <p:spPr bwMode="auto"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43370" name="Text Box 11">
              <a:hlinkClick r:id="" action="ppaction://hlinkshowjump?jump=previousslide"/>
            </p:cNvPr>
            <p:cNvSpPr txBox="1">
              <a:spLocks noChangeArrowheads="1"/>
            </p:cNvSpPr>
            <p:nvPr/>
          </p:nvSpPr>
          <p:spPr bwMode="auto"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0">
                  <a:solidFill>
                    <a:schemeClr val="bg1"/>
                  </a:solidFill>
                  <a:latin typeface="隶书" pitchFamily="49" charset="-122"/>
                  <a:ea typeface="隶书" pitchFamily="49" charset="-122"/>
                </a:rPr>
                <a:t>上 页</a:t>
              </a:r>
            </a:p>
          </p:txBody>
        </p:sp>
      </p:grpSp>
      <p:graphicFrame>
        <p:nvGraphicFramePr>
          <p:cNvPr id="227340" name="Object 12"/>
          <p:cNvGraphicFramePr>
            <a:graphicFrameLocks noChangeAspect="1"/>
          </p:cNvGraphicFramePr>
          <p:nvPr/>
        </p:nvGraphicFramePr>
        <p:xfrm>
          <a:off x="1258888" y="3860800"/>
          <a:ext cx="4795837" cy="479425"/>
        </p:xfrm>
        <a:graphic>
          <a:graphicData uri="http://schemas.openxmlformats.org/presentationml/2006/ole">
            <p:oleObj spid="_x0000_s143371" r:id="rId8" imgW="2074320" imgH="196200" progId="Equation.3">
              <p:embed/>
            </p:oleObj>
          </a:graphicData>
        </a:graphic>
      </p:graphicFrame>
      <p:sp>
        <p:nvSpPr>
          <p:cNvPr id="227341" name="Text Box 13"/>
          <p:cNvSpPr txBox="1">
            <a:spLocks noChangeArrowheads="1"/>
          </p:cNvSpPr>
          <p:nvPr/>
        </p:nvSpPr>
        <p:spPr bwMode="auto">
          <a:xfrm>
            <a:off x="895350" y="692150"/>
            <a:ext cx="2327275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lang="zh-CN" altLang="en-US">
                <a:latin typeface="Times New Roman" pitchFamily="18" charset="0"/>
              </a:rPr>
              <a:t>分段表示为：</a:t>
            </a:r>
          </a:p>
        </p:txBody>
      </p:sp>
      <p:grpSp>
        <p:nvGrpSpPr>
          <p:cNvPr id="143373" name="Group 14"/>
          <p:cNvGrpSpPr>
            <a:grpSpLocks/>
          </p:cNvGrpSpPr>
          <p:nvPr/>
        </p:nvGrpSpPr>
        <p:grpSpPr bwMode="auto">
          <a:xfrm>
            <a:off x="6588125" y="6446838"/>
            <a:ext cx="792163" cy="366712"/>
            <a:chOff x="4649" y="4020"/>
            <a:chExt cx="499" cy="231"/>
          </a:xfrm>
        </p:grpSpPr>
        <p:pic>
          <p:nvPicPr>
            <p:cNvPr id="143374" name="Picture 15" descr="78900"/>
            <p:cNvPicPr>
              <a:picLocks noChangeAspect="1" noChangeArrowheads="1"/>
            </p:cNvPicPr>
            <p:nvPr/>
          </p:nvPicPr>
          <p:blipFill>
            <a:blip r:embed="rId7"/>
            <a:srcRect/>
            <a:stretch>
              <a:fillRect/>
            </a:stretch>
          </p:blipFill>
          <p:spPr bwMode="auto"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43375" name="Text Box 16">
              <a:hlinkClick r:id="rId9" action="ppaction://hlinksldjump"/>
            </p:cNvPr>
            <p:cNvSpPr txBox="1">
              <a:spLocks noChangeArrowheads="1"/>
            </p:cNvSpPr>
            <p:nvPr/>
          </p:nvSpPr>
          <p:spPr bwMode="auto"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0">
                  <a:solidFill>
                    <a:schemeClr val="bg1"/>
                  </a:solidFill>
                  <a:latin typeface="隶书" pitchFamily="49" charset="-122"/>
                  <a:ea typeface="隶书" pitchFamily="49" charset="-122"/>
                </a:rPr>
                <a:t>返 回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3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273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273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2000"/>
                                        <p:tgtEl>
                                          <p:spTgt spid="2273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2000"/>
                                        <p:tgtEl>
                                          <p:spTgt spid="2273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2000"/>
                                        <p:tgtEl>
                                          <p:spTgt spid="2273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2000"/>
                                        <p:tgtEl>
                                          <p:spTgt spid="2273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2000"/>
                                        <p:tgtEl>
                                          <p:spTgt spid="2273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7341" grpId="0" build="p"/>
    </p:bldLst>
  </p:timing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378" name="Text Box 2"/>
          <p:cNvSpPr txBox="1">
            <a:spLocks noChangeArrowheads="1"/>
          </p:cNvSpPr>
          <p:nvPr/>
        </p:nvSpPr>
        <p:spPr bwMode="auto">
          <a:xfrm>
            <a:off x="468313" y="2276475"/>
            <a:ext cx="2327275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lang="zh-CN" altLang="en-US">
                <a:latin typeface="Times New Roman" pitchFamily="18" charset="0"/>
              </a:rPr>
              <a:t>分段表示为：</a:t>
            </a:r>
          </a:p>
        </p:txBody>
      </p:sp>
      <p:graphicFrame>
        <p:nvGraphicFramePr>
          <p:cNvPr id="229379" name="Object 3"/>
          <p:cNvGraphicFramePr>
            <a:graphicFrameLocks noChangeAspect="1"/>
          </p:cNvGraphicFramePr>
          <p:nvPr/>
        </p:nvGraphicFramePr>
        <p:xfrm>
          <a:off x="2700338" y="1916113"/>
          <a:ext cx="5816600" cy="1201737"/>
        </p:xfrm>
        <a:graphic>
          <a:graphicData uri="http://schemas.openxmlformats.org/presentationml/2006/ole">
            <p:oleObj spid="_x0000_s144386" r:id="rId3" imgW="2421720" imgH="507600" progId="Equation.3">
              <p:embed/>
            </p:oleObj>
          </a:graphicData>
        </a:graphic>
      </p:graphicFrame>
      <p:grpSp>
        <p:nvGrpSpPr>
          <p:cNvPr id="229380" name="Group 4"/>
          <p:cNvGrpSpPr>
            <a:grpSpLocks/>
          </p:cNvGrpSpPr>
          <p:nvPr/>
        </p:nvGrpSpPr>
        <p:grpSpPr bwMode="auto">
          <a:xfrm>
            <a:off x="1331913" y="3284538"/>
            <a:ext cx="5915025" cy="2822575"/>
            <a:chOff x="839" y="2069"/>
            <a:chExt cx="3726" cy="1778"/>
          </a:xfrm>
        </p:grpSpPr>
        <p:sp>
          <p:nvSpPr>
            <p:cNvPr id="144388" name="Line 5"/>
            <p:cNvSpPr>
              <a:spLocks noChangeShapeType="1"/>
            </p:cNvSpPr>
            <p:nvPr/>
          </p:nvSpPr>
          <p:spPr bwMode="auto">
            <a:xfrm>
              <a:off x="2154" y="3158"/>
              <a:ext cx="1996" cy="0"/>
            </a:xfrm>
            <a:prstGeom prst="line">
              <a:avLst/>
            </a:prstGeom>
            <a:noFill/>
            <a:ln w="28575">
              <a:solidFill>
                <a:srgbClr val="FFFF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4389" name="Line 6"/>
            <p:cNvSpPr>
              <a:spLocks noChangeShapeType="1"/>
            </p:cNvSpPr>
            <p:nvPr/>
          </p:nvSpPr>
          <p:spPr bwMode="auto">
            <a:xfrm flipV="1">
              <a:off x="2290" y="2250"/>
              <a:ext cx="0" cy="1588"/>
            </a:xfrm>
            <a:prstGeom prst="line">
              <a:avLst/>
            </a:prstGeom>
            <a:noFill/>
            <a:ln w="28575">
              <a:solidFill>
                <a:srgbClr val="FFFF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4390" name="Freeform 7"/>
            <p:cNvSpPr>
              <a:spLocks noChangeArrowheads="1"/>
            </p:cNvSpPr>
            <p:nvPr/>
          </p:nvSpPr>
          <p:spPr bwMode="auto">
            <a:xfrm>
              <a:off x="2290" y="2341"/>
              <a:ext cx="726" cy="45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44" y="192"/>
                </a:cxn>
                <a:cxn ang="0">
                  <a:pos x="384" y="336"/>
                </a:cxn>
                <a:cxn ang="0">
                  <a:pos x="912" y="432"/>
                </a:cxn>
                <a:cxn ang="0">
                  <a:pos x="1200" y="442"/>
                </a:cxn>
              </a:cxnLst>
              <a:rect l="0" t="0" r="r" b="b"/>
              <a:pathLst>
                <a:path w="1200" h="450">
                  <a:moveTo>
                    <a:pt x="0" y="0"/>
                  </a:moveTo>
                  <a:cubicBezTo>
                    <a:pt x="40" y="68"/>
                    <a:pt x="80" y="136"/>
                    <a:pt x="144" y="192"/>
                  </a:cubicBezTo>
                  <a:cubicBezTo>
                    <a:pt x="208" y="248"/>
                    <a:pt x="256" y="296"/>
                    <a:pt x="384" y="336"/>
                  </a:cubicBezTo>
                  <a:cubicBezTo>
                    <a:pt x="512" y="376"/>
                    <a:pt x="776" y="414"/>
                    <a:pt x="912" y="432"/>
                  </a:cubicBezTo>
                  <a:cubicBezTo>
                    <a:pt x="1048" y="450"/>
                    <a:pt x="1140" y="440"/>
                    <a:pt x="1200" y="442"/>
                  </a:cubicBezTo>
                </a:path>
              </a:pathLst>
            </a:custGeom>
            <a:noFill/>
            <a:ln w="28575">
              <a:solidFill>
                <a:srgbClr val="FF33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4391" name="Text Box 8"/>
            <p:cNvSpPr txBox="1">
              <a:spLocks noChangeArrowheads="1"/>
            </p:cNvSpPr>
            <p:nvPr/>
          </p:nvSpPr>
          <p:spPr bwMode="auto">
            <a:xfrm>
              <a:off x="4150" y="2976"/>
              <a:ext cx="415" cy="32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t</a:t>
              </a:r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(s)</a:t>
              </a:r>
            </a:p>
          </p:txBody>
        </p:sp>
        <p:sp>
          <p:nvSpPr>
            <p:cNvPr id="144392" name="Text Box 9"/>
            <p:cNvSpPr txBox="1">
              <a:spLocks noChangeArrowheads="1"/>
            </p:cNvSpPr>
            <p:nvPr/>
          </p:nvSpPr>
          <p:spPr bwMode="auto">
            <a:xfrm>
              <a:off x="2335" y="2069"/>
              <a:ext cx="828" cy="32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pPr algn="ctr"/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i</a:t>
              </a:r>
              <a:r>
                <a:rPr lang="en-US" altLang="zh-CN" b="0" i="1" baseline="-2500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C</a:t>
              </a:r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(mA)</a:t>
              </a:r>
            </a:p>
          </p:txBody>
        </p:sp>
        <p:sp>
          <p:nvSpPr>
            <p:cNvPr id="144393" name="Text Box 10"/>
            <p:cNvSpPr txBox="1">
              <a:spLocks noChangeArrowheads="1"/>
            </p:cNvSpPr>
            <p:nvPr/>
          </p:nvSpPr>
          <p:spPr bwMode="auto">
            <a:xfrm>
              <a:off x="2063" y="3112"/>
              <a:ext cx="228" cy="32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0</a:t>
              </a:r>
            </a:p>
          </p:txBody>
        </p:sp>
        <p:sp>
          <p:nvSpPr>
            <p:cNvPr id="144394" name="Text Box 11"/>
            <p:cNvSpPr txBox="1">
              <a:spLocks noChangeArrowheads="1"/>
            </p:cNvSpPr>
            <p:nvPr/>
          </p:nvSpPr>
          <p:spPr bwMode="auto">
            <a:xfrm>
              <a:off x="2017" y="2193"/>
              <a:ext cx="228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1</a:t>
              </a:r>
            </a:p>
          </p:txBody>
        </p:sp>
        <p:sp>
          <p:nvSpPr>
            <p:cNvPr id="144395" name="Line 12"/>
            <p:cNvSpPr>
              <a:spLocks noChangeShapeType="1"/>
            </p:cNvSpPr>
            <p:nvPr/>
          </p:nvSpPr>
          <p:spPr bwMode="auto">
            <a:xfrm flipV="1">
              <a:off x="2259" y="2348"/>
              <a:ext cx="56" cy="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4396" name="Line 13"/>
            <p:cNvSpPr>
              <a:spLocks noChangeShapeType="1"/>
            </p:cNvSpPr>
            <p:nvPr/>
          </p:nvSpPr>
          <p:spPr bwMode="auto">
            <a:xfrm flipH="1" flipV="1">
              <a:off x="2290" y="2795"/>
              <a:ext cx="726" cy="0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prstDash val="dash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4397" name="Line 14"/>
            <p:cNvSpPr>
              <a:spLocks noChangeShapeType="1"/>
            </p:cNvSpPr>
            <p:nvPr/>
          </p:nvSpPr>
          <p:spPr bwMode="auto">
            <a:xfrm>
              <a:off x="3016" y="2795"/>
              <a:ext cx="0" cy="998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4398" name="Freeform 15"/>
            <p:cNvSpPr>
              <a:spLocks noChangeArrowheads="1"/>
            </p:cNvSpPr>
            <p:nvPr/>
          </p:nvSpPr>
          <p:spPr bwMode="auto">
            <a:xfrm flipV="1">
              <a:off x="3016" y="3203"/>
              <a:ext cx="952" cy="57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44" y="192"/>
                </a:cxn>
                <a:cxn ang="0">
                  <a:pos x="384" y="336"/>
                </a:cxn>
                <a:cxn ang="0">
                  <a:pos x="912" y="432"/>
                </a:cxn>
                <a:cxn ang="0">
                  <a:pos x="1200" y="442"/>
                </a:cxn>
              </a:cxnLst>
              <a:rect l="0" t="0" r="r" b="b"/>
              <a:pathLst>
                <a:path w="1200" h="450">
                  <a:moveTo>
                    <a:pt x="0" y="0"/>
                  </a:moveTo>
                  <a:cubicBezTo>
                    <a:pt x="40" y="68"/>
                    <a:pt x="80" y="136"/>
                    <a:pt x="144" y="192"/>
                  </a:cubicBezTo>
                  <a:cubicBezTo>
                    <a:pt x="208" y="248"/>
                    <a:pt x="256" y="296"/>
                    <a:pt x="384" y="336"/>
                  </a:cubicBezTo>
                  <a:cubicBezTo>
                    <a:pt x="512" y="376"/>
                    <a:pt x="776" y="414"/>
                    <a:pt x="912" y="432"/>
                  </a:cubicBezTo>
                  <a:cubicBezTo>
                    <a:pt x="1048" y="450"/>
                    <a:pt x="1140" y="440"/>
                    <a:pt x="1200" y="442"/>
                  </a:cubicBezTo>
                </a:path>
              </a:pathLst>
            </a:custGeom>
            <a:noFill/>
            <a:ln w="28575">
              <a:solidFill>
                <a:srgbClr val="FF33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4399" name="Line 16"/>
            <p:cNvSpPr>
              <a:spLocks noChangeShapeType="1"/>
            </p:cNvSpPr>
            <p:nvPr/>
          </p:nvSpPr>
          <p:spPr bwMode="auto">
            <a:xfrm flipH="1" flipV="1">
              <a:off x="2290" y="3747"/>
              <a:ext cx="726" cy="0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prstDash val="dash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4400" name="Text Box 17"/>
            <p:cNvSpPr txBox="1">
              <a:spLocks noChangeArrowheads="1"/>
            </p:cNvSpPr>
            <p:nvPr/>
          </p:nvSpPr>
          <p:spPr bwMode="auto">
            <a:xfrm>
              <a:off x="1564" y="3520"/>
              <a:ext cx="695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-0.632</a:t>
              </a:r>
            </a:p>
          </p:txBody>
        </p:sp>
        <p:sp>
          <p:nvSpPr>
            <p:cNvPr id="144401" name="Text Box 18"/>
            <p:cNvSpPr txBox="1">
              <a:spLocks noChangeArrowheads="1"/>
            </p:cNvSpPr>
            <p:nvPr/>
          </p:nvSpPr>
          <p:spPr bwMode="auto">
            <a:xfrm>
              <a:off x="2653" y="3112"/>
              <a:ext cx="396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0.5</a:t>
              </a:r>
            </a:p>
          </p:txBody>
        </p:sp>
        <p:sp>
          <p:nvSpPr>
            <p:cNvPr id="144402" name="Text Box 19"/>
            <p:cNvSpPr txBox="1">
              <a:spLocks noChangeArrowheads="1"/>
            </p:cNvSpPr>
            <p:nvPr/>
          </p:nvSpPr>
          <p:spPr bwMode="auto">
            <a:xfrm>
              <a:off x="839" y="2749"/>
              <a:ext cx="816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r>
                <a:rPr lang="zh-CN" altLang="en-US">
                  <a:latin typeface="Times New Roman" pitchFamily="18" charset="0"/>
                </a:rPr>
                <a:t>波形</a:t>
              </a:r>
            </a:p>
          </p:txBody>
        </p:sp>
        <p:sp>
          <p:nvSpPr>
            <p:cNvPr id="144403" name="Text Box 20"/>
            <p:cNvSpPr txBox="1">
              <a:spLocks noChangeArrowheads="1"/>
            </p:cNvSpPr>
            <p:nvPr/>
          </p:nvSpPr>
          <p:spPr bwMode="auto">
            <a:xfrm>
              <a:off x="1610" y="2659"/>
              <a:ext cx="620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0.368</a:t>
              </a:r>
            </a:p>
          </p:txBody>
        </p:sp>
      </p:grpSp>
      <p:grpSp>
        <p:nvGrpSpPr>
          <p:cNvPr id="144404" name="Group 21"/>
          <p:cNvGrpSpPr>
            <a:grpSpLocks/>
          </p:cNvGrpSpPr>
          <p:nvPr/>
        </p:nvGrpSpPr>
        <p:grpSpPr bwMode="auto"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144405" name="Picture 22" descr="78900"/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44406" name="Text Box 23">
              <a:hlinkClick r:id="" action="ppaction://hlinkshowjump?jump=nextslide"/>
            </p:cNvPr>
            <p:cNvSpPr txBox="1">
              <a:spLocks noChangeArrowheads="1"/>
            </p:cNvSpPr>
            <p:nvPr/>
          </p:nvSpPr>
          <p:spPr bwMode="auto"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0">
                  <a:solidFill>
                    <a:schemeClr val="bg1"/>
                  </a:solidFill>
                  <a:latin typeface="隶书" pitchFamily="49" charset="-122"/>
                  <a:ea typeface="隶书" pitchFamily="49" charset="-122"/>
                </a:rPr>
                <a:t>下 页</a:t>
              </a:r>
            </a:p>
          </p:txBody>
        </p:sp>
      </p:grpSp>
      <p:grpSp>
        <p:nvGrpSpPr>
          <p:cNvPr id="144407" name="Group 24"/>
          <p:cNvGrpSpPr>
            <a:grpSpLocks/>
          </p:cNvGrpSpPr>
          <p:nvPr/>
        </p:nvGrpSpPr>
        <p:grpSpPr bwMode="auto">
          <a:xfrm>
            <a:off x="7453313" y="6446838"/>
            <a:ext cx="792162" cy="366712"/>
            <a:chOff x="4649" y="4020"/>
            <a:chExt cx="499" cy="231"/>
          </a:xfrm>
        </p:grpSpPr>
        <p:pic>
          <p:nvPicPr>
            <p:cNvPr id="144408" name="Picture 25" descr="78900"/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44409" name="Text Box 26">
              <a:hlinkClick r:id="" action="ppaction://hlinkshowjump?jump=previousslide"/>
            </p:cNvPr>
            <p:cNvSpPr txBox="1">
              <a:spLocks noChangeArrowheads="1"/>
            </p:cNvSpPr>
            <p:nvPr/>
          </p:nvSpPr>
          <p:spPr bwMode="auto"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0">
                  <a:solidFill>
                    <a:schemeClr val="bg1"/>
                  </a:solidFill>
                  <a:latin typeface="隶书" pitchFamily="49" charset="-122"/>
                  <a:ea typeface="隶书" pitchFamily="49" charset="-122"/>
                </a:rPr>
                <a:t>上 页</a:t>
              </a:r>
            </a:p>
          </p:txBody>
        </p:sp>
      </p:grpSp>
      <p:graphicFrame>
        <p:nvGraphicFramePr>
          <p:cNvPr id="229403" name="Object 27"/>
          <p:cNvGraphicFramePr>
            <a:graphicFrameLocks noChangeAspect="1"/>
          </p:cNvGraphicFramePr>
          <p:nvPr/>
        </p:nvGraphicFramePr>
        <p:xfrm>
          <a:off x="1547813" y="549275"/>
          <a:ext cx="5256212" cy="1282700"/>
        </p:xfrm>
        <a:graphic>
          <a:graphicData uri="http://schemas.openxmlformats.org/presentationml/2006/ole">
            <p:oleObj spid="_x0000_s144410" r:id="rId5" imgW="1819080" imgH="484560" progId="Equation.3">
              <p:embed/>
            </p:oleObj>
          </a:graphicData>
        </a:graphic>
      </p:graphicFrame>
      <p:grpSp>
        <p:nvGrpSpPr>
          <p:cNvPr id="144411" name="Group 28"/>
          <p:cNvGrpSpPr>
            <a:grpSpLocks/>
          </p:cNvGrpSpPr>
          <p:nvPr/>
        </p:nvGrpSpPr>
        <p:grpSpPr bwMode="auto">
          <a:xfrm>
            <a:off x="6588125" y="6446838"/>
            <a:ext cx="792163" cy="366712"/>
            <a:chOff x="4649" y="4020"/>
            <a:chExt cx="499" cy="231"/>
          </a:xfrm>
        </p:grpSpPr>
        <p:pic>
          <p:nvPicPr>
            <p:cNvPr id="144412" name="Picture 29" descr="78900"/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44413" name="Text Box 30">
              <a:hlinkClick r:id="rId6" action="ppaction://hlinksldjump"/>
            </p:cNvPr>
            <p:cNvSpPr txBox="1">
              <a:spLocks noChangeArrowheads="1"/>
            </p:cNvSpPr>
            <p:nvPr/>
          </p:nvSpPr>
          <p:spPr bwMode="auto"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0">
                  <a:solidFill>
                    <a:schemeClr val="bg1"/>
                  </a:solidFill>
                  <a:latin typeface="隶书" pitchFamily="49" charset="-122"/>
                  <a:ea typeface="隶书" pitchFamily="49" charset="-122"/>
                </a:rPr>
                <a:t>返 回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2294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3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293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293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2000"/>
                                        <p:tgtEl>
                                          <p:spTgt spid="2293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293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9378" grpId="0" build="p"/>
    </p:bldLst>
  </p:timing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987" name="Text Box 11"/>
          <p:cNvSpPr txBox="1">
            <a:spLocks noChangeArrowheads="1"/>
          </p:cNvSpPr>
          <p:nvPr/>
        </p:nvSpPr>
        <p:spPr bwMode="auto">
          <a:xfrm>
            <a:off x="611188" y="476250"/>
            <a:ext cx="4537075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altLang="zh-CN" sz="3200">
                <a:solidFill>
                  <a:schemeClr val="bg1"/>
                </a:solidFill>
                <a:latin typeface="楷体_GB2312" pitchFamily="49" charset="-122"/>
              </a:rPr>
              <a:t>2. </a:t>
            </a:r>
            <a:r>
              <a:rPr lang="zh-CN" altLang="en-US" sz="3200">
                <a:solidFill>
                  <a:schemeClr val="bg1"/>
                </a:solidFill>
                <a:latin typeface="楷体_GB2312" pitchFamily="49" charset="-122"/>
              </a:rPr>
              <a:t>二阶电路的阶跃响应</a:t>
            </a:r>
          </a:p>
        </p:txBody>
      </p:sp>
      <p:grpSp>
        <p:nvGrpSpPr>
          <p:cNvPr id="145410" name="Group 15"/>
          <p:cNvGrpSpPr>
            <a:grpSpLocks/>
          </p:cNvGrpSpPr>
          <p:nvPr/>
        </p:nvGrpSpPr>
        <p:grpSpPr bwMode="auto"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145411" name="Picture 16" descr="78900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45412" name="Text Box 17">
              <a:hlinkClick r:id="" action="ppaction://hlinkshowjump?jump=nextslide"/>
            </p:cNvPr>
            <p:cNvSpPr txBox="1">
              <a:spLocks noChangeArrowheads="1"/>
            </p:cNvSpPr>
            <p:nvPr/>
          </p:nvSpPr>
          <p:spPr bwMode="auto"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0">
                  <a:solidFill>
                    <a:schemeClr val="bg1"/>
                  </a:solidFill>
                  <a:latin typeface="隶书" pitchFamily="49" charset="-122"/>
                  <a:ea typeface="隶书" pitchFamily="49" charset="-122"/>
                </a:rPr>
                <a:t>下 页</a:t>
              </a:r>
            </a:p>
          </p:txBody>
        </p:sp>
      </p:grpSp>
      <p:grpSp>
        <p:nvGrpSpPr>
          <p:cNvPr id="145413" name="Group 18"/>
          <p:cNvGrpSpPr>
            <a:grpSpLocks/>
          </p:cNvGrpSpPr>
          <p:nvPr/>
        </p:nvGrpSpPr>
        <p:grpSpPr bwMode="auto">
          <a:xfrm>
            <a:off x="7453313" y="6446838"/>
            <a:ext cx="792162" cy="366712"/>
            <a:chOff x="4649" y="4020"/>
            <a:chExt cx="499" cy="231"/>
          </a:xfrm>
        </p:grpSpPr>
        <p:pic>
          <p:nvPicPr>
            <p:cNvPr id="145414" name="Picture 19" descr="78900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45415" name="Text Box 20">
              <a:hlinkClick r:id="" action="ppaction://hlinkshowjump?jump=previousslide"/>
            </p:cNvPr>
            <p:cNvSpPr txBox="1">
              <a:spLocks noChangeArrowheads="1"/>
            </p:cNvSpPr>
            <p:nvPr/>
          </p:nvSpPr>
          <p:spPr bwMode="auto"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0">
                  <a:solidFill>
                    <a:schemeClr val="bg1"/>
                  </a:solidFill>
                  <a:latin typeface="隶书" pitchFamily="49" charset="-122"/>
                  <a:ea typeface="隶书" pitchFamily="49" charset="-122"/>
                </a:rPr>
                <a:t>上 页</a:t>
              </a:r>
            </a:p>
          </p:txBody>
        </p:sp>
      </p:grpSp>
      <p:graphicFrame>
        <p:nvGraphicFramePr>
          <p:cNvPr id="255027" name="Object 51"/>
          <p:cNvGraphicFramePr>
            <a:graphicFrameLocks noChangeAspect="1"/>
          </p:cNvGraphicFramePr>
          <p:nvPr/>
        </p:nvGraphicFramePr>
        <p:xfrm>
          <a:off x="1908175" y="4864100"/>
          <a:ext cx="3529013" cy="619125"/>
        </p:xfrm>
        <a:graphic>
          <a:graphicData uri="http://schemas.openxmlformats.org/presentationml/2006/ole">
            <p:oleObj spid="_x0000_s145416" r:id="rId4" imgW="1181880" imgH="196200" progId="Equation.3">
              <p:embed/>
            </p:oleObj>
          </a:graphicData>
        </a:graphic>
      </p:graphicFrame>
      <p:graphicFrame>
        <p:nvGraphicFramePr>
          <p:cNvPr id="255026" name="Object 50"/>
          <p:cNvGraphicFramePr>
            <a:graphicFrameLocks noChangeAspect="1"/>
          </p:cNvGraphicFramePr>
          <p:nvPr/>
        </p:nvGraphicFramePr>
        <p:xfrm>
          <a:off x="1835150" y="5513388"/>
          <a:ext cx="3673475" cy="652462"/>
        </p:xfrm>
        <a:graphic>
          <a:graphicData uri="http://schemas.openxmlformats.org/presentationml/2006/ole">
            <p:oleObj spid="_x0000_s145417" r:id="rId5" imgW="1158840" imgH="196200" progId="Equation.3">
              <p:embed/>
            </p:oleObj>
          </a:graphicData>
        </a:graphic>
      </p:graphicFrame>
      <p:sp>
        <p:nvSpPr>
          <p:cNvPr id="255042" name="Rectangle 66"/>
          <p:cNvSpPr>
            <a:spLocks noChangeArrowheads="1"/>
          </p:cNvSpPr>
          <p:nvPr/>
        </p:nvSpPr>
        <p:spPr bwMode="auto">
          <a:xfrm>
            <a:off x="1403350" y="4360863"/>
            <a:ext cx="6408738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indent="266700"/>
            <a:r>
              <a:rPr lang="zh-CN" altLang="en-US">
                <a:latin typeface="楷体_GB2312" pitchFamily="49" charset="-122"/>
              </a:rPr>
              <a:t>对电路应用</a:t>
            </a:r>
            <a:r>
              <a:rPr lang="en-US" altLang="zh-CN" b="0">
                <a:latin typeface="Times New Roman" pitchFamily="18" charset="0"/>
              </a:rPr>
              <a:t>KCL</a:t>
            </a:r>
            <a:r>
              <a:rPr lang="zh-CN" altLang="en-US">
                <a:latin typeface="楷体_GB2312" pitchFamily="49" charset="-122"/>
              </a:rPr>
              <a:t>列结点电流方程有</a:t>
            </a:r>
            <a:endParaRPr lang="zh-CN" altLang="en-US">
              <a:latin typeface="楷体_GB2312" pitchFamily="49" charset="-122"/>
              <a:cs typeface="Times New Roman" pitchFamily="18" charset="0"/>
            </a:endParaRPr>
          </a:p>
        </p:txBody>
      </p:sp>
      <p:sp>
        <p:nvSpPr>
          <p:cNvPr id="255077" name="Text Box 101"/>
          <p:cNvSpPr txBox="1">
            <a:spLocks noChangeArrowheads="1"/>
          </p:cNvSpPr>
          <p:nvPr/>
        </p:nvSpPr>
        <p:spPr bwMode="auto">
          <a:xfrm>
            <a:off x="1042988" y="1052513"/>
            <a:ext cx="7632700" cy="946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r>
              <a:rPr lang="zh-CN" altLang="en-US">
                <a:latin typeface="楷体_GB2312" pitchFamily="49" charset="-122"/>
              </a:rPr>
              <a:t>已知图示电路中</a:t>
            </a:r>
            <a:r>
              <a:rPr lang="en-US" altLang="zh-CN" b="0" i="1">
                <a:solidFill>
                  <a:schemeClr val="bg1"/>
                </a:solidFill>
                <a:latin typeface="Times New Roman" pitchFamily="18" charset="0"/>
              </a:rPr>
              <a:t>u</a:t>
            </a:r>
            <a:r>
              <a:rPr lang="en-US" altLang="zh-CN" b="0" baseline="-25000">
                <a:solidFill>
                  <a:schemeClr val="bg1"/>
                </a:solidFill>
                <a:latin typeface="Times New Roman" pitchFamily="18" charset="0"/>
              </a:rPr>
              <a:t>C</a:t>
            </a:r>
            <a:r>
              <a:rPr lang="en-US" altLang="zh-CN" b="0">
                <a:solidFill>
                  <a:schemeClr val="bg1"/>
                </a:solidFill>
                <a:latin typeface="Times New Roman" pitchFamily="18" charset="0"/>
              </a:rPr>
              <a:t>(0</a:t>
            </a:r>
            <a:r>
              <a:rPr lang="en-US" altLang="zh-CN" b="0" baseline="-25000">
                <a:solidFill>
                  <a:schemeClr val="bg1"/>
                </a:solidFill>
                <a:latin typeface="宋体" pitchFamily="2" charset="-122"/>
                <a:ea typeface="宋体" pitchFamily="2" charset="-122"/>
              </a:rPr>
              <a:t>-</a:t>
            </a:r>
            <a:r>
              <a:rPr lang="en-US" altLang="zh-CN" b="0">
                <a:solidFill>
                  <a:schemeClr val="bg1"/>
                </a:solidFill>
                <a:latin typeface="Times New Roman" pitchFamily="18" charset="0"/>
              </a:rPr>
              <a:t>)=0</a:t>
            </a:r>
            <a:r>
              <a:rPr lang="en-US" altLang="zh-CN">
                <a:latin typeface="楷体_GB2312" pitchFamily="49" charset="-122"/>
              </a:rPr>
              <a:t>, </a:t>
            </a:r>
            <a:r>
              <a:rPr lang="en-US" altLang="zh-CN" b="0" i="1">
                <a:solidFill>
                  <a:schemeClr val="bg1"/>
                </a:solidFill>
                <a:latin typeface="Times New Roman" pitchFamily="18" charset="0"/>
                <a:ea typeface="仿宋_GB2312" pitchFamily="49" charset="-122"/>
              </a:rPr>
              <a:t>i</a:t>
            </a:r>
            <a:r>
              <a:rPr lang="en-US" altLang="zh-CN" b="0" baseline="-25000">
                <a:solidFill>
                  <a:schemeClr val="bg1"/>
                </a:solidFill>
                <a:latin typeface="Times New Roman" pitchFamily="18" charset="0"/>
                <a:ea typeface="仿宋_GB2312" pitchFamily="49" charset="-122"/>
              </a:rPr>
              <a:t>L</a:t>
            </a:r>
            <a:r>
              <a:rPr lang="en-US" altLang="zh-CN" b="0">
                <a:solidFill>
                  <a:schemeClr val="bg1"/>
                </a:solidFill>
                <a:latin typeface="Times New Roman" pitchFamily="18" charset="0"/>
                <a:ea typeface="仿宋_GB2312" pitchFamily="49" charset="-122"/>
              </a:rPr>
              <a:t>(0</a:t>
            </a:r>
            <a:r>
              <a:rPr lang="en-US" altLang="zh-CN" b="0" baseline="-25000">
                <a:solidFill>
                  <a:schemeClr val="bg1"/>
                </a:solidFill>
                <a:latin typeface="宋体" pitchFamily="2" charset="-122"/>
                <a:ea typeface="宋体" pitchFamily="2" charset="-122"/>
              </a:rPr>
              <a:t>-</a:t>
            </a:r>
            <a:r>
              <a:rPr lang="en-US" altLang="zh-CN" b="0">
                <a:solidFill>
                  <a:schemeClr val="bg1"/>
                </a:solidFill>
                <a:latin typeface="Times New Roman" pitchFamily="18" charset="0"/>
                <a:ea typeface="仿宋_GB2312" pitchFamily="49" charset="-122"/>
              </a:rPr>
              <a:t>)=0</a:t>
            </a:r>
            <a:r>
              <a:rPr lang="zh-CN" altLang="en-US" b="0">
                <a:solidFill>
                  <a:schemeClr val="bg1"/>
                </a:solidFill>
                <a:latin typeface="Times New Roman" pitchFamily="18" charset="0"/>
                <a:ea typeface="仿宋_GB2312" pitchFamily="49" charset="-122"/>
              </a:rPr>
              <a:t>，</a:t>
            </a:r>
            <a:r>
              <a:rPr lang="zh-CN" altLang="en-US">
                <a:latin typeface="楷体_GB2312" pitchFamily="49" charset="-122"/>
              </a:rPr>
              <a:t>求单位阶跃响应 </a:t>
            </a:r>
            <a:r>
              <a:rPr lang="en-US" altLang="zh-CN" b="0" i="1">
                <a:solidFill>
                  <a:schemeClr val="bg1"/>
                </a:solidFill>
                <a:latin typeface="Times New Roman" pitchFamily="18" charset="0"/>
              </a:rPr>
              <a:t>i</a:t>
            </a:r>
            <a:r>
              <a:rPr lang="en-US" altLang="zh-CN" b="0" i="1" baseline="-25000">
                <a:solidFill>
                  <a:schemeClr val="bg1"/>
                </a:solidFill>
                <a:latin typeface="Times New Roman" pitchFamily="18" charset="0"/>
              </a:rPr>
              <a:t>L</a:t>
            </a:r>
            <a:r>
              <a:rPr lang="en-US" altLang="zh-CN" b="0">
                <a:solidFill>
                  <a:schemeClr val="bg1"/>
                </a:solidFill>
                <a:latin typeface="Times New Roman" pitchFamily="18" charset="0"/>
              </a:rPr>
              <a:t>(t</a:t>
            </a:r>
            <a:r>
              <a:rPr lang="zh-CN" altLang="en-US" b="0">
                <a:solidFill>
                  <a:schemeClr val="bg1"/>
                </a:solidFill>
                <a:latin typeface="Times New Roman" pitchFamily="18" charset="0"/>
              </a:rPr>
              <a:t>）</a:t>
            </a:r>
          </a:p>
        </p:txBody>
      </p:sp>
      <p:sp>
        <p:nvSpPr>
          <p:cNvPr id="255078" name="Text Box 102"/>
          <p:cNvSpPr txBox="1">
            <a:spLocks noChangeArrowheads="1"/>
          </p:cNvSpPr>
          <p:nvPr/>
        </p:nvSpPr>
        <p:spPr bwMode="auto">
          <a:xfrm>
            <a:off x="468313" y="1052513"/>
            <a:ext cx="792162" cy="579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3200">
                <a:solidFill>
                  <a:schemeClr val="bg1"/>
                </a:solidFill>
                <a:ea typeface="宋体" pitchFamily="2" charset="-122"/>
              </a:rPr>
              <a:t>例</a:t>
            </a:r>
          </a:p>
        </p:txBody>
      </p:sp>
      <p:sp>
        <p:nvSpPr>
          <p:cNvPr id="255079" name="Text Box 103"/>
          <p:cNvSpPr txBox="1">
            <a:spLocks noChangeArrowheads="1"/>
          </p:cNvSpPr>
          <p:nvPr/>
        </p:nvSpPr>
        <p:spPr bwMode="auto">
          <a:xfrm>
            <a:off x="755650" y="4360863"/>
            <a:ext cx="647700" cy="519112"/>
          </a:xfrm>
          <a:prstGeom prst="rect">
            <a:avLst/>
          </a:prstGeom>
          <a:solidFill>
            <a:srgbClr val="990033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>
                <a:solidFill>
                  <a:schemeClr val="bg1"/>
                </a:solidFill>
                <a:ea typeface="宋体" pitchFamily="2" charset="-122"/>
              </a:rPr>
              <a:t>解</a:t>
            </a:r>
          </a:p>
        </p:txBody>
      </p:sp>
      <p:grpSp>
        <p:nvGrpSpPr>
          <p:cNvPr id="145422" name="Group 104"/>
          <p:cNvGrpSpPr>
            <a:grpSpLocks/>
          </p:cNvGrpSpPr>
          <p:nvPr/>
        </p:nvGrpSpPr>
        <p:grpSpPr bwMode="auto">
          <a:xfrm>
            <a:off x="6588125" y="6446838"/>
            <a:ext cx="792163" cy="366712"/>
            <a:chOff x="4649" y="4020"/>
            <a:chExt cx="499" cy="231"/>
          </a:xfrm>
        </p:grpSpPr>
        <p:pic>
          <p:nvPicPr>
            <p:cNvPr id="145423" name="Picture 105" descr="78900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45424" name="Text Box 106">
              <a:hlinkClick r:id="rId6" action="ppaction://hlinksldjump"/>
            </p:cNvPr>
            <p:cNvSpPr txBox="1">
              <a:spLocks noChangeArrowheads="1"/>
            </p:cNvSpPr>
            <p:nvPr/>
          </p:nvSpPr>
          <p:spPr bwMode="auto"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0">
                  <a:solidFill>
                    <a:schemeClr val="bg1"/>
                  </a:solidFill>
                  <a:latin typeface="隶书" pitchFamily="49" charset="-122"/>
                  <a:ea typeface="隶书" pitchFamily="49" charset="-122"/>
                </a:rPr>
                <a:t>返 回</a:t>
              </a:r>
            </a:p>
          </p:txBody>
        </p:sp>
      </p:grpSp>
      <p:sp>
        <p:nvSpPr>
          <p:cNvPr id="145425" name="Text Box 100"/>
          <p:cNvSpPr txBox="1">
            <a:spLocks noChangeArrowheads="1"/>
          </p:cNvSpPr>
          <p:nvPr/>
        </p:nvSpPr>
        <p:spPr bwMode="auto">
          <a:xfrm>
            <a:off x="2051050" y="2420938"/>
            <a:ext cx="576263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0" i="1">
                <a:solidFill>
                  <a:schemeClr val="bg1"/>
                </a:solidFill>
                <a:latin typeface="Times New Roman" pitchFamily="18" charset="0"/>
                <a:ea typeface="仿宋_GB2312" pitchFamily="49" charset="-122"/>
              </a:rPr>
              <a:t>i</a:t>
            </a:r>
            <a:r>
              <a:rPr lang="en-US" altLang="zh-CN" b="0" baseline="-25000">
                <a:solidFill>
                  <a:schemeClr val="bg1"/>
                </a:solidFill>
                <a:latin typeface="Times New Roman" pitchFamily="18" charset="0"/>
                <a:ea typeface="仿宋_GB2312" pitchFamily="49" charset="-122"/>
              </a:rPr>
              <a:t>S</a:t>
            </a:r>
            <a:endParaRPr lang="en-US" altLang="zh-CN" b="0" baseline="-25000">
              <a:solidFill>
                <a:schemeClr val="bg1"/>
              </a:solidFill>
              <a:latin typeface="Times New Roman" pitchFamily="18" charset="0"/>
              <a:ea typeface="仿宋_GB2312" pitchFamily="49" charset="-122"/>
              <a:sym typeface="Symbol" pitchFamily="18" charset="2"/>
            </a:endParaRPr>
          </a:p>
        </p:txBody>
      </p:sp>
      <p:grpSp>
        <p:nvGrpSpPr>
          <p:cNvPr id="255085" name="Group 109"/>
          <p:cNvGrpSpPr>
            <a:grpSpLocks/>
          </p:cNvGrpSpPr>
          <p:nvPr/>
        </p:nvGrpSpPr>
        <p:grpSpPr bwMode="auto">
          <a:xfrm>
            <a:off x="2268538" y="2133600"/>
            <a:ext cx="6156325" cy="2016125"/>
            <a:chOff x="1429" y="1344"/>
            <a:chExt cx="3878" cy="1270"/>
          </a:xfrm>
        </p:grpSpPr>
        <p:sp>
          <p:nvSpPr>
            <p:cNvPr id="145427" name="Line 69"/>
            <p:cNvSpPr>
              <a:spLocks noChangeShapeType="1"/>
            </p:cNvSpPr>
            <p:nvPr/>
          </p:nvSpPr>
          <p:spPr bwMode="auto">
            <a:xfrm>
              <a:off x="2200" y="1344"/>
              <a:ext cx="0" cy="1270"/>
            </a:xfrm>
            <a:prstGeom prst="line">
              <a:avLst/>
            </a:prstGeom>
            <a:noFill/>
            <a:ln w="28575" cap="sq">
              <a:solidFill>
                <a:srgbClr val="FFCC00"/>
              </a:solidFill>
              <a:round/>
              <a:headEnd type="oval" w="med" len="med"/>
              <a:tailEnd type="oval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5428" name="Rectangle 70"/>
            <p:cNvSpPr>
              <a:spLocks noChangeArrowheads="1"/>
            </p:cNvSpPr>
            <p:nvPr/>
          </p:nvSpPr>
          <p:spPr bwMode="auto">
            <a:xfrm>
              <a:off x="1610" y="1344"/>
              <a:ext cx="2994" cy="1270"/>
            </a:xfrm>
            <a:prstGeom prst="rect">
              <a:avLst/>
            </a:prstGeom>
            <a:noFill/>
            <a:ln w="28575">
              <a:solidFill>
                <a:srgbClr val="FFCC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5429" name="Line 71"/>
            <p:cNvSpPr>
              <a:spLocks noChangeShapeType="1"/>
            </p:cNvSpPr>
            <p:nvPr/>
          </p:nvSpPr>
          <p:spPr bwMode="auto">
            <a:xfrm>
              <a:off x="2971" y="1344"/>
              <a:ext cx="0" cy="499"/>
            </a:xfrm>
            <a:prstGeom prst="line">
              <a:avLst/>
            </a:prstGeom>
            <a:noFill/>
            <a:ln w="28575" cap="sq">
              <a:solidFill>
                <a:srgbClr val="FFCC00"/>
              </a:solidFill>
              <a:round/>
              <a:headEnd type="oval" w="med" len="med"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5430" name="Line 72"/>
            <p:cNvSpPr>
              <a:spLocks noChangeShapeType="1"/>
            </p:cNvSpPr>
            <p:nvPr/>
          </p:nvSpPr>
          <p:spPr bwMode="auto">
            <a:xfrm flipV="1">
              <a:off x="2971" y="1934"/>
              <a:ext cx="0" cy="680"/>
            </a:xfrm>
            <a:prstGeom prst="line">
              <a:avLst/>
            </a:prstGeom>
            <a:noFill/>
            <a:ln w="28575" cap="sq">
              <a:solidFill>
                <a:srgbClr val="FFCC00"/>
              </a:solidFill>
              <a:round/>
              <a:headEnd type="oval" w="med" len="med"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45431" name="Group 73"/>
            <p:cNvGrpSpPr>
              <a:grpSpLocks/>
            </p:cNvGrpSpPr>
            <p:nvPr/>
          </p:nvGrpSpPr>
          <p:grpSpPr bwMode="auto">
            <a:xfrm>
              <a:off x="2835" y="1843"/>
              <a:ext cx="240" cy="93"/>
              <a:chOff x="3787" y="2478"/>
              <a:chExt cx="240" cy="93"/>
            </a:xfrm>
          </p:grpSpPr>
          <p:sp>
            <p:nvSpPr>
              <p:cNvPr id="145432" name="Line 74"/>
              <p:cNvSpPr>
                <a:spLocks noChangeShapeType="1"/>
              </p:cNvSpPr>
              <p:nvPr/>
            </p:nvSpPr>
            <p:spPr bwMode="auto">
              <a:xfrm flipV="1">
                <a:off x="3787" y="2568"/>
                <a:ext cx="240" cy="3"/>
              </a:xfrm>
              <a:prstGeom prst="line">
                <a:avLst/>
              </a:prstGeom>
              <a:noFill/>
              <a:ln w="57150">
                <a:solidFill>
                  <a:srgbClr val="FF99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5433" name="Line 75"/>
              <p:cNvSpPr>
                <a:spLocks noChangeShapeType="1"/>
              </p:cNvSpPr>
              <p:nvPr/>
            </p:nvSpPr>
            <p:spPr bwMode="auto">
              <a:xfrm>
                <a:off x="3787" y="2478"/>
                <a:ext cx="240" cy="1"/>
              </a:xfrm>
              <a:prstGeom prst="line">
                <a:avLst/>
              </a:prstGeom>
              <a:noFill/>
              <a:ln w="57150">
                <a:solidFill>
                  <a:srgbClr val="FF99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45434" name="Rectangle 76"/>
            <p:cNvSpPr>
              <a:spLocks noChangeArrowheads="1"/>
            </p:cNvSpPr>
            <p:nvPr/>
          </p:nvSpPr>
          <p:spPr bwMode="auto">
            <a:xfrm>
              <a:off x="2109" y="1798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</a:gradFill>
            <a:ln w="2857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5435" name="Line 78"/>
            <p:cNvSpPr>
              <a:spLocks noChangeShapeType="1"/>
            </p:cNvSpPr>
            <p:nvPr/>
          </p:nvSpPr>
          <p:spPr bwMode="auto">
            <a:xfrm>
              <a:off x="3516" y="1344"/>
              <a:ext cx="0" cy="454"/>
            </a:xfrm>
            <a:prstGeom prst="line">
              <a:avLst/>
            </a:prstGeom>
            <a:noFill/>
            <a:ln w="28575" cap="sq">
              <a:solidFill>
                <a:srgbClr val="FFCC00"/>
              </a:solidFill>
              <a:round/>
              <a:headEnd type="oval" w="med" len="med"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5436" name="Line 79"/>
            <p:cNvSpPr>
              <a:spLocks noChangeShapeType="1"/>
            </p:cNvSpPr>
            <p:nvPr/>
          </p:nvSpPr>
          <p:spPr bwMode="auto">
            <a:xfrm flipV="1">
              <a:off x="3516" y="2160"/>
              <a:ext cx="0" cy="454"/>
            </a:xfrm>
            <a:prstGeom prst="line">
              <a:avLst/>
            </a:prstGeom>
            <a:noFill/>
            <a:ln w="28575" cap="sq">
              <a:solidFill>
                <a:srgbClr val="FFCC00"/>
              </a:solidFill>
              <a:round/>
              <a:headEnd type="oval" w="med" len="med"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45437" name="Group 80"/>
            <p:cNvGrpSpPr>
              <a:grpSpLocks/>
            </p:cNvGrpSpPr>
            <p:nvPr/>
          </p:nvGrpSpPr>
          <p:grpSpPr bwMode="auto">
            <a:xfrm rot="10800000" flipH="1">
              <a:off x="3515" y="1798"/>
              <a:ext cx="92" cy="362"/>
              <a:chOff x="2744" y="2931"/>
              <a:chExt cx="57" cy="283"/>
            </a:xfrm>
          </p:grpSpPr>
          <p:sp>
            <p:nvSpPr>
              <p:cNvPr id="145438" name="Arc 81"/>
              <p:cNvSpPr>
                <a:spLocks noChangeArrowheads="1"/>
              </p:cNvSpPr>
              <p:nvPr/>
            </p:nvSpPr>
            <p:spPr bwMode="auto">
              <a:xfrm rot="10800000" flipH="1" flipV="1">
                <a:off x="2744" y="2931"/>
                <a:ext cx="57" cy="91"/>
              </a:xfrm>
              <a:custGeom>
                <a:avLst/>
                <a:gdLst/>
                <a:ahLst/>
                <a:cxnLst>
                  <a:cxn ang="0">
                    <a:pos x="1123" y="0"/>
                  </a:cxn>
                  <a:cxn ang="0">
                    <a:pos x="22723" y="21600"/>
                  </a:cxn>
                  <a:cxn ang="0">
                    <a:pos x="1123" y="43200"/>
                  </a:cxn>
                  <a:cxn ang="0">
                    <a:pos x="0" y="43170"/>
                  </a:cxn>
                  <a:cxn ang="0">
                    <a:pos x="1123" y="0"/>
                  </a:cxn>
                  <a:cxn ang="0">
                    <a:pos x="22723" y="21600"/>
                  </a:cxn>
                  <a:cxn ang="0">
                    <a:pos x="1123" y="43200"/>
                  </a:cxn>
                  <a:cxn ang="0">
                    <a:pos x="0" y="43170"/>
                  </a:cxn>
                  <a:cxn ang="0">
                    <a:pos x="1123" y="21600"/>
                  </a:cxn>
                  <a:cxn ang="0">
                    <a:pos x="1123" y="0"/>
                  </a:cxn>
                </a:cxnLst>
                <a:rect l="0" t="0" r="r" b="b"/>
                <a:pathLst>
                  <a:path w="22723" h="43200" fill="none">
                    <a:moveTo>
                      <a:pt x="1123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>
                    <a:moveTo>
                      <a:pt x="1123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lnTo>
                      <a:pt x="1123" y="0"/>
                    </a:lnTo>
                    <a:close/>
                  </a:path>
                </a:pathLst>
              </a:custGeom>
              <a:noFill/>
              <a:ln w="38100">
                <a:solidFill>
                  <a:srgbClr val="FF99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5439" name="Arc 82"/>
              <p:cNvSpPr>
                <a:spLocks noChangeArrowheads="1"/>
              </p:cNvSpPr>
              <p:nvPr/>
            </p:nvSpPr>
            <p:spPr bwMode="auto">
              <a:xfrm rot="10800000" flipH="1" flipV="1">
                <a:off x="2744" y="3027"/>
                <a:ext cx="57" cy="91"/>
              </a:xfrm>
              <a:custGeom>
                <a:avLst/>
                <a:gdLst/>
                <a:ahLst/>
                <a:cxnLst>
                  <a:cxn ang="0">
                    <a:pos x="1123" y="0"/>
                  </a:cxn>
                  <a:cxn ang="0">
                    <a:pos x="22723" y="21600"/>
                  </a:cxn>
                  <a:cxn ang="0">
                    <a:pos x="1123" y="43200"/>
                  </a:cxn>
                  <a:cxn ang="0">
                    <a:pos x="0" y="43170"/>
                  </a:cxn>
                  <a:cxn ang="0">
                    <a:pos x="1123" y="0"/>
                  </a:cxn>
                  <a:cxn ang="0">
                    <a:pos x="22723" y="21600"/>
                  </a:cxn>
                  <a:cxn ang="0">
                    <a:pos x="1123" y="43200"/>
                  </a:cxn>
                  <a:cxn ang="0">
                    <a:pos x="0" y="43170"/>
                  </a:cxn>
                  <a:cxn ang="0">
                    <a:pos x="1123" y="21600"/>
                  </a:cxn>
                  <a:cxn ang="0">
                    <a:pos x="1123" y="0"/>
                  </a:cxn>
                </a:cxnLst>
                <a:rect l="0" t="0" r="r" b="b"/>
                <a:pathLst>
                  <a:path w="22723" h="43200" fill="none">
                    <a:moveTo>
                      <a:pt x="1123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>
                    <a:moveTo>
                      <a:pt x="1123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lnTo>
                      <a:pt x="1123" y="0"/>
                    </a:lnTo>
                    <a:close/>
                  </a:path>
                </a:pathLst>
              </a:custGeom>
              <a:noFill/>
              <a:ln w="38100">
                <a:solidFill>
                  <a:srgbClr val="FF99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5440" name="Arc 83"/>
              <p:cNvSpPr>
                <a:spLocks noChangeArrowheads="1"/>
              </p:cNvSpPr>
              <p:nvPr/>
            </p:nvSpPr>
            <p:spPr bwMode="auto">
              <a:xfrm rot="10800000" flipH="1" flipV="1">
                <a:off x="2744" y="3123"/>
                <a:ext cx="57" cy="91"/>
              </a:xfrm>
              <a:custGeom>
                <a:avLst/>
                <a:gdLst/>
                <a:ahLst/>
                <a:cxnLst>
                  <a:cxn ang="0">
                    <a:pos x="1123" y="0"/>
                  </a:cxn>
                  <a:cxn ang="0">
                    <a:pos x="22723" y="21600"/>
                  </a:cxn>
                  <a:cxn ang="0">
                    <a:pos x="1123" y="43200"/>
                  </a:cxn>
                  <a:cxn ang="0">
                    <a:pos x="0" y="43170"/>
                  </a:cxn>
                  <a:cxn ang="0">
                    <a:pos x="1123" y="0"/>
                  </a:cxn>
                  <a:cxn ang="0">
                    <a:pos x="22723" y="21600"/>
                  </a:cxn>
                  <a:cxn ang="0">
                    <a:pos x="1123" y="43200"/>
                  </a:cxn>
                  <a:cxn ang="0">
                    <a:pos x="0" y="43170"/>
                  </a:cxn>
                  <a:cxn ang="0">
                    <a:pos x="1123" y="21600"/>
                  </a:cxn>
                  <a:cxn ang="0">
                    <a:pos x="1123" y="0"/>
                  </a:cxn>
                </a:cxnLst>
                <a:rect l="0" t="0" r="r" b="b"/>
                <a:pathLst>
                  <a:path w="22723" h="43200" fill="none">
                    <a:moveTo>
                      <a:pt x="1123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>
                    <a:moveTo>
                      <a:pt x="1123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lnTo>
                      <a:pt x="1123" y="0"/>
                    </a:lnTo>
                    <a:close/>
                  </a:path>
                </a:pathLst>
              </a:custGeom>
              <a:noFill/>
              <a:ln w="38100">
                <a:solidFill>
                  <a:srgbClr val="FF99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45441" name="Text Box 87"/>
            <p:cNvSpPr txBox="1">
              <a:spLocks noChangeArrowheads="1"/>
            </p:cNvSpPr>
            <p:nvPr/>
          </p:nvSpPr>
          <p:spPr bwMode="auto">
            <a:xfrm>
              <a:off x="3606" y="1843"/>
              <a:ext cx="771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仿宋_GB2312" pitchFamily="49" charset="-122"/>
                </a:rPr>
                <a:t>0.25H</a:t>
              </a:r>
            </a:p>
          </p:txBody>
        </p:sp>
        <p:sp>
          <p:nvSpPr>
            <p:cNvPr id="145442" name="Text Box 88"/>
            <p:cNvSpPr txBox="1">
              <a:spLocks noChangeArrowheads="1"/>
            </p:cNvSpPr>
            <p:nvPr/>
          </p:nvSpPr>
          <p:spPr bwMode="auto">
            <a:xfrm>
              <a:off x="2245" y="1843"/>
              <a:ext cx="771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仿宋_GB2312" pitchFamily="49" charset="-122"/>
                </a:rPr>
                <a:t>0.2</a:t>
              </a:r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仿宋_GB2312" pitchFamily="49" charset="-122"/>
                  <a:sym typeface="Symbol" pitchFamily="18" charset="2"/>
                </a:rPr>
                <a:t></a:t>
              </a:r>
            </a:p>
          </p:txBody>
        </p:sp>
        <p:sp>
          <p:nvSpPr>
            <p:cNvPr id="145443" name="Text Box 89"/>
            <p:cNvSpPr txBox="1">
              <a:spLocks noChangeArrowheads="1"/>
            </p:cNvSpPr>
            <p:nvPr/>
          </p:nvSpPr>
          <p:spPr bwMode="auto">
            <a:xfrm>
              <a:off x="3016" y="1798"/>
              <a:ext cx="771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仿宋_GB2312" pitchFamily="49" charset="-122"/>
                </a:rPr>
                <a:t>2F</a:t>
              </a:r>
              <a:endParaRPr lang="en-US" altLang="zh-CN" b="0">
                <a:solidFill>
                  <a:schemeClr val="bg1"/>
                </a:solidFill>
                <a:latin typeface="Times New Roman" pitchFamily="18" charset="0"/>
                <a:ea typeface="仿宋_GB2312" pitchFamily="49" charset="-122"/>
                <a:sym typeface="Symbol" pitchFamily="18" charset="2"/>
              </a:endParaRPr>
            </a:p>
          </p:txBody>
        </p:sp>
        <p:graphicFrame>
          <p:nvGraphicFramePr>
            <p:cNvPr id="145444" name="Object 90"/>
            <p:cNvGraphicFramePr>
              <a:graphicFrameLocks noChangeAspect="1"/>
            </p:cNvGraphicFramePr>
            <p:nvPr/>
          </p:nvGraphicFramePr>
          <p:xfrm>
            <a:off x="1656" y="1525"/>
            <a:ext cx="544" cy="273"/>
          </p:xfrm>
          <a:graphic>
            <a:graphicData uri="http://schemas.openxmlformats.org/presentationml/2006/ole">
              <p:oleObj spid="_x0000_s145444" r:id="rId7" imgW="405720" imgH="196200" progId="Equation.3">
                <p:embed/>
              </p:oleObj>
            </a:graphicData>
          </a:graphic>
        </p:graphicFrame>
        <p:sp>
          <p:nvSpPr>
            <p:cNvPr id="145445" name="Line 91"/>
            <p:cNvSpPr>
              <a:spLocks noChangeShapeType="1"/>
            </p:cNvSpPr>
            <p:nvPr/>
          </p:nvSpPr>
          <p:spPr bwMode="auto">
            <a:xfrm flipV="1">
              <a:off x="1610" y="1480"/>
              <a:ext cx="0" cy="408"/>
            </a:xfrm>
            <a:prstGeom prst="line">
              <a:avLst/>
            </a:prstGeom>
            <a:noFill/>
            <a:ln w="28575">
              <a:solidFill>
                <a:srgbClr val="00FFFF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5446" name="Line 92"/>
            <p:cNvSpPr>
              <a:spLocks noChangeShapeType="1"/>
            </p:cNvSpPr>
            <p:nvPr/>
          </p:nvSpPr>
          <p:spPr bwMode="auto">
            <a:xfrm flipV="1">
              <a:off x="2245" y="1435"/>
              <a:ext cx="0" cy="272"/>
            </a:xfrm>
            <a:prstGeom prst="line">
              <a:avLst/>
            </a:prstGeom>
            <a:noFill/>
            <a:ln w="28575">
              <a:solidFill>
                <a:srgbClr val="00FFFF"/>
              </a:solidFill>
              <a:round/>
              <a:headEnd type="triangle" w="med" len="med"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5447" name="Line 93"/>
            <p:cNvSpPr>
              <a:spLocks noChangeShapeType="1"/>
            </p:cNvSpPr>
            <p:nvPr/>
          </p:nvSpPr>
          <p:spPr bwMode="auto">
            <a:xfrm flipV="1">
              <a:off x="3062" y="1435"/>
              <a:ext cx="0" cy="272"/>
            </a:xfrm>
            <a:prstGeom prst="line">
              <a:avLst/>
            </a:prstGeom>
            <a:noFill/>
            <a:ln w="28575">
              <a:solidFill>
                <a:srgbClr val="00FFFF"/>
              </a:solidFill>
              <a:round/>
              <a:headEnd type="triangle" w="med" len="med"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5448" name="Line 94"/>
            <p:cNvSpPr>
              <a:spLocks noChangeShapeType="1"/>
            </p:cNvSpPr>
            <p:nvPr/>
          </p:nvSpPr>
          <p:spPr bwMode="auto">
            <a:xfrm flipV="1">
              <a:off x="3607" y="1435"/>
              <a:ext cx="0" cy="272"/>
            </a:xfrm>
            <a:prstGeom prst="line">
              <a:avLst/>
            </a:prstGeom>
            <a:noFill/>
            <a:ln w="28575">
              <a:solidFill>
                <a:srgbClr val="00FFFF"/>
              </a:solidFill>
              <a:round/>
              <a:headEnd type="triangle" w="med" len="med"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5449" name="Text Box 95"/>
            <p:cNvSpPr txBox="1">
              <a:spLocks noChangeArrowheads="1"/>
            </p:cNvSpPr>
            <p:nvPr/>
          </p:nvSpPr>
          <p:spPr bwMode="auto">
            <a:xfrm>
              <a:off x="2245" y="1389"/>
              <a:ext cx="771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ea typeface="仿宋_GB2312" pitchFamily="49" charset="-122"/>
                </a:rPr>
                <a:t>i</a:t>
              </a:r>
              <a:r>
                <a:rPr lang="en-US" altLang="zh-CN" b="0" baseline="-25000">
                  <a:solidFill>
                    <a:schemeClr val="bg1"/>
                  </a:solidFill>
                  <a:latin typeface="Times New Roman" pitchFamily="18" charset="0"/>
                  <a:ea typeface="仿宋_GB2312" pitchFamily="49" charset="-122"/>
                </a:rPr>
                <a:t>R</a:t>
              </a:r>
              <a:endParaRPr lang="en-US" altLang="zh-CN" b="0" baseline="-25000">
                <a:solidFill>
                  <a:schemeClr val="bg1"/>
                </a:solidFill>
                <a:latin typeface="Times New Roman" pitchFamily="18" charset="0"/>
                <a:ea typeface="仿宋_GB2312" pitchFamily="49" charset="-122"/>
                <a:sym typeface="Symbol" pitchFamily="18" charset="2"/>
              </a:endParaRPr>
            </a:p>
          </p:txBody>
        </p:sp>
        <p:sp>
          <p:nvSpPr>
            <p:cNvPr id="145450" name="Text Box 96"/>
            <p:cNvSpPr txBox="1">
              <a:spLocks noChangeArrowheads="1"/>
            </p:cNvSpPr>
            <p:nvPr/>
          </p:nvSpPr>
          <p:spPr bwMode="auto">
            <a:xfrm>
              <a:off x="3606" y="1389"/>
              <a:ext cx="771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ea typeface="仿宋_GB2312" pitchFamily="49" charset="-122"/>
                </a:rPr>
                <a:t>i</a:t>
              </a:r>
              <a:r>
                <a:rPr lang="en-US" altLang="zh-CN" b="0" baseline="-25000">
                  <a:solidFill>
                    <a:schemeClr val="bg1"/>
                  </a:solidFill>
                  <a:latin typeface="Times New Roman" pitchFamily="18" charset="0"/>
                  <a:ea typeface="仿宋_GB2312" pitchFamily="49" charset="-122"/>
                </a:rPr>
                <a:t>L</a:t>
              </a:r>
              <a:endParaRPr lang="en-US" altLang="zh-CN" b="0" baseline="-25000">
                <a:solidFill>
                  <a:schemeClr val="bg1"/>
                </a:solidFill>
                <a:latin typeface="Times New Roman" pitchFamily="18" charset="0"/>
                <a:ea typeface="仿宋_GB2312" pitchFamily="49" charset="-122"/>
                <a:sym typeface="Symbol" pitchFamily="18" charset="2"/>
              </a:endParaRPr>
            </a:p>
          </p:txBody>
        </p:sp>
        <p:sp>
          <p:nvSpPr>
            <p:cNvPr id="145451" name="Text Box 97"/>
            <p:cNvSpPr txBox="1">
              <a:spLocks noChangeArrowheads="1"/>
            </p:cNvSpPr>
            <p:nvPr/>
          </p:nvSpPr>
          <p:spPr bwMode="auto">
            <a:xfrm>
              <a:off x="3062" y="1389"/>
              <a:ext cx="771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ea typeface="仿宋_GB2312" pitchFamily="49" charset="-122"/>
                </a:rPr>
                <a:t>i</a:t>
              </a:r>
              <a:r>
                <a:rPr lang="en-US" altLang="zh-CN" b="0" baseline="-25000">
                  <a:solidFill>
                    <a:schemeClr val="bg1"/>
                  </a:solidFill>
                  <a:latin typeface="Times New Roman" pitchFamily="18" charset="0"/>
                  <a:ea typeface="仿宋_GB2312" pitchFamily="49" charset="-122"/>
                </a:rPr>
                <a:t>C</a:t>
              </a:r>
              <a:endParaRPr lang="en-US" altLang="zh-CN" b="0" baseline="-25000">
                <a:solidFill>
                  <a:schemeClr val="bg1"/>
                </a:solidFill>
                <a:latin typeface="Times New Roman" pitchFamily="18" charset="0"/>
                <a:ea typeface="仿宋_GB2312" pitchFamily="49" charset="-122"/>
                <a:sym typeface="Symbol" pitchFamily="18" charset="2"/>
              </a:endParaRPr>
            </a:p>
          </p:txBody>
        </p:sp>
        <p:sp>
          <p:nvSpPr>
            <p:cNvPr id="145452" name="Line 98"/>
            <p:cNvSpPr>
              <a:spLocks noChangeShapeType="1"/>
            </p:cNvSpPr>
            <p:nvPr/>
          </p:nvSpPr>
          <p:spPr bwMode="auto">
            <a:xfrm flipV="1">
              <a:off x="4604" y="1480"/>
              <a:ext cx="0" cy="317"/>
            </a:xfrm>
            <a:prstGeom prst="line">
              <a:avLst/>
            </a:prstGeom>
            <a:noFill/>
            <a:ln w="28575">
              <a:solidFill>
                <a:srgbClr val="00FFFF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5453" name="Text Box 99"/>
            <p:cNvSpPr txBox="1">
              <a:spLocks noChangeArrowheads="1"/>
            </p:cNvSpPr>
            <p:nvPr/>
          </p:nvSpPr>
          <p:spPr bwMode="auto">
            <a:xfrm>
              <a:off x="4649" y="1525"/>
              <a:ext cx="658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仿宋_GB2312" pitchFamily="49" charset="-122"/>
                </a:rPr>
                <a:t>0.5</a:t>
              </a:r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ea typeface="仿宋_GB2312" pitchFamily="49" charset="-122"/>
                </a:rPr>
                <a:t>i</a:t>
              </a:r>
              <a:r>
                <a:rPr lang="en-US" altLang="zh-CN" b="0" baseline="-25000">
                  <a:solidFill>
                    <a:schemeClr val="bg1"/>
                  </a:solidFill>
                  <a:latin typeface="Times New Roman" pitchFamily="18" charset="0"/>
                  <a:ea typeface="仿宋_GB2312" pitchFamily="49" charset="-122"/>
                </a:rPr>
                <a:t>C</a:t>
              </a:r>
              <a:endParaRPr lang="en-US" altLang="zh-CN" b="0" baseline="-25000">
                <a:solidFill>
                  <a:schemeClr val="bg1"/>
                </a:solidFill>
                <a:latin typeface="Times New Roman" pitchFamily="18" charset="0"/>
                <a:ea typeface="仿宋_GB2312" pitchFamily="49" charset="-122"/>
                <a:sym typeface="Symbol" pitchFamily="18" charset="2"/>
              </a:endParaRPr>
            </a:p>
          </p:txBody>
        </p:sp>
        <p:grpSp>
          <p:nvGrpSpPr>
            <p:cNvPr id="145454" name="Group 84"/>
            <p:cNvGrpSpPr>
              <a:grpSpLocks/>
            </p:cNvGrpSpPr>
            <p:nvPr/>
          </p:nvGrpSpPr>
          <p:grpSpPr bwMode="auto">
            <a:xfrm>
              <a:off x="1429" y="1888"/>
              <a:ext cx="363" cy="363"/>
              <a:chOff x="4785" y="709"/>
              <a:chExt cx="363" cy="363"/>
            </a:xfrm>
          </p:grpSpPr>
          <p:sp>
            <p:nvSpPr>
              <p:cNvPr id="145455" name="Oval 85"/>
              <p:cNvSpPr>
                <a:spLocks noChangeArrowheads="1"/>
              </p:cNvSpPr>
              <p:nvPr/>
            </p:nvSpPr>
            <p:spPr bwMode="auto">
              <a:xfrm>
                <a:off x="4785" y="709"/>
                <a:ext cx="363" cy="363"/>
              </a:xfrm>
              <a:prstGeom prst="ellipse">
                <a:avLst/>
              </a:prstGeom>
              <a:gradFill rotWithShape="1">
                <a:gsLst>
                  <a:gs pos="0">
                    <a:srgbClr val="0099FF"/>
                  </a:gs>
                  <a:gs pos="100000">
                    <a:srgbClr val="004776"/>
                  </a:gs>
                </a:gsLst>
                <a:path path="shape">
                  <a:fillToRect l="50000" t="50000" r="50000" b="50000"/>
                </a:path>
              </a:gradFill>
              <a:ln w="38100">
                <a:solidFill>
                  <a:srgbClr val="FF99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endParaRPr lang="zh-CN" altLang="zh-CN" sz="2400" b="0">
                  <a:ea typeface="仿宋_GB2312" pitchFamily="49" charset="-122"/>
                </a:endParaRPr>
              </a:p>
            </p:txBody>
          </p:sp>
          <p:sp>
            <p:nvSpPr>
              <p:cNvPr id="145456" name="Line 86"/>
              <p:cNvSpPr>
                <a:spLocks noChangeShapeType="1"/>
              </p:cNvSpPr>
              <p:nvPr/>
            </p:nvSpPr>
            <p:spPr bwMode="auto">
              <a:xfrm>
                <a:off x="4785" y="890"/>
                <a:ext cx="363" cy="0"/>
              </a:xfrm>
              <a:prstGeom prst="line">
                <a:avLst/>
              </a:prstGeom>
              <a:noFill/>
              <a:ln w="38100">
                <a:solidFill>
                  <a:srgbClr val="FF99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45457" name="AutoShape 77"/>
            <p:cNvSpPr>
              <a:spLocks noChangeArrowheads="1"/>
            </p:cNvSpPr>
            <p:nvPr/>
          </p:nvSpPr>
          <p:spPr bwMode="auto">
            <a:xfrm rot="10800000">
              <a:off x="4377" y="1797"/>
              <a:ext cx="453" cy="409"/>
            </a:xfrm>
            <a:prstGeom prst="flowChartSort">
              <a:avLst/>
            </a:prstGeom>
            <a:gradFill rotWithShape="1">
              <a:gsLst>
                <a:gs pos="0">
                  <a:srgbClr val="0099FF"/>
                </a:gs>
                <a:gs pos="100000">
                  <a:srgbClr val="004776"/>
                </a:gs>
              </a:gsLst>
              <a:path path="shape">
                <a:fillToRect l="50000" t="50000" r="50000" b="50000"/>
              </a:path>
            </a:gradFill>
            <a:ln w="38100">
              <a:solidFill>
                <a:srgbClr val="FF9900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9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549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549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5507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5507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550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550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2550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"/>
                            </p:stCondLst>
                            <p:childTnLst>
                              <p:par>
                                <p:cTn id="2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07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1000"/>
                                        <p:tgtEl>
                                          <p:spTgt spid="25507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5507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5507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2550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2550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000"/>
                                        <p:tgtEl>
                                          <p:spTgt spid="2550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1000"/>
                                        <p:tgtEl>
                                          <p:spTgt spid="2550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255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4987" grpId="0"/>
      <p:bldP spid="255042" grpId="0"/>
      <p:bldP spid="255077" grpId="0" build="p"/>
      <p:bldP spid="255078" grpId="0"/>
      <p:bldP spid="255079" grpId="0" animBg="1"/>
    </p:bldLst>
  </p:timing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6433" name="Group 3"/>
          <p:cNvGrpSpPr>
            <a:grpSpLocks/>
          </p:cNvGrpSpPr>
          <p:nvPr/>
        </p:nvGrpSpPr>
        <p:grpSpPr bwMode="auto"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146434" name="Picture 4" descr="78900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46435" name="Text Box 5">
              <a:hlinkClick r:id="" action="ppaction://hlinkshowjump?jump=nextslide"/>
            </p:cNvPr>
            <p:cNvSpPr txBox="1">
              <a:spLocks noChangeArrowheads="1"/>
            </p:cNvSpPr>
            <p:nvPr/>
          </p:nvSpPr>
          <p:spPr bwMode="auto"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0">
                  <a:solidFill>
                    <a:schemeClr val="bg1"/>
                  </a:solidFill>
                  <a:latin typeface="隶书" pitchFamily="49" charset="-122"/>
                  <a:ea typeface="隶书" pitchFamily="49" charset="-122"/>
                </a:rPr>
                <a:t>下 页</a:t>
              </a:r>
            </a:p>
          </p:txBody>
        </p:sp>
      </p:grpSp>
      <p:grpSp>
        <p:nvGrpSpPr>
          <p:cNvPr id="146436" name="Group 6"/>
          <p:cNvGrpSpPr>
            <a:grpSpLocks/>
          </p:cNvGrpSpPr>
          <p:nvPr/>
        </p:nvGrpSpPr>
        <p:grpSpPr bwMode="auto">
          <a:xfrm>
            <a:off x="7453313" y="6446838"/>
            <a:ext cx="792162" cy="366712"/>
            <a:chOff x="4649" y="4020"/>
            <a:chExt cx="499" cy="231"/>
          </a:xfrm>
        </p:grpSpPr>
        <p:pic>
          <p:nvPicPr>
            <p:cNvPr id="146437" name="Picture 7" descr="78900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46438" name="Text Box 8">
              <a:hlinkClick r:id="" action="ppaction://hlinkshowjump?jump=previousslide"/>
            </p:cNvPr>
            <p:cNvSpPr txBox="1">
              <a:spLocks noChangeArrowheads="1"/>
            </p:cNvSpPr>
            <p:nvPr/>
          </p:nvSpPr>
          <p:spPr bwMode="auto"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0">
                  <a:solidFill>
                    <a:schemeClr val="bg1"/>
                  </a:solidFill>
                  <a:latin typeface="隶书" pitchFamily="49" charset="-122"/>
                  <a:ea typeface="隶书" pitchFamily="49" charset="-122"/>
                </a:rPr>
                <a:t>上 页</a:t>
              </a:r>
            </a:p>
          </p:txBody>
        </p:sp>
      </p:grpSp>
      <p:graphicFrame>
        <p:nvGraphicFramePr>
          <p:cNvPr id="256037" name="Object 37"/>
          <p:cNvGraphicFramePr>
            <a:graphicFrameLocks noChangeAspect="1"/>
          </p:cNvGraphicFramePr>
          <p:nvPr/>
        </p:nvGraphicFramePr>
        <p:xfrm>
          <a:off x="1042988" y="549275"/>
          <a:ext cx="2808287" cy="1085850"/>
        </p:xfrm>
        <a:graphic>
          <a:graphicData uri="http://schemas.openxmlformats.org/presentationml/2006/ole">
            <p:oleObj spid="_x0000_s146439" r:id="rId4" imgW="903960" imgH="345960" progId="Equation.3">
              <p:embed/>
            </p:oleObj>
          </a:graphicData>
        </a:graphic>
      </p:graphicFrame>
      <p:graphicFrame>
        <p:nvGraphicFramePr>
          <p:cNvPr id="256036" name="Object 36"/>
          <p:cNvGraphicFramePr>
            <a:graphicFrameLocks noChangeAspect="1"/>
          </p:cNvGraphicFramePr>
          <p:nvPr/>
        </p:nvGraphicFramePr>
        <p:xfrm>
          <a:off x="4427538" y="549275"/>
          <a:ext cx="3455987" cy="1001713"/>
        </p:xfrm>
        <a:graphic>
          <a:graphicData uri="http://schemas.openxmlformats.org/presentationml/2006/ole">
            <p:oleObj spid="_x0000_s146440" r:id="rId5" imgW="1309320" imgH="369000" progId="Equation.3">
              <p:embed/>
            </p:oleObj>
          </a:graphicData>
        </a:graphic>
      </p:graphicFrame>
      <p:graphicFrame>
        <p:nvGraphicFramePr>
          <p:cNvPr id="256034" name="Object 34"/>
          <p:cNvGraphicFramePr>
            <a:graphicFrameLocks noChangeAspect="1"/>
          </p:cNvGraphicFramePr>
          <p:nvPr/>
        </p:nvGraphicFramePr>
        <p:xfrm>
          <a:off x="4572000" y="1628775"/>
          <a:ext cx="3673475" cy="968375"/>
        </p:xfrm>
        <a:graphic>
          <a:graphicData uri="http://schemas.openxmlformats.org/presentationml/2006/ole">
            <p:oleObj spid="_x0000_s146441" r:id="rId6" imgW="1436760" imgH="369000" progId="Equation.3">
              <p:embed/>
            </p:oleObj>
          </a:graphicData>
        </a:graphic>
      </p:graphicFrame>
      <p:graphicFrame>
        <p:nvGraphicFramePr>
          <p:cNvPr id="256032" name="Object 32"/>
          <p:cNvGraphicFramePr>
            <a:graphicFrameLocks noChangeAspect="1"/>
          </p:cNvGraphicFramePr>
          <p:nvPr/>
        </p:nvGraphicFramePr>
        <p:xfrm>
          <a:off x="1763713" y="3213100"/>
          <a:ext cx="1655762" cy="560388"/>
        </p:xfrm>
        <a:graphic>
          <a:graphicData uri="http://schemas.openxmlformats.org/presentationml/2006/ole">
            <p:oleObj spid="_x0000_s146442" r:id="rId7" imgW="579240" imgH="184680" progId="Equation.3">
              <p:embed/>
            </p:oleObj>
          </a:graphicData>
        </a:graphic>
      </p:graphicFrame>
      <p:graphicFrame>
        <p:nvGraphicFramePr>
          <p:cNvPr id="256030" name="Object 30"/>
          <p:cNvGraphicFramePr>
            <a:graphicFrameLocks noChangeAspect="1"/>
          </p:cNvGraphicFramePr>
          <p:nvPr/>
        </p:nvGraphicFramePr>
        <p:xfrm>
          <a:off x="5003800" y="3789363"/>
          <a:ext cx="3311525" cy="636587"/>
        </p:xfrm>
        <a:graphic>
          <a:graphicData uri="http://schemas.openxmlformats.org/presentationml/2006/ole">
            <p:oleObj spid="_x0000_s146443" r:id="rId8" imgW="1077480" imgH="196200" progId="Equation.3">
              <p:embed/>
            </p:oleObj>
          </a:graphicData>
        </a:graphic>
      </p:graphicFrame>
      <p:graphicFrame>
        <p:nvGraphicFramePr>
          <p:cNvPr id="256029" name="Object 29"/>
          <p:cNvGraphicFramePr>
            <a:graphicFrameLocks noChangeAspect="1"/>
          </p:cNvGraphicFramePr>
          <p:nvPr/>
        </p:nvGraphicFramePr>
        <p:xfrm>
          <a:off x="3059113" y="4437063"/>
          <a:ext cx="2808287" cy="641350"/>
        </p:xfrm>
        <a:graphic>
          <a:graphicData uri="http://schemas.openxmlformats.org/presentationml/2006/ole">
            <p:oleObj spid="_x0000_s146444" r:id="rId9" imgW="903960" imgH="196200" progId="Equation.3">
              <p:embed/>
            </p:oleObj>
          </a:graphicData>
        </a:graphic>
      </p:graphicFrame>
      <p:graphicFrame>
        <p:nvGraphicFramePr>
          <p:cNvPr id="256028" name="Object 28"/>
          <p:cNvGraphicFramePr>
            <a:graphicFrameLocks noChangeAspect="1"/>
          </p:cNvGraphicFramePr>
          <p:nvPr/>
        </p:nvGraphicFramePr>
        <p:xfrm>
          <a:off x="3419475" y="5157788"/>
          <a:ext cx="1296988" cy="563562"/>
        </p:xfrm>
        <a:graphic>
          <a:graphicData uri="http://schemas.openxmlformats.org/presentationml/2006/ole">
            <p:oleObj spid="_x0000_s146445" r:id="rId10" imgW="451800" imgH="184680" progId="Equation.3">
              <p:embed/>
            </p:oleObj>
          </a:graphicData>
        </a:graphic>
      </p:graphicFrame>
      <p:graphicFrame>
        <p:nvGraphicFramePr>
          <p:cNvPr id="256027" name="Object 27"/>
          <p:cNvGraphicFramePr>
            <a:graphicFrameLocks noChangeAspect="1"/>
          </p:cNvGraphicFramePr>
          <p:nvPr/>
        </p:nvGraphicFramePr>
        <p:xfrm>
          <a:off x="5219700" y="5157788"/>
          <a:ext cx="1223963" cy="503237"/>
        </p:xfrm>
        <a:graphic>
          <a:graphicData uri="http://schemas.openxmlformats.org/presentationml/2006/ole">
            <p:oleObj spid="_x0000_s146446" r:id="rId11" imgW="475200" imgH="184680" progId="Equation.3">
              <p:embed/>
            </p:oleObj>
          </a:graphicData>
        </a:graphic>
      </p:graphicFrame>
      <p:sp>
        <p:nvSpPr>
          <p:cNvPr id="256040" name="Rectangle 40"/>
          <p:cNvSpPr>
            <a:spLocks noChangeArrowheads="1"/>
          </p:cNvSpPr>
          <p:nvPr/>
        </p:nvSpPr>
        <p:spPr bwMode="auto">
          <a:xfrm>
            <a:off x="468313" y="1773238"/>
            <a:ext cx="5111750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r>
              <a:rPr lang="zh-CN" altLang="en-US">
                <a:latin typeface="楷体_GB2312" pitchFamily="49" charset="-122"/>
              </a:rPr>
              <a:t>代入已知参数并整理得：	</a:t>
            </a:r>
            <a:endParaRPr lang="zh-CN" altLang="en-US">
              <a:latin typeface="楷体_GB2312" pitchFamily="49" charset="-122"/>
              <a:cs typeface="Times New Roman" pitchFamily="18" charset="0"/>
            </a:endParaRPr>
          </a:p>
        </p:txBody>
      </p:sp>
      <p:sp>
        <p:nvSpPr>
          <p:cNvPr id="256042" name="Rectangle 42"/>
          <p:cNvSpPr>
            <a:spLocks noChangeArrowheads="1"/>
          </p:cNvSpPr>
          <p:nvPr/>
        </p:nvSpPr>
        <p:spPr bwMode="auto">
          <a:xfrm>
            <a:off x="684213" y="2636838"/>
            <a:ext cx="7296150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zh-CN" altLang="en-US">
                <a:latin typeface="楷体_GB2312" pitchFamily="49" charset="-122"/>
              </a:rPr>
              <a:t>这是一个关于</a:t>
            </a:r>
            <a:r>
              <a:rPr lang="zh-CN" altLang="en-US"/>
              <a:t>的二阶线性非齐次方程，其解为</a:t>
            </a:r>
            <a:endParaRPr lang="zh-CN" altLang="en-US">
              <a:latin typeface="楷体_GB2312" pitchFamily="49" charset="-122"/>
              <a:cs typeface="Times New Roman" pitchFamily="18" charset="0"/>
            </a:endParaRPr>
          </a:p>
        </p:txBody>
      </p:sp>
      <p:sp>
        <p:nvSpPr>
          <p:cNvPr id="256045" name="Rectangle 45"/>
          <p:cNvSpPr>
            <a:spLocks noChangeArrowheads="1"/>
          </p:cNvSpPr>
          <p:nvPr/>
        </p:nvSpPr>
        <p:spPr bwMode="auto">
          <a:xfrm>
            <a:off x="684213" y="3860800"/>
            <a:ext cx="116205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indent="266700">
              <a:tabLst>
                <a:tab pos="457200" algn="l"/>
              </a:tabLst>
            </a:pPr>
            <a:r>
              <a:rPr lang="zh-CN" altLang="en-US">
                <a:latin typeface="楷体_GB2312" pitchFamily="49" charset="-122"/>
              </a:rPr>
              <a:t>特解</a:t>
            </a:r>
            <a:endParaRPr lang="zh-CN" altLang="en-US">
              <a:latin typeface="楷体_GB2312" pitchFamily="49" charset="-122"/>
              <a:cs typeface="Times New Roman" pitchFamily="18" charset="0"/>
            </a:endParaRPr>
          </a:p>
        </p:txBody>
      </p:sp>
      <p:sp>
        <p:nvSpPr>
          <p:cNvPr id="256046" name="Rectangle 46"/>
          <p:cNvSpPr>
            <a:spLocks noChangeArrowheads="1"/>
          </p:cNvSpPr>
          <p:nvPr/>
        </p:nvSpPr>
        <p:spPr bwMode="auto">
          <a:xfrm>
            <a:off x="684213" y="4437063"/>
            <a:ext cx="1873250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indent="266700"/>
            <a:r>
              <a:rPr lang="zh-CN" altLang="en-US">
                <a:latin typeface="楷体_GB2312" pitchFamily="49" charset="-122"/>
              </a:rPr>
              <a:t>特征方程</a:t>
            </a:r>
            <a:endParaRPr lang="zh-CN" altLang="en-US">
              <a:latin typeface="楷体_GB2312" pitchFamily="49" charset="-122"/>
              <a:cs typeface="Times New Roman" pitchFamily="18" charset="0"/>
            </a:endParaRPr>
          </a:p>
        </p:txBody>
      </p:sp>
      <p:sp>
        <p:nvSpPr>
          <p:cNvPr id="256050" name="Rectangle 50"/>
          <p:cNvSpPr>
            <a:spLocks noChangeArrowheads="1"/>
          </p:cNvSpPr>
          <p:nvPr/>
        </p:nvSpPr>
        <p:spPr bwMode="auto">
          <a:xfrm>
            <a:off x="3635375" y="3860800"/>
            <a:ext cx="116205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indent="266700">
              <a:tabLst>
                <a:tab pos="457200" algn="l"/>
              </a:tabLst>
            </a:pPr>
            <a:r>
              <a:rPr lang="zh-CN" altLang="en-US">
                <a:latin typeface="楷体_GB2312" pitchFamily="49" charset="-122"/>
              </a:rPr>
              <a:t>通解</a:t>
            </a:r>
            <a:endParaRPr lang="zh-CN" altLang="en-US">
              <a:latin typeface="楷体_GB2312" pitchFamily="49" charset="-122"/>
              <a:cs typeface="Times New Roman" pitchFamily="18" charset="0"/>
            </a:endParaRPr>
          </a:p>
        </p:txBody>
      </p:sp>
      <p:sp>
        <p:nvSpPr>
          <p:cNvPr id="256051" name="Rectangle 51"/>
          <p:cNvSpPr>
            <a:spLocks noChangeArrowheads="1"/>
          </p:cNvSpPr>
          <p:nvPr/>
        </p:nvSpPr>
        <p:spPr bwMode="auto">
          <a:xfrm>
            <a:off x="900113" y="5229225"/>
            <a:ext cx="1970087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/>
              <a:t>解得特征根</a:t>
            </a:r>
          </a:p>
        </p:txBody>
      </p:sp>
      <p:sp>
        <p:nvSpPr>
          <p:cNvPr id="146453" name="Rectangle 53"/>
          <p:cNvSpPr>
            <a:spLocks noChangeArrowheads="1"/>
          </p:cNvSpPr>
          <p:nvPr/>
        </p:nvSpPr>
        <p:spPr bwMode="auto">
          <a:xfrm>
            <a:off x="0" y="3343275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256052" name="Object 52"/>
          <p:cNvGraphicFramePr>
            <a:graphicFrameLocks noChangeAspect="1"/>
          </p:cNvGraphicFramePr>
          <p:nvPr/>
        </p:nvGraphicFramePr>
        <p:xfrm>
          <a:off x="2124075" y="3933825"/>
          <a:ext cx="935038" cy="468313"/>
        </p:xfrm>
        <a:graphic>
          <a:graphicData uri="http://schemas.openxmlformats.org/presentationml/2006/ole">
            <p:oleObj spid="_x0000_s146454" r:id="rId12" imgW="301320" imgH="149760" progId="Equation.3">
              <p:embed/>
            </p:oleObj>
          </a:graphicData>
        </a:graphic>
      </p:graphicFrame>
      <p:grpSp>
        <p:nvGrpSpPr>
          <p:cNvPr id="146455" name="Group 54"/>
          <p:cNvGrpSpPr>
            <a:grpSpLocks/>
          </p:cNvGrpSpPr>
          <p:nvPr/>
        </p:nvGrpSpPr>
        <p:grpSpPr bwMode="auto">
          <a:xfrm>
            <a:off x="6588125" y="6446838"/>
            <a:ext cx="792163" cy="366712"/>
            <a:chOff x="4649" y="4020"/>
            <a:chExt cx="499" cy="231"/>
          </a:xfrm>
        </p:grpSpPr>
        <p:pic>
          <p:nvPicPr>
            <p:cNvPr id="146456" name="Picture 55" descr="78900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46457" name="Text Box 56">
              <a:hlinkClick r:id="rId13" action="ppaction://hlinksldjump"/>
            </p:cNvPr>
            <p:cNvSpPr txBox="1">
              <a:spLocks noChangeArrowheads="1"/>
            </p:cNvSpPr>
            <p:nvPr/>
          </p:nvSpPr>
          <p:spPr bwMode="auto"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0">
                  <a:solidFill>
                    <a:schemeClr val="bg1"/>
                  </a:solidFill>
                  <a:latin typeface="隶书" pitchFamily="49" charset="-122"/>
                  <a:ea typeface="隶书" pitchFamily="49" charset="-122"/>
                </a:rPr>
                <a:t>返 回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560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560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2560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2560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1000"/>
                                        <p:tgtEl>
                                          <p:spTgt spid="2560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000"/>
                            </p:stCondLst>
                            <p:childTnLst>
                              <p:par>
                                <p:cTn id="28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2560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2560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2560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500"/>
                                        <p:tgtEl>
                                          <p:spTgt spid="256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500"/>
                            </p:stCondLst>
                            <p:childTnLst>
                              <p:par>
                                <p:cTn id="46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8" dur="500"/>
                                        <p:tgtEl>
                                          <p:spTgt spid="2560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3" dur="500"/>
                                        <p:tgtEl>
                                          <p:spTgt spid="2560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500"/>
                            </p:stCondLst>
                            <p:childTnLst>
                              <p:par>
                                <p:cTn id="55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2560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2560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500"/>
                            </p:stCondLst>
                            <p:childTnLst>
                              <p:par>
                                <p:cTn id="64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6" dur="500"/>
                                        <p:tgtEl>
                                          <p:spTgt spid="256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1000"/>
                            </p:stCondLst>
                            <p:childTnLst>
                              <p:par>
                                <p:cTn id="68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0" dur="500"/>
                                        <p:tgtEl>
                                          <p:spTgt spid="2560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6040" grpId="0"/>
      <p:bldP spid="256042" grpId="0"/>
      <p:bldP spid="256045" grpId="0"/>
      <p:bldP spid="256046" grpId="0"/>
      <p:bldP spid="256050" grpId="0"/>
      <p:bldP spid="256051" grpId="0"/>
    </p:bldLst>
  </p:timing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7457" name="Group 3"/>
          <p:cNvGrpSpPr>
            <a:grpSpLocks/>
          </p:cNvGrpSpPr>
          <p:nvPr/>
        </p:nvGrpSpPr>
        <p:grpSpPr bwMode="auto"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147458" name="Picture 4" descr="78900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47459" name="Text Box 5">
              <a:hlinkClick r:id="" action="ppaction://hlinkshowjump?jump=nextslide"/>
            </p:cNvPr>
            <p:cNvSpPr txBox="1">
              <a:spLocks noChangeArrowheads="1"/>
            </p:cNvSpPr>
            <p:nvPr/>
          </p:nvSpPr>
          <p:spPr bwMode="auto"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0">
                  <a:solidFill>
                    <a:schemeClr val="bg1"/>
                  </a:solidFill>
                  <a:latin typeface="隶书" pitchFamily="49" charset="-122"/>
                  <a:ea typeface="隶书" pitchFamily="49" charset="-122"/>
                </a:rPr>
                <a:t>下 页</a:t>
              </a:r>
            </a:p>
          </p:txBody>
        </p:sp>
      </p:grpSp>
      <p:grpSp>
        <p:nvGrpSpPr>
          <p:cNvPr id="147460" name="Group 6"/>
          <p:cNvGrpSpPr>
            <a:grpSpLocks/>
          </p:cNvGrpSpPr>
          <p:nvPr/>
        </p:nvGrpSpPr>
        <p:grpSpPr bwMode="auto">
          <a:xfrm>
            <a:off x="7453313" y="6446838"/>
            <a:ext cx="792162" cy="366712"/>
            <a:chOff x="4649" y="4020"/>
            <a:chExt cx="499" cy="231"/>
          </a:xfrm>
        </p:grpSpPr>
        <p:pic>
          <p:nvPicPr>
            <p:cNvPr id="147461" name="Picture 7" descr="78900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47462" name="Text Box 8">
              <a:hlinkClick r:id="" action="ppaction://hlinkshowjump?jump=previousslide"/>
            </p:cNvPr>
            <p:cNvSpPr txBox="1">
              <a:spLocks noChangeArrowheads="1"/>
            </p:cNvSpPr>
            <p:nvPr/>
          </p:nvSpPr>
          <p:spPr bwMode="auto"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0">
                  <a:solidFill>
                    <a:schemeClr val="bg1"/>
                  </a:solidFill>
                  <a:latin typeface="隶书" pitchFamily="49" charset="-122"/>
                  <a:ea typeface="隶书" pitchFamily="49" charset="-122"/>
                </a:rPr>
                <a:t>上 页</a:t>
              </a:r>
            </a:p>
          </p:txBody>
        </p:sp>
      </p:grpSp>
      <p:graphicFrame>
        <p:nvGraphicFramePr>
          <p:cNvPr id="257058" name="Object 34"/>
          <p:cNvGraphicFramePr>
            <a:graphicFrameLocks noChangeAspect="1"/>
          </p:cNvGraphicFramePr>
          <p:nvPr/>
        </p:nvGraphicFramePr>
        <p:xfrm>
          <a:off x="2339975" y="549275"/>
          <a:ext cx="3240088" cy="595313"/>
        </p:xfrm>
        <a:graphic>
          <a:graphicData uri="http://schemas.openxmlformats.org/presentationml/2006/ole">
            <p:oleObj spid="_x0000_s147463" r:id="rId4" imgW="1170360" imgH="207720" progId="Equation.3">
              <p:embed/>
            </p:oleObj>
          </a:graphicData>
        </a:graphic>
      </p:graphicFrame>
      <p:graphicFrame>
        <p:nvGraphicFramePr>
          <p:cNvPr id="257057" name="Object 33"/>
          <p:cNvGraphicFramePr>
            <a:graphicFrameLocks noChangeAspect="1"/>
          </p:cNvGraphicFramePr>
          <p:nvPr/>
        </p:nvGraphicFramePr>
        <p:xfrm>
          <a:off x="2700338" y="1196975"/>
          <a:ext cx="2663825" cy="536575"/>
        </p:xfrm>
        <a:graphic>
          <a:graphicData uri="http://schemas.openxmlformats.org/presentationml/2006/ole">
            <p:oleObj spid="_x0000_s147464" r:id="rId5" imgW="1031400" imgH="196200" progId="Equation.3">
              <p:embed/>
            </p:oleObj>
          </a:graphicData>
        </a:graphic>
      </p:graphicFrame>
      <p:graphicFrame>
        <p:nvGraphicFramePr>
          <p:cNvPr id="257056" name="Object 32"/>
          <p:cNvGraphicFramePr>
            <a:graphicFrameLocks noChangeAspect="1"/>
          </p:cNvGraphicFramePr>
          <p:nvPr/>
        </p:nvGraphicFramePr>
        <p:xfrm>
          <a:off x="2700338" y="1844675"/>
          <a:ext cx="2879725" cy="531813"/>
        </p:xfrm>
        <a:graphic>
          <a:graphicData uri="http://schemas.openxmlformats.org/presentationml/2006/ole">
            <p:oleObj spid="_x0000_s147465" r:id="rId6" imgW="1112400" imgH="196200" progId="Equation.3">
              <p:embed/>
            </p:oleObj>
          </a:graphicData>
        </a:graphic>
      </p:graphicFrame>
      <p:graphicFrame>
        <p:nvGraphicFramePr>
          <p:cNvPr id="257055" name="Object 31"/>
          <p:cNvGraphicFramePr>
            <a:graphicFrameLocks noChangeAspect="1"/>
          </p:cNvGraphicFramePr>
          <p:nvPr/>
        </p:nvGraphicFramePr>
        <p:xfrm>
          <a:off x="2627313" y="2492375"/>
          <a:ext cx="2232025" cy="1063625"/>
        </p:xfrm>
        <a:graphic>
          <a:graphicData uri="http://schemas.openxmlformats.org/presentationml/2006/ole">
            <p:oleObj spid="_x0000_s147466" r:id="rId7" imgW="915480" imgH="426600" progId="Equation.3">
              <p:embed/>
            </p:oleObj>
          </a:graphicData>
        </a:graphic>
      </p:graphicFrame>
      <p:graphicFrame>
        <p:nvGraphicFramePr>
          <p:cNvPr id="257051" name="Object 27"/>
          <p:cNvGraphicFramePr>
            <a:graphicFrameLocks noChangeAspect="1"/>
          </p:cNvGraphicFramePr>
          <p:nvPr/>
        </p:nvGraphicFramePr>
        <p:xfrm>
          <a:off x="2484438" y="3860800"/>
          <a:ext cx="5472112" cy="1022350"/>
        </p:xfrm>
        <a:graphic>
          <a:graphicData uri="http://schemas.openxmlformats.org/presentationml/2006/ole">
            <p:oleObj spid="_x0000_s147467" r:id="rId8" imgW="2085840" imgH="380520" progId="Equation.3">
              <p:embed/>
            </p:oleObj>
          </a:graphicData>
        </a:graphic>
      </p:graphicFrame>
      <p:sp>
        <p:nvSpPr>
          <p:cNvPr id="257062" name="Rectangle 38"/>
          <p:cNvSpPr>
            <a:spLocks noChangeArrowheads="1"/>
          </p:cNvSpPr>
          <p:nvPr/>
        </p:nvSpPr>
        <p:spPr bwMode="auto">
          <a:xfrm>
            <a:off x="395288" y="1196975"/>
            <a:ext cx="2466975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r>
              <a:rPr lang="zh-CN" altLang="en-US">
                <a:latin typeface="楷体_GB2312" pitchFamily="49" charset="-122"/>
              </a:rPr>
              <a:t>代</a:t>
            </a:r>
            <a:r>
              <a:rPr lang="zh-CN" altLang="en-US"/>
              <a:t>初始条件</a:t>
            </a:r>
            <a:endParaRPr lang="zh-CN" altLang="en-US">
              <a:latin typeface="楷体_GB2312" pitchFamily="49" charset="-122"/>
              <a:cs typeface="Times New Roman" pitchFamily="18" charset="0"/>
            </a:endParaRPr>
          </a:p>
        </p:txBody>
      </p:sp>
      <p:sp>
        <p:nvSpPr>
          <p:cNvPr id="257065" name="Rectangle 41"/>
          <p:cNvSpPr>
            <a:spLocks noChangeArrowheads="1"/>
          </p:cNvSpPr>
          <p:nvPr/>
        </p:nvSpPr>
        <p:spPr bwMode="auto">
          <a:xfrm>
            <a:off x="755650" y="4005263"/>
            <a:ext cx="1606550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zh-CN" altLang="en-US">
                <a:latin typeface="Times New Roman" pitchFamily="18" charset="0"/>
              </a:rPr>
              <a:t>阶跃响应</a:t>
            </a:r>
            <a:endParaRPr lang="zh-CN" altLang="en-US">
              <a:cs typeface="Times New Roman" pitchFamily="18" charset="0"/>
            </a:endParaRPr>
          </a:p>
        </p:txBody>
      </p:sp>
      <p:sp>
        <p:nvSpPr>
          <p:cNvPr id="257067" name="Rectangle 43"/>
          <p:cNvSpPr>
            <a:spLocks noChangeArrowheads="1"/>
          </p:cNvSpPr>
          <p:nvPr/>
        </p:nvSpPr>
        <p:spPr bwMode="auto">
          <a:xfrm>
            <a:off x="1258888" y="5157788"/>
            <a:ext cx="5518150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zh-CN" altLang="en-US">
                <a:latin typeface="Times New Roman" pitchFamily="18" charset="0"/>
              </a:rPr>
              <a:t>电路的动态过程是过阻尼性质的。</a:t>
            </a:r>
            <a:endParaRPr lang="zh-CN" altLang="en-US">
              <a:cs typeface="Times New Roman" pitchFamily="18" charset="0"/>
            </a:endParaRPr>
          </a:p>
        </p:txBody>
      </p:sp>
      <p:sp>
        <p:nvSpPr>
          <p:cNvPr id="257068" name="Line 44"/>
          <p:cNvSpPr>
            <a:spLocks noChangeShapeType="1"/>
          </p:cNvSpPr>
          <p:nvPr/>
        </p:nvSpPr>
        <p:spPr bwMode="auto">
          <a:xfrm>
            <a:off x="1187450" y="2924175"/>
            <a:ext cx="647700" cy="0"/>
          </a:xfrm>
          <a:prstGeom prst="line">
            <a:avLst/>
          </a:prstGeom>
          <a:noFill/>
          <a:ln w="76200">
            <a:solidFill>
              <a:srgbClr val="0099FF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grpSp>
        <p:nvGrpSpPr>
          <p:cNvPr id="257070" name="Group 46"/>
          <p:cNvGrpSpPr>
            <a:grpSpLocks/>
          </p:cNvGrpSpPr>
          <p:nvPr/>
        </p:nvGrpSpPr>
        <p:grpSpPr bwMode="auto">
          <a:xfrm>
            <a:off x="6156325" y="2060575"/>
            <a:ext cx="1223963" cy="1563688"/>
            <a:chOff x="3878" y="1298"/>
            <a:chExt cx="771" cy="985"/>
          </a:xfrm>
        </p:grpSpPr>
        <p:graphicFrame>
          <p:nvGraphicFramePr>
            <p:cNvPr id="147473" name="Object 30"/>
            <p:cNvGraphicFramePr>
              <a:graphicFrameLocks noChangeAspect="1"/>
            </p:cNvGraphicFramePr>
            <p:nvPr/>
          </p:nvGraphicFramePr>
          <p:xfrm>
            <a:off x="3923" y="1298"/>
            <a:ext cx="726" cy="496"/>
          </p:xfrm>
          <a:graphic>
            <a:graphicData uri="http://schemas.openxmlformats.org/presentationml/2006/ole">
              <p:oleObj spid="_x0000_s147473" r:id="rId9" imgW="509760" imgH="345960" progId="Equation.3">
                <p:embed/>
              </p:oleObj>
            </a:graphicData>
          </a:graphic>
        </p:graphicFrame>
        <p:graphicFrame>
          <p:nvGraphicFramePr>
            <p:cNvPr id="147474" name="Object 29"/>
            <p:cNvGraphicFramePr>
              <a:graphicFrameLocks noChangeAspect="1"/>
            </p:cNvGraphicFramePr>
            <p:nvPr/>
          </p:nvGraphicFramePr>
          <p:xfrm>
            <a:off x="3969" y="1752"/>
            <a:ext cx="635" cy="531"/>
          </p:xfrm>
          <a:graphic>
            <a:graphicData uri="http://schemas.openxmlformats.org/presentationml/2006/ole">
              <p:oleObj spid="_x0000_s147474" r:id="rId10" imgW="417240" imgH="345960" progId="Equation.3">
                <p:embed/>
              </p:oleObj>
            </a:graphicData>
          </a:graphic>
        </p:graphicFrame>
        <p:sp>
          <p:nvSpPr>
            <p:cNvPr id="147475" name="AutoShape 45"/>
            <p:cNvSpPr>
              <a:spLocks/>
            </p:cNvSpPr>
            <p:nvPr/>
          </p:nvSpPr>
          <p:spPr bwMode="auto">
            <a:xfrm>
              <a:off x="3878" y="1480"/>
              <a:ext cx="45" cy="771"/>
            </a:xfrm>
            <a:prstGeom prst="leftBrace">
              <a:avLst>
                <a:gd name="adj1" fmla="val 142540"/>
                <a:gd name="adj2" fmla="val 50000"/>
              </a:avLst>
            </a:prstGeom>
            <a:noFill/>
            <a:ln w="28575">
              <a:solidFill>
                <a:schemeClr val="bg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257071" name="Line 47"/>
          <p:cNvSpPr>
            <a:spLocks noChangeShapeType="1"/>
          </p:cNvSpPr>
          <p:nvPr/>
        </p:nvSpPr>
        <p:spPr bwMode="auto">
          <a:xfrm>
            <a:off x="5219700" y="2997200"/>
            <a:ext cx="647700" cy="0"/>
          </a:xfrm>
          <a:prstGeom prst="line">
            <a:avLst/>
          </a:prstGeom>
          <a:noFill/>
          <a:ln w="76200">
            <a:solidFill>
              <a:srgbClr val="0099FF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grpSp>
        <p:nvGrpSpPr>
          <p:cNvPr id="147477" name="Group 48"/>
          <p:cNvGrpSpPr>
            <a:grpSpLocks/>
          </p:cNvGrpSpPr>
          <p:nvPr/>
        </p:nvGrpSpPr>
        <p:grpSpPr bwMode="auto">
          <a:xfrm>
            <a:off x="6588125" y="6446838"/>
            <a:ext cx="792163" cy="366712"/>
            <a:chOff x="4649" y="4020"/>
            <a:chExt cx="499" cy="231"/>
          </a:xfrm>
        </p:grpSpPr>
        <p:pic>
          <p:nvPicPr>
            <p:cNvPr id="147478" name="Picture 49" descr="78900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47479" name="Text Box 50">
              <a:hlinkClick r:id="rId11" action="ppaction://hlinksldjump"/>
            </p:cNvPr>
            <p:cNvSpPr txBox="1">
              <a:spLocks noChangeArrowheads="1"/>
            </p:cNvSpPr>
            <p:nvPr/>
          </p:nvSpPr>
          <p:spPr bwMode="auto"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0">
                  <a:solidFill>
                    <a:schemeClr val="bg1"/>
                  </a:solidFill>
                  <a:latin typeface="隶书" pitchFamily="49" charset="-122"/>
                  <a:ea typeface="隶书" pitchFamily="49" charset="-122"/>
                </a:rPr>
                <a:t>返 回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570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570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0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2570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2570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0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5" dur="500"/>
                                        <p:tgtEl>
                                          <p:spTgt spid="2570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0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2570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0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4" dur="500"/>
                                        <p:tgtEl>
                                          <p:spTgt spid="2570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0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2570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0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2570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"/>
                            </p:stCondLst>
                            <p:childTnLst>
                              <p:par>
                                <p:cTn id="45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2570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0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2570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7062" grpId="0"/>
      <p:bldP spid="257065" grpId="0"/>
      <p:bldP spid="257067" grpId="0"/>
      <p:bldP spid="257068" grpId="0" animBg="1"/>
      <p:bldP spid="257071" grpId="0" animBg="1"/>
    </p:bldLst>
  </p:timing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450" name="Rectangle 26"/>
          <p:cNvSpPr>
            <a:spLocks noChangeArrowheads="1"/>
          </p:cNvSpPr>
          <p:nvPr/>
        </p:nvSpPr>
        <p:spPr bwMode="auto">
          <a:xfrm>
            <a:off x="454025" y="333375"/>
            <a:ext cx="8513763" cy="701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lang="en-US" altLang="zh-CN" sz="4000">
                <a:solidFill>
                  <a:schemeClr val="bg1"/>
                </a:solidFill>
                <a:latin typeface="楷体_GB2312" pitchFamily="49" charset="-122"/>
              </a:rPr>
              <a:t>7.8</a:t>
            </a:r>
            <a:r>
              <a:rPr lang="en-US" altLang="zh-CN" sz="4000" baseline="30000">
                <a:solidFill>
                  <a:schemeClr val="bg1"/>
                </a:solidFill>
                <a:latin typeface="楷体_GB2312" pitchFamily="49" charset="-122"/>
              </a:rPr>
              <a:t>*</a:t>
            </a:r>
            <a:r>
              <a:rPr lang="en-US" altLang="zh-CN" sz="4000">
                <a:solidFill>
                  <a:schemeClr val="bg1"/>
                </a:solidFill>
                <a:latin typeface="楷体_GB2312" pitchFamily="49" charset="-122"/>
              </a:rPr>
              <a:t> </a:t>
            </a:r>
            <a:r>
              <a:rPr lang="zh-CN" altLang="en-US" sz="4000">
                <a:solidFill>
                  <a:schemeClr val="bg1"/>
                </a:solidFill>
                <a:latin typeface="楷体_GB2312" pitchFamily="49" charset="-122"/>
              </a:rPr>
              <a:t>一阶电路和二阶电路的冲激响应</a:t>
            </a:r>
          </a:p>
        </p:txBody>
      </p:sp>
      <p:sp>
        <p:nvSpPr>
          <p:cNvPr id="231451" name="Text Box 27"/>
          <p:cNvSpPr txBox="1">
            <a:spLocks noChangeArrowheads="1"/>
          </p:cNvSpPr>
          <p:nvPr/>
        </p:nvSpPr>
        <p:spPr bwMode="auto">
          <a:xfrm>
            <a:off x="250825" y="1125538"/>
            <a:ext cx="3743325" cy="579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r>
              <a:rPr lang="en-US" altLang="zh-CN" sz="3200">
                <a:solidFill>
                  <a:schemeClr val="bg1"/>
                </a:solidFill>
                <a:latin typeface="楷体_GB2312" pitchFamily="49" charset="-122"/>
              </a:rPr>
              <a:t>1. </a:t>
            </a:r>
            <a:r>
              <a:rPr lang="zh-CN" altLang="en-US" sz="3200">
                <a:solidFill>
                  <a:schemeClr val="bg1"/>
                </a:solidFill>
                <a:latin typeface="楷体_GB2312" pitchFamily="49" charset="-122"/>
              </a:rPr>
              <a:t>单位冲激函数</a:t>
            </a:r>
            <a:endParaRPr lang="zh-CN" altLang="en-US" sz="3200" b="0">
              <a:solidFill>
                <a:schemeClr val="bg1"/>
              </a:solidFill>
              <a:latin typeface="楷体_GB2312" pitchFamily="49" charset="-122"/>
            </a:endParaRPr>
          </a:p>
        </p:txBody>
      </p:sp>
      <p:sp>
        <p:nvSpPr>
          <p:cNvPr id="231460" name="Text Box 36"/>
          <p:cNvSpPr txBox="1">
            <a:spLocks noChangeArrowheads="1"/>
          </p:cNvSpPr>
          <p:nvPr/>
        </p:nvSpPr>
        <p:spPr bwMode="auto">
          <a:xfrm>
            <a:off x="755650" y="1916113"/>
            <a:ext cx="1655763" cy="547687"/>
          </a:xfrm>
          <a:prstGeom prst="rect">
            <a:avLst/>
          </a:prstGeom>
          <a:noFill/>
          <a:ln w="28575">
            <a:solidFill>
              <a:srgbClr val="00FFFF"/>
            </a:solidFill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>
              <a:buSzPct val="85000"/>
              <a:buFont typeface="Wingdings" pitchFamily="2" charset="2"/>
              <a:buChar char="l"/>
            </a:pPr>
            <a:r>
              <a:rPr lang="en-US" altLang="zh-CN">
                <a:solidFill>
                  <a:srgbClr val="FF9900"/>
                </a:solidFill>
                <a:latin typeface="楷体_GB2312" pitchFamily="49" charset="-122"/>
              </a:rPr>
              <a:t> </a:t>
            </a:r>
            <a:r>
              <a:rPr lang="zh-CN" altLang="en-US">
                <a:solidFill>
                  <a:srgbClr val="FF9900"/>
                </a:solidFill>
                <a:latin typeface="楷体_GB2312" pitchFamily="49" charset="-122"/>
              </a:rPr>
              <a:t>定义</a:t>
            </a:r>
            <a:endParaRPr lang="zh-CN" altLang="en-US" b="0">
              <a:solidFill>
                <a:srgbClr val="FF9900"/>
              </a:solidFill>
              <a:latin typeface="楷体_GB2312" pitchFamily="49" charset="-122"/>
            </a:endParaRPr>
          </a:p>
        </p:txBody>
      </p:sp>
      <p:grpSp>
        <p:nvGrpSpPr>
          <p:cNvPr id="231461" name="Group 37"/>
          <p:cNvGrpSpPr>
            <a:grpSpLocks/>
          </p:cNvGrpSpPr>
          <p:nvPr/>
        </p:nvGrpSpPr>
        <p:grpSpPr bwMode="auto">
          <a:xfrm>
            <a:off x="2987675" y="1773238"/>
            <a:ext cx="2663825" cy="1296987"/>
            <a:chOff x="2562" y="689"/>
            <a:chExt cx="1866" cy="927"/>
          </a:xfrm>
        </p:grpSpPr>
        <p:graphicFrame>
          <p:nvGraphicFramePr>
            <p:cNvPr id="150533" name="Object 38"/>
            <p:cNvGraphicFramePr>
              <a:graphicFrameLocks noChangeAspect="1"/>
            </p:cNvGraphicFramePr>
            <p:nvPr/>
          </p:nvGraphicFramePr>
          <p:xfrm>
            <a:off x="2599" y="689"/>
            <a:ext cx="1829" cy="360"/>
          </p:xfrm>
          <a:graphic>
            <a:graphicData uri="http://schemas.openxmlformats.org/presentationml/2006/ole">
              <p:oleObj spid="_x0000_s150533" r:id="rId3" imgW="1042920" imgH="196200" progId="Equation.3">
                <p:embed/>
              </p:oleObj>
            </a:graphicData>
          </a:graphic>
        </p:graphicFrame>
        <p:graphicFrame>
          <p:nvGraphicFramePr>
            <p:cNvPr id="150534" name="Object 39"/>
            <p:cNvGraphicFramePr>
              <a:graphicFrameLocks noChangeAspect="1"/>
            </p:cNvGraphicFramePr>
            <p:nvPr/>
          </p:nvGraphicFramePr>
          <p:xfrm>
            <a:off x="2716" y="1080"/>
            <a:ext cx="1341" cy="473"/>
          </p:xfrm>
          <a:graphic>
            <a:graphicData uri="http://schemas.openxmlformats.org/presentationml/2006/ole">
              <p:oleObj spid="_x0000_s150534" r:id="rId4" imgW="811080" imgH="276840" progId="Equation.3">
                <p:embed/>
              </p:oleObj>
            </a:graphicData>
          </a:graphic>
        </p:graphicFrame>
        <p:sp>
          <p:nvSpPr>
            <p:cNvPr id="150535" name="AutoShape 40"/>
            <p:cNvSpPr>
              <a:spLocks/>
            </p:cNvSpPr>
            <p:nvPr/>
          </p:nvSpPr>
          <p:spPr bwMode="auto">
            <a:xfrm>
              <a:off x="2562" y="754"/>
              <a:ext cx="91" cy="862"/>
            </a:xfrm>
            <a:prstGeom prst="leftBrace">
              <a:avLst>
                <a:gd name="adj1" fmla="val 78806"/>
                <a:gd name="adj2" fmla="val 50000"/>
              </a:avLst>
            </a:prstGeom>
            <a:noFill/>
            <a:ln w="28575">
              <a:solidFill>
                <a:schemeClr val="bg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231465" name="Group 41"/>
          <p:cNvGrpSpPr>
            <a:grpSpLocks/>
          </p:cNvGrpSpPr>
          <p:nvPr/>
        </p:nvGrpSpPr>
        <p:grpSpPr bwMode="auto">
          <a:xfrm>
            <a:off x="6227763" y="1268413"/>
            <a:ext cx="2160587" cy="1755775"/>
            <a:chOff x="4278" y="962"/>
            <a:chExt cx="1361" cy="1106"/>
          </a:xfrm>
        </p:grpSpPr>
        <p:sp>
          <p:nvSpPr>
            <p:cNvPr id="150537" name="Line 42"/>
            <p:cNvSpPr>
              <a:spLocks noChangeShapeType="1"/>
            </p:cNvSpPr>
            <p:nvPr/>
          </p:nvSpPr>
          <p:spPr bwMode="auto">
            <a:xfrm flipV="1">
              <a:off x="4332" y="1797"/>
              <a:ext cx="1133" cy="0"/>
            </a:xfrm>
            <a:prstGeom prst="line">
              <a:avLst/>
            </a:prstGeom>
            <a:noFill/>
            <a:ln w="28575">
              <a:solidFill>
                <a:srgbClr val="FFFF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0538" name="Line 43"/>
            <p:cNvSpPr>
              <a:spLocks noChangeShapeType="1"/>
            </p:cNvSpPr>
            <p:nvPr/>
          </p:nvSpPr>
          <p:spPr bwMode="auto">
            <a:xfrm flipV="1">
              <a:off x="4539" y="1103"/>
              <a:ext cx="0" cy="965"/>
            </a:xfrm>
            <a:prstGeom prst="line">
              <a:avLst/>
            </a:prstGeom>
            <a:noFill/>
            <a:ln w="28575">
              <a:solidFill>
                <a:srgbClr val="FFFF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0539" name="Text Box 44"/>
            <p:cNvSpPr txBox="1">
              <a:spLocks noChangeArrowheads="1"/>
            </p:cNvSpPr>
            <p:nvPr/>
          </p:nvSpPr>
          <p:spPr bwMode="auto">
            <a:xfrm>
              <a:off x="5461" y="1642"/>
              <a:ext cx="178" cy="32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t</a:t>
              </a:r>
              <a:endParaRPr lang="en-US" altLang="zh-CN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150540" name="Text Box 45"/>
            <p:cNvSpPr txBox="1">
              <a:spLocks noChangeArrowheads="1"/>
            </p:cNvSpPr>
            <p:nvPr/>
          </p:nvSpPr>
          <p:spPr bwMode="auto">
            <a:xfrm>
              <a:off x="4581" y="962"/>
              <a:ext cx="439" cy="32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  <a:sym typeface="Symbol" pitchFamily="18" charset="2"/>
                </a:rPr>
                <a:t>(</a:t>
              </a:r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  <a:sym typeface="Symbol" pitchFamily="18" charset="2"/>
                </a:rPr>
                <a:t>t</a:t>
              </a:r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  <a:sym typeface="Symbol" pitchFamily="18" charset="2"/>
                </a:rPr>
                <a:t>)</a:t>
              </a:r>
            </a:p>
          </p:txBody>
        </p:sp>
        <p:sp>
          <p:nvSpPr>
            <p:cNvPr id="150541" name="Line 46"/>
            <p:cNvSpPr>
              <a:spLocks noChangeShapeType="1"/>
            </p:cNvSpPr>
            <p:nvPr/>
          </p:nvSpPr>
          <p:spPr bwMode="auto">
            <a:xfrm flipV="1">
              <a:off x="4539" y="1351"/>
              <a:ext cx="0" cy="455"/>
            </a:xfrm>
            <a:prstGeom prst="line">
              <a:avLst/>
            </a:prstGeom>
            <a:noFill/>
            <a:ln w="57150">
              <a:solidFill>
                <a:srgbClr val="FF33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0542" name="Text Box 47"/>
            <p:cNvSpPr txBox="1">
              <a:spLocks noChangeArrowheads="1"/>
            </p:cNvSpPr>
            <p:nvPr/>
          </p:nvSpPr>
          <p:spPr bwMode="auto">
            <a:xfrm>
              <a:off x="4278" y="1188"/>
              <a:ext cx="228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1</a:t>
              </a:r>
            </a:p>
          </p:txBody>
        </p:sp>
        <p:sp>
          <p:nvSpPr>
            <p:cNvPr id="150543" name="Text Box 48"/>
            <p:cNvSpPr txBox="1">
              <a:spLocks noChangeArrowheads="1"/>
            </p:cNvSpPr>
            <p:nvPr/>
          </p:nvSpPr>
          <p:spPr bwMode="auto">
            <a:xfrm>
              <a:off x="4324" y="1733"/>
              <a:ext cx="228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0</a:t>
              </a:r>
            </a:p>
          </p:txBody>
        </p:sp>
      </p:grpSp>
      <p:sp>
        <p:nvSpPr>
          <p:cNvPr id="231473" name="AutoShape 49" descr="羊皮纸"/>
          <p:cNvSpPr>
            <a:spLocks noChangeArrowheads="1"/>
          </p:cNvSpPr>
          <p:nvPr/>
        </p:nvSpPr>
        <p:spPr bwMode="auto">
          <a:xfrm>
            <a:off x="7092950" y="2997200"/>
            <a:ext cx="1871663" cy="935038"/>
          </a:xfrm>
          <a:prstGeom prst="wedgeRoundRectCallout">
            <a:avLst>
              <a:gd name="adj1" fmla="val -50764"/>
              <a:gd name="adj2" fmla="val -90745"/>
              <a:gd name="adj3" fmla="val 16667"/>
            </a:avLst>
          </a:prstGeom>
          <a:blipFill dpi="0" rotWithShape="1">
            <a:blip r:embed="rId5"/>
            <a:srcRect/>
            <a:tile tx="0" ty="0" sx="100000" sy="100000" flip="none" algn="tl"/>
          </a:blipFill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/>
            <a:r>
              <a:rPr lang="zh-CN" altLang="en-US" sz="2400">
                <a:solidFill>
                  <a:schemeClr val="tx1"/>
                </a:solidFill>
              </a:rPr>
              <a:t>单位脉冲函数的极限</a:t>
            </a:r>
          </a:p>
        </p:txBody>
      </p:sp>
      <p:grpSp>
        <p:nvGrpSpPr>
          <p:cNvPr id="231474" name="Group 50"/>
          <p:cNvGrpSpPr>
            <a:grpSpLocks/>
          </p:cNvGrpSpPr>
          <p:nvPr/>
        </p:nvGrpSpPr>
        <p:grpSpPr bwMode="auto">
          <a:xfrm>
            <a:off x="5435600" y="3860800"/>
            <a:ext cx="2786063" cy="2544763"/>
            <a:chOff x="768" y="653"/>
            <a:chExt cx="1539" cy="1603"/>
          </a:xfrm>
        </p:grpSpPr>
        <p:sp>
          <p:nvSpPr>
            <p:cNvPr id="150546" name="Line 51"/>
            <p:cNvSpPr>
              <a:spLocks noChangeShapeType="1"/>
            </p:cNvSpPr>
            <p:nvPr/>
          </p:nvSpPr>
          <p:spPr bwMode="auto">
            <a:xfrm>
              <a:off x="856" y="1920"/>
              <a:ext cx="1296" cy="0"/>
            </a:xfrm>
            <a:prstGeom prst="line">
              <a:avLst/>
            </a:prstGeom>
            <a:noFill/>
            <a:ln w="28575">
              <a:solidFill>
                <a:srgbClr val="FFFF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0547" name="Line 52"/>
            <p:cNvSpPr>
              <a:spLocks noChangeShapeType="1"/>
            </p:cNvSpPr>
            <p:nvPr/>
          </p:nvSpPr>
          <p:spPr bwMode="auto">
            <a:xfrm flipV="1">
              <a:off x="1424" y="768"/>
              <a:ext cx="0" cy="1488"/>
            </a:xfrm>
            <a:prstGeom prst="line">
              <a:avLst/>
            </a:prstGeom>
            <a:noFill/>
            <a:ln w="28575">
              <a:solidFill>
                <a:srgbClr val="FFFF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0548" name="Line 53"/>
            <p:cNvSpPr>
              <a:spLocks noChangeShapeType="1"/>
            </p:cNvSpPr>
            <p:nvPr/>
          </p:nvSpPr>
          <p:spPr bwMode="auto">
            <a:xfrm>
              <a:off x="1232" y="1192"/>
              <a:ext cx="432" cy="0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0549" name="Text Box 54"/>
            <p:cNvSpPr txBox="1">
              <a:spLocks noChangeArrowheads="1"/>
            </p:cNvSpPr>
            <p:nvPr/>
          </p:nvSpPr>
          <p:spPr bwMode="auto">
            <a:xfrm>
              <a:off x="1400" y="1905"/>
              <a:ext cx="578" cy="32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pPr algn="ctr"/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  <a:sym typeface="Symbol" pitchFamily="18" charset="2"/>
                </a:rPr>
                <a:t> / 2</a:t>
              </a:r>
              <a:endParaRPr lang="en-US" altLang="zh-CN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150550" name="Text Box 55"/>
            <p:cNvSpPr txBox="1">
              <a:spLocks noChangeArrowheads="1"/>
            </p:cNvSpPr>
            <p:nvPr/>
          </p:nvSpPr>
          <p:spPr bwMode="auto">
            <a:xfrm>
              <a:off x="788" y="885"/>
              <a:ext cx="423" cy="32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1/ </a:t>
              </a:r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  <a:sym typeface="Symbol" pitchFamily="18" charset="2"/>
                </a:rPr>
                <a:t></a:t>
              </a:r>
            </a:p>
          </p:txBody>
        </p:sp>
        <p:sp>
          <p:nvSpPr>
            <p:cNvPr id="150551" name="Text Box 56"/>
            <p:cNvSpPr txBox="1">
              <a:spLocks noChangeArrowheads="1"/>
            </p:cNvSpPr>
            <p:nvPr/>
          </p:nvSpPr>
          <p:spPr bwMode="auto">
            <a:xfrm>
              <a:off x="2151" y="1877"/>
              <a:ext cx="156" cy="32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t</a:t>
              </a:r>
              <a:endParaRPr lang="en-US" altLang="zh-CN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150552" name="Text Box 57"/>
            <p:cNvSpPr txBox="1">
              <a:spLocks noChangeArrowheads="1"/>
            </p:cNvSpPr>
            <p:nvPr/>
          </p:nvSpPr>
          <p:spPr bwMode="auto">
            <a:xfrm>
              <a:off x="1502" y="653"/>
              <a:ext cx="385" cy="32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p</a:t>
              </a:r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(</a:t>
              </a:r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t</a:t>
              </a:r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)</a:t>
              </a:r>
            </a:p>
          </p:txBody>
        </p:sp>
        <p:sp>
          <p:nvSpPr>
            <p:cNvPr id="150553" name="Line 58"/>
            <p:cNvSpPr>
              <a:spLocks noChangeShapeType="1"/>
            </p:cNvSpPr>
            <p:nvPr/>
          </p:nvSpPr>
          <p:spPr bwMode="auto">
            <a:xfrm>
              <a:off x="1232" y="1176"/>
              <a:ext cx="0" cy="736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0554" name="Text Box 59"/>
            <p:cNvSpPr txBox="1">
              <a:spLocks noChangeArrowheads="1"/>
            </p:cNvSpPr>
            <p:nvPr/>
          </p:nvSpPr>
          <p:spPr bwMode="auto">
            <a:xfrm>
              <a:off x="768" y="1896"/>
              <a:ext cx="578" cy="32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pPr algn="ctr"/>
              <a:r>
                <a:rPr lang="en-US" altLang="zh-CN" b="0">
                  <a:solidFill>
                    <a:schemeClr val="bg1"/>
                  </a:solidFill>
                  <a:latin typeface="宋体" pitchFamily="2" charset="-122"/>
                  <a:ea typeface="宋体" pitchFamily="2" charset="-122"/>
                  <a:sym typeface="Symbol" pitchFamily="18" charset="2"/>
                </a:rPr>
                <a:t>-</a:t>
              </a:r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  <a:sym typeface="Symbol" pitchFamily="18" charset="2"/>
                </a:rPr>
                <a:t> / 2</a:t>
              </a:r>
              <a:endParaRPr lang="en-US" altLang="zh-CN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150555" name="Line 60"/>
            <p:cNvSpPr>
              <a:spLocks noChangeShapeType="1"/>
            </p:cNvSpPr>
            <p:nvPr/>
          </p:nvSpPr>
          <p:spPr bwMode="auto">
            <a:xfrm>
              <a:off x="1664" y="1200"/>
              <a:ext cx="0" cy="736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</p:grpSp>
      <p:graphicFrame>
        <p:nvGraphicFramePr>
          <p:cNvPr id="231485" name="Object 61"/>
          <p:cNvGraphicFramePr>
            <a:graphicFrameLocks noChangeAspect="1"/>
          </p:cNvGraphicFramePr>
          <p:nvPr/>
        </p:nvGraphicFramePr>
        <p:xfrm>
          <a:off x="1116013" y="4365625"/>
          <a:ext cx="2808287" cy="993775"/>
        </p:xfrm>
        <a:graphic>
          <a:graphicData uri="http://schemas.openxmlformats.org/presentationml/2006/ole">
            <p:oleObj spid="_x0000_s150556" r:id="rId6" imgW="1135440" imgH="392040" progId="Equation.3">
              <p:embed/>
            </p:oleObj>
          </a:graphicData>
        </a:graphic>
      </p:graphicFrame>
      <p:graphicFrame>
        <p:nvGraphicFramePr>
          <p:cNvPr id="231486" name="Object 62"/>
          <p:cNvGraphicFramePr>
            <a:graphicFrameLocks noChangeAspect="1"/>
          </p:cNvGraphicFramePr>
          <p:nvPr/>
        </p:nvGraphicFramePr>
        <p:xfrm>
          <a:off x="1187450" y="5516563"/>
          <a:ext cx="2854325" cy="792162"/>
        </p:xfrm>
        <a:graphic>
          <a:graphicData uri="http://schemas.openxmlformats.org/presentationml/2006/ole">
            <p:oleObj spid="_x0000_s150557" r:id="rId7" imgW="950040" imgH="253800" progId="Equation.3">
              <p:embed/>
            </p:oleObj>
          </a:graphicData>
        </a:graphic>
      </p:graphicFrame>
      <p:graphicFrame>
        <p:nvGraphicFramePr>
          <p:cNvPr id="231487" name="Object 63"/>
          <p:cNvGraphicFramePr>
            <a:graphicFrameLocks noChangeAspect="1"/>
          </p:cNvGraphicFramePr>
          <p:nvPr/>
        </p:nvGraphicFramePr>
        <p:xfrm>
          <a:off x="755650" y="3213100"/>
          <a:ext cx="4746625" cy="1001713"/>
        </p:xfrm>
        <a:graphic>
          <a:graphicData uri="http://schemas.openxmlformats.org/presentationml/2006/ole">
            <p:oleObj spid="_x0000_s150558" r:id="rId8" imgW="1900440" imgH="392040" progId="Equation.3">
              <p:embed/>
            </p:oleObj>
          </a:graphicData>
        </a:graphic>
      </p:graphicFrame>
      <p:grpSp>
        <p:nvGrpSpPr>
          <p:cNvPr id="150559" name="Group 67"/>
          <p:cNvGrpSpPr>
            <a:grpSpLocks/>
          </p:cNvGrpSpPr>
          <p:nvPr/>
        </p:nvGrpSpPr>
        <p:grpSpPr bwMode="auto"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150560" name="Picture 68" descr="78900"/>
            <p:cNvPicPr>
              <a:picLocks noChangeAspect="1" noChangeArrowheads="1"/>
            </p:cNvPicPr>
            <p:nvPr/>
          </p:nvPicPr>
          <p:blipFill>
            <a:blip r:embed="rId9"/>
            <a:srcRect/>
            <a:stretch>
              <a:fillRect/>
            </a:stretch>
          </p:blipFill>
          <p:spPr bwMode="auto"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50561" name="Text Box 69">
              <a:hlinkClick r:id="" action="ppaction://hlinkshowjump?jump=nextslide"/>
            </p:cNvPr>
            <p:cNvSpPr txBox="1">
              <a:spLocks noChangeArrowheads="1"/>
            </p:cNvSpPr>
            <p:nvPr/>
          </p:nvSpPr>
          <p:spPr bwMode="auto"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0">
                  <a:solidFill>
                    <a:schemeClr val="bg1"/>
                  </a:solidFill>
                  <a:latin typeface="隶书" pitchFamily="49" charset="-122"/>
                  <a:ea typeface="隶书" pitchFamily="49" charset="-122"/>
                </a:rPr>
                <a:t>下 页</a:t>
              </a:r>
            </a:p>
          </p:txBody>
        </p:sp>
      </p:grpSp>
      <p:grpSp>
        <p:nvGrpSpPr>
          <p:cNvPr id="150562" name="Group 70"/>
          <p:cNvGrpSpPr>
            <a:grpSpLocks/>
          </p:cNvGrpSpPr>
          <p:nvPr/>
        </p:nvGrpSpPr>
        <p:grpSpPr bwMode="auto">
          <a:xfrm>
            <a:off x="7453313" y="6446838"/>
            <a:ext cx="792162" cy="366712"/>
            <a:chOff x="4649" y="4020"/>
            <a:chExt cx="499" cy="231"/>
          </a:xfrm>
        </p:grpSpPr>
        <p:pic>
          <p:nvPicPr>
            <p:cNvPr id="150563" name="Picture 71" descr="78900"/>
            <p:cNvPicPr>
              <a:picLocks noChangeAspect="1" noChangeArrowheads="1"/>
            </p:cNvPicPr>
            <p:nvPr/>
          </p:nvPicPr>
          <p:blipFill>
            <a:blip r:embed="rId9"/>
            <a:srcRect/>
            <a:stretch>
              <a:fillRect/>
            </a:stretch>
          </p:blipFill>
          <p:spPr bwMode="auto"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50564" name="Text Box 72">
              <a:hlinkClick r:id="" action="ppaction://hlinkshowjump?jump=previousslide"/>
            </p:cNvPr>
            <p:cNvSpPr txBox="1">
              <a:spLocks noChangeArrowheads="1"/>
            </p:cNvSpPr>
            <p:nvPr/>
          </p:nvSpPr>
          <p:spPr bwMode="auto"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0">
                  <a:solidFill>
                    <a:schemeClr val="bg1"/>
                  </a:solidFill>
                  <a:latin typeface="隶书" pitchFamily="49" charset="-122"/>
                  <a:ea typeface="隶书" pitchFamily="49" charset="-122"/>
                </a:rPr>
                <a:t>上 页</a:t>
              </a:r>
            </a:p>
          </p:txBody>
        </p:sp>
      </p:grpSp>
      <p:grpSp>
        <p:nvGrpSpPr>
          <p:cNvPr id="150565" name="Group 73"/>
          <p:cNvGrpSpPr>
            <a:grpSpLocks/>
          </p:cNvGrpSpPr>
          <p:nvPr/>
        </p:nvGrpSpPr>
        <p:grpSpPr bwMode="auto">
          <a:xfrm>
            <a:off x="6588125" y="6446838"/>
            <a:ext cx="792163" cy="366712"/>
            <a:chOff x="4649" y="4020"/>
            <a:chExt cx="499" cy="231"/>
          </a:xfrm>
        </p:grpSpPr>
        <p:pic>
          <p:nvPicPr>
            <p:cNvPr id="150566" name="Picture 74" descr="78900"/>
            <p:cNvPicPr>
              <a:picLocks noChangeAspect="1" noChangeArrowheads="1"/>
            </p:cNvPicPr>
            <p:nvPr/>
          </p:nvPicPr>
          <p:blipFill>
            <a:blip r:embed="rId9"/>
            <a:srcRect/>
            <a:stretch>
              <a:fillRect/>
            </a:stretch>
          </p:blipFill>
          <p:spPr bwMode="auto"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50567" name="Text Box 75">
              <a:hlinkClick r:id="rId10" action="ppaction://hlinksldjump"/>
            </p:cNvPr>
            <p:cNvSpPr txBox="1">
              <a:spLocks noChangeArrowheads="1"/>
            </p:cNvSpPr>
            <p:nvPr/>
          </p:nvSpPr>
          <p:spPr bwMode="auto"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0">
                  <a:solidFill>
                    <a:schemeClr val="bg1"/>
                  </a:solidFill>
                  <a:latin typeface="隶书" pitchFamily="49" charset="-122"/>
                  <a:ea typeface="隶书" pitchFamily="49" charset="-122"/>
                </a:rPr>
                <a:t>返 回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9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4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314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314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314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314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314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314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2000"/>
                                        <p:tgtEl>
                                          <p:spTgt spid="2314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000"/>
                            </p:stCondLst>
                            <p:childTnLst>
                              <p:par>
                                <p:cTn id="27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2314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500"/>
                            </p:stCondLst>
                            <p:childTnLst>
                              <p:par>
                                <p:cTn id="31" presetID="2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33" dur="2000"/>
                                        <p:tgtEl>
                                          <p:spTgt spid="2314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2000"/>
                                        <p:tgtEl>
                                          <p:spTgt spid="2314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2000"/>
                                        <p:tgtEl>
                                          <p:spTgt spid="2314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2000"/>
                                        <p:tgtEl>
                                          <p:spTgt spid="2314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2000"/>
                                        <p:tgtEl>
                                          <p:spTgt spid="2314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1450" grpId="0" build="p"/>
      <p:bldP spid="231451" grpId="0"/>
      <p:bldP spid="231460" grpId="0" animBg="1"/>
      <p:bldP spid="231473" grpId="0" animBg="1"/>
    </p:bldLst>
  </p:timing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452" name="Rectangle 4"/>
          <p:cNvSpPr>
            <a:spLocks noChangeArrowheads="1"/>
          </p:cNvSpPr>
          <p:nvPr/>
        </p:nvSpPr>
        <p:spPr bwMode="auto">
          <a:xfrm>
            <a:off x="468313" y="476250"/>
            <a:ext cx="4319587" cy="547688"/>
          </a:xfrm>
          <a:prstGeom prst="rect">
            <a:avLst/>
          </a:prstGeom>
          <a:noFill/>
          <a:ln w="28575">
            <a:solidFill>
              <a:srgbClr val="00FFFF"/>
            </a:solidFill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>
              <a:buFont typeface="Wingdings" pitchFamily="2" charset="2"/>
              <a:buChar char="l"/>
            </a:pPr>
            <a:r>
              <a:rPr lang="en-US" altLang="zh-CN">
                <a:solidFill>
                  <a:srgbClr val="FF9900"/>
                </a:solidFill>
                <a:latin typeface="楷体_GB2312" pitchFamily="49" charset="-122"/>
              </a:rPr>
              <a:t> </a:t>
            </a:r>
            <a:r>
              <a:rPr lang="zh-CN" altLang="en-US">
                <a:solidFill>
                  <a:srgbClr val="FF9900"/>
                </a:solidFill>
                <a:latin typeface="楷体_GB2312" pitchFamily="49" charset="-122"/>
              </a:rPr>
              <a:t>单位冲激函数的延迟</a:t>
            </a:r>
            <a:endParaRPr lang="zh-CN" altLang="en-US">
              <a:solidFill>
                <a:srgbClr val="FF9900"/>
              </a:solidFill>
              <a:latin typeface="楷体_GB2312" pitchFamily="49" charset="-122"/>
              <a:sym typeface="Symbol" pitchFamily="18" charset="2"/>
            </a:endParaRPr>
          </a:p>
        </p:txBody>
      </p:sp>
      <p:graphicFrame>
        <p:nvGraphicFramePr>
          <p:cNvPr id="232453" name="Object 5"/>
          <p:cNvGraphicFramePr>
            <a:graphicFrameLocks noChangeAspect="1"/>
          </p:cNvGraphicFramePr>
          <p:nvPr/>
        </p:nvGraphicFramePr>
        <p:xfrm>
          <a:off x="684213" y="1328738"/>
          <a:ext cx="3667125" cy="1481137"/>
        </p:xfrm>
        <a:graphic>
          <a:graphicData uri="http://schemas.openxmlformats.org/presentationml/2006/ole">
            <p:oleObj spid="_x0000_s151554" r:id="rId3" imgW="1390680" imgH="553680" progId="Equation.3">
              <p:embed/>
            </p:oleObj>
          </a:graphicData>
        </a:graphic>
      </p:graphicFrame>
      <p:grpSp>
        <p:nvGrpSpPr>
          <p:cNvPr id="232454" name="Group 6"/>
          <p:cNvGrpSpPr>
            <a:grpSpLocks/>
          </p:cNvGrpSpPr>
          <p:nvPr/>
        </p:nvGrpSpPr>
        <p:grpSpPr bwMode="auto">
          <a:xfrm>
            <a:off x="5219700" y="765175"/>
            <a:ext cx="3462338" cy="1865313"/>
            <a:chOff x="3241" y="1871"/>
            <a:chExt cx="2181" cy="1175"/>
          </a:xfrm>
        </p:grpSpPr>
        <p:sp>
          <p:nvSpPr>
            <p:cNvPr id="151556" name="Line 7"/>
            <p:cNvSpPr>
              <a:spLocks noChangeShapeType="1"/>
            </p:cNvSpPr>
            <p:nvPr/>
          </p:nvSpPr>
          <p:spPr bwMode="auto">
            <a:xfrm>
              <a:off x="3328" y="2774"/>
              <a:ext cx="1872" cy="0"/>
            </a:xfrm>
            <a:prstGeom prst="line">
              <a:avLst/>
            </a:prstGeom>
            <a:noFill/>
            <a:ln w="28575">
              <a:solidFill>
                <a:srgbClr val="FFFF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1557" name="Line 8"/>
            <p:cNvSpPr>
              <a:spLocks noChangeShapeType="1"/>
            </p:cNvSpPr>
            <p:nvPr/>
          </p:nvSpPr>
          <p:spPr bwMode="auto">
            <a:xfrm flipV="1">
              <a:off x="3520" y="2128"/>
              <a:ext cx="0" cy="798"/>
            </a:xfrm>
            <a:prstGeom prst="line">
              <a:avLst/>
            </a:prstGeom>
            <a:noFill/>
            <a:ln w="28575">
              <a:solidFill>
                <a:srgbClr val="FFFF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1558" name="Text Box 9"/>
            <p:cNvSpPr txBox="1">
              <a:spLocks noChangeArrowheads="1"/>
            </p:cNvSpPr>
            <p:nvPr/>
          </p:nvSpPr>
          <p:spPr bwMode="auto">
            <a:xfrm>
              <a:off x="5244" y="2573"/>
              <a:ext cx="178" cy="32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t</a:t>
              </a:r>
            </a:p>
          </p:txBody>
        </p:sp>
        <p:sp>
          <p:nvSpPr>
            <p:cNvPr id="151559" name="Text Box 10"/>
            <p:cNvSpPr txBox="1">
              <a:spLocks noChangeArrowheads="1"/>
            </p:cNvSpPr>
            <p:nvPr/>
          </p:nvSpPr>
          <p:spPr bwMode="auto">
            <a:xfrm>
              <a:off x="3319" y="2231"/>
              <a:ext cx="116" cy="32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endParaRPr lang="zh-CN" altLang="zh-CN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151560" name="Line 11"/>
            <p:cNvSpPr>
              <a:spLocks noChangeShapeType="1"/>
            </p:cNvSpPr>
            <p:nvPr/>
          </p:nvSpPr>
          <p:spPr bwMode="auto">
            <a:xfrm flipV="1">
              <a:off x="3943" y="2320"/>
              <a:ext cx="0" cy="456"/>
            </a:xfrm>
            <a:prstGeom prst="line">
              <a:avLst/>
            </a:prstGeom>
            <a:noFill/>
            <a:ln w="57150">
              <a:solidFill>
                <a:srgbClr val="FF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1561" name="Text Box 12"/>
            <p:cNvSpPr txBox="1">
              <a:spLocks noChangeArrowheads="1"/>
            </p:cNvSpPr>
            <p:nvPr/>
          </p:nvSpPr>
          <p:spPr bwMode="auto">
            <a:xfrm>
              <a:off x="4541" y="2231"/>
              <a:ext cx="116" cy="32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endParaRPr lang="zh-CN" altLang="zh-CN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151562" name="Text Box 13"/>
            <p:cNvSpPr txBox="1">
              <a:spLocks noChangeArrowheads="1"/>
            </p:cNvSpPr>
            <p:nvPr/>
          </p:nvSpPr>
          <p:spPr bwMode="auto">
            <a:xfrm>
              <a:off x="3474" y="1871"/>
              <a:ext cx="745" cy="32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  <a:sym typeface="Symbol" pitchFamily="18" charset="2"/>
                </a:rPr>
                <a:t> </a:t>
              </a:r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  <a:sym typeface="Symbol" pitchFamily="18" charset="2"/>
                </a:rPr>
                <a:t>(</a:t>
              </a:r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  <a:sym typeface="Symbol" pitchFamily="18" charset="2"/>
                </a:rPr>
                <a:t>t</a:t>
              </a:r>
              <a:r>
                <a:rPr lang="en-US" altLang="zh-CN" b="0">
                  <a:solidFill>
                    <a:schemeClr val="bg1"/>
                  </a:solidFill>
                  <a:latin typeface="宋体" pitchFamily="2" charset="-122"/>
                  <a:ea typeface="宋体" pitchFamily="2" charset="-122"/>
                  <a:sym typeface="Symbol" pitchFamily="18" charset="2"/>
                </a:rPr>
                <a:t>-</a:t>
              </a:r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  <a:sym typeface="Symbol" pitchFamily="18" charset="2"/>
                </a:rPr>
                <a:t>t</a:t>
              </a:r>
              <a:r>
                <a:rPr lang="en-US" altLang="zh-CN" b="0" baseline="-2500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  <a:sym typeface="Symbol" pitchFamily="18" charset="2"/>
                </a:rPr>
                <a:t>0</a:t>
              </a:r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  <a:sym typeface="Symbol" pitchFamily="18" charset="2"/>
                </a:rPr>
                <a:t>)</a:t>
              </a:r>
            </a:p>
          </p:txBody>
        </p:sp>
        <p:sp>
          <p:nvSpPr>
            <p:cNvPr id="151563" name="Text Box 14"/>
            <p:cNvSpPr txBox="1">
              <a:spLocks noChangeArrowheads="1"/>
            </p:cNvSpPr>
            <p:nvPr/>
          </p:nvSpPr>
          <p:spPr bwMode="auto">
            <a:xfrm>
              <a:off x="3837" y="2685"/>
              <a:ext cx="254" cy="32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t</a:t>
              </a:r>
              <a:r>
                <a:rPr lang="en-US" altLang="zh-CN" b="0" baseline="-2500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0</a:t>
              </a:r>
              <a:endParaRPr lang="en-US" altLang="zh-CN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151564" name="Text Box 15"/>
            <p:cNvSpPr txBox="1">
              <a:spLocks noChangeArrowheads="1"/>
            </p:cNvSpPr>
            <p:nvPr/>
          </p:nvSpPr>
          <p:spPr bwMode="auto">
            <a:xfrm>
              <a:off x="3241" y="2719"/>
              <a:ext cx="228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0</a:t>
              </a:r>
            </a:p>
          </p:txBody>
        </p:sp>
        <p:sp>
          <p:nvSpPr>
            <p:cNvPr id="151565" name="Text Box 16"/>
            <p:cNvSpPr txBox="1">
              <a:spLocks noChangeArrowheads="1"/>
            </p:cNvSpPr>
            <p:nvPr/>
          </p:nvSpPr>
          <p:spPr bwMode="auto">
            <a:xfrm>
              <a:off x="3843" y="2228"/>
              <a:ext cx="676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zh-CN" altLang="en-US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（</a:t>
              </a:r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1</a:t>
              </a:r>
              <a:r>
                <a:rPr lang="zh-CN" altLang="en-US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）</a:t>
              </a:r>
            </a:p>
          </p:txBody>
        </p:sp>
      </p:grpSp>
      <p:sp>
        <p:nvSpPr>
          <p:cNvPr id="232465" name="Text Box 17"/>
          <p:cNvSpPr txBox="1">
            <a:spLocks noChangeArrowheads="1"/>
          </p:cNvSpPr>
          <p:nvPr/>
        </p:nvSpPr>
        <p:spPr bwMode="auto">
          <a:xfrm>
            <a:off x="468313" y="2997200"/>
            <a:ext cx="4103687" cy="547688"/>
          </a:xfrm>
          <a:prstGeom prst="rect">
            <a:avLst/>
          </a:prstGeom>
          <a:noFill/>
          <a:ln w="28575">
            <a:solidFill>
              <a:srgbClr val="00FFFF"/>
            </a:solidFill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>
              <a:buFont typeface="Wingdings" pitchFamily="2" charset="2"/>
              <a:buChar char="l"/>
            </a:pPr>
            <a:r>
              <a:rPr lang="en-US" altLang="zh-CN">
                <a:solidFill>
                  <a:srgbClr val="FF9900"/>
                </a:solidFill>
                <a:latin typeface="楷体_GB2312" pitchFamily="49" charset="-122"/>
              </a:rPr>
              <a:t> </a:t>
            </a:r>
            <a:r>
              <a:rPr lang="zh-CN" altLang="en-US">
                <a:solidFill>
                  <a:srgbClr val="FF9900"/>
                </a:solidFill>
                <a:latin typeface="楷体_GB2312" pitchFamily="49" charset="-122"/>
              </a:rPr>
              <a:t>单位冲激函数的性质</a:t>
            </a:r>
            <a:endParaRPr lang="zh-CN" altLang="en-US" b="0">
              <a:solidFill>
                <a:srgbClr val="FF9900"/>
              </a:solidFill>
              <a:latin typeface="楷体_GB2312" pitchFamily="49" charset="-122"/>
            </a:endParaRPr>
          </a:p>
        </p:txBody>
      </p:sp>
      <p:sp>
        <p:nvSpPr>
          <p:cNvPr id="232466" name="Text Box 18"/>
          <p:cNvSpPr txBox="1">
            <a:spLocks noChangeArrowheads="1"/>
          </p:cNvSpPr>
          <p:nvPr/>
        </p:nvSpPr>
        <p:spPr bwMode="auto">
          <a:xfrm>
            <a:off x="395288" y="3789363"/>
            <a:ext cx="6840537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>
              <a:spcBef>
                <a:spcPct val="50000"/>
              </a:spcBef>
              <a:buFontTx/>
              <a:buAutoNum type="circleNumDbPlain"/>
            </a:pPr>
            <a:r>
              <a:rPr lang="zh-CN" altLang="en-US"/>
              <a:t>冲激函数对时间的积分等于阶跃函数</a:t>
            </a:r>
          </a:p>
        </p:txBody>
      </p:sp>
      <p:graphicFrame>
        <p:nvGraphicFramePr>
          <p:cNvPr id="232467" name="Object 19"/>
          <p:cNvGraphicFramePr>
            <a:graphicFrameLocks noChangeAspect="1"/>
          </p:cNvGraphicFramePr>
          <p:nvPr/>
        </p:nvGraphicFramePr>
        <p:xfrm>
          <a:off x="468313" y="4478338"/>
          <a:ext cx="5000625" cy="1362075"/>
        </p:xfrm>
        <a:graphic>
          <a:graphicData uri="http://schemas.openxmlformats.org/presentationml/2006/ole">
            <p:oleObj spid="_x0000_s151568" r:id="rId4" imgW="1900440" imgH="507600" progId="Equation.3">
              <p:embed/>
            </p:oleObj>
          </a:graphicData>
        </a:graphic>
      </p:graphicFrame>
      <p:sp>
        <p:nvSpPr>
          <p:cNvPr id="232468" name="Line 20"/>
          <p:cNvSpPr>
            <a:spLocks noChangeShapeType="1"/>
          </p:cNvSpPr>
          <p:nvPr/>
        </p:nvSpPr>
        <p:spPr bwMode="auto">
          <a:xfrm>
            <a:off x="5651500" y="5229225"/>
            <a:ext cx="649288" cy="0"/>
          </a:xfrm>
          <a:prstGeom prst="line">
            <a:avLst/>
          </a:prstGeom>
          <a:noFill/>
          <a:ln w="76200">
            <a:solidFill>
              <a:srgbClr val="0099FF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232469" name="Object 21"/>
          <p:cNvGraphicFramePr>
            <a:graphicFrameLocks noChangeAspect="1"/>
          </p:cNvGraphicFramePr>
          <p:nvPr/>
        </p:nvGraphicFramePr>
        <p:xfrm>
          <a:off x="6372225" y="4724400"/>
          <a:ext cx="2160588" cy="1011238"/>
        </p:xfrm>
        <a:graphic>
          <a:graphicData uri="http://schemas.openxmlformats.org/presentationml/2006/ole">
            <p:oleObj spid="_x0000_s151570" r:id="rId5" imgW="880560" imgH="403560" progId="Equation.3">
              <p:embed/>
            </p:oleObj>
          </a:graphicData>
        </a:graphic>
      </p:graphicFrame>
      <p:grpSp>
        <p:nvGrpSpPr>
          <p:cNvPr id="151571" name="Group 25"/>
          <p:cNvGrpSpPr>
            <a:grpSpLocks/>
          </p:cNvGrpSpPr>
          <p:nvPr/>
        </p:nvGrpSpPr>
        <p:grpSpPr bwMode="auto"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151572" name="Picture 26" descr="78900"/>
            <p:cNvPicPr>
              <a:picLocks noChangeAspect="1" noChangeArrowheads="1"/>
            </p:cNvPicPr>
            <p:nvPr/>
          </p:nvPicPr>
          <p:blipFill>
            <a:blip r:embed="rId6"/>
            <a:srcRect/>
            <a:stretch>
              <a:fillRect/>
            </a:stretch>
          </p:blipFill>
          <p:spPr bwMode="auto"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51573" name="Text Box 27">
              <a:hlinkClick r:id="" action="ppaction://hlinkshowjump?jump=nextslide"/>
            </p:cNvPr>
            <p:cNvSpPr txBox="1">
              <a:spLocks noChangeArrowheads="1"/>
            </p:cNvSpPr>
            <p:nvPr/>
          </p:nvSpPr>
          <p:spPr bwMode="auto"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0">
                  <a:solidFill>
                    <a:schemeClr val="bg1"/>
                  </a:solidFill>
                  <a:latin typeface="隶书" pitchFamily="49" charset="-122"/>
                  <a:ea typeface="隶书" pitchFamily="49" charset="-122"/>
                </a:rPr>
                <a:t>下 页</a:t>
              </a:r>
            </a:p>
          </p:txBody>
        </p:sp>
      </p:grpSp>
      <p:grpSp>
        <p:nvGrpSpPr>
          <p:cNvPr id="151574" name="Group 28"/>
          <p:cNvGrpSpPr>
            <a:grpSpLocks/>
          </p:cNvGrpSpPr>
          <p:nvPr/>
        </p:nvGrpSpPr>
        <p:grpSpPr bwMode="auto">
          <a:xfrm>
            <a:off x="7453313" y="6446838"/>
            <a:ext cx="792162" cy="366712"/>
            <a:chOff x="4649" y="4020"/>
            <a:chExt cx="499" cy="231"/>
          </a:xfrm>
        </p:grpSpPr>
        <p:pic>
          <p:nvPicPr>
            <p:cNvPr id="151575" name="Picture 29" descr="78900"/>
            <p:cNvPicPr>
              <a:picLocks noChangeAspect="1" noChangeArrowheads="1"/>
            </p:cNvPicPr>
            <p:nvPr/>
          </p:nvPicPr>
          <p:blipFill>
            <a:blip r:embed="rId6"/>
            <a:srcRect/>
            <a:stretch>
              <a:fillRect/>
            </a:stretch>
          </p:blipFill>
          <p:spPr bwMode="auto"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51576" name="Text Box 30">
              <a:hlinkClick r:id="" action="ppaction://hlinkshowjump?jump=previousslide"/>
            </p:cNvPr>
            <p:cNvSpPr txBox="1">
              <a:spLocks noChangeArrowheads="1"/>
            </p:cNvSpPr>
            <p:nvPr/>
          </p:nvSpPr>
          <p:spPr bwMode="auto"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0">
                  <a:solidFill>
                    <a:schemeClr val="bg1"/>
                  </a:solidFill>
                  <a:latin typeface="隶书" pitchFamily="49" charset="-122"/>
                  <a:ea typeface="隶书" pitchFamily="49" charset="-122"/>
                </a:rPr>
                <a:t>上 页</a:t>
              </a:r>
            </a:p>
          </p:txBody>
        </p:sp>
      </p:grpSp>
      <p:grpSp>
        <p:nvGrpSpPr>
          <p:cNvPr id="151577" name="Group 31"/>
          <p:cNvGrpSpPr>
            <a:grpSpLocks/>
          </p:cNvGrpSpPr>
          <p:nvPr/>
        </p:nvGrpSpPr>
        <p:grpSpPr bwMode="auto">
          <a:xfrm>
            <a:off x="6588125" y="6446838"/>
            <a:ext cx="792163" cy="366712"/>
            <a:chOff x="4649" y="4020"/>
            <a:chExt cx="499" cy="231"/>
          </a:xfrm>
        </p:grpSpPr>
        <p:pic>
          <p:nvPicPr>
            <p:cNvPr id="151578" name="Picture 32" descr="78900"/>
            <p:cNvPicPr>
              <a:picLocks noChangeAspect="1" noChangeArrowheads="1"/>
            </p:cNvPicPr>
            <p:nvPr/>
          </p:nvPicPr>
          <p:blipFill>
            <a:blip r:embed="rId6"/>
            <a:srcRect/>
            <a:stretch>
              <a:fillRect/>
            </a:stretch>
          </p:blipFill>
          <p:spPr bwMode="auto"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51579" name="Text Box 33">
              <a:hlinkClick r:id="rId7" action="ppaction://hlinksldjump"/>
            </p:cNvPr>
            <p:cNvSpPr txBox="1">
              <a:spLocks noChangeArrowheads="1"/>
            </p:cNvSpPr>
            <p:nvPr/>
          </p:nvSpPr>
          <p:spPr bwMode="auto"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0">
                  <a:solidFill>
                    <a:schemeClr val="bg1"/>
                  </a:solidFill>
                  <a:latin typeface="隶书" pitchFamily="49" charset="-122"/>
                  <a:ea typeface="隶书" pitchFamily="49" charset="-122"/>
                </a:rPr>
                <a:t>返 回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324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324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2000"/>
                                        <p:tgtEl>
                                          <p:spTgt spid="2324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2000"/>
                                        <p:tgtEl>
                                          <p:spTgt spid="2324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324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324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2000"/>
                                        <p:tgtEl>
                                          <p:spTgt spid="2324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2000"/>
                                        <p:tgtEl>
                                          <p:spTgt spid="2324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9" dur="500"/>
                                        <p:tgtEl>
                                          <p:spTgt spid="2324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"/>
                            </p:stCondLst>
                            <p:childTnLst>
                              <p:par>
                                <p:cTn id="4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2000"/>
                                        <p:tgtEl>
                                          <p:spTgt spid="2324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2452" grpId="0" animBg="1"/>
      <p:bldP spid="232465" grpId="0" animBg="1"/>
      <p:bldP spid="232466" grpId="0"/>
      <p:bldP spid="232468" grpId="0" animBg="1"/>
    </p:bldLst>
  </p:timing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476" name="Text Box 4"/>
          <p:cNvSpPr txBox="1">
            <a:spLocks noChangeArrowheads="1"/>
          </p:cNvSpPr>
          <p:nvPr/>
        </p:nvSpPr>
        <p:spPr bwMode="auto">
          <a:xfrm>
            <a:off x="468313" y="404813"/>
            <a:ext cx="3706812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marL="342900" indent="-342900">
              <a:buFontTx/>
              <a:buAutoNum type="circleNumDbPlain" startAt="2"/>
            </a:pPr>
            <a:r>
              <a:rPr lang="zh-CN" altLang="en-US">
                <a:latin typeface="楷体_GB2312" pitchFamily="49" charset="-122"/>
                <a:sym typeface="Symbol" pitchFamily="18" charset="2"/>
              </a:rPr>
              <a:t>冲激函数的</a:t>
            </a:r>
            <a:r>
              <a:rPr lang="zh-CN" altLang="en-US">
                <a:latin typeface="Times New Roman" pitchFamily="18" charset="0"/>
                <a:sym typeface="Symbol" pitchFamily="18" charset="2"/>
              </a:rPr>
              <a:t>‘</a:t>
            </a:r>
            <a:r>
              <a:rPr lang="zh-CN" altLang="en-US">
                <a:latin typeface="楷体_GB2312" pitchFamily="49" charset="-122"/>
                <a:sym typeface="Symbol" pitchFamily="18" charset="2"/>
              </a:rPr>
              <a:t>筛分性</a:t>
            </a:r>
            <a:r>
              <a:rPr lang="zh-CN" altLang="en-US">
                <a:latin typeface="Times New Roman" pitchFamily="18" charset="0"/>
                <a:sym typeface="Symbol" pitchFamily="18" charset="2"/>
              </a:rPr>
              <a:t>’</a:t>
            </a:r>
            <a:r>
              <a:rPr lang="zh-CN" altLang="en-US" b="0">
                <a:latin typeface="楷体_GB2312" pitchFamily="49" charset="-122"/>
              </a:rPr>
              <a:t> </a:t>
            </a:r>
          </a:p>
        </p:txBody>
      </p:sp>
      <p:graphicFrame>
        <p:nvGraphicFramePr>
          <p:cNvPr id="233477" name="Object 5"/>
          <p:cNvGraphicFramePr>
            <a:graphicFrameLocks noChangeAspect="1"/>
          </p:cNvGraphicFramePr>
          <p:nvPr/>
        </p:nvGraphicFramePr>
        <p:xfrm>
          <a:off x="755650" y="981075"/>
          <a:ext cx="7021513" cy="842963"/>
        </p:xfrm>
        <a:graphic>
          <a:graphicData uri="http://schemas.openxmlformats.org/presentationml/2006/ole">
            <p:oleObj spid="_x0000_s152578" r:id="rId3" imgW="2398680" imgH="276840" progId="Equation.3">
              <p:embed/>
            </p:oleObj>
          </a:graphicData>
        </a:graphic>
      </p:graphicFrame>
      <p:graphicFrame>
        <p:nvGraphicFramePr>
          <p:cNvPr id="233478" name="Object 6"/>
          <p:cNvGraphicFramePr>
            <a:graphicFrameLocks noChangeAspect="1"/>
          </p:cNvGraphicFramePr>
          <p:nvPr/>
        </p:nvGraphicFramePr>
        <p:xfrm>
          <a:off x="1476375" y="3284538"/>
          <a:ext cx="4156075" cy="741362"/>
        </p:xfrm>
        <a:graphic>
          <a:graphicData uri="http://schemas.openxmlformats.org/presentationml/2006/ole">
            <p:oleObj spid="_x0000_s152579" r:id="rId4" imgW="1610640" imgH="276840" progId="Equation.3">
              <p:embed/>
            </p:oleObj>
          </a:graphicData>
        </a:graphic>
      </p:graphicFrame>
      <p:sp>
        <p:nvSpPr>
          <p:cNvPr id="233479" name="Text Box 7"/>
          <p:cNvSpPr txBox="1">
            <a:spLocks noChangeArrowheads="1"/>
          </p:cNvSpPr>
          <p:nvPr/>
        </p:nvSpPr>
        <p:spPr bwMode="auto">
          <a:xfrm>
            <a:off x="395288" y="3357563"/>
            <a:ext cx="898525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lang="zh-CN" altLang="en-US">
                <a:latin typeface="Times New Roman" pitchFamily="18" charset="0"/>
              </a:rPr>
              <a:t>同理</a:t>
            </a:r>
            <a:endParaRPr lang="zh-CN" altLang="en-US" b="0">
              <a:latin typeface="Times New Roman" pitchFamily="18" charset="0"/>
            </a:endParaRPr>
          </a:p>
        </p:txBody>
      </p:sp>
      <p:graphicFrame>
        <p:nvGraphicFramePr>
          <p:cNvPr id="233480" name="Object 8"/>
          <p:cNvGraphicFramePr>
            <a:graphicFrameLocks noChangeAspect="1"/>
          </p:cNvGraphicFramePr>
          <p:nvPr/>
        </p:nvGraphicFramePr>
        <p:xfrm>
          <a:off x="971550" y="4149725"/>
          <a:ext cx="4137025" cy="1082675"/>
        </p:xfrm>
        <a:graphic>
          <a:graphicData uri="http://schemas.openxmlformats.org/presentationml/2006/ole">
            <p:oleObj spid="_x0000_s152581" r:id="rId5" imgW="1576080" imgH="403560" progId="Equation.3">
              <p:embed/>
            </p:oleObj>
          </a:graphicData>
        </a:graphic>
      </p:graphicFrame>
      <p:graphicFrame>
        <p:nvGraphicFramePr>
          <p:cNvPr id="233481" name="Object 9"/>
          <p:cNvGraphicFramePr>
            <a:graphicFrameLocks noChangeAspect="1"/>
          </p:cNvGraphicFramePr>
          <p:nvPr/>
        </p:nvGraphicFramePr>
        <p:xfrm>
          <a:off x="1116013" y="5013325"/>
          <a:ext cx="4756150" cy="1136650"/>
        </p:xfrm>
        <a:graphic>
          <a:graphicData uri="http://schemas.openxmlformats.org/presentationml/2006/ole">
            <p:oleObj spid="_x0000_s152582" r:id="rId6" imgW="1726560" imgH="403560" progId="Equation.3">
              <p:embed/>
            </p:oleObj>
          </a:graphicData>
        </a:graphic>
      </p:graphicFrame>
      <p:sp>
        <p:nvSpPr>
          <p:cNvPr id="233482" name="Text Box 10"/>
          <p:cNvSpPr txBox="1">
            <a:spLocks noChangeArrowheads="1"/>
          </p:cNvSpPr>
          <p:nvPr/>
        </p:nvSpPr>
        <p:spPr bwMode="auto">
          <a:xfrm>
            <a:off x="323850" y="4221163"/>
            <a:ext cx="592138" cy="579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sz="320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例</a:t>
            </a:r>
          </a:p>
        </p:txBody>
      </p:sp>
      <p:grpSp>
        <p:nvGrpSpPr>
          <p:cNvPr id="233483" name="Group 11"/>
          <p:cNvGrpSpPr>
            <a:grpSpLocks/>
          </p:cNvGrpSpPr>
          <p:nvPr/>
        </p:nvGrpSpPr>
        <p:grpSpPr bwMode="auto">
          <a:xfrm>
            <a:off x="6096000" y="2570163"/>
            <a:ext cx="2862263" cy="1776412"/>
            <a:chOff x="2978" y="2548"/>
            <a:chExt cx="1724" cy="1043"/>
          </a:xfrm>
        </p:grpSpPr>
        <p:sp>
          <p:nvSpPr>
            <p:cNvPr id="152585" name="Line 12"/>
            <p:cNvSpPr>
              <a:spLocks noChangeShapeType="1"/>
            </p:cNvSpPr>
            <p:nvPr/>
          </p:nvSpPr>
          <p:spPr bwMode="auto">
            <a:xfrm>
              <a:off x="3048" y="3292"/>
              <a:ext cx="1440" cy="0"/>
            </a:xfrm>
            <a:prstGeom prst="line">
              <a:avLst/>
            </a:prstGeom>
            <a:noFill/>
            <a:ln w="28575">
              <a:solidFill>
                <a:srgbClr val="FFFF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2586" name="Line 13"/>
            <p:cNvSpPr>
              <a:spLocks noChangeShapeType="1"/>
            </p:cNvSpPr>
            <p:nvPr/>
          </p:nvSpPr>
          <p:spPr bwMode="auto">
            <a:xfrm flipV="1">
              <a:off x="3240" y="2680"/>
              <a:ext cx="0" cy="840"/>
            </a:xfrm>
            <a:prstGeom prst="line">
              <a:avLst/>
            </a:prstGeom>
            <a:noFill/>
            <a:ln w="28575">
              <a:solidFill>
                <a:srgbClr val="FFFF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2587" name="Text Box 14"/>
            <p:cNvSpPr txBox="1">
              <a:spLocks noChangeArrowheads="1"/>
            </p:cNvSpPr>
            <p:nvPr/>
          </p:nvSpPr>
          <p:spPr bwMode="auto">
            <a:xfrm>
              <a:off x="4532" y="3212"/>
              <a:ext cx="170" cy="304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t</a:t>
              </a:r>
              <a:endParaRPr lang="en-US" altLang="zh-CN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152588" name="Text Box 15"/>
            <p:cNvSpPr txBox="1">
              <a:spLocks noChangeArrowheads="1"/>
            </p:cNvSpPr>
            <p:nvPr/>
          </p:nvSpPr>
          <p:spPr bwMode="auto">
            <a:xfrm>
              <a:off x="3258" y="2548"/>
              <a:ext cx="420" cy="305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  <a:sym typeface="Symbol" pitchFamily="18" charset="2"/>
                </a:rPr>
                <a:t></a:t>
              </a:r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  <a:sym typeface="Symbol" pitchFamily="18" charset="2"/>
                </a:rPr>
                <a:t>(</a:t>
              </a:r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  <a:sym typeface="Symbol" pitchFamily="18" charset="2"/>
                </a:rPr>
                <a:t>t</a:t>
              </a:r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  <a:sym typeface="Symbol" pitchFamily="18" charset="2"/>
                </a:rPr>
                <a:t>)</a:t>
              </a:r>
            </a:p>
          </p:txBody>
        </p:sp>
        <p:sp>
          <p:nvSpPr>
            <p:cNvPr id="152589" name="Line 16"/>
            <p:cNvSpPr>
              <a:spLocks noChangeShapeType="1"/>
            </p:cNvSpPr>
            <p:nvPr/>
          </p:nvSpPr>
          <p:spPr bwMode="auto">
            <a:xfrm flipV="1">
              <a:off x="3240" y="2896"/>
              <a:ext cx="0" cy="396"/>
            </a:xfrm>
            <a:prstGeom prst="line">
              <a:avLst/>
            </a:prstGeom>
            <a:noFill/>
            <a:ln w="57150">
              <a:solidFill>
                <a:srgbClr val="FF0066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2590" name="Text Box 17"/>
            <p:cNvSpPr txBox="1">
              <a:spLocks noChangeArrowheads="1"/>
            </p:cNvSpPr>
            <p:nvPr/>
          </p:nvSpPr>
          <p:spPr bwMode="auto">
            <a:xfrm>
              <a:off x="2978" y="2768"/>
              <a:ext cx="218" cy="30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1</a:t>
              </a:r>
            </a:p>
          </p:txBody>
        </p:sp>
        <p:sp>
          <p:nvSpPr>
            <p:cNvPr id="152591" name="Text Box 18"/>
            <p:cNvSpPr txBox="1">
              <a:spLocks noChangeArrowheads="1"/>
            </p:cNvSpPr>
            <p:nvPr/>
          </p:nvSpPr>
          <p:spPr bwMode="auto">
            <a:xfrm>
              <a:off x="3017" y="3286"/>
              <a:ext cx="218" cy="30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0</a:t>
              </a:r>
            </a:p>
          </p:txBody>
        </p:sp>
      </p:grpSp>
      <p:grpSp>
        <p:nvGrpSpPr>
          <p:cNvPr id="233491" name="Group 19"/>
          <p:cNvGrpSpPr>
            <a:grpSpLocks/>
          </p:cNvGrpSpPr>
          <p:nvPr/>
        </p:nvGrpSpPr>
        <p:grpSpPr bwMode="auto">
          <a:xfrm>
            <a:off x="6227763" y="2840038"/>
            <a:ext cx="2232025" cy="804862"/>
            <a:chOff x="3930" y="1776"/>
            <a:chExt cx="1305" cy="467"/>
          </a:xfrm>
        </p:grpSpPr>
        <p:sp>
          <p:nvSpPr>
            <p:cNvPr id="152593" name="Freeform 20"/>
            <p:cNvSpPr>
              <a:spLocks noChangeArrowheads="1"/>
            </p:cNvSpPr>
            <p:nvPr/>
          </p:nvSpPr>
          <p:spPr bwMode="auto">
            <a:xfrm>
              <a:off x="3930" y="1920"/>
              <a:ext cx="975" cy="323"/>
            </a:xfrm>
            <a:custGeom>
              <a:avLst/>
              <a:gdLst/>
              <a:ahLst/>
              <a:cxnLst>
                <a:cxn ang="0">
                  <a:pos x="0" y="323"/>
                </a:cxn>
                <a:cxn ang="0">
                  <a:pos x="164" y="203"/>
                </a:cxn>
                <a:cxn ang="0">
                  <a:pos x="342" y="150"/>
                </a:cxn>
                <a:cxn ang="0">
                  <a:pos x="606" y="188"/>
                </a:cxn>
                <a:cxn ang="0">
                  <a:pos x="975" y="0"/>
                </a:cxn>
              </a:cxnLst>
              <a:rect l="0" t="0" r="r" b="b"/>
              <a:pathLst>
                <a:path w="975" h="323">
                  <a:moveTo>
                    <a:pt x="0" y="323"/>
                  </a:moveTo>
                  <a:cubicBezTo>
                    <a:pt x="53" y="277"/>
                    <a:pt x="107" y="232"/>
                    <a:pt x="164" y="203"/>
                  </a:cubicBezTo>
                  <a:cubicBezTo>
                    <a:pt x="221" y="174"/>
                    <a:pt x="268" y="152"/>
                    <a:pt x="342" y="150"/>
                  </a:cubicBezTo>
                  <a:cubicBezTo>
                    <a:pt x="416" y="148"/>
                    <a:pt x="500" y="213"/>
                    <a:pt x="606" y="188"/>
                  </a:cubicBezTo>
                  <a:cubicBezTo>
                    <a:pt x="712" y="163"/>
                    <a:pt x="898" y="39"/>
                    <a:pt x="975" y="0"/>
                  </a:cubicBezTo>
                </a:path>
              </a:pathLst>
            </a:custGeom>
            <a:noFill/>
            <a:ln w="28575">
              <a:solidFill>
                <a:srgbClr val="00FFFF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2594" name="Text Box 21"/>
            <p:cNvSpPr txBox="1">
              <a:spLocks noChangeArrowheads="1"/>
            </p:cNvSpPr>
            <p:nvPr/>
          </p:nvSpPr>
          <p:spPr bwMode="auto">
            <a:xfrm>
              <a:off x="4873" y="1776"/>
              <a:ext cx="362" cy="302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f</a:t>
              </a:r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(</a:t>
              </a:r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t</a:t>
              </a:r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)</a:t>
              </a:r>
            </a:p>
          </p:txBody>
        </p:sp>
      </p:grpSp>
      <p:grpSp>
        <p:nvGrpSpPr>
          <p:cNvPr id="233494" name="Group 22"/>
          <p:cNvGrpSpPr>
            <a:grpSpLocks/>
          </p:cNvGrpSpPr>
          <p:nvPr/>
        </p:nvGrpSpPr>
        <p:grpSpPr bwMode="auto">
          <a:xfrm>
            <a:off x="6505575" y="3254375"/>
            <a:ext cx="831850" cy="519113"/>
            <a:chOff x="4081" y="2047"/>
            <a:chExt cx="524" cy="327"/>
          </a:xfrm>
        </p:grpSpPr>
        <p:sp>
          <p:nvSpPr>
            <p:cNvPr id="152596" name="Text Box 23"/>
            <p:cNvSpPr txBox="1">
              <a:spLocks noChangeArrowheads="1"/>
            </p:cNvSpPr>
            <p:nvPr/>
          </p:nvSpPr>
          <p:spPr bwMode="auto">
            <a:xfrm>
              <a:off x="4165" y="2047"/>
              <a:ext cx="440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f</a:t>
              </a:r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(0)</a:t>
              </a:r>
            </a:p>
          </p:txBody>
        </p:sp>
        <p:sp>
          <p:nvSpPr>
            <p:cNvPr id="152597" name="Oval 24"/>
            <p:cNvSpPr>
              <a:spLocks noChangeArrowheads="1"/>
            </p:cNvSpPr>
            <p:nvPr/>
          </p:nvSpPr>
          <p:spPr bwMode="auto">
            <a:xfrm>
              <a:off x="4081" y="2100"/>
              <a:ext cx="47" cy="47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endParaRPr lang="zh-CN" altLang="zh-CN" sz="2400">
                <a:latin typeface="Times New Roman" pitchFamily="18" charset="0"/>
                <a:ea typeface="宋体" pitchFamily="2" charset="-122"/>
              </a:endParaRPr>
            </a:p>
          </p:txBody>
        </p:sp>
      </p:grpSp>
      <p:sp>
        <p:nvSpPr>
          <p:cNvPr id="233497" name="Text Box 25"/>
          <p:cNvSpPr txBox="1">
            <a:spLocks noChangeArrowheads="1"/>
          </p:cNvSpPr>
          <p:nvPr/>
        </p:nvSpPr>
        <p:spPr bwMode="auto">
          <a:xfrm>
            <a:off x="6156325" y="5300663"/>
            <a:ext cx="2987675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r>
              <a:rPr lang="en-US" altLang="zh-CN">
                <a:latin typeface="楷体_GB2312" pitchFamily="49" charset="-122"/>
              </a:rPr>
              <a:t> </a:t>
            </a:r>
            <a:r>
              <a:rPr lang="en-US" altLang="zh-CN" b="0" i="1">
                <a:solidFill>
                  <a:schemeClr val="bg1"/>
                </a:solidFill>
                <a:latin typeface="Times New Roman" pitchFamily="18" charset="0"/>
              </a:rPr>
              <a:t>f</a:t>
            </a:r>
            <a:r>
              <a:rPr lang="en-US" altLang="zh-CN" b="0">
                <a:solidFill>
                  <a:schemeClr val="bg1"/>
                </a:solidFill>
                <a:latin typeface="Times New Roman" pitchFamily="18" charset="0"/>
              </a:rPr>
              <a:t>(</a:t>
            </a:r>
            <a:r>
              <a:rPr lang="en-US" altLang="zh-CN" b="0" i="1">
                <a:solidFill>
                  <a:schemeClr val="bg1"/>
                </a:solidFill>
                <a:latin typeface="Times New Roman" pitchFamily="18" charset="0"/>
              </a:rPr>
              <a:t>t</a:t>
            </a:r>
            <a:r>
              <a:rPr lang="en-US" altLang="zh-CN" b="0">
                <a:solidFill>
                  <a:schemeClr val="bg1"/>
                </a:solidFill>
                <a:latin typeface="Times New Roman" pitchFamily="18" charset="0"/>
              </a:rPr>
              <a:t>)</a:t>
            </a:r>
            <a:r>
              <a:rPr lang="zh-CN" altLang="en-US">
                <a:latin typeface="楷体_GB2312" pitchFamily="49" charset="-122"/>
              </a:rPr>
              <a:t>在 </a:t>
            </a:r>
            <a:r>
              <a:rPr lang="en-US" altLang="zh-CN" b="0" i="1">
                <a:solidFill>
                  <a:schemeClr val="bg1"/>
                </a:solidFill>
                <a:latin typeface="Times New Roman" pitchFamily="18" charset="0"/>
              </a:rPr>
              <a:t>t</a:t>
            </a:r>
            <a:r>
              <a:rPr lang="en-US" altLang="zh-CN" b="0" baseline="-25000">
                <a:solidFill>
                  <a:schemeClr val="bg1"/>
                </a:solidFill>
                <a:latin typeface="Times New Roman" pitchFamily="18" charset="0"/>
              </a:rPr>
              <a:t>0 </a:t>
            </a:r>
            <a:r>
              <a:rPr lang="zh-CN" altLang="en-US">
                <a:latin typeface="楷体_GB2312" pitchFamily="49" charset="-122"/>
              </a:rPr>
              <a:t>处连续</a:t>
            </a:r>
          </a:p>
        </p:txBody>
      </p:sp>
      <p:grpSp>
        <p:nvGrpSpPr>
          <p:cNvPr id="233502" name="Group 30"/>
          <p:cNvGrpSpPr>
            <a:grpSpLocks/>
          </p:cNvGrpSpPr>
          <p:nvPr/>
        </p:nvGrpSpPr>
        <p:grpSpPr bwMode="auto">
          <a:xfrm>
            <a:off x="1403350" y="1916113"/>
            <a:ext cx="1873250" cy="1146175"/>
            <a:chOff x="884" y="1207"/>
            <a:chExt cx="1180" cy="722"/>
          </a:xfrm>
        </p:grpSpPr>
        <p:sp>
          <p:nvSpPr>
            <p:cNvPr id="152600" name="Text Box 27" descr="羊皮纸"/>
            <p:cNvSpPr txBox="1">
              <a:spLocks noChangeArrowheads="1"/>
            </p:cNvSpPr>
            <p:nvPr/>
          </p:nvSpPr>
          <p:spPr bwMode="auto">
            <a:xfrm>
              <a:off x="884" y="1525"/>
              <a:ext cx="1180" cy="404"/>
            </a:xfrm>
            <a:prstGeom prst="rect">
              <a:avLst/>
            </a:prstGeom>
            <a:blipFill dpi="0" rotWithShape="1">
              <a:blip r:embed="rId7"/>
              <a:srcRect/>
              <a:tile tx="0" ty="0" sx="100000" sy="100000" flip="none" algn="tl"/>
            </a:blipFill>
            <a:ln w="9525">
              <a:noFill/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pPr algn="ctr"/>
              <a:r>
                <a:rPr lang="en-US" altLang="zh-CN" sz="3600" b="0" i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  <a:sym typeface="Symbol" pitchFamily="18" charset="2"/>
                </a:rPr>
                <a:t>f</a:t>
              </a:r>
              <a:r>
                <a:rPr lang="en-US" altLang="zh-CN" sz="3600" b="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  <a:sym typeface="Symbol" pitchFamily="18" charset="2"/>
                </a:rPr>
                <a:t>(0)</a:t>
              </a:r>
              <a:r>
                <a:rPr lang="en-US" altLang="zh-CN" sz="3600" b="0" i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  <a:sym typeface="Symbol" pitchFamily="18" charset="2"/>
                </a:rPr>
                <a:t></a:t>
              </a:r>
              <a:r>
                <a:rPr lang="en-US" altLang="zh-CN" sz="3600" b="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  <a:sym typeface="Symbol" pitchFamily="18" charset="2"/>
                </a:rPr>
                <a:t>(</a:t>
              </a:r>
              <a:r>
                <a:rPr lang="en-US" altLang="zh-CN" sz="3600" b="0" i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  <a:sym typeface="Symbol" pitchFamily="18" charset="2"/>
                </a:rPr>
                <a:t>t</a:t>
              </a:r>
              <a:r>
                <a:rPr lang="en-US" altLang="zh-CN" sz="3600" b="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  <a:sym typeface="Symbol" pitchFamily="18" charset="2"/>
                </a:rPr>
                <a:t>)</a:t>
              </a:r>
            </a:p>
          </p:txBody>
        </p:sp>
        <p:sp>
          <p:nvSpPr>
            <p:cNvPr id="152601" name="Line 28"/>
            <p:cNvSpPr>
              <a:spLocks noChangeShapeType="1"/>
            </p:cNvSpPr>
            <p:nvPr/>
          </p:nvSpPr>
          <p:spPr bwMode="auto">
            <a:xfrm>
              <a:off x="1383" y="1207"/>
              <a:ext cx="0" cy="227"/>
            </a:xfrm>
            <a:prstGeom prst="line">
              <a:avLst/>
            </a:prstGeom>
            <a:noFill/>
            <a:ln w="5715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2602" name="Line 29"/>
            <p:cNvSpPr>
              <a:spLocks noChangeShapeType="1"/>
            </p:cNvSpPr>
            <p:nvPr/>
          </p:nvSpPr>
          <p:spPr bwMode="auto">
            <a:xfrm>
              <a:off x="1519" y="1207"/>
              <a:ext cx="0" cy="227"/>
            </a:xfrm>
            <a:prstGeom prst="line">
              <a:avLst/>
            </a:prstGeom>
            <a:noFill/>
            <a:ln w="5715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233503" name="Group 31"/>
          <p:cNvGrpSpPr>
            <a:grpSpLocks/>
          </p:cNvGrpSpPr>
          <p:nvPr/>
        </p:nvGrpSpPr>
        <p:grpSpPr bwMode="auto">
          <a:xfrm>
            <a:off x="6011863" y="4508500"/>
            <a:ext cx="1644650" cy="850900"/>
            <a:chOff x="385" y="3022"/>
            <a:chExt cx="1036" cy="536"/>
          </a:xfrm>
        </p:grpSpPr>
        <p:pic>
          <p:nvPicPr>
            <p:cNvPr id="152604" name="Picture 32" descr="123"/>
            <p:cNvPicPr>
              <a:picLocks noChangeAspect="1" noChangeArrowheads="1"/>
            </p:cNvPicPr>
            <p:nvPr/>
          </p:nvPicPr>
          <p:blipFill>
            <a:blip r:embed="rId8"/>
            <a:srcRect/>
            <a:stretch>
              <a:fillRect/>
            </a:stretch>
          </p:blipFill>
          <p:spPr bwMode="auto">
            <a:xfrm>
              <a:off x="385" y="3022"/>
              <a:ext cx="590" cy="53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52605" name="Text Box 33"/>
            <p:cNvSpPr txBox="1">
              <a:spLocks noChangeArrowheads="1"/>
            </p:cNvSpPr>
            <p:nvPr/>
          </p:nvSpPr>
          <p:spPr bwMode="auto">
            <a:xfrm>
              <a:off x="793" y="3125"/>
              <a:ext cx="628" cy="3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zh-CN" altLang="en-US" sz="3200" b="0">
                  <a:solidFill>
                    <a:srgbClr val="FA7748"/>
                  </a:solidFill>
                  <a:latin typeface="Times New Roman" pitchFamily="18" charset="0"/>
                  <a:ea typeface="华文行楷" pitchFamily="2" charset="-122"/>
                </a:rPr>
                <a:t>注意</a:t>
              </a:r>
            </a:p>
          </p:txBody>
        </p:sp>
      </p:grpSp>
      <p:grpSp>
        <p:nvGrpSpPr>
          <p:cNvPr id="152606" name="Group 37"/>
          <p:cNvGrpSpPr>
            <a:grpSpLocks/>
          </p:cNvGrpSpPr>
          <p:nvPr/>
        </p:nvGrpSpPr>
        <p:grpSpPr bwMode="auto"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152607" name="Picture 38" descr="78900"/>
            <p:cNvPicPr>
              <a:picLocks noChangeAspect="1" noChangeArrowheads="1"/>
            </p:cNvPicPr>
            <p:nvPr/>
          </p:nvPicPr>
          <p:blipFill>
            <a:blip r:embed="rId9"/>
            <a:srcRect/>
            <a:stretch>
              <a:fillRect/>
            </a:stretch>
          </p:blipFill>
          <p:spPr bwMode="auto"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52608" name="Text Box 39">
              <a:hlinkClick r:id="" action="ppaction://hlinkshowjump?jump=nextslide"/>
            </p:cNvPr>
            <p:cNvSpPr txBox="1">
              <a:spLocks noChangeArrowheads="1"/>
            </p:cNvSpPr>
            <p:nvPr/>
          </p:nvSpPr>
          <p:spPr bwMode="auto"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0">
                  <a:solidFill>
                    <a:schemeClr val="bg1"/>
                  </a:solidFill>
                  <a:latin typeface="隶书" pitchFamily="49" charset="-122"/>
                  <a:ea typeface="隶书" pitchFamily="49" charset="-122"/>
                </a:rPr>
                <a:t>下 页</a:t>
              </a:r>
            </a:p>
          </p:txBody>
        </p:sp>
      </p:grpSp>
      <p:grpSp>
        <p:nvGrpSpPr>
          <p:cNvPr id="152609" name="Group 40"/>
          <p:cNvGrpSpPr>
            <a:grpSpLocks/>
          </p:cNvGrpSpPr>
          <p:nvPr/>
        </p:nvGrpSpPr>
        <p:grpSpPr bwMode="auto">
          <a:xfrm>
            <a:off x="7453313" y="6446838"/>
            <a:ext cx="792162" cy="366712"/>
            <a:chOff x="4649" y="4020"/>
            <a:chExt cx="499" cy="231"/>
          </a:xfrm>
        </p:grpSpPr>
        <p:pic>
          <p:nvPicPr>
            <p:cNvPr id="152610" name="Picture 41" descr="78900"/>
            <p:cNvPicPr>
              <a:picLocks noChangeAspect="1" noChangeArrowheads="1"/>
            </p:cNvPicPr>
            <p:nvPr/>
          </p:nvPicPr>
          <p:blipFill>
            <a:blip r:embed="rId9"/>
            <a:srcRect/>
            <a:stretch>
              <a:fillRect/>
            </a:stretch>
          </p:blipFill>
          <p:spPr bwMode="auto"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52611" name="Text Box 42">
              <a:hlinkClick r:id="" action="ppaction://hlinkshowjump?jump=previousslide"/>
            </p:cNvPr>
            <p:cNvSpPr txBox="1">
              <a:spLocks noChangeArrowheads="1"/>
            </p:cNvSpPr>
            <p:nvPr/>
          </p:nvSpPr>
          <p:spPr bwMode="auto"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0">
                  <a:solidFill>
                    <a:schemeClr val="bg1"/>
                  </a:solidFill>
                  <a:latin typeface="隶书" pitchFamily="49" charset="-122"/>
                  <a:ea typeface="隶书" pitchFamily="49" charset="-122"/>
                </a:rPr>
                <a:t>上 页</a:t>
              </a:r>
            </a:p>
          </p:txBody>
        </p:sp>
      </p:grpSp>
      <p:grpSp>
        <p:nvGrpSpPr>
          <p:cNvPr id="152612" name="Group 43"/>
          <p:cNvGrpSpPr>
            <a:grpSpLocks/>
          </p:cNvGrpSpPr>
          <p:nvPr/>
        </p:nvGrpSpPr>
        <p:grpSpPr bwMode="auto">
          <a:xfrm>
            <a:off x="6588125" y="6446838"/>
            <a:ext cx="792163" cy="366712"/>
            <a:chOff x="4649" y="4020"/>
            <a:chExt cx="499" cy="231"/>
          </a:xfrm>
        </p:grpSpPr>
        <p:pic>
          <p:nvPicPr>
            <p:cNvPr id="152613" name="Picture 44" descr="78900"/>
            <p:cNvPicPr>
              <a:picLocks noChangeAspect="1" noChangeArrowheads="1"/>
            </p:cNvPicPr>
            <p:nvPr/>
          </p:nvPicPr>
          <p:blipFill>
            <a:blip r:embed="rId9"/>
            <a:srcRect/>
            <a:stretch>
              <a:fillRect/>
            </a:stretch>
          </p:blipFill>
          <p:spPr bwMode="auto"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52614" name="Text Box 45">
              <a:hlinkClick r:id="rId10" action="ppaction://hlinksldjump"/>
            </p:cNvPr>
            <p:cNvSpPr txBox="1">
              <a:spLocks noChangeArrowheads="1"/>
            </p:cNvSpPr>
            <p:nvPr/>
          </p:nvSpPr>
          <p:spPr bwMode="auto"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0">
                  <a:solidFill>
                    <a:schemeClr val="bg1"/>
                  </a:solidFill>
                  <a:latin typeface="隶书" pitchFamily="49" charset="-122"/>
                  <a:ea typeface="隶书" pitchFamily="49" charset="-122"/>
                </a:rPr>
                <a:t>返 回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2334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2334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2335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334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2334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2334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334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2000"/>
                                        <p:tgtEl>
                                          <p:spTgt spid="2334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5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500"/>
                                        <p:tgtEl>
                                          <p:spTgt spid="2335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"/>
                            </p:stCondLst>
                            <p:childTnLst>
                              <p:par>
                                <p:cTn id="48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334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2334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23348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23348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2334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2334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2000"/>
                                        <p:tgtEl>
                                          <p:spTgt spid="2334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2000"/>
                                        <p:tgtEl>
                                          <p:spTgt spid="2334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3476" grpId="0" build="p"/>
      <p:bldP spid="233479" grpId="0" build="p"/>
      <p:bldP spid="233482" grpId="0"/>
      <p:bldP spid="233497" grpId="0"/>
    </p:bldLst>
  </p:timing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4501" name="Object 5"/>
          <p:cNvGraphicFramePr>
            <a:graphicFrameLocks noChangeAspect="1"/>
          </p:cNvGraphicFramePr>
          <p:nvPr/>
        </p:nvGraphicFramePr>
        <p:xfrm>
          <a:off x="1331913" y="4508500"/>
          <a:ext cx="2808287" cy="1031875"/>
        </p:xfrm>
        <a:graphic>
          <a:graphicData uri="http://schemas.openxmlformats.org/presentationml/2006/ole">
            <p:oleObj spid="_x0000_s153601" r:id="rId3" imgW="1123920" imgH="403560" progId="Equation.3">
              <p:embed/>
            </p:oleObj>
          </a:graphicData>
        </a:graphic>
      </p:graphicFrame>
      <p:sp>
        <p:nvSpPr>
          <p:cNvPr id="234502" name="Text Box 6"/>
          <p:cNvSpPr txBox="1">
            <a:spLocks noChangeArrowheads="1"/>
          </p:cNvSpPr>
          <p:nvPr/>
        </p:nvSpPr>
        <p:spPr bwMode="auto">
          <a:xfrm>
            <a:off x="1979613" y="5734050"/>
            <a:ext cx="6408737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b="0" i="1">
                <a:solidFill>
                  <a:schemeClr val="bg1"/>
                </a:solidFill>
                <a:latin typeface="Times New Roman" pitchFamily="18" charset="0"/>
              </a:rPr>
              <a:t>u</a:t>
            </a:r>
            <a:r>
              <a:rPr lang="en-US" altLang="zh-CN" b="0" i="1" baseline="-25000">
                <a:solidFill>
                  <a:schemeClr val="bg1"/>
                </a:solidFill>
                <a:latin typeface="Times New Roman" pitchFamily="18" charset="0"/>
              </a:rPr>
              <a:t>c</a:t>
            </a:r>
            <a:r>
              <a:rPr lang="zh-CN" altLang="en-US">
                <a:latin typeface="楷体_GB2312" pitchFamily="49" charset="-122"/>
              </a:rPr>
              <a:t>不是冲激函数 </a:t>
            </a:r>
            <a:r>
              <a:rPr lang="en-US" altLang="zh-CN">
                <a:latin typeface="楷体_GB2312" pitchFamily="49" charset="-122"/>
              </a:rPr>
              <a:t>, </a:t>
            </a:r>
            <a:r>
              <a:rPr lang="zh-CN" altLang="en-US">
                <a:latin typeface="楷体_GB2312" pitchFamily="49" charset="-122"/>
              </a:rPr>
              <a:t>否则</a:t>
            </a:r>
            <a:r>
              <a:rPr lang="en-US" altLang="zh-CN" b="0">
                <a:solidFill>
                  <a:schemeClr val="bg1"/>
                </a:solidFill>
                <a:latin typeface="Times New Roman" pitchFamily="18" charset="0"/>
              </a:rPr>
              <a:t>KCL</a:t>
            </a:r>
            <a:r>
              <a:rPr lang="zh-CN" altLang="en-US">
                <a:latin typeface="楷体_GB2312" pitchFamily="49" charset="-122"/>
              </a:rPr>
              <a:t>不成立</a:t>
            </a:r>
          </a:p>
        </p:txBody>
      </p:sp>
      <p:sp>
        <p:nvSpPr>
          <p:cNvPr id="234503" name="Text Box 7"/>
          <p:cNvSpPr txBox="1">
            <a:spLocks noChangeArrowheads="1"/>
          </p:cNvSpPr>
          <p:nvPr/>
        </p:nvSpPr>
        <p:spPr bwMode="auto">
          <a:xfrm>
            <a:off x="971550" y="2781300"/>
            <a:ext cx="5113338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>
                <a:solidFill>
                  <a:schemeClr val="bg1"/>
                </a:solidFill>
                <a:latin typeface="楷体_GB2312" pitchFamily="49" charset="-122"/>
              </a:rPr>
              <a:t>分二个时间段考虑冲激响应</a:t>
            </a:r>
          </a:p>
        </p:txBody>
      </p:sp>
      <p:sp>
        <p:nvSpPr>
          <p:cNvPr id="234505" name="Text Box 9"/>
          <p:cNvSpPr txBox="1">
            <a:spLocks noChangeArrowheads="1"/>
          </p:cNvSpPr>
          <p:nvPr/>
        </p:nvSpPr>
        <p:spPr bwMode="auto">
          <a:xfrm>
            <a:off x="900113" y="3860800"/>
            <a:ext cx="327660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>
                <a:latin typeface="Times New Roman" pitchFamily="18" charset="0"/>
              </a:rPr>
              <a:t>电容充电，方程为</a:t>
            </a:r>
            <a:endParaRPr lang="zh-CN" altLang="en-US" b="0">
              <a:latin typeface="Times New Roman" pitchFamily="18" charset="0"/>
            </a:endParaRPr>
          </a:p>
        </p:txBody>
      </p:sp>
      <p:grpSp>
        <p:nvGrpSpPr>
          <p:cNvPr id="234506" name="Group 10"/>
          <p:cNvGrpSpPr>
            <a:grpSpLocks/>
          </p:cNvGrpSpPr>
          <p:nvPr/>
        </p:nvGrpSpPr>
        <p:grpSpPr bwMode="auto">
          <a:xfrm>
            <a:off x="468313" y="3357563"/>
            <a:ext cx="4103687" cy="519112"/>
            <a:chOff x="321" y="1759"/>
            <a:chExt cx="1699" cy="294"/>
          </a:xfrm>
        </p:grpSpPr>
        <p:sp>
          <p:nvSpPr>
            <p:cNvPr id="153606" name="Text Box 11"/>
            <p:cNvSpPr txBox="1">
              <a:spLocks noChangeArrowheads="1"/>
            </p:cNvSpPr>
            <p:nvPr/>
          </p:nvSpPr>
          <p:spPr bwMode="auto">
            <a:xfrm>
              <a:off x="321" y="1759"/>
              <a:ext cx="1699" cy="29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(1)</a:t>
              </a:r>
              <a:r>
                <a:rPr lang="en-US" altLang="zh-CN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   </a:t>
              </a:r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t</a:t>
              </a:r>
              <a:r>
                <a:rPr lang="en-US" altLang="zh-CN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  </a:t>
              </a:r>
              <a:r>
                <a:rPr lang="zh-CN" altLang="en-US">
                  <a:solidFill>
                    <a:schemeClr val="bg1"/>
                  </a:solidFill>
                  <a:latin typeface="Times New Roman" pitchFamily="18" charset="0"/>
                </a:rPr>
                <a:t>在</a:t>
              </a:r>
              <a:r>
                <a:rPr lang="zh-CN" altLang="en-US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 </a:t>
              </a:r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0</a:t>
              </a:r>
              <a:r>
                <a:rPr lang="zh-CN" altLang="en-US" b="0" baseline="-2500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－</a:t>
              </a:r>
              <a:r>
                <a:rPr lang="zh-CN" altLang="en-US" b="0" baseline="3000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 </a:t>
              </a:r>
              <a:r>
                <a:rPr lang="zh-CN" altLang="en-US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→</a:t>
              </a:r>
              <a:r>
                <a:rPr lang="zh-CN" altLang="en-US" b="0" baseline="3000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  </a:t>
              </a:r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0</a:t>
              </a:r>
              <a:r>
                <a:rPr lang="en-US" altLang="zh-CN" b="0" baseline="-2500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+</a:t>
              </a:r>
              <a:r>
                <a:rPr lang="zh-CN" altLang="en-US">
                  <a:solidFill>
                    <a:schemeClr val="bg1"/>
                  </a:solidFill>
                  <a:latin typeface="Times New Roman" pitchFamily="18" charset="0"/>
                </a:rPr>
                <a:t>间</a:t>
              </a:r>
            </a:p>
          </p:txBody>
        </p:sp>
        <p:sp>
          <p:nvSpPr>
            <p:cNvPr id="153607" name="Line 12"/>
            <p:cNvSpPr>
              <a:spLocks noChangeShapeType="1"/>
            </p:cNvSpPr>
            <p:nvPr/>
          </p:nvSpPr>
          <p:spPr bwMode="auto">
            <a:xfrm>
              <a:off x="1227" y="1955"/>
              <a:ext cx="209" cy="0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34510" name="Text Box 14"/>
          <p:cNvSpPr txBox="1">
            <a:spLocks noChangeArrowheads="1"/>
          </p:cNvSpPr>
          <p:nvPr/>
        </p:nvSpPr>
        <p:spPr bwMode="auto">
          <a:xfrm>
            <a:off x="179388" y="1989138"/>
            <a:ext cx="795337" cy="579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zh-CN" altLang="en-US" sz="320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例</a:t>
            </a:r>
            <a:r>
              <a:rPr lang="en-US" altLang="zh-CN" sz="3200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1</a:t>
            </a:r>
            <a:endParaRPr lang="en-US" altLang="zh-CN" sz="3200">
              <a:solidFill>
                <a:schemeClr val="bg1"/>
              </a:solidFill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234511" name="Text Box 15"/>
          <p:cNvSpPr txBox="1">
            <a:spLocks noChangeArrowheads="1"/>
          </p:cNvSpPr>
          <p:nvPr/>
        </p:nvSpPr>
        <p:spPr bwMode="auto">
          <a:xfrm>
            <a:off x="323850" y="333375"/>
            <a:ext cx="5040313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sz="3200">
                <a:solidFill>
                  <a:schemeClr val="bg1"/>
                </a:solidFill>
                <a:latin typeface="楷体_GB2312" pitchFamily="49" charset="-122"/>
              </a:rPr>
              <a:t>2. </a:t>
            </a:r>
            <a:r>
              <a:rPr lang="zh-CN" altLang="en-US" sz="3200">
                <a:solidFill>
                  <a:schemeClr val="bg1"/>
                </a:solidFill>
                <a:latin typeface="楷体_GB2312" pitchFamily="49" charset="-122"/>
              </a:rPr>
              <a:t>一阶电路的冲激响应</a:t>
            </a:r>
          </a:p>
        </p:txBody>
      </p:sp>
      <p:sp>
        <p:nvSpPr>
          <p:cNvPr id="234512" name="Text Box 16"/>
          <p:cNvSpPr txBox="1">
            <a:spLocks noChangeArrowheads="1"/>
          </p:cNvSpPr>
          <p:nvPr/>
        </p:nvSpPr>
        <p:spPr bwMode="auto">
          <a:xfrm>
            <a:off x="3203575" y="981075"/>
            <a:ext cx="5545138" cy="1117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>
                <a:latin typeface="Times New Roman" pitchFamily="18" charset="0"/>
              </a:rPr>
              <a:t>激励为单位冲激函数时，电路中产生的零状态响应。</a:t>
            </a:r>
          </a:p>
        </p:txBody>
      </p:sp>
      <p:sp>
        <p:nvSpPr>
          <p:cNvPr id="234513" name="Text Box 17"/>
          <p:cNvSpPr txBox="1">
            <a:spLocks noChangeArrowheads="1"/>
          </p:cNvSpPr>
          <p:nvPr/>
        </p:nvSpPr>
        <p:spPr bwMode="auto">
          <a:xfrm>
            <a:off x="395288" y="1052513"/>
            <a:ext cx="1641475" cy="547687"/>
          </a:xfrm>
          <a:prstGeom prst="rect">
            <a:avLst/>
          </a:prstGeom>
          <a:noFill/>
          <a:ln w="28575">
            <a:solidFill>
              <a:srgbClr val="00FFFF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zh-CN" altLang="en-US">
                <a:solidFill>
                  <a:schemeClr val="bg1"/>
                </a:solidFill>
                <a:latin typeface="Times New Roman" pitchFamily="18" charset="0"/>
              </a:rPr>
              <a:t>冲激响应</a:t>
            </a:r>
          </a:p>
        </p:txBody>
      </p:sp>
      <p:sp>
        <p:nvSpPr>
          <p:cNvPr id="234514" name="Line 18"/>
          <p:cNvSpPr>
            <a:spLocks noChangeShapeType="1"/>
          </p:cNvSpPr>
          <p:nvPr/>
        </p:nvSpPr>
        <p:spPr bwMode="auto">
          <a:xfrm>
            <a:off x="2268538" y="1341438"/>
            <a:ext cx="792162" cy="0"/>
          </a:xfrm>
          <a:prstGeom prst="line">
            <a:avLst/>
          </a:prstGeom>
          <a:noFill/>
          <a:ln w="76200">
            <a:solidFill>
              <a:srgbClr val="0099FF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4572" name="Rectangle 76"/>
          <p:cNvSpPr>
            <a:spLocks noChangeArrowheads="1"/>
          </p:cNvSpPr>
          <p:nvPr/>
        </p:nvSpPr>
        <p:spPr bwMode="auto">
          <a:xfrm>
            <a:off x="971550" y="2060575"/>
            <a:ext cx="817245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r>
              <a:rPr lang="zh-CN" altLang="en-US">
                <a:latin typeface="楷体_GB2312" pitchFamily="49" charset="-122"/>
              </a:rPr>
              <a:t>求单位冲激电流激励下的</a:t>
            </a:r>
            <a:r>
              <a:rPr lang="en-US" altLang="zh-CN" b="0" i="1">
                <a:solidFill>
                  <a:schemeClr val="bg1"/>
                </a:solidFill>
                <a:latin typeface="Times New Roman" pitchFamily="18" charset="0"/>
              </a:rPr>
              <a:t>RC</a:t>
            </a:r>
            <a:r>
              <a:rPr lang="zh-CN" altLang="en-US">
                <a:latin typeface="楷体_GB2312" pitchFamily="49" charset="-122"/>
              </a:rPr>
              <a:t>电路的零状态响应。</a:t>
            </a:r>
            <a:endParaRPr lang="zh-CN" altLang="en-US">
              <a:latin typeface="楷体_GB2312" pitchFamily="49" charset="-122"/>
              <a:cs typeface="Times New Roman" pitchFamily="18" charset="0"/>
            </a:endParaRPr>
          </a:p>
        </p:txBody>
      </p:sp>
      <p:sp>
        <p:nvSpPr>
          <p:cNvPr id="234574" name="Text Box 78"/>
          <p:cNvSpPr txBox="1">
            <a:spLocks noChangeArrowheads="1"/>
          </p:cNvSpPr>
          <p:nvPr/>
        </p:nvSpPr>
        <p:spPr bwMode="auto">
          <a:xfrm>
            <a:off x="250825" y="2781300"/>
            <a:ext cx="647700" cy="519113"/>
          </a:xfrm>
          <a:prstGeom prst="rect">
            <a:avLst/>
          </a:prstGeom>
          <a:solidFill>
            <a:srgbClr val="990033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>
                <a:solidFill>
                  <a:schemeClr val="bg1"/>
                </a:solidFill>
                <a:ea typeface="宋体" pitchFamily="2" charset="-122"/>
              </a:rPr>
              <a:t>解</a:t>
            </a:r>
          </a:p>
        </p:txBody>
      </p:sp>
      <p:grpSp>
        <p:nvGrpSpPr>
          <p:cNvPr id="234575" name="Group 79"/>
          <p:cNvGrpSpPr>
            <a:grpSpLocks/>
          </p:cNvGrpSpPr>
          <p:nvPr/>
        </p:nvGrpSpPr>
        <p:grpSpPr bwMode="auto">
          <a:xfrm>
            <a:off x="250825" y="5516563"/>
            <a:ext cx="1644650" cy="850900"/>
            <a:chOff x="385" y="3022"/>
            <a:chExt cx="1036" cy="536"/>
          </a:xfrm>
        </p:grpSpPr>
        <p:pic>
          <p:nvPicPr>
            <p:cNvPr id="153616" name="Picture 80" descr="123"/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>
              <a:off x="385" y="3022"/>
              <a:ext cx="590" cy="53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53617" name="Text Box 81"/>
            <p:cNvSpPr txBox="1">
              <a:spLocks noChangeArrowheads="1"/>
            </p:cNvSpPr>
            <p:nvPr/>
          </p:nvSpPr>
          <p:spPr bwMode="auto">
            <a:xfrm>
              <a:off x="793" y="3125"/>
              <a:ext cx="628" cy="3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zh-CN" altLang="en-US" sz="3200" b="0">
                  <a:solidFill>
                    <a:srgbClr val="FA7748"/>
                  </a:solidFill>
                  <a:latin typeface="Times New Roman" pitchFamily="18" charset="0"/>
                  <a:ea typeface="华文行楷" pitchFamily="2" charset="-122"/>
                </a:rPr>
                <a:t>注意</a:t>
              </a:r>
            </a:p>
          </p:txBody>
        </p:sp>
      </p:grpSp>
      <p:grpSp>
        <p:nvGrpSpPr>
          <p:cNvPr id="153618" name="Group 85"/>
          <p:cNvGrpSpPr>
            <a:grpSpLocks/>
          </p:cNvGrpSpPr>
          <p:nvPr/>
        </p:nvGrpSpPr>
        <p:grpSpPr bwMode="auto"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153619" name="Picture 86" descr="78900"/>
            <p:cNvPicPr>
              <a:picLocks noChangeAspect="1" noChangeArrowheads="1"/>
            </p:cNvPicPr>
            <p:nvPr/>
          </p:nvPicPr>
          <p:blipFill>
            <a:blip r:embed="rId5"/>
            <a:srcRect/>
            <a:stretch>
              <a:fillRect/>
            </a:stretch>
          </p:blipFill>
          <p:spPr bwMode="auto"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53620" name="Text Box 87">
              <a:hlinkClick r:id="" action="ppaction://hlinkshowjump?jump=nextslide"/>
            </p:cNvPr>
            <p:cNvSpPr txBox="1">
              <a:spLocks noChangeArrowheads="1"/>
            </p:cNvSpPr>
            <p:nvPr/>
          </p:nvSpPr>
          <p:spPr bwMode="auto"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0">
                  <a:solidFill>
                    <a:schemeClr val="bg1"/>
                  </a:solidFill>
                  <a:latin typeface="隶书" pitchFamily="49" charset="-122"/>
                  <a:ea typeface="隶书" pitchFamily="49" charset="-122"/>
                </a:rPr>
                <a:t>下 页</a:t>
              </a:r>
            </a:p>
          </p:txBody>
        </p:sp>
      </p:grpSp>
      <p:grpSp>
        <p:nvGrpSpPr>
          <p:cNvPr id="153621" name="Group 88"/>
          <p:cNvGrpSpPr>
            <a:grpSpLocks/>
          </p:cNvGrpSpPr>
          <p:nvPr/>
        </p:nvGrpSpPr>
        <p:grpSpPr bwMode="auto">
          <a:xfrm>
            <a:off x="7453313" y="6446838"/>
            <a:ext cx="792162" cy="366712"/>
            <a:chOff x="4649" y="4020"/>
            <a:chExt cx="499" cy="231"/>
          </a:xfrm>
        </p:grpSpPr>
        <p:pic>
          <p:nvPicPr>
            <p:cNvPr id="153622" name="Picture 89" descr="78900"/>
            <p:cNvPicPr>
              <a:picLocks noChangeAspect="1" noChangeArrowheads="1"/>
            </p:cNvPicPr>
            <p:nvPr/>
          </p:nvPicPr>
          <p:blipFill>
            <a:blip r:embed="rId5"/>
            <a:srcRect/>
            <a:stretch>
              <a:fillRect/>
            </a:stretch>
          </p:blipFill>
          <p:spPr bwMode="auto"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53623" name="Text Box 90">
              <a:hlinkClick r:id="" action="ppaction://hlinkshowjump?jump=previousslide"/>
            </p:cNvPr>
            <p:cNvSpPr txBox="1">
              <a:spLocks noChangeArrowheads="1"/>
            </p:cNvSpPr>
            <p:nvPr/>
          </p:nvSpPr>
          <p:spPr bwMode="auto"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0">
                  <a:solidFill>
                    <a:schemeClr val="bg1"/>
                  </a:solidFill>
                  <a:latin typeface="隶书" pitchFamily="49" charset="-122"/>
                  <a:ea typeface="隶书" pitchFamily="49" charset="-122"/>
                </a:rPr>
                <a:t>上 页</a:t>
              </a:r>
            </a:p>
          </p:txBody>
        </p:sp>
      </p:grpSp>
      <p:grpSp>
        <p:nvGrpSpPr>
          <p:cNvPr id="153624" name="Group 91"/>
          <p:cNvGrpSpPr>
            <a:grpSpLocks/>
          </p:cNvGrpSpPr>
          <p:nvPr/>
        </p:nvGrpSpPr>
        <p:grpSpPr bwMode="auto">
          <a:xfrm>
            <a:off x="6588125" y="6446838"/>
            <a:ext cx="792163" cy="366712"/>
            <a:chOff x="4649" y="4020"/>
            <a:chExt cx="499" cy="231"/>
          </a:xfrm>
        </p:grpSpPr>
        <p:pic>
          <p:nvPicPr>
            <p:cNvPr id="153625" name="Picture 92" descr="78900"/>
            <p:cNvPicPr>
              <a:picLocks noChangeAspect="1" noChangeArrowheads="1"/>
            </p:cNvPicPr>
            <p:nvPr/>
          </p:nvPicPr>
          <p:blipFill>
            <a:blip r:embed="rId5"/>
            <a:srcRect/>
            <a:stretch>
              <a:fillRect/>
            </a:stretch>
          </p:blipFill>
          <p:spPr bwMode="auto"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53626" name="Text Box 93">
              <a:hlinkClick r:id="rId6" action="ppaction://hlinksldjump"/>
            </p:cNvPr>
            <p:cNvSpPr txBox="1">
              <a:spLocks noChangeArrowheads="1"/>
            </p:cNvSpPr>
            <p:nvPr/>
          </p:nvSpPr>
          <p:spPr bwMode="auto"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0">
                  <a:solidFill>
                    <a:schemeClr val="bg1"/>
                  </a:solidFill>
                  <a:latin typeface="隶书" pitchFamily="49" charset="-122"/>
                  <a:ea typeface="隶书" pitchFamily="49" charset="-122"/>
                </a:rPr>
                <a:t>返 回</a:t>
              </a:r>
            </a:p>
          </p:txBody>
        </p:sp>
      </p:grpSp>
      <p:grpSp>
        <p:nvGrpSpPr>
          <p:cNvPr id="234590" name="Group 94"/>
          <p:cNvGrpSpPr>
            <a:grpSpLocks/>
          </p:cNvGrpSpPr>
          <p:nvPr/>
        </p:nvGrpSpPr>
        <p:grpSpPr bwMode="auto">
          <a:xfrm>
            <a:off x="5580063" y="2924175"/>
            <a:ext cx="3563937" cy="2319338"/>
            <a:chOff x="3515" y="1842"/>
            <a:chExt cx="2245" cy="1461"/>
          </a:xfrm>
        </p:grpSpPr>
        <p:sp>
          <p:nvSpPr>
            <p:cNvPr id="153628" name="Text Box 52"/>
            <p:cNvSpPr txBox="1">
              <a:spLocks noChangeArrowheads="1"/>
            </p:cNvSpPr>
            <p:nvPr/>
          </p:nvSpPr>
          <p:spPr bwMode="auto">
            <a:xfrm>
              <a:off x="4161" y="2976"/>
              <a:ext cx="981" cy="327"/>
            </a:xfrm>
            <a:prstGeom prst="rect">
              <a:avLst/>
            </a:prstGeom>
            <a:solidFill>
              <a:schemeClr val="hlink"/>
            </a:solidFill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u</a:t>
              </a:r>
              <a:r>
                <a:rPr lang="en-US" altLang="zh-CN" b="0" i="1" baseline="-2500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C</a:t>
              </a:r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(0</a:t>
              </a:r>
              <a:r>
                <a:rPr lang="zh-CN" altLang="en-US" b="0" baseline="-2500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－</a:t>
              </a:r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)=0</a:t>
              </a:r>
            </a:p>
          </p:txBody>
        </p:sp>
        <p:sp>
          <p:nvSpPr>
            <p:cNvPr id="153629" name="Line 53"/>
            <p:cNvSpPr>
              <a:spLocks noChangeShapeType="1"/>
            </p:cNvSpPr>
            <p:nvPr/>
          </p:nvSpPr>
          <p:spPr bwMode="auto">
            <a:xfrm>
              <a:off x="4660" y="1842"/>
              <a:ext cx="0" cy="1043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 type="oval" w="med" len="med"/>
              <a:tailEnd type="oval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3630" name="Line 54"/>
            <p:cNvSpPr>
              <a:spLocks noChangeShapeType="1"/>
            </p:cNvSpPr>
            <p:nvPr/>
          </p:nvSpPr>
          <p:spPr bwMode="auto">
            <a:xfrm>
              <a:off x="5250" y="1887"/>
              <a:ext cx="0" cy="317"/>
            </a:xfrm>
            <a:prstGeom prst="line">
              <a:avLst/>
            </a:prstGeom>
            <a:noFill/>
            <a:ln w="28575">
              <a:solidFill>
                <a:srgbClr val="00FFFF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3631" name="Text Box 55"/>
            <p:cNvSpPr txBox="1">
              <a:spLocks noChangeArrowheads="1"/>
            </p:cNvSpPr>
            <p:nvPr/>
          </p:nvSpPr>
          <p:spPr bwMode="auto">
            <a:xfrm>
              <a:off x="4978" y="1887"/>
              <a:ext cx="279" cy="327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i</a:t>
              </a:r>
              <a:r>
                <a:rPr lang="en-US" altLang="zh-CN" b="0" i="1" baseline="-2500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C</a:t>
              </a:r>
              <a:endParaRPr lang="en-US" altLang="zh-CN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153632" name="Text Box 56"/>
            <p:cNvSpPr txBox="1">
              <a:spLocks noChangeArrowheads="1"/>
            </p:cNvSpPr>
            <p:nvPr/>
          </p:nvSpPr>
          <p:spPr bwMode="auto">
            <a:xfrm>
              <a:off x="4343" y="2204"/>
              <a:ext cx="253" cy="327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R</a:t>
              </a:r>
              <a:endParaRPr lang="en-US" altLang="zh-CN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153633" name="Text Box 57"/>
            <p:cNvSpPr txBox="1">
              <a:spLocks noChangeArrowheads="1"/>
            </p:cNvSpPr>
            <p:nvPr/>
          </p:nvSpPr>
          <p:spPr bwMode="auto">
            <a:xfrm>
              <a:off x="3515" y="1933"/>
              <a:ext cx="544" cy="327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  <a:sym typeface="Symbol" pitchFamily="18" charset="2"/>
                </a:rPr>
                <a:t></a:t>
              </a:r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  <a:sym typeface="Symbol" pitchFamily="18" charset="2"/>
                </a:rPr>
                <a:t>(t)</a:t>
              </a:r>
              <a:endParaRPr lang="en-US" altLang="zh-CN" b="0" baseline="-25000">
                <a:solidFill>
                  <a:schemeClr val="bg1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endParaRPr>
            </a:p>
          </p:txBody>
        </p:sp>
        <p:sp>
          <p:nvSpPr>
            <p:cNvPr id="153634" name="Line 58"/>
            <p:cNvSpPr>
              <a:spLocks noChangeShapeType="1"/>
            </p:cNvSpPr>
            <p:nvPr/>
          </p:nvSpPr>
          <p:spPr bwMode="auto">
            <a:xfrm flipV="1">
              <a:off x="5341" y="2341"/>
              <a:ext cx="0" cy="544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3635" name="Rectangle 59"/>
            <p:cNvSpPr>
              <a:spLocks noChangeArrowheads="1"/>
            </p:cNvSpPr>
            <p:nvPr/>
          </p:nvSpPr>
          <p:spPr bwMode="auto">
            <a:xfrm>
              <a:off x="4932" y="2204"/>
              <a:ext cx="265" cy="327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C</a:t>
              </a:r>
            </a:p>
          </p:txBody>
        </p:sp>
        <p:sp>
          <p:nvSpPr>
            <p:cNvPr id="153636" name="Text Box 61"/>
            <p:cNvSpPr txBox="1">
              <a:spLocks noChangeArrowheads="1"/>
            </p:cNvSpPr>
            <p:nvPr/>
          </p:nvSpPr>
          <p:spPr bwMode="auto">
            <a:xfrm>
              <a:off x="5386" y="1887"/>
              <a:ext cx="242" cy="327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+</a:t>
              </a:r>
            </a:p>
          </p:txBody>
        </p:sp>
        <p:sp>
          <p:nvSpPr>
            <p:cNvPr id="153637" name="Text Box 62"/>
            <p:cNvSpPr txBox="1">
              <a:spLocks noChangeArrowheads="1"/>
            </p:cNvSpPr>
            <p:nvPr/>
          </p:nvSpPr>
          <p:spPr bwMode="auto">
            <a:xfrm>
              <a:off x="5386" y="2386"/>
              <a:ext cx="317" cy="327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0">
                  <a:solidFill>
                    <a:schemeClr val="bg1"/>
                  </a:solidFill>
                  <a:latin typeface="宋体" pitchFamily="2" charset="-122"/>
                  <a:ea typeface="宋体" pitchFamily="2" charset="-122"/>
                </a:rPr>
                <a:t>-</a:t>
              </a:r>
            </a:p>
          </p:txBody>
        </p:sp>
        <p:sp>
          <p:nvSpPr>
            <p:cNvPr id="153638" name="Text Box 63"/>
            <p:cNvSpPr txBox="1">
              <a:spLocks noChangeArrowheads="1"/>
            </p:cNvSpPr>
            <p:nvPr/>
          </p:nvSpPr>
          <p:spPr bwMode="auto">
            <a:xfrm>
              <a:off x="5431" y="2159"/>
              <a:ext cx="329" cy="327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u</a:t>
              </a:r>
              <a:r>
                <a:rPr lang="en-US" altLang="zh-CN" b="0" i="1" baseline="-2500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C</a:t>
              </a:r>
            </a:p>
          </p:txBody>
        </p:sp>
        <p:sp>
          <p:nvSpPr>
            <p:cNvPr id="153639" name="Line 64"/>
            <p:cNvSpPr>
              <a:spLocks noChangeShapeType="1"/>
            </p:cNvSpPr>
            <p:nvPr/>
          </p:nvSpPr>
          <p:spPr bwMode="auto">
            <a:xfrm>
              <a:off x="3969" y="1842"/>
              <a:ext cx="1372" cy="0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3640" name="Line 65"/>
            <p:cNvSpPr>
              <a:spLocks noChangeShapeType="1"/>
            </p:cNvSpPr>
            <p:nvPr/>
          </p:nvSpPr>
          <p:spPr bwMode="auto">
            <a:xfrm>
              <a:off x="5341" y="1842"/>
              <a:ext cx="0" cy="408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3641" name="Line 66"/>
            <p:cNvSpPr>
              <a:spLocks noChangeShapeType="1"/>
            </p:cNvSpPr>
            <p:nvPr/>
          </p:nvSpPr>
          <p:spPr bwMode="auto">
            <a:xfrm>
              <a:off x="3969" y="1842"/>
              <a:ext cx="0" cy="1043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3642" name="Line 67"/>
            <p:cNvSpPr>
              <a:spLocks noChangeShapeType="1"/>
            </p:cNvSpPr>
            <p:nvPr/>
          </p:nvSpPr>
          <p:spPr bwMode="auto">
            <a:xfrm flipV="1">
              <a:off x="3969" y="2885"/>
              <a:ext cx="1372" cy="1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3643" name="Rectangle 68"/>
            <p:cNvSpPr>
              <a:spLocks noChangeArrowheads="1"/>
            </p:cNvSpPr>
            <p:nvPr/>
          </p:nvSpPr>
          <p:spPr bwMode="auto">
            <a:xfrm>
              <a:off x="4615" y="2204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</a:gradFill>
            <a:ln w="2857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153644" name="Group 69"/>
            <p:cNvGrpSpPr>
              <a:grpSpLocks/>
            </p:cNvGrpSpPr>
            <p:nvPr/>
          </p:nvGrpSpPr>
          <p:grpSpPr bwMode="auto">
            <a:xfrm>
              <a:off x="5205" y="2250"/>
              <a:ext cx="240" cy="90"/>
              <a:chOff x="4604" y="2478"/>
              <a:chExt cx="240" cy="90"/>
            </a:xfrm>
          </p:grpSpPr>
          <p:sp>
            <p:nvSpPr>
              <p:cNvPr id="153645" name="Line 70"/>
              <p:cNvSpPr>
                <a:spLocks noChangeShapeType="1"/>
              </p:cNvSpPr>
              <p:nvPr/>
            </p:nvSpPr>
            <p:spPr bwMode="auto">
              <a:xfrm>
                <a:off x="4604" y="2478"/>
                <a:ext cx="240" cy="0"/>
              </a:xfrm>
              <a:prstGeom prst="line">
                <a:avLst/>
              </a:prstGeom>
              <a:noFill/>
              <a:ln w="57150">
                <a:solidFill>
                  <a:srgbClr val="FF99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3646" name="Line 71"/>
              <p:cNvSpPr>
                <a:spLocks noChangeShapeType="1"/>
              </p:cNvSpPr>
              <p:nvPr/>
            </p:nvSpPr>
            <p:spPr bwMode="auto">
              <a:xfrm>
                <a:off x="4604" y="2568"/>
                <a:ext cx="240" cy="0"/>
              </a:xfrm>
              <a:prstGeom prst="line">
                <a:avLst/>
              </a:prstGeom>
              <a:noFill/>
              <a:ln w="57150">
                <a:solidFill>
                  <a:srgbClr val="FF99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53647" name="Line 60"/>
            <p:cNvSpPr>
              <a:spLocks noChangeShapeType="1"/>
            </p:cNvSpPr>
            <p:nvPr/>
          </p:nvSpPr>
          <p:spPr bwMode="auto">
            <a:xfrm flipV="1">
              <a:off x="3969" y="1933"/>
              <a:ext cx="0" cy="408"/>
            </a:xfrm>
            <a:prstGeom prst="line">
              <a:avLst/>
            </a:prstGeom>
            <a:noFill/>
            <a:ln w="28575">
              <a:solidFill>
                <a:srgbClr val="00FFFF"/>
              </a:solidFill>
              <a:round/>
              <a:headEnd/>
              <a:tailEnd type="triangle" w="med" len="lg"/>
            </a:ln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53648" name="Group 72"/>
            <p:cNvGrpSpPr>
              <a:grpSpLocks/>
            </p:cNvGrpSpPr>
            <p:nvPr/>
          </p:nvGrpSpPr>
          <p:grpSpPr bwMode="auto">
            <a:xfrm>
              <a:off x="3798" y="2296"/>
              <a:ext cx="363" cy="363"/>
              <a:chOff x="4785" y="709"/>
              <a:chExt cx="363" cy="363"/>
            </a:xfrm>
          </p:grpSpPr>
          <p:sp>
            <p:nvSpPr>
              <p:cNvPr id="153649" name="Oval 73"/>
              <p:cNvSpPr>
                <a:spLocks noChangeArrowheads="1"/>
              </p:cNvSpPr>
              <p:nvPr/>
            </p:nvSpPr>
            <p:spPr bwMode="auto">
              <a:xfrm>
                <a:off x="4785" y="709"/>
                <a:ext cx="363" cy="363"/>
              </a:xfrm>
              <a:prstGeom prst="ellipse">
                <a:avLst/>
              </a:prstGeom>
              <a:gradFill rotWithShape="1">
                <a:gsLst>
                  <a:gs pos="0">
                    <a:srgbClr val="0099FF"/>
                  </a:gs>
                  <a:gs pos="100000">
                    <a:srgbClr val="004776"/>
                  </a:gs>
                </a:gsLst>
                <a:path path="shape">
                  <a:fillToRect l="50000" t="50000" r="50000" b="50000"/>
                </a:path>
              </a:gradFill>
              <a:ln w="38100">
                <a:solidFill>
                  <a:srgbClr val="FF99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endParaRPr lang="zh-CN" altLang="zh-CN" sz="2400" b="0">
                  <a:ea typeface="仿宋_GB2312" pitchFamily="49" charset="-122"/>
                </a:endParaRPr>
              </a:p>
            </p:txBody>
          </p:sp>
          <p:sp>
            <p:nvSpPr>
              <p:cNvPr id="153650" name="Line 74"/>
              <p:cNvSpPr>
                <a:spLocks noChangeShapeType="1"/>
              </p:cNvSpPr>
              <p:nvPr/>
            </p:nvSpPr>
            <p:spPr bwMode="auto">
              <a:xfrm>
                <a:off x="4785" y="890"/>
                <a:ext cx="363" cy="0"/>
              </a:xfrm>
              <a:prstGeom prst="line">
                <a:avLst/>
              </a:prstGeom>
              <a:noFill/>
              <a:ln w="38100">
                <a:solidFill>
                  <a:srgbClr val="FF99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345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345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5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345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345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9" dur="500"/>
                                        <p:tgtEl>
                                          <p:spTgt spid="2345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5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" fill="hold"/>
                                        <p:tgtEl>
                                          <p:spTgt spid="2345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" fill="hold"/>
                                        <p:tgtEl>
                                          <p:spTgt spid="2345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100"/>
                                        <p:tgtEl>
                                          <p:spTgt spid="2345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345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2345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2345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2345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000"/>
                            </p:stCondLst>
                            <p:childTnLst>
                              <p:par>
                                <p:cTn id="35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2345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1500"/>
                            </p:stCondLst>
                            <p:childTnLst>
                              <p:par>
                                <p:cTn id="3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2345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5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23457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23457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2345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2345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5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23450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23450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2345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1" dur="500"/>
                                        <p:tgtEl>
                                          <p:spTgt spid="2345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5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6" dur="500"/>
                                        <p:tgtEl>
                                          <p:spTgt spid="2345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500"/>
                            </p:stCondLst>
                            <p:childTnLst>
                              <p:par>
                                <p:cTn id="6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2000"/>
                                        <p:tgtEl>
                                          <p:spTgt spid="2345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5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5" dur="500"/>
                                        <p:tgtEl>
                                          <p:spTgt spid="2345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500"/>
                            </p:stCondLst>
                            <p:childTnLst>
                              <p:par>
                                <p:cTn id="7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2345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4502" grpId="0"/>
      <p:bldP spid="234503" grpId="0"/>
      <p:bldP spid="234505" grpId="0"/>
      <p:bldP spid="234510" grpId="0"/>
      <p:bldP spid="234511" grpId="0"/>
      <p:bldP spid="234512" grpId="0"/>
      <p:bldP spid="234513" grpId="0" animBg="1"/>
      <p:bldP spid="234514" grpId="0" animBg="1"/>
      <p:bldP spid="234572" grpId="0"/>
      <p:bldP spid="234574" grpId="0" animBg="1"/>
    </p:bldLst>
  </p:timing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60100" name="Object 4"/>
          <p:cNvGraphicFramePr>
            <a:graphicFrameLocks noChangeAspect="1"/>
          </p:cNvGraphicFramePr>
          <p:nvPr/>
        </p:nvGraphicFramePr>
        <p:xfrm>
          <a:off x="5618163" y="1484313"/>
          <a:ext cx="3376612" cy="1052512"/>
        </p:xfrm>
        <a:graphic>
          <a:graphicData uri="http://schemas.openxmlformats.org/presentationml/2006/ole">
            <p:oleObj spid="_x0000_s154625" r:id="rId3" imgW="1320840" imgH="403560" progId="Equation.3">
              <p:embed/>
            </p:oleObj>
          </a:graphicData>
        </a:graphic>
      </p:graphicFrame>
      <p:sp>
        <p:nvSpPr>
          <p:cNvPr id="260109" name="Text Box 13"/>
          <p:cNvSpPr txBox="1">
            <a:spLocks noChangeArrowheads="1"/>
          </p:cNvSpPr>
          <p:nvPr/>
        </p:nvSpPr>
        <p:spPr bwMode="auto">
          <a:xfrm>
            <a:off x="1835150" y="2493963"/>
            <a:ext cx="6613525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>
                <a:latin typeface="Times New Roman" pitchFamily="18" charset="0"/>
              </a:rPr>
              <a:t>电容中的冲激电流使电容电压发生跃变。</a:t>
            </a:r>
            <a:endParaRPr lang="zh-CN" altLang="en-US" b="0">
              <a:latin typeface="Times New Roman" pitchFamily="18" charset="0"/>
            </a:endParaRPr>
          </a:p>
        </p:txBody>
      </p:sp>
      <p:graphicFrame>
        <p:nvGraphicFramePr>
          <p:cNvPr id="260140" name="Object 44"/>
          <p:cNvGraphicFramePr>
            <a:graphicFrameLocks noChangeAspect="1"/>
          </p:cNvGraphicFramePr>
          <p:nvPr/>
        </p:nvGraphicFramePr>
        <p:xfrm>
          <a:off x="700088" y="404813"/>
          <a:ext cx="7383462" cy="1189037"/>
        </p:xfrm>
        <a:graphic>
          <a:graphicData uri="http://schemas.openxmlformats.org/presentationml/2006/ole">
            <p:oleObj spid="_x0000_s154627" r:id="rId4" imgW="2282760" imgH="403560" progId="Equation.3">
              <p:embed/>
            </p:oleObj>
          </a:graphicData>
        </a:graphic>
      </p:graphicFrame>
      <p:grpSp>
        <p:nvGrpSpPr>
          <p:cNvPr id="260141" name="Group 45"/>
          <p:cNvGrpSpPr>
            <a:grpSpLocks/>
          </p:cNvGrpSpPr>
          <p:nvPr/>
        </p:nvGrpSpPr>
        <p:grpSpPr bwMode="auto">
          <a:xfrm>
            <a:off x="3492500" y="188913"/>
            <a:ext cx="1943100" cy="1511300"/>
            <a:chOff x="1837" y="2523"/>
            <a:chExt cx="1224" cy="952"/>
          </a:xfrm>
        </p:grpSpPr>
        <p:sp>
          <p:nvSpPr>
            <p:cNvPr id="154629" name="Line 46"/>
            <p:cNvSpPr>
              <a:spLocks noChangeShapeType="1"/>
            </p:cNvSpPr>
            <p:nvPr/>
          </p:nvSpPr>
          <p:spPr bwMode="auto">
            <a:xfrm flipV="1">
              <a:off x="1837" y="2704"/>
              <a:ext cx="816" cy="771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630" name="Text Box 47"/>
            <p:cNvSpPr txBox="1">
              <a:spLocks noChangeArrowheads="1"/>
            </p:cNvSpPr>
            <p:nvPr/>
          </p:nvSpPr>
          <p:spPr bwMode="auto">
            <a:xfrm>
              <a:off x="2653" y="2523"/>
              <a:ext cx="408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0">
                  <a:solidFill>
                    <a:srgbClr val="FF3300"/>
                  </a:solidFill>
                  <a:latin typeface="Times New Roman" pitchFamily="18" charset="0"/>
                  <a:ea typeface="仿宋_GB2312" pitchFamily="49" charset="-122"/>
                </a:rPr>
                <a:t>0</a:t>
              </a:r>
            </a:p>
          </p:txBody>
        </p:sp>
      </p:grpSp>
      <p:graphicFrame>
        <p:nvGraphicFramePr>
          <p:cNvPr id="260145" name="Object 49"/>
          <p:cNvGraphicFramePr>
            <a:graphicFrameLocks noChangeAspect="1"/>
          </p:cNvGraphicFramePr>
          <p:nvPr/>
        </p:nvGraphicFramePr>
        <p:xfrm>
          <a:off x="1108075" y="1700213"/>
          <a:ext cx="3689350" cy="623887"/>
        </p:xfrm>
        <a:graphic>
          <a:graphicData uri="http://schemas.openxmlformats.org/presentationml/2006/ole">
            <p:oleObj spid="_x0000_s154631" r:id="rId5" imgW="1425240" imgH="230760" progId="Equation.3">
              <p:embed/>
            </p:oleObj>
          </a:graphicData>
        </a:graphic>
      </p:graphicFrame>
      <p:sp>
        <p:nvSpPr>
          <p:cNvPr id="260146" name="Line 50"/>
          <p:cNvSpPr>
            <a:spLocks noChangeShapeType="1"/>
          </p:cNvSpPr>
          <p:nvPr/>
        </p:nvSpPr>
        <p:spPr bwMode="auto">
          <a:xfrm>
            <a:off x="431800" y="1989138"/>
            <a:ext cx="649288" cy="0"/>
          </a:xfrm>
          <a:prstGeom prst="line">
            <a:avLst/>
          </a:prstGeom>
          <a:noFill/>
          <a:ln w="76200">
            <a:solidFill>
              <a:srgbClr val="0099FF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0147" name="Line 51"/>
          <p:cNvSpPr>
            <a:spLocks noChangeShapeType="1"/>
          </p:cNvSpPr>
          <p:nvPr/>
        </p:nvSpPr>
        <p:spPr bwMode="auto">
          <a:xfrm>
            <a:off x="4897438" y="1989138"/>
            <a:ext cx="649287" cy="0"/>
          </a:xfrm>
          <a:prstGeom prst="line">
            <a:avLst/>
          </a:prstGeom>
          <a:noFill/>
          <a:ln w="76200">
            <a:solidFill>
              <a:srgbClr val="0099FF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grpSp>
        <p:nvGrpSpPr>
          <p:cNvPr id="260148" name="Group 52"/>
          <p:cNvGrpSpPr>
            <a:grpSpLocks/>
          </p:cNvGrpSpPr>
          <p:nvPr/>
        </p:nvGrpSpPr>
        <p:grpSpPr bwMode="auto">
          <a:xfrm>
            <a:off x="179388" y="2349500"/>
            <a:ext cx="1644650" cy="850900"/>
            <a:chOff x="385" y="3022"/>
            <a:chExt cx="1036" cy="536"/>
          </a:xfrm>
        </p:grpSpPr>
        <p:pic>
          <p:nvPicPr>
            <p:cNvPr id="154635" name="Picture 53" descr="123"/>
            <p:cNvPicPr>
              <a:picLocks noChangeAspect="1" noChangeArrowheads="1"/>
            </p:cNvPicPr>
            <p:nvPr/>
          </p:nvPicPr>
          <p:blipFill>
            <a:blip r:embed="rId6"/>
            <a:srcRect/>
            <a:stretch>
              <a:fillRect/>
            </a:stretch>
          </p:blipFill>
          <p:spPr bwMode="auto">
            <a:xfrm>
              <a:off x="385" y="3022"/>
              <a:ext cx="590" cy="53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54636" name="Text Box 54"/>
            <p:cNvSpPr txBox="1">
              <a:spLocks noChangeArrowheads="1"/>
            </p:cNvSpPr>
            <p:nvPr/>
          </p:nvSpPr>
          <p:spPr bwMode="auto">
            <a:xfrm>
              <a:off x="793" y="3125"/>
              <a:ext cx="628" cy="3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zh-CN" altLang="en-US" sz="3200" b="0">
                  <a:solidFill>
                    <a:srgbClr val="FA7748"/>
                  </a:solidFill>
                  <a:latin typeface="Times New Roman" pitchFamily="18" charset="0"/>
                  <a:ea typeface="华文行楷" pitchFamily="2" charset="-122"/>
                </a:rPr>
                <a:t>结论</a:t>
              </a:r>
            </a:p>
          </p:txBody>
        </p:sp>
      </p:grpSp>
      <p:sp>
        <p:nvSpPr>
          <p:cNvPr id="260151" name="Rectangle 55"/>
          <p:cNvSpPr>
            <a:spLocks noChangeArrowheads="1"/>
          </p:cNvSpPr>
          <p:nvPr/>
        </p:nvSpPr>
        <p:spPr bwMode="auto">
          <a:xfrm>
            <a:off x="611188" y="3068638"/>
            <a:ext cx="5900737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b="0">
                <a:solidFill>
                  <a:schemeClr val="bg1"/>
                </a:solidFill>
                <a:latin typeface="楷体_GB2312" pitchFamily="49" charset="-122"/>
              </a:rPr>
              <a:t>(2) </a:t>
            </a:r>
            <a:r>
              <a:rPr lang="en-US" altLang="zh-CN" b="0" i="1">
                <a:solidFill>
                  <a:schemeClr val="bg1"/>
                </a:solidFill>
                <a:latin typeface="Times New Roman" pitchFamily="18" charset="0"/>
              </a:rPr>
              <a:t>t &gt; </a:t>
            </a:r>
            <a:r>
              <a:rPr lang="en-US" altLang="zh-CN" b="0">
                <a:solidFill>
                  <a:schemeClr val="bg1"/>
                </a:solidFill>
                <a:latin typeface="Times New Roman" pitchFamily="18" charset="0"/>
              </a:rPr>
              <a:t>0</a:t>
            </a:r>
            <a:r>
              <a:rPr lang="en-US" altLang="zh-CN" b="0" i="1" baseline="-25000">
                <a:solidFill>
                  <a:schemeClr val="bg1"/>
                </a:solidFill>
                <a:latin typeface="Times New Roman" pitchFamily="18" charset="0"/>
              </a:rPr>
              <a:t>+</a:t>
            </a:r>
            <a:r>
              <a:rPr lang="en-US" altLang="zh-CN" i="1" baseline="30000">
                <a:solidFill>
                  <a:schemeClr val="bg1"/>
                </a:solidFill>
                <a:latin typeface="楷体_GB2312" pitchFamily="49" charset="-122"/>
              </a:rPr>
              <a:t> </a:t>
            </a:r>
            <a:r>
              <a:rPr lang="zh-CN" altLang="en-US">
                <a:solidFill>
                  <a:schemeClr val="bg1"/>
                </a:solidFill>
                <a:latin typeface="楷体_GB2312" pitchFamily="49" charset="-122"/>
              </a:rPr>
              <a:t>为零输入响应（</a:t>
            </a:r>
            <a:r>
              <a:rPr lang="en-US" altLang="zh-CN" b="0" i="1">
                <a:solidFill>
                  <a:schemeClr val="bg1"/>
                </a:solidFill>
                <a:latin typeface="Times New Roman" pitchFamily="18" charset="0"/>
              </a:rPr>
              <a:t>RC</a:t>
            </a:r>
            <a:r>
              <a:rPr lang="zh-CN" altLang="en-US">
                <a:solidFill>
                  <a:schemeClr val="bg1"/>
                </a:solidFill>
                <a:latin typeface="楷体_GB2312" pitchFamily="49" charset="-122"/>
              </a:rPr>
              <a:t>放电）</a:t>
            </a:r>
            <a:endParaRPr lang="zh-CN" altLang="en-US" baseline="30000">
              <a:solidFill>
                <a:schemeClr val="bg1"/>
              </a:solidFill>
              <a:latin typeface="楷体_GB2312" pitchFamily="49" charset="-122"/>
            </a:endParaRPr>
          </a:p>
        </p:txBody>
      </p:sp>
      <p:grpSp>
        <p:nvGrpSpPr>
          <p:cNvPr id="260152" name="Group 56"/>
          <p:cNvGrpSpPr>
            <a:grpSpLocks/>
          </p:cNvGrpSpPr>
          <p:nvPr/>
        </p:nvGrpSpPr>
        <p:grpSpPr bwMode="auto">
          <a:xfrm>
            <a:off x="6516688" y="3357563"/>
            <a:ext cx="2251075" cy="1592262"/>
            <a:chOff x="2789" y="2582"/>
            <a:chExt cx="1418" cy="1003"/>
          </a:xfrm>
        </p:grpSpPr>
        <p:sp>
          <p:nvSpPr>
            <p:cNvPr id="154639" name="Line 57"/>
            <p:cNvSpPr>
              <a:spLocks noChangeShapeType="1"/>
            </p:cNvSpPr>
            <p:nvPr/>
          </p:nvSpPr>
          <p:spPr bwMode="auto">
            <a:xfrm>
              <a:off x="2880" y="2614"/>
              <a:ext cx="953" cy="0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640" name="Line 58"/>
            <p:cNvSpPr>
              <a:spLocks noChangeShapeType="1"/>
            </p:cNvSpPr>
            <p:nvPr/>
          </p:nvSpPr>
          <p:spPr bwMode="auto">
            <a:xfrm>
              <a:off x="3833" y="3067"/>
              <a:ext cx="0" cy="499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641" name="Line 59"/>
            <p:cNvSpPr>
              <a:spLocks noChangeShapeType="1"/>
            </p:cNvSpPr>
            <p:nvPr/>
          </p:nvSpPr>
          <p:spPr bwMode="auto">
            <a:xfrm>
              <a:off x="3833" y="2614"/>
              <a:ext cx="0" cy="362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642" name="Line 60"/>
            <p:cNvSpPr>
              <a:spLocks noChangeShapeType="1"/>
            </p:cNvSpPr>
            <p:nvPr/>
          </p:nvSpPr>
          <p:spPr bwMode="auto">
            <a:xfrm>
              <a:off x="2880" y="2614"/>
              <a:ext cx="0" cy="971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643" name="Line 61"/>
            <p:cNvSpPr>
              <a:spLocks noChangeShapeType="1"/>
            </p:cNvSpPr>
            <p:nvPr/>
          </p:nvSpPr>
          <p:spPr bwMode="auto">
            <a:xfrm>
              <a:off x="2880" y="3566"/>
              <a:ext cx="953" cy="0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644" name="Line 62"/>
            <p:cNvSpPr>
              <a:spLocks noChangeShapeType="1"/>
            </p:cNvSpPr>
            <p:nvPr/>
          </p:nvSpPr>
          <p:spPr bwMode="auto">
            <a:xfrm>
              <a:off x="3742" y="2659"/>
              <a:ext cx="0" cy="240"/>
            </a:xfrm>
            <a:prstGeom prst="line">
              <a:avLst/>
            </a:prstGeom>
            <a:noFill/>
            <a:ln w="28575">
              <a:solidFill>
                <a:srgbClr val="00FFFF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645" name="Text Box 63"/>
            <p:cNvSpPr txBox="1">
              <a:spLocks noChangeArrowheads="1"/>
            </p:cNvSpPr>
            <p:nvPr/>
          </p:nvSpPr>
          <p:spPr bwMode="auto">
            <a:xfrm>
              <a:off x="3470" y="2582"/>
              <a:ext cx="279" cy="327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i</a:t>
              </a:r>
              <a:r>
                <a:rPr lang="en-US" altLang="zh-CN" b="0" i="1" baseline="-2500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C</a:t>
              </a:r>
              <a:endParaRPr lang="en-US" altLang="zh-CN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154646" name="Text Box 64"/>
            <p:cNvSpPr txBox="1">
              <a:spLocks noChangeArrowheads="1"/>
            </p:cNvSpPr>
            <p:nvPr/>
          </p:nvSpPr>
          <p:spPr bwMode="auto">
            <a:xfrm>
              <a:off x="2925" y="2931"/>
              <a:ext cx="253" cy="327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R</a:t>
              </a:r>
              <a:endParaRPr lang="en-US" altLang="zh-CN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154647" name="Text Box 65"/>
            <p:cNvSpPr txBox="1">
              <a:spLocks noChangeArrowheads="1"/>
            </p:cNvSpPr>
            <p:nvPr/>
          </p:nvSpPr>
          <p:spPr bwMode="auto">
            <a:xfrm>
              <a:off x="3424" y="2899"/>
              <a:ext cx="265" cy="327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C</a:t>
              </a:r>
              <a:endParaRPr lang="en-US" altLang="zh-CN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154648" name="Text Box 66"/>
            <p:cNvSpPr txBox="1">
              <a:spLocks noChangeArrowheads="1"/>
            </p:cNvSpPr>
            <p:nvPr/>
          </p:nvSpPr>
          <p:spPr bwMode="auto">
            <a:xfrm>
              <a:off x="3878" y="2672"/>
              <a:ext cx="329" cy="865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+</a:t>
              </a:r>
            </a:p>
            <a:p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u</a:t>
              </a:r>
              <a:r>
                <a:rPr lang="en-US" altLang="zh-CN" b="0" i="1" baseline="-2500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C</a:t>
              </a:r>
            </a:p>
            <a:p>
              <a:r>
                <a:rPr lang="zh-CN" altLang="en-US" b="0" i="1" baseline="-2500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－</a:t>
              </a:r>
              <a:endParaRPr lang="zh-CN" altLang="en-US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154649" name="Rectangle 67"/>
            <p:cNvSpPr>
              <a:spLocks noChangeArrowheads="1"/>
            </p:cNvSpPr>
            <p:nvPr/>
          </p:nvSpPr>
          <p:spPr bwMode="auto">
            <a:xfrm>
              <a:off x="2789" y="2931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</a:gradFill>
            <a:ln w="2857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154650" name="Group 68"/>
            <p:cNvGrpSpPr>
              <a:grpSpLocks/>
            </p:cNvGrpSpPr>
            <p:nvPr/>
          </p:nvGrpSpPr>
          <p:grpSpPr bwMode="auto">
            <a:xfrm>
              <a:off x="3696" y="2976"/>
              <a:ext cx="240" cy="93"/>
              <a:chOff x="3787" y="2478"/>
              <a:chExt cx="240" cy="93"/>
            </a:xfrm>
          </p:grpSpPr>
          <p:sp>
            <p:nvSpPr>
              <p:cNvPr id="154651" name="Line 69"/>
              <p:cNvSpPr>
                <a:spLocks noChangeShapeType="1"/>
              </p:cNvSpPr>
              <p:nvPr/>
            </p:nvSpPr>
            <p:spPr bwMode="auto">
              <a:xfrm flipV="1">
                <a:off x="3787" y="2568"/>
                <a:ext cx="240" cy="3"/>
              </a:xfrm>
              <a:prstGeom prst="line">
                <a:avLst/>
              </a:prstGeom>
              <a:noFill/>
              <a:ln w="57150">
                <a:solidFill>
                  <a:srgbClr val="FF99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4652" name="Line 70"/>
              <p:cNvSpPr>
                <a:spLocks noChangeShapeType="1"/>
              </p:cNvSpPr>
              <p:nvPr/>
            </p:nvSpPr>
            <p:spPr bwMode="auto">
              <a:xfrm>
                <a:off x="3787" y="2478"/>
                <a:ext cx="240" cy="1"/>
              </a:xfrm>
              <a:prstGeom prst="line">
                <a:avLst/>
              </a:prstGeom>
              <a:noFill/>
              <a:ln w="57150">
                <a:solidFill>
                  <a:srgbClr val="FF99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graphicFrame>
        <p:nvGraphicFramePr>
          <p:cNvPr id="260167" name="Object 71"/>
          <p:cNvGraphicFramePr>
            <a:graphicFrameLocks noChangeAspect="1"/>
          </p:cNvGraphicFramePr>
          <p:nvPr/>
        </p:nvGraphicFramePr>
        <p:xfrm>
          <a:off x="6635750" y="5013325"/>
          <a:ext cx="1560513" cy="863600"/>
        </p:xfrm>
        <a:graphic>
          <a:graphicData uri="http://schemas.openxmlformats.org/presentationml/2006/ole">
            <p:oleObj spid="_x0000_s154653" r:id="rId7" imgW="741600" imgH="403560" progId="Equation.3">
              <p:embed/>
            </p:oleObj>
          </a:graphicData>
        </a:graphic>
      </p:graphicFrame>
      <p:graphicFrame>
        <p:nvGraphicFramePr>
          <p:cNvPr id="260168" name="Object 72"/>
          <p:cNvGraphicFramePr>
            <a:graphicFrameLocks noChangeAspect="1"/>
          </p:cNvGraphicFramePr>
          <p:nvPr/>
        </p:nvGraphicFramePr>
        <p:xfrm>
          <a:off x="1100138" y="3644900"/>
          <a:ext cx="3482975" cy="1136650"/>
        </p:xfrm>
        <a:graphic>
          <a:graphicData uri="http://schemas.openxmlformats.org/presentationml/2006/ole">
            <p:oleObj spid="_x0000_s154654" r:id="rId8" imgW="1262880" imgH="403560" progId="Equation.3">
              <p:embed/>
            </p:oleObj>
          </a:graphicData>
        </a:graphic>
      </p:graphicFrame>
      <p:graphicFrame>
        <p:nvGraphicFramePr>
          <p:cNvPr id="260169" name="Object 73"/>
          <p:cNvGraphicFramePr>
            <a:graphicFrameLocks noChangeAspect="1"/>
          </p:cNvGraphicFramePr>
          <p:nvPr/>
        </p:nvGraphicFramePr>
        <p:xfrm>
          <a:off x="923925" y="4724400"/>
          <a:ext cx="5186363" cy="1139825"/>
        </p:xfrm>
        <a:graphic>
          <a:graphicData uri="http://schemas.openxmlformats.org/presentationml/2006/ole">
            <p:oleObj spid="_x0000_s154655" r:id="rId9" imgW="1877040" imgH="403560" progId="Equation.3">
              <p:embed/>
            </p:oleObj>
          </a:graphicData>
        </a:graphic>
      </p:graphicFrame>
      <p:grpSp>
        <p:nvGrpSpPr>
          <p:cNvPr id="154656" name="Group 77"/>
          <p:cNvGrpSpPr>
            <a:grpSpLocks/>
          </p:cNvGrpSpPr>
          <p:nvPr/>
        </p:nvGrpSpPr>
        <p:grpSpPr bwMode="auto"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154657" name="Picture 78" descr="78900"/>
            <p:cNvPicPr>
              <a:picLocks noChangeAspect="1" noChangeArrowheads="1"/>
            </p:cNvPicPr>
            <p:nvPr/>
          </p:nvPicPr>
          <p:blipFill>
            <a:blip r:embed="rId10"/>
            <a:srcRect/>
            <a:stretch>
              <a:fillRect/>
            </a:stretch>
          </p:blipFill>
          <p:spPr bwMode="auto"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54658" name="Text Box 79">
              <a:hlinkClick r:id="" action="ppaction://hlinkshowjump?jump=nextslide"/>
            </p:cNvPr>
            <p:cNvSpPr txBox="1">
              <a:spLocks noChangeArrowheads="1"/>
            </p:cNvSpPr>
            <p:nvPr/>
          </p:nvSpPr>
          <p:spPr bwMode="auto"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0">
                  <a:solidFill>
                    <a:schemeClr val="bg1"/>
                  </a:solidFill>
                  <a:latin typeface="隶书" pitchFamily="49" charset="-122"/>
                  <a:ea typeface="隶书" pitchFamily="49" charset="-122"/>
                </a:rPr>
                <a:t>下 页</a:t>
              </a:r>
            </a:p>
          </p:txBody>
        </p:sp>
      </p:grpSp>
      <p:grpSp>
        <p:nvGrpSpPr>
          <p:cNvPr id="154659" name="Group 80"/>
          <p:cNvGrpSpPr>
            <a:grpSpLocks/>
          </p:cNvGrpSpPr>
          <p:nvPr/>
        </p:nvGrpSpPr>
        <p:grpSpPr bwMode="auto">
          <a:xfrm>
            <a:off x="7453313" y="6446838"/>
            <a:ext cx="792162" cy="366712"/>
            <a:chOff x="4649" y="4020"/>
            <a:chExt cx="499" cy="231"/>
          </a:xfrm>
        </p:grpSpPr>
        <p:pic>
          <p:nvPicPr>
            <p:cNvPr id="154660" name="Picture 81" descr="78900"/>
            <p:cNvPicPr>
              <a:picLocks noChangeAspect="1" noChangeArrowheads="1"/>
            </p:cNvPicPr>
            <p:nvPr/>
          </p:nvPicPr>
          <p:blipFill>
            <a:blip r:embed="rId10"/>
            <a:srcRect/>
            <a:stretch>
              <a:fillRect/>
            </a:stretch>
          </p:blipFill>
          <p:spPr bwMode="auto"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54661" name="Text Box 82">
              <a:hlinkClick r:id="" action="ppaction://hlinkshowjump?jump=previousslide"/>
            </p:cNvPr>
            <p:cNvSpPr txBox="1">
              <a:spLocks noChangeArrowheads="1"/>
            </p:cNvSpPr>
            <p:nvPr/>
          </p:nvSpPr>
          <p:spPr bwMode="auto"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0">
                  <a:solidFill>
                    <a:schemeClr val="bg1"/>
                  </a:solidFill>
                  <a:latin typeface="隶书" pitchFamily="49" charset="-122"/>
                  <a:ea typeface="隶书" pitchFamily="49" charset="-122"/>
                </a:rPr>
                <a:t>上 页</a:t>
              </a:r>
            </a:p>
          </p:txBody>
        </p:sp>
      </p:grpSp>
      <p:grpSp>
        <p:nvGrpSpPr>
          <p:cNvPr id="154662" name="Group 83"/>
          <p:cNvGrpSpPr>
            <a:grpSpLocks/>
          </p:cNvGrpSpPr>
          <p:nvPr/>
        </p:nvGrpSpPr>
        <p:grpSpPr bwMode="auto">
          <a:xfrm>
            <a:off x="6588125" y="6446838"/>
            <a:ext cx="792163" cy="366712"/>
            <a:chOff x="4649" y="4020"/>
            <a:chExt cx="499" cy="231"/>
          </a:xfrm>
        </p:grpSpPr>
        <p:pic>
          <p:nvPicPr>
            <p:cNvPr id="154663" name="Picture 84" descr="78900"/>
            <p:cNvPicPr>
              <a:picLocks noChangeAspect="1" noChangeArrowheads="1"/>
            </p:cNvPicPr>
            <p:nvPr/>
          </p:nvPicPr>
          <p:blipFill>
            <a:blip r:embed="rId10"/>
            <a:srcRect/>
            <a:stretch>
              <a:fillRect/>
            </a:stretch>
          </p:blipFill>
          <p:spPr bwMode="auto"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54664" name="Text Box 85">
              <a:hlinkClick r:id="rId11" action="ppaction://hlinksldjump"/>
            </p:cNvPr>
            <p:cNvSpPr txBox="1">
              <a:spLocks noChangeArrowheads="1"/>
            </p:cNvSpPr>
            <p:nvPr/>
          </p:nvSpPr>
          <p:spPr bwMode="auto"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0">
                  <a:solidFill>
                    <a:schemeClr val="bg1"/>
                  </a:solidFill>
                  <a:latin typeface="隶书" pitchFamily="49" charset="-122"/>
                  <a:ea typeface="隶书" pitchFamily="49" charset="-122"/>
                </a:rPr>
                <a:t>返 回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60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2000"/>
                                        <p:tgtEl>
                                          <p:spTgt spid="260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7" dur="500"/>
                                        <p:tgtEl>
                                          <p:spTgt spid="260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260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6" dur="500"/>
                                        <p:tgtEl>
                                          <p:spTgt spid="260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260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260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601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601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2601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2601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"/>
                            </p:stCondLst>
                            <p:childTnLst>
                              <p:par>
                                <p:cTn id="48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0" dur="500"/>
                                        <p:tgtEl>
                                          <p:spTgt spid="260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1000"/>
                            </p:stCondLst>
                            <p:childTnLst>
                              <p:par>
                                <p:cTn id="52" presetID="23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2601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2601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2000"/>
                                        <p:tgtEl>
                                          <p:spTgt spid="260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2000"/>
                                        <p:tgtEl>
                                          <p:spTgt spid="260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0109" grpId="0"/>
      <p:bldP spid="260146" grpId="0" animBg="1"/>
      <p:bldP spid="260147" grpId="0" animBg="1"/>
      <p:bldP spid="260151" grpId="0"/>
    </p:bldLst>
  </p:timing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5571" name="Group 51"/>
          <p:cNvGrpSpPr>
            <a:grpSpLocks/>
          </p:cNvGrpSpPr>
          <p:nvPr/>
        </p:nvGrpSpPr>
        <p:grpSpPr bwMode="auto">
          <a:xfrm>
            <a:off x="971550" y="2801938"/>
            <a:ext cx="3263900" cy="2378075"/>
            <a:chOff x="612" y="1765"/>
            <a:chExt cx="2056" cy="1498"/>
          </a:xfrm>
        </p:grpSpPr>
        <p:sp>
          <p:nvSpPr>
            <p:cNvPr id="155650" name="Text Box 25"/>
            <p:cNvSpPr txBox="1">
              <a:spLocks noChangeArrowheads="1"/>
            </p:cNvSpPr>
            <p:nvPr/>
          </p:nvSpPr>
          <p:spPr bwMode="auto">
            <a:xfrm>
              <a:off x="1188" y="1765"/>
              <a:ext cx="330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u</a:t>
              </a:r>
              <a:r>
                <a:rPr lang="en-US" altLang="zh-CN" b="0" i="1" baseline="-2500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C</a:t>
              </a:r>
              <a:endParaRPr lang="en-US" altLang="zh-CN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155651" name="Line 26"/>
            <p:cNvSpPr>
              <a:spLocks noChangeShapeType="1"/>
            </p:cNvSpPr>
            <p:nvPr/>
          </p:nvSpPr>
          <p:spPr bwMode="auto">
            <a:xfrm>
              <a:off x="776" y="2962"/>
              <a:ext cx="1719" cy="0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5652" name="Line 27"/>
            <p:cNvSpPr>
              <a:spLocks noChangeShapeType="1"/>
            </p:cNvSpPr>
            <p:nvPr/>
          </p:nvSpPr>
          <p:spPr bwMode="auto">
            <a:xfrm flipV="1">
              <a:off x="1035" y="2025"/>
              <a:ext cx="0" cy="1183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5653" name="Line 28"/>
            <p:cNvSpPr>
              <a:spLocks noChangeShapeType="1"/>
            </p:cNvSpPr>
            <p:nvPr/>
          </p:nvSpPr>
          <p:spPr bwMode="auto">
            <a:xfrm flipH="1">
              <a:off x="787" y="2962"/>
              <a:ext cx="236" cy="0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5654" name="Line 29"/>
            <p:cNvSpPr>
              <a:spLocks noChangeShapeType="1"/>
            </p:cNvSpPr>
            <p:nvPr/>
          </p:nvSpPr>
          <p:spPr bwMode="auto">
            <a:xfrm>
              <a:off x="1046" y="2376"/>
              <a:ext cx="1291" cy="0"/>
            </a:xfrm>
            <a:prstGeom prst="line">
              <a:avLst/>
            </a:prstGeom>
            <a:noFill/>
            <a:ln w="28575">
              <a:solidFill>
                <a:srgbClr val="00FFFF"/>
              </a:solidFill>
              <a:prstDash val="dash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5655" name="Arc 30"/>
            <p:cNvSpPr>
              <a:spLocks noChangeArrowheads="1"/>
            </p:cNvSpPr>
            <p:nvPr/>
          </p:nvSpPr>
          <p:spPr bwMode="auto">
            <a:xfrm flipH="1" flipV="1">
              <a:off x="1020" y="2160"/>
              <a:ext cx="1218" cy="773"/>
            </a:xfrm>
            <a:custGeom>
              <a:avLst/>
              <a:gdLst/>
              <a:ahLst/>
              <a:cxnLst>
                <a:cxn ang="0">
                  <a:pos x="-1" y="438"/>
                </a:cxn>
                <a:cxn ang="0">
                  <a:pos x="4332" y="0"/>
                </a:cxn>
                <a:cxn ang="0">
                  <a:pos x="25161" y="15884"/>
                </a:cxn>
                <a:cxn ang="0">
                  <a:pos x="-1" y="438"/>
                </a:cxn>
                <a:cxn ang="0">
                  <a:pos x="4332" y="0"/>
                </a:cxn>
                <a:cxn ang="0">
                  <a:pos x="25161" y="15884"/>
                </a:cxn>
                <a:cxn ang="0">
                  <a:pos x="4332" y="21600"/>
                </a:cxn>
                <a:cxn ang="0">
                  <a:pos x="-1" y="438"/>
                </a:cxn>
              </a:cxnLst>
              <a:rect l="0" t="0" r="r" b="b"/>
              <a:pathLst>
                <a:path w="25162" h="21600" fill="none">
                  <a:moveTo>
                    <a:pt x="-1" y="438"/>
                  </a:moveTo>
                  <a:cubicBezTo>
                    <a:pt x="1425" y="147"/>
                    <a:pt x="2876" y="-1"/>
                    <a:pt x="4332" y="0"/>
                  </a:cubicBezTo>
                  <a:cubicBezTo>
                    <a:pt x="14059" y="0"/>
                    <a:pt x="22587" y="6502"/>
                    <a:pt x="25161" y="15884"/>
                  </a:cubicBezTo>
                </a:path>
                <a:path w="25162" h="21600" stroke="0">
                  <a:moveTo>
                    <a:pt x="-1" y="438"/>
                  </a:moveTo>
                  <a:cubicBezTo>
                    <a:pt x="1425" y="147"/>
                    <a:pt x="2876" y="-1"/>
                    <a:pt x="4332" y="0"/>
                  </a:cubicBezTo>
                  <a:cubicBezTo>
                    <a:pt x="14059" y="0"/>
                    <a:pt x="22587" y="6502"/>
                    <a:pt x="25161" y="15884"/>
                  </a:cubicBezTo>
                  <a:lnTo>
                    <a:pt x="4332" y="21600"/>
                  </a:lnTo>
                  <a:lnTo>
                    <a:pt x="-1" y="438"/>
                  </a:lnTo>
                  <a:close/>
                </a:path>
              </a:pathLst>
            </a:custGeom>
            <a:noFill/>
            <a:ln w="38100">
              <a:solidFill>
                <a:srgbClr val="FF33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5656" name="Text Box 31"/>
            <p:cNvSpPr txBox="1">
              <a:spLocks noChangeArrowheads="1"/>
            </p:cNvSpPr>
            <p:nvPr/>
          </p:nvSpPr>
          <p:spPr bwMode="auto">
            <a:xfrm>
              <a:off x="2490" y="2701"/>
              <a:ext cx="178" cy="32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t</a:t>
              </a:r>
              <a:endParaRPr lang="en-US" altLang="zh-CN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155657" name="Text Box 32"/>
            <p:cNvSpPr txBox="1">
              <a:spLocks noChangeArrowheads="1"/>
            </p:cNvSpPr>
            <p:nvPr/>
          </p:nvSpPr>
          <p:spPr bwMode="auto">
            <a:xfrm>
              <a:off x="762" y="2936"/>
              <a:ext cx="227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0</a:t>
              </a:r>
            </a:p>
          </p:txBody>
        </p:sp>
        <p:sp>
          <p:nvSpPr>
            <p:cNvPr id="155658" name="Line 33"/>
            <p:cNvSpPr>
              <a:spLocks noChangeShapeType="1"/>
            </p:cNvSpPr>
            <p:nvPr/>
          </p:nvSpPr>
          <p:spPr bwMode="auto">
            <a:xfrm flipV="1">
              <a:off x="1020" y="2387"/>
              <a:ext cx="2" cy="585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155659" name="Object 34"/>
            <p:cNvGraphicFramePr>
              <a:graphicFrameLocks noChangeAspect="1"/>
            </p:cNvGraphicFramePr>
            <p:nvPr/>
          </p:nvGraphicFramePr>
          <p:xfrm>
            <a:off x="612" y="1976"/>
            <a:ext cx="303" cy="753"/>
          </p:xfrm>
          <a:graphic>
            <a:graphicData uri="http://schemas.openxmlformats.org/presentationml/2006/ole">
              <p:oleObj spid="_x0000_s155659" r:id="rId3" imgW="162360" imgH="403560" progId="Equation.3">
                <p:embed/>
              </p:oleObj>
            </a:graphicData>
          </a:graphic>
        </p:graphicFrame>
      </p:grpSp>
      <p:grpSp>
        <p:nvGrpSpPr>
          <p:cNvPr id="235565" name="Group 45"/>
          <p:cNvGrpSpPr>
            <a:grpSpLocks/>
          </p:cNvGrpSpPr>
          <p:nvPr/>
        </p:nvGrpSpPr>
        <p:grpSpPr bwMode="auto">
          <a:xfrm>
            <a:off x="1331913" y="401638"/>
            <a:ext cx="3946525" cy="2198687"/>
            <a:chOff x="373" y="2251"/>
            <a:chExt cx="2774" cy="1484"/>
          </a:xfrm>
        </p:grpSpPr>
        <p:graphicFrame>
          <p:nvGraphicFramePr>
            <p:cNvPr id="155661" name="Object 46"/>
            <p:cNvGraphicFramePr>
              <a:graphicFrameLocks noChangeAspect="1"/>
            </p:cNvGraphicFramePr>
            <p:nvPr/>
          </p:nvGraphicFramePr>
          <p:xfrm>
            <a:off x="521" y="2251"/>
            <a:ext cx="2626" cy="1484"/>
          </p:xfrm>
          <a:graphic>
            <a:graphicData uri="http://schemas.openxmlformats.org/presentationml/2006/ole">
              <p:oleObj spid="_x0000_s155661" r:id="rId4" imgW="1483200" imgH="830520" progId="Equation.3">
                <p:embed/>
              </p:oleObj>
            </a:graphicData>
          </a:graphic>
        </p:graphicFrame>
        <p:sp>
          <p:nvSpPr>
            <p:cNvPr id="155662" name="AutoShape 47"/>
            <p:cNvSpPr>
              <a:spLocks/>
            </p:cNvSpPr>
            <p:nvPr/>
          </p:nvSpPr>
          <p:spPr bwMode="auto">
            <a:xfrm>
              <a:off x="373" y="2655"/>
              <a:ext cx="145" cy="754"/>
            </a:xfrm>
            <a:prstGeom prst="leftBrace">
              <a:avLst>
                <a:gd name="adj1" fmla="val 43261"/>
                <a:gd name="adj2" fmla="val 50000"/>
              </a:avLst>
            </a:prstGeom>
            <a:noFill/>
            <a:ln w="28575">
              <a:solidFill>
                <a:schemeClr val="bg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235570" name="Group 50"/>
          <p:cNvGrpSpPr>
            <a:grpSpLocks/>
          </p:cNvGrpSpPr>
          <p:nvPr/>
        </p:nvGrpSpPr>
        <p:grpSpPr bwMode="auto">
          <a:xfrm>
            <a:off x="5003800" y="2349500"/>
            <a:ext cx="3373438" cy="2906713"/>
            <a:chOff x="2971" y="1674"/>
            <a:chExt cx="2125" cy="1831"/>
          </a:xfrm>
        </p:grpSpPr>
        <p:sp>
          <p:nvSpPr>
            <p:cNvPr id="155664" name="Line 36"/>
            <p:cNvSpPr>
              <a:spLocks noChangeShapeType="1"/>
            </p:cNvSpPr>
            <p:nvPr/>
          </p:nvSpPr>
          <p:spPr bwMode="auto">
            <a:xfrm>
              <a:off x="3397" y="2732"/>
              <a:ext cx="1526" cy="0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5665" name="Line 37"/>
            <p:cNvSpPr>
              <a:spLocks noChangeShapeType="1"/>
            </p:cNvSpPr>
            <p:nvPr/>
          </p:nvSpPr>
          <p:spPr bwMode="auto">
            <a:xfrm flipV="1">
              <a:off x="3626" y="1907"/>
              <a:ext cx="0" cy="1465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5666" name="Line 38"/>
            <p:cNvSpPr>
              <a:spLocks noChangeShapeType="1"/>
            </p:cNvSpPr>
            <p:nvPr/>
          </p:nvSpPr>
          <p:spPr bwMode="auto">
            <a:xfrm flipH="1" flipV="1">
              <a:off x="3386" y="2722"/>
              <a:ext cx="231" cy="10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5667" name="Arc 39"/>
            <p:cNvSpPr>
              <a:spLocks noChangeArrowheads="1"/>
            </p:cNvSpPr>
            <p:nvPr/>
          </p:nvSpPr>
          <p:spPr bwMode="auto">
            <a:xfrm flipH="1">
              <a:off x="3641" y="2773"/>
              <a:ext cx="1081" cy="412"/>
            </a:xfrm>
            <a:custGeom>
              <a:avLst/>
              <a:gdLst/>
              <a:ahLst/>
              <a:cxnLst>
                <a:cxn ang="0">
                  <a:pos x="-1" y="438"/>
                </a:cxn>
                <a:cxn ang="0">
                  <a:pos x="4332" y="0"/>
                </a:cxn>
                <a:cxn ang="0">
                  <a:pos x="25161" y="15884"/>
                </a:cxn>
                <a:cxn ang="0">
                  <a:pos x="-1" y="438"/>
                </a:cxn>
                <a:cxn ang="0">
                  <a:pos x="4332" y="0"/>
                </a:cxn>
                <a:cxn ang="0">
                  <a:pos x="25161" y="15884"/>
                </a:cxn>
                <a:cxn ang="0">
                  <a:pos x="4332" y="21600"/>
                </a:cxn>
                <a:cxn ang="0">
                  <a:pos x="-1" y="438"/>
                </a:cxn>
              </a:cxnLst>
              <a:rect l="0" t="0" r="r" b="b"/>
              <a:pathLst>
                <a:path w="25162" h="21600" fill="none">
                  <a:moveTo>
                    <a:pt x="-1" y="438"/>
                  </a:moveTo>
                  <a:cubicBezTo>
                    <a:pt x="1425" y="147"/>
                    <a:pt x="2876" y="-1"/>
                    <a:pt x="4332" y="0"/>
                  </a:cubicBezTo>
                  <a:cubicBezTo>
                    <a:pt x="14059" y="0"/>
                    <a:pt x="22587" y="6502"/>
                    <a:pt x="25161" y="15884"/>
                  </a:cubicBezTo>
                </a:path>
                <a:path w="25162" h="21600" stroke="0">
                  <a:moveTo>
                    <a:pt x="-1" y="438"/>
                  </a:moveTo>
                  <a:cubicBezTo>
                    <a:pt x="1425" y="147"/>
                    <a:pt x="2876" y="-1"/>
                    <a:pt x="4332" y="0"/>
                  </a:cubicBezTo>
                  <a:cubicBezTo>
                    <a:pt x="14059" y="0"/>
                    <a:pt x="22587" y="6502"/>
                    <a:pt x="25161" y="15884"/>
                  </a:cubicBezTo>
                  <a:lnTo>
                    <a:pt x="4332" y="21600"/>
                  </a:lnTo>
                  <a:lnTo>
                    <a:pt x="-1" y="438"/>
                  </a:lnTo>
                  <a:close/>
                </a:path>
              </a:pathLst>
            </a:custGeom>
            <a:noFill/>
            <a:ln w="38100">
              <a:solidFill>
                <a:srgbClr val="FF33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5668" name="Text Box 40"/>
            <p:cNvSpPr txBox="1">
              <a:spLocks noChangeArrowheads="1"/>
            </p:cNvSpPr>
            <p:nvPr/>
          </p:nvSpPr>
          <p:spPr bwMode="auto">
            <a:xfrm>
              <a:off x="3762" y="1674"/>
              <a:ext cx="280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i</a:t>
              </a:r>
              <a:r>
                <a:rPr lang="en-US" altLang="zh-CN" b="0" i="1" baseline="-2500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C</a:t>
              </a:r>
              <a:endParaRPr lang="en-US" altLang="zh-CN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155669" name="Text Box 41"/>
            <p:cNvSpPr txBox="1">
              <a:spLocks noChangeArrowheads="1"/>
            </p:cNvSpPr>
            <p:nvPr/>
          </p:nvSpPr>
          <p:spPr bwMode="auto">
            <a:xfrm>
              <a:off x="4918" y="2499"/>
              <a:ext cx="178" cy="32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t</a:t>
              </a:r>
              <a:endParaRPr lang="en-US" altLang="zh-CN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155670" name="Line 42"/>
            <p:cNvSpPr>
              <a:spLocks noChangeShapeType="1"/>
            </p:cNvSpPr>
            <p:nvPr/>
          </p:nvSpPr>
          <p:spPr bwMode="auto">
            <a:xfrm flipV="1">
              <a:off x="3630" y="2322"/>
              <a:ext cx="0" cy="413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5671" name="Text Box 43"/>
            <p:cNvSpPr txBox="1">
              <a:spLocks noChangeArrowheads="1"/>
            </p:cNvSpPr>
            <p:nvPr/>
          </p:nvSpPr>
          <p:spPr bwMode="auto">
            <a:xfrm>
              <a:off x="3334" y="2160"/>
              <a:ext cx="228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1</a:t>
              </a:r>
            </a:p>
          </p:txBody>
        </p:sp>
        <p:graphicFrame>
          <p:nvGraphicFramePr>
            <p:cNvPr id="155672" name="Object 44"/>
            <p:cNvGraphicFramePr>
              <a:graphicFrameLocks noChangeAspect="1"/>
            </p:cNvGraphicFramePr>
            <p:nvPr/>
          </p:nvGraphicFramePr>
          <p:xfrm>
            <a:off x="2971" y="2840"/>
            <a:ext cx="626" cy="665"/>
          </p:xfrm>
          <a:graphic>
            <a:graphicData uri="http://schemas.openxmlformats.org/presentationml/2006/ole">
              <p:oleObj spid="_x0000_s155672" r:id="rId5" imgW="393840" imgH="403560" progId="Equation.3">
                <p:embed/>
              </p:oleObj>
            </a:graphicData>
          </a:graphic>
        </p:graphicFrame>
        <p:sp>
          <p:nvSpPr>
            <p:cNvPr id="155673" name="Text Box 49"/>
            <p:cNvSpPr txBox="1">
              <a:spLocks noChangeArrowheads="1"/>
            </p:cNvSpPr>
            <p:nvPr/>
          </p:nvSpPr>
          <p:spPr bwMode="auto">
            <a:xfrm>
              <a:off x="3424" y="2704"/>
              <a:ext cx="499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</a:rPr>
                <a:t>0</a:t>
              </a:r>
            </a:p>
          </p:txBody>
        </p:sp>
      </p:grpSp>
      <p:grpSp>
        <p:nvGrpSpPr>
          <p:cNvPr id="155674" name="Group 55"/>
          <p:cNvGrpSpPr>
            <a:grpSpLocks/>
          </p:cNvGrpSpPr>
          <p:nvPr/>
        </p:nvGrpSpPr>
        <p:grpSpPr bwMode="auto"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155675" name="Picture 56" descr="78900"/>
            <p:cNvPicPr>
              <a:picLocks noChangeAspect="1" noChangeArrowheads="1"/>
            </p:cNvPicPr>
            <p:nvPr/>
          </p:nvPicPr>
          <p:blipFill>
            <a:blip r:embed="rId6"/>
            <a:srcRect/>
            <a:stretch>
              <a:fillRect/>
            </a:stretch>
          </p:blipFill>
          <p:spPr bwMode="auto"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55676" name="Text Box 57">
              <a:hlinkClick r:id="" action="ppaction://hlinkshowjump?jump=nextslide"/>
            </p:cNvPr>
            <p:cNvSpPr txBox="1">
              <a:spLocks noChangeArrowheads="1"/>
            </p:cNvSpPr>
            <p:nvPr/>
          </p:nvSpPr>
          <p:spPr bwMode="auto"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0">
                  <a:solidFill>
                    <a:schemeClr val="bg1"/>
                  </a:solidFill>
                  <a:latin typeface="隶书" pitchFamily="49" charset="-122"/>
                  <a:ea typeface="隶书" pitchFamily="49" charset="-122"/>
                </a:rPr>
                <a:t>下 页</a:t>
              </a:r>
            </a:p>
          </p:txBody>
        </p:sp>
      </p:grpSp>
      <p:grpSp>
        <p:nvGrpSpPr>
          <p:cNvPr id="155677" name="Group 58"/>
          <p:cNvGrpSpPr>
            <a:grpSpLocks/>
          </p:cNvGrpSpPr>
          <p:nvPr/>
        </p:nvGrpSpPr>
        <p:grpSpPr bwMode="auto">
          <a:xfrm>
            <a:off x="7453313" y="6446838"/>
            <a:ext cx="792162" cy="366712"/>
            <a:chOff x="4649" y="4020"/>
            <a:chExt cx="499" cy="231"/>
          </a:xfrm>
        </p:grpSpPr>
        <p:pic>
          <p:nvPicPr>
            <p:cNvPr id="155678" name="Picture 59" descr="78900"/>
            <p:cNvPicPr>
              <a:picLocks noChangeAspect="1" noChangeArrowheads="1"/>
            </p:cNvPicPr>
            <p:nvPr/>
          </p:nvPicPr>
          <p:blipFill>
            <a:blip r:embed="rId6"/>
            <a:srcRect/>
            <a:stretch>
              <a:fillRect/>
            </a:stretch>
          </p:blipFill>
          <p:spPr bwMode="auto"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55679" name="Text Box 60">
              <a:hlinkClick r:id="" action="ppaction://hlinkshowjump?jump=previousslide"/>
            </p:cNvPr>
            <p:cNvSpPr txBox="1">
              <a:spLocks noChangeArrowheads="1"/>
            </p:cNvSpPr>
            <p:nvPr/>
          </p:nvSpPr>
          <p:spPr bwMode="auto"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0">
                  <a:solidFill>
                    <a:schemeClr val="bg1"/>
                  </a:solidFill>
                  <a:latin typeface="隶书" pitchFamily="49" charset="-122"/>
                  <a:ea typeface="隶书" pitchFamily="49" charset="-122"/>
                </a:rPr>
                <a:t>上 页</a:t>
              </a:r>
            </a:p>
          </p:txBody>
        </p:sp>
      </p:grpSp>
      <p:grpSp>
        <p:nvGrpSpPr>
          <p:cNvPr id="155680" name="Group 61"/>
          <p:cNvGrpSpPr>
            <a:grpSpLocks/>
          </p:cNvGrpSpPr>
          <p:nvPr/>
        </p:nvGrpSpPr>
        <p:grpSpPr bwMode="auto">
          <a:xfrm>
            <a:off x="6588125" y="6446838"/>
            <a:ext cx="792163" cy="366712"/>
            <a:chOff x="4649" y="4020"/>
            <a:chExt cx="499" cy="231"/>
          </a:xfrm>
        </p:grpSpPr>
        <p:pic>
          <p:nvPicPr>
            <p:cNvPr id="155681" name="Picture 62" descr="78900"/>
            <p:cNvPicPr>
              <a:picLocks noChangeAspect="1" noChangeArrowheads="1"/>
            </p:cNvPicPr>
            <p:nvPr/>
          </p:nvPicPr>
          <p:blipFill>
            <a:blip r:embed="rId6"/>
            <a:srcRect/>
            <a:stretch>
              <a:fillRect/>
            </a:stretch>
          </p:blipFill>
          <p:spPr bwMode="auto"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55682" name="Text Box 63">
              <a:hlinkClick r:id="rId7" action="ppaction://hlinksldjump"/>
            </p:cNvPr>
            <p:cNvSpPr txBox="1">
              <a:spLocks noChangeArrowheads="1"/>
            </p:cNvSpPr>
            <p:nvPr/>
          </p:nvSpPr>
          <p:spPr bwMode="auto"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0">
                  <a:solidFill>
                    <a:schemeClr val="bg1"/>
                  </a:solidFill>
                  <a:latin typeface="隶书" pitchFamily="49" charset="-122"/>
                  <a:ea typeface="隶书" pitchFamily="49" charset="-122"/>
                </a:rPr>
                <a:t>返 回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2355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355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355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6548" name="Object 4"/>
          <p:cNvGraphicFramePr>
            <a:graphicFrameLocks noChangeAspect="1"/>
          </p:cNvGraphicFramePr>
          <p:nvPr/>
        </p:nvGraphicFramePr>
        <p:xfrm>
          <a:off x="1116013" y="2205038"/>
          <a:ext cx="3095625" cy="1122362"/>
        </p:xfrm>
        <a:graphic>
          <a:graphicData uri="http://schemas.openxmlformats.org/presentationml/2006/ole">
            <p:oleObj spid="_x0000_s156673" r:id="rId3" imgW="1135440" imgH="403560" progId="Equation.3">
              <p:embed/>
            </p:oleObj>
          </a:graphicData>
        </a:graphic>
      </p:graphicFrame>
      <p:sp>
        <p:nvSpPr>
          <p:cNvPr id="236556" name="Text Box 12"/>
          <p:cNvSpPr txBox="1">
            <a:spLocks noChangeArrowheads="1"/>
          </p:cNvSpPr>
          <p:nvPr/>
        </p:nvSpPr>
        <p:spPr bwMode="auto">
          <a:xfrm>
            <a:off x="250825" y="333375"/>
            <a:ext cx="796925" cy="579438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sz="3200">
                <a:solidFill>
                  <a:schemeClr val="bg1"/>
                </a:solidFill>
                <a:latin typeface="宋体" pitchFamily="2" charset="-122"/>
                <a:ea typeface="宋体" pitchFamily="2" charset="-122"/>
              </a:rPr>
              <a:t>例</a:t>
            </a:r>
            <a:r>
              <a:rPr lang="en-US" altLang="zh-CN" sz="3200" b="0">
                <a:solidFill>
                  <a:schemeClr val="bg1"/>
                </a:solidFill>
                <a:latin typeface="宋体" pitchFamily="2" charset="-122"/>
                <a:ea typeface="宋体" pitchFamily="2" charset="-122"/>
              </a:rPr>
              <a:t>2</a:t>
            </a:r>
          </a:p>
        </p:txBody>
      </p:sp>
      <p:sp>
        <p:nvSpPr>
          <p:cNvPr id="236585" name="Rectangle 41"/>
          <p:cNvSpPr>
            <a:spLocks noChangeArrowheads="1"/>
          </p:cNvSpPr>
          <p:nvPr/>
        </p:nvSpPr>
        <p:spPr bwMode="auto">
          <a:xfrm>
            <a:off x="971550" y="404813"/>
            <a:ext cx="8172450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r>
              <a:rPr lang="zh-CN" altLang="en-US">
                <a:latin typeface="楷体_GB2312" pitchFamily="49" charset="-122"/>
              </a:rPr>
              <a:t>求单位冲激电压激励下的</a:t>
            </a:r>
            <a:r>
              <a:rPr lang="en-US" altLang="zh-CN" b="0" i="1">
                <a:solidFill>
                  <a:schemeClr val="bg1"/>
                </a:solidFill>
                <a:latin typeface="Times New Roman" pitchFamily="18" charset="0"/>
              </a:rPr>
              <a:t>RL</a:t>
            </a:r>
            <a:r>
              <a:rPr lang="zh-CN" altLang="en-US">
                <a:latin typeface="楷体_GB2312" pitchFamily="49" charset="-122"/>
              </a:rPr>
              <a:t>电路的零状态响应。</a:t>
            </a:r>
            <a:endParaRPr lang="zh-CN" altLang="en-US">
              <a:latin typeface="楷体_GB2312" pitchFamily="49" charset="-122"/>
              <a:cs typeface="Times New Roman" pitchFamily="18" charset="0"/>
            </a:endParaRPr>
          </a:p>
        </p:txBody>
      </p:sp>
      <p:sp>
        <p:nvSpPr>
          <p:cNvPr id="236586" name="Text Box 42"/>
          <p:cNvSpPr txBox="1">
            <a:spLocks noChangeArrowheads="1"/>
          </p:cNvSpPr>
          <p:nvPr/>
        </p:nvSpPr>
        <p:spPr bwMode="auto">
          <a:xfrm>
            <a:off x="1042988" y="1052513"/>
            <a:ext cx="5113337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>
                <a:solidFill>
                  <a:schemeClr val="bg1"/>
                </a:solidFill>
                <a:latin typeface="楷体_GB2312" pitchFamily="49" charset="-122"/>
              </a:rPr>
              <a:t>分二个时间段考虑冲激响应</a:t>
            </a:r>
          </a:p>
        </p:txBody>
      </p:sp>
      <p:sp>
        <p:nvSpPr>
          <p:cNvPr id="236591" name="Text Box 47"/>
          <p:cNvSpPr txBox="1">
            <a:spLocks noChangeArrowheads="1"/>
          </p:cNvSpPr>
          <p:nvPr/>
        </p:nvSpPr>
        <p:spPr bwMode="auto">
          <a:xfrm>
            <a:off x="322263" y="1052513"/>
            <a:ext cx="647700" cy="519112"/>
          </a:xfrm>
          <a:prstGeom prst="rect">
            <a:avLst/>
          </a:prstGeom>
          <a:solidFill>
            <a:srgbClr val="990033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>
                <a:solidFill>
                  <a:schemeClr val="bg1"/>
                </a:solidFill>
                <a:ea typeface="宋体" pitchFamily="2" charset="-122"/>
              </a:rPr>
              <a:t>解</a:t>
            </a:r>
          </a:p>
        </p:txBody>
      </p:sp>
      <p:grpSp>
        <p:nvGrpSpPr>
          <p:cNvPr id="236593" name="Group 49"/>
          <p:cNvGrpSpPr>
            <a:grpSpLocks/>
          </p:cNvGrpSpPr>
          <p:nvPr/>
        </p:nvGrpSpPr>
        <p:grpSpPr bwMode="auto">
          <a:xfrm>
            <a:off x="5580063" y="981075"/>
            <a:ext cx="3297237" cy="2482850"/>
            <a:chOff x="3515" y="935"/>
            <a:chExt cx="2077" cy="1564"/>
          </a:xfrm>
        </p:grpSpPr>
        <p:grpSp>
          <p:nvGrpSpPr>
            <p:cNvPr id="156679" name="Group 20"/>
            <p:cNvGrpSpPr>
              <a:grpSpLocks/>
            </p:cNvGrpSpPr>
            <p:nvPr/>
          </p:nvGrpSpPr>
          <p:grpSpPr bwMode="auto">
            <a:xfrm>
              <a:off x="3515" y="935"/>
              <a:ext cx="2077" cy="1134"/>
              <a:chOff x="930" y="2205"/>
              <a:chExt cx="2077" cy="1134"/>
            </a:xfrm>
          </p:grpSpPr>
          <p:sp>
            <p:nvSpPr>
              <p:cNvPr id="156680" name="Oval 21"/>
              <p:cNvSpPr>
                <a:spLocks noChangeArrowheads="1"/>
              </p:cNvSpPr>
              <p:nvPr/>
            </p:nvSpPr>
            <p:spPr bwMode="auto">
              <a:xfrm>
                <a:off x="930" y="2614"/>
                <a:ext cx="363" cy="363"/>
              </a:xfrm>
              <a:prstGeom prst="ellipse">
                <a:avLst/>
              </a:prstGeom>
              <a:gradFill rotWithShape="1">
                <a:gsLst>
                  <a:gs pos="0">
                    <a:srgbClr val="0099FF"/>
                  </a:gs>
                  <a:gs pos="100000">
                    <a:srgbClr val="004776"/>
                  </a:gs>
                </a:gsLst>
                <a:path path="shape">
                  <a:fillToRect l="50000" t="50000" r="50000" b="50000"/>
                </a:path>
              </a:gradFill>
              <a:ln w="38100">
                <a:solidFill>
                  <a:srgbClr val="FF99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endParaRPr lang="zh-CN" altLang="zh-CN" b="0">
                  <a:ea typeface="仿宋_GB2312" pitchFamily="49" charset="-122"/>
                </a:endParaRPr>
              </a:p>
            </p:txBody>
          </p:sp>
          <p:sp>
            <p:nvSpPr>
              <p:cNvPr id="156681" name="Text Box 22"/>
              <p:cNvSpPr txBox="1">
                <a:spLocks noChangeArrowheads="1"/>
              </p:cNvSpPr>
              <p:nvPr/>
            </p:nvSpPr>
            <p:spPr bwMode="auto">
              <a:xfrm>
                <a:off x="2740" y="2640"/>
                <a:ext cx="241" cy="327"/>
              </a:xfrm>
              <a:prstGeom prst="rect">
                <a:avLst/>
              </a:prstGeom>
              <a:noFill/>
              <a:ln w="28575">
                <a:noFill/>
                <a:miter lim="800000"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pPr algn="ctr"/>
                <a:r>
                  <a:rPr lang="en-US" altLang="zh-CN" b="0" i="1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rPr>
                  <a:t>L</a:t>
                </a:r>
                <a:endPara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endParaRPr>
              </a:p>
            </p:txBody>
          </p:sp>
          <p:sp>
            <p:nvSpPr>
              <p:cNvPr id="156682" name="Line 23"/>
              <p:cNvSpPr>
                <a:spLocks noChangeShapeType="1"/>
              </p:cNvSpPr>
              <p:nvPr/>
            </p:nvSpPr>
            <p:spPr bwMode="auto">
              <a:xfrm>
                <a:off x="1111" y="2296"/>
                <a:ext cx="1497" cy="0"/>
              </a:xfrm>
              <a:prstGeom prst="line">
                <a:avLst/>
              </a:prstGeom>
              <a:noFill/>
              <a:ln w="28575">
                <a:solidFill>
                  <a:srgbClr val="FFCC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6683" name="Line 24"/>
              <p:cNvSpPr>
                <a:spLocks noChangeShapeType="1"/>
              </p:cNvSpPr>
              <p:nvPr/>
            </p:nvSpPr>
            <p:spPr bwMode="auto">
              <a:xfrm>
                <a:off x="1111" y="3339"/>
                <a:ext cx="1497" cy="0"/>
              </a:xfrm>
              <a:prstGeom prst="line">
                <a:avLst/>
              </a:prstGeom>
              <a:noFill/>
              <a:ln w="28575">
                <a:solidFill>
                  <a:srgbClr val="FFCC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6684" name="Line 25"/>
              <p:cNvSpPr>
                <a:spLocks noChangeShapeType="1"/>
              </p:cNvSpPr>
              <p:nvPr/>
            </p:nvSpPr>
            <p:spPr bwMode="auto">
              <a:xfrm>
                <a:off x="2608" y="2976"/>
                <a:ext cx="0" cy="363"/>
              </a:xfrm>
              <a:prstGeom prst="line">
                <a:avLst/>
              </a:prstGeom>
              <a:noFill/>
              <a:ln w="28575">
                <a:solidFill>
                  <a:srgbClr val="FFCC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6685" name="Text Box 26"/>
              <p:cNvSpPr txBox="1">
                <a:spLocks noChangeArrowheads="1"/>
              </p:cNvSpPr>
              <p:nvPr/>
            </p:nvSpPr>
            <p:spPr bwMode="auto">
              <a:xfrm>
                <a:off x="1247" y="2400"/>
                <a:ext cx="242" cy="778"/>
              </a:xfrm>
              <a:prstGeom prst="rect">
                <a:avLst/>
              </a:prstGeom>
              <a:noFill/>
              <a:ln w="2857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zh-CN" b="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rPr>
                  <a:t>+</a:t>
                </a:r>
              </a:p>
              <a:p>
                <a:endParaRPr lang="en-US" altLang="zh-CN" b="0" baseline="-2500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endParaRPr>
              </a:p>
              <a:p>
                <a:r>
                  <a:rPr lang="en-US" altLang="zh-CN" b="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rPr>
                  <a:t>-</a:t>
                </a:r>
              </a:p>
            </p:txBody>
          </p:sp>
          <p:sp>
            <p:nvSpPr>
              <p:cNvPr id="156686" name="Line 27"/>
              <p:cNvSpPr>
                <a:spLocks noChangeShapeType="1"/>
              </p:cNvSpPr>
              <p:nvPr/>
            </p:nvSpPr>
            <p:spPr bwMode="auto">
              <a:xfrm>
                <a:off x="2699" y="2296"/>
                <a:ext cx="0" cy="272"/>
              </a:xfrm>
              <a:prstGeom prst="line">
                <a:avLst/>
              </a:prstGeom>
              <a:noFill/>
              <a:ln w="28575">
                <a:solidFill>
                  <a:srgbClr val="00CCFF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6687" name="Text Box 28"/>
              <p:cNvSpPr txBox="1">
                <a:spLocks noChangeArrowheads="1"/>
              </p:cNvSpPr>
              <p:nvPr/>
            </p:nvSpPr>
            <p:spPr bwMode="auto">
              <a:xfrm>
                <a:off x="2744" y="2219"/>
                <a:ext cx="263" cy="327"/>
              </a:xfrm>
              <a:prstGeom prst="rect">
                <a:avLst/>
              </a:prstGeom>
              <a:noFill/>
              <a:ln w="2857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zh-CN" b="0" i="1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rPr>
                  <a:t>i</a:t>
                </a:r>
                <a:r>
                  <a:rPr lang="en-US" altLang="zh-CN" b="0" i="1" baseline="-250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rPr>
                  <a:t>L</a:t>
                </a:r>
                <a:endPara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endParaRPr>
              </a:p>
            </p:txBody>
          </p:sp>
          <p:sp>
            <p:nvSpPr>
              <p:cNvPr id="156688" name="Text Box 29"/>
              <p:cNvSpPr txBox="1">
                <a:spLocks noChangeArrowheads="1"/>
              </p:cNvSpPr>
              <p:nvPr/>
            </p:nvSpPr>
            <p:spPr bwMode="auto">
              <a:xfrm>
                <a:off x="1701" y="2309"/>
                <a:ext cx="253" cy="327"/>
              </a:xfrm>
              <a:prstGeom prst="rect">
                <a:avLst/>
              </a:prstGeom>
              <a:noFill/>
              <a:ln w="2857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zh-CN" b="0" i="1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rPr>
                  <a:t>R</a:t>
                </a:r>
                <a:endPara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endParaRPr>
              </a:p>
            </p:txBody>
          </p:sp>
          <p:graphicFrame>
            <p:nvGraphicFramePr>
              <p:cNvPr id="156689" name="Object 30"/>
              <p:cNvGraphicFramePr>
                <a:graphicFrameLocks noChangeAspect="1"/>
              </p:cNvGraphicFramePr>
              <p:nvPr/>
            </p:nvGraphicFramePr>
            <p:xfrm>
              <a:off x="1292" y="2659"/>
              <a:ext cx="409" cy="275"/>
            </p:xfrm>
            <a:graphic>
              <a:graphicData uri="http://schemas.openxmlformats.org/presentationml/2006/ole">
                <p:oleObj spid="_x0000_s156689" r:id="rId4" imgW="289800" imgH="196200" progId="Equation.3">
                  <p:embed/>
                </p:oleObj>
              </a:graphicData>
            </a:graphic>
          </p:graphicFrame>
          <p:sp>
            <p:nvSpPr>
              <p:cNvPr id="156690" name="Text Box 31"/>
              <p:cNvSpPr txBox="1">
                <a:spLocks noChangeArrowheads="1"/>
              </p:cNvSpPr>
              <p:nvPr/>
            </p:nvSpPr>
            <p:spPr bwMode="auto">
              <a:xfrm>
                <a:off x="2336" y="2355"/>
                <a:ext cx="242" cy="327"/>
              </a:xfrm>
              <a:prstGeom prst="rect">
                <a:avLst/>
              </a:prstGeom>
              <a:noFill/>
              <a:ln w="2857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zh-CN" b="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rPr>
                  <a:t>+</a:t>
                </a:r>
              </a:p>
            </p:txBody>
          </p:sp>
          <p:sp>
            <p:nvSpPr>
              <p:cNvPr id="156691" name="Text Box 32"/>
              <p:cNvSpPr txBox="1">
                <a:spLocks noChangeArrowheads="1"/>
              </p:cNvSpPr>
              <p:nvPr/>
            </p:nvSpPr>
            <p:spPr bwMode="auto">
              <a:xfrm>
                <a:off x="2336" y="2930"/>
                <a:ext cx="228" cy="327"/>
              </a:xfrm>
              <a:prstGeom prst="rect">
                <a:avLst/>
              </a:prstGeom>
              <a:noFill/>
              <a:ln w="2857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zh-CN" b="0">
                    <a:solidFill>
                      <a:schemeClr val="bg1"/>
                    </a:solidFill>
                    <a:latin typeface="宋体" pitchFamily="2" charset="-122"/>
                    <a:ea typeface="宋体" pitchFamily="2" charset="-122"/>
                  </a:rPr>
                  <a:t>-</a:t>
                </a:r>
              </a:p>
            </p:txBody>
          </p:sp>
          <p:sp>
            <p:nvSpPr>
              <p:cNvPr id="156692" name="Text Box 33"/>
              <p:cNvSpPr txBox="1">
                <a:spLocks noChangeArrowheads="1"/>
              </p:cNvSpPr>
              <p:nvPr/>
            </p:nvSpPr>
            <p:spPr bwMode="auto">
              <a:xfrm>
                <a:off x="2245" y="2627"/>
                <a:ext cx="313" cy="327"/>
              </a:xfrm>
              <a:prstGeom prst="rect">
                <a:avLst/>
              </a:prstGeom>
              <a:noFill/>
              <a:ln w="2857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zh-CN" b="0" i="1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rPr>
                  <a:t>u</a:t>
                </a:r>
                <a:r>
                  <a:rPr lang="en-US" altLang="zh-CN" b="0" i="1" baseline="-250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rPr>
                  <a:t>L</a:t>
                </a:r>
                <a:endPara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endParaRPr>
              </a:p>
            </p:txBody>
          </p:sp>
          <p:sp>
            <p:nvSpPr>
              <p:cNvPr id="156693" name="Rectangle 34"/>
              <p:cNvSpPr>
                <a:spLocks noChangeArrowheads="1"/>
              </p:cNvSpPr>
              <p:nvPr/>
            </p:nvSpPr>
            <p:spPr bwMode="auto">
              <a:xfrm>
                <a:off x="1701" y="2205"/>
                <a:ext cx="317" cy="136"/>
              </a:xfrm>
              <a:prstGeom prst="rect">
                <a:avLst/>
              </a:prstGeom>
              <a:gradFill rotWithShape="1">
                <a:gsLst>
                  <a:gs pos="0">
                    <a:srgbClr val="764700"/>
                  </a:gs>
                  <a:gs pos="50000">
                    <a:srgbClr val="FF9900"/>
                  </a:gs>
                  <a:gs pos="100000">
                    <a:srgbClr val="764700"/>
                  </a:gs>
                </a:gsLst>
                <a:lin ang="5400000" scaled="1"/>
              </a:gradFill>
              <a:ln w="28575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pSp>
            <p:nvGrpSpPr>
              <p:cNvPr id="156694" name="Group 35"/>
              <p:cNvGrpSpPr>
                <a:grpSpLocks/>
              </p:cNvGrpSpPr>
              <p:nvPr/>
            </p:nvGrpSpPr>
            <p:grpSpPr bwMode="auto">
              <a:xfrm>
                <a:off x="2608" y="2614"/>
                <a:ext cx="91" cy="363"/>
                <a:chOff x="2744" y="2931"/>
                <a:chExt cx="57" cy="283"/>
              </a:xfrm>
            </p:grpSpPr>
            <p:sp>
              <p:nvSpPr>
                <p:cNvPr id="156695" name="Arc 36"/>
                <p:cNvSpPr>
                  <a:spLocks noChangeArrowheads="1"/>
                </p:cNvSpPr>
                <p:nvPr/>
              </p:nvSpPr>
              <p:spPr bwMode="auto">
                <a:xfrm rot="10800000" flipH="1" flipV="1">
                  <a:off x="2744" y="2931"/>
                  <a:ext cx="57" cy="91"/>
                </a:xfrm>
                <a:custGeom>
                  <a:avLst/>
                  <a:gdLst/>
                  <a:ahLst/>
                  <a:cxnLst>
                    <a:cxn ang="0">
                      <a:pos x="1123" y="0"/>
                    </a:cxn>
                    <a:cxn ang="0">
                      <a:pos x="22723" y="21600"/>
                    </a:cxn>
                    <a:cxn ang="0">
                      <a:pos x="1123" y="43200"/>
                    </a:cxn>
                    <a:cxn ang="0">
                      <a:pos x="0" y="43170"/>
                    </a:cxn>
                    <a:cxn ang="0">
                      <a:pos x="1123" y="0"/>
                    </a:cxn>
                    <a:cxn ang="0">
                      <a:pos x="22723" y="21600"/>
                    </a:cxn>
                    <a:cxn ang="0">
                      <a:pos x="1123" y="43200"/>
                    </a:cxn>
                    <a:cxn ang="0">
                      <a:pos x="0" y="43170"/>
                    </a:cxn>
                    <a:cxn ang="0">
                      <a:pos x="1123" y="21600"/>
                    </a:cxn>
                    <a:cxn ang="0">
                      <a:pos x="1123" y="0"/>
                    </a:cxn>
                  </a:cxnLst>
                  <a:rect l="0" t="0" r="r" b="b"/>
                  <a:pathLst>
                    <a:path w="22723" h="43200" fill="none">
                      <a:moveTo>
                        <a:pt x="1123" y="0"/>
                      </a:moveTo>
                      <a:cubicBezTo>
                        <a:pt x="13052" y="0"/>
                        <a:pt x="22723" y="9670"/>
                        <a:pt x="22723" y="21600"/>
                      </a:cubicBezTo>
                      <a:cubicBezTo>
                        <a:pt x="22723" y="33529"/>
                        <a:pt x="13052" y="43200"/>
                        <a:pt x="1123" y="43200"/>
                      </a:cubicBezTo>
                      <a:cubicBezTo>
                        <a:pt x="748" y="43200"/>
                        <a:pt x="374" y="43190"/>
                        <a:pt x="0" y="43170"/>
                      </a:cubicBezTo>
                    </a:path>
                    <a:path w="22723" h="43200" stroke="0">
                      <a:moveTo>
                        <a:pt x="1123" y="0"/>
                      </a:moveTo>
                      <a:cubicBezTo>
                        <a:pt x="13052" y="0"/>
                        <a:pt x="22723" y="9670"/>
                        <a:pt x="22723" y="21600"/>
                      </a:cubicBezTo>
                      <a:cubicBezTo>
                        <a:pt x="22723" y="33529"/>
                        <a:pt x="13052" y="43200"/>
                        <a:pt x="1123" y="43200"/>
                      </a:cubicBezTo>
                      <a:cubicBezTo>
                        <a:pt x="748" y="43200"/>
                        <a:pt x="374" y="43190"/>
                        <a:pt x="0" y="43170"/>
                      </a:cubicBezTo>
                      <a:lnTo>
                        <a:pt x="1123" y="21600"/>
                      </a:lnTo>
                      <a:lnTo>
                        <a:pt x="1123" y="0"/>
                      </a:lnTo>
                      <a:close/>
                    </a:path>
                  </a:pathLst>
                </a:custGeom>
                <a:noFill/>
                <a:ln w="38100">
                  <a:solidFill>
                    <a:srgbClr val="FF99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56696" name="Arc 37"/>
                <p:cNvSpPr>
                  <a:spLocks noChangeArrowheads="1"/>
                </p:cNvSpPr>
                <p:nvPr/>
              </p:nvSpPr>
              <p:spPr bwMode="auto">
                <a:xfrm rot="10800000" flipH="1" flipV="1">
                  <a:off x="2744" y="3027"/>
                  <a:ext cx="57" cy="91"/>
                </a:xfrm>
                <a:custGeom>
                  <a:avLst/>
                  <a:gdLst/>
                  <a:ahLst/>
                  <a:cxnLst>
                    <a:cxn ang="0">
                      <a:pos x="1123" y="0"/>
                    </a:cxn>
                    <a:cxn ang="0">
                      <a:pos x="22723" y="21600"/>
                    </a:cxn>
                    <a:cxn ang="0">
                      <a:pos x="1123" y="43200"/>
                    </a:cxn>
                    <a:cxn ang="0">
                      <a:pos x="0" y="43170"/>
                    </a:cxn>
                    <a:cxn ang="0">
                      <a:pos x="1123" y="0"/>
                    </a:cxn>
                    <a:cxn ang="0">
                      <a:pos x="22723" y="21600"/>
                    </a:cxn>
                    <a:cxn ang="0">
                      <a:pos x="1123" y="43200"/>
                    </a:cxn>
                    <a:cxn ang="0">
                      <a:pos x="0" y="43170"/>
                    </a:cxn>
                    <a:cxn ang="0">
                      <a:pos x="1123" y="21600"/>
                    </a:cxn>
                    <a:cxn ang="0">
                      <a:pos x="1123" y="0"/>
                    </a:cxn>
                  </a:cxnLst>
                  <a:rect l="0" t="0" r="r" b="b"/>
                  <a:pathLst>
                    <a:path w="22723" h="43200" fill="none">
                      <a:moveTo>
                        <a:pt x="1123" y="0"/>
                      </a:moveTo>
                      <a:cubicBezTo>
                        <a:pt x="13052" y="0"/>
                        <a:pt x="22723" y="9670"/>
                        <a:pt x="22723" y="21600"/>
                      </a:cubicBezTo>
                      <a:cubicBezTo>
                        <a:pt x="22723" y="33529"/>
                        <a:pt x="13052" y="43200"/>
                        <a:pt x="1123" y="43200"/>
                      </a:cubicBezTo>
                      <a:cubicBezTo>
                        <a:pt x="748" y="43200"/>
                        <a:pt x="374" y="43190"/>
                        <a:pt x="0" y="43170"/>
                      </a:cubicBezTo>
                    </a:path>
                    <a:path w="22723" h="43200" stroke="0">
                      <a:moveTo>
                        <a:pt x="1123" y="0"/>
                      </a:moveTo>
                      <a:cubicBezTo>
                        <a:pt x="13052" y="0"/>
                        <a:pt x="22723" y="9670"/>
                        <a:pt x="22723" y="21600"/>
                      </a:cubicBezTo>
                      <a:cubicBezTo>
                        <a:pt x="22723" y="33529"/>
                        <a:pt x="13052" y="43200"/>
                        <a:pt x="1123" y="43200"/>
                      </a:cubicBezTo>
                      <a:cubicBezTo>
                        <a:pt x="748" y="43200"/>
                        <a:pt x="374" y="43190"/>
                        <a:pt x="0" y="43170"/>
                      </a:cubicBezTo>
                      <a:lnTo>
                        <a:pt x="1123" y="21600"/>
                      </a:lnTo>
                      <a:lnTo>
                        <a:pt x="1123" y="0"/>
                      </a:lnTo>
                      <a:close/>
                    </a:path>
                  </a:pathLst>
                </a:custGeom>
                <a:noFill/>
                <a:ln w="38100">
                  <a:solidFill>
                    <a:srgbClr val="FF99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56697" name="Arc 38"/>
                <p:cNvSpPr>
                  <a:spLocks noChangeArrowheads="1"/>
                </p:cNvSpPr>
                <p:nvPr/>
              </p:nvSpPr>
              <p:spPr bwMode="auto">
                <a:xfrm rot="10800000" flipH="1" flipV="1">
                  <a:off x="2744" y="3123"/>
                  <a:ext cx="57" cy="91"/>
                </a:xfrm>
                <a:custGeom>
                  <a:avLst/>
                  <a:gdLst/>
                  <a:ahLst/>
                  <a:cxnLst>
                    <a:cxn ang="0">
                      <a:pos x="1123" y="0"/>
                    </a:cxn>
                    <a:cxn ang="0">
                      <a:pos x="22723" y="21600"/>
                    </a:cxn>
                    <a:cxn ang="0">
                      <a:pos x="1123" y="43200"/>
                    </a:cxn>
                    <a:cxn ang="0">
                      <a:pos x="0" y="43170"/>
                    </a:cxn>
                    <a:cxn ang="0">
                      <a:pos x="1123" y="0"/>
                    </a:cxn>
                    <a:cxn ang="0">
                      <a:pos x="22723" y="21600"/>
                    </a:cxn>
                    <a:cxn ang="0">
                      <a:pos x="1123" y="43200"/>
                    </a:cxn>
                    <a:cxn ang="0">
                      <a:pos x="0" y="43170"/>
                    </a:cxn>
                    <a:cxn ang="0">
                      <a:pos x="1123" y="21600"/>
                    </a:cxn>
                    <a:cxn ang="0">
                      <a:pos x="1123" y="0"/>
                    </a:cxn>
                  </a:cxnLst>
                  <a:rect l="0" t="0" r="r" b="b"/>
                  <a:pathLst>
                    <a:path w="22723" h="43200" fill="none">
                      <a:moveTo>
                        <a:pt x="1123" y="0"/>
                      </a:moveTo>
                      <a:cubicBezTo>
                        <a:pt x="13052" y="0"/>
                        <a:pt x="22723" y="9670"/>
                        <a:pt x="22723" y="21600"/>
                      </a:cubicBezTo>
                      <a:cubicBezTo>
                        <a:pt x="22723" y="33529"/>
                        <a:pt x="13052" y="43200"/>
                        <a:pt x="1123" y="43200"/>
                      </a:cubicBezTo>
                      <a:cubicBezTo>
                        <a:pt x="748" y="43200"/>
                        <a:pt x="374" y="43190"/>
                        <a:pt x="0" y="43170"/>
                      </a:cubicBezTo>
                    </a:path>
                    <a:path w="22723" h="43200" stroke="0">
                      <a:moveTo>
                        <a:pt x="1123" y="0"/>
                      </a:moveTo>
                      <a:cubicBezTo>
                        <a:pt x="13052" y="0"/>
                        <a:pt x="22723" y="9670"/>
                        <a:pt x="22723" y="21600"/>
                      </a:cubicBezTo>
                      <a:cubicBezTo>
                        <a:pt x="22723" y="33529"/>
                        <a:pt x="13052" y="43200"/>
                        <a:pt x="1123" y="43200"/>
                      </a:cubicBezTo>
                      <a:cubicBezTo>
                        <a:pt x="748" y="43200"/>
                        <a:pt x="374" y="43190"/>
                        <a:pt x="0" y="43170"/>
                      </a:cubicBezTo>
                      <a:lnTo>
                        <a:pt x="1123" y="21600"/>
                      </a:lnTo>
                      <a:lnTo>
                        <a:pt x="1123" y="0"/>
                      </a:lnTo>
                      <a:close/>
                    </a:path>
                  </a:pathLst>
                </a:custGeom>
                <a:noFill/>
                <a:ln w="38100">
                  <a:solidFill>
                    <a:srgbClr val="FF99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156698" name="Line 39"/>
              <p:cNvSpPr>
                <a:spLocks noChangeShapeType="1"/>
              </p:cNvSpPr>
              <p:nvPr/>
            </p:nvSpPr>
            <p:spPr bwMode="auto">
              <a:xfrm>
                <a:off x="1111" y="2296"/>
                <a:ext cx="0" cy="1043"/>
              </a:xfrm>
              <a:prstGeom prst="line">
                <a:avLst/>
              </a:prstGeom>
              <a:noFill/>
              <a:ln w="28575">
                <a:solidFill>
                  <a:srgbClr val="FFCC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6699" name="Line 40"/>
              <p:cNvSpPr>
                <a:spLocks noChangeShapeType="1"/>
              </p:cNvSpPr>
              <p:nvPr/>
            </p:nvSpPr>
            <p:spPr bwMode="auto">
              <a:xfrm>
                <a:off x="2608" y="2296"/>
                <a:ext cx="0" cy="318"/>
              </a:xfrm>
              <a:prstGeom prst="line">
                <a:avLst/>
              </a:prstGeom>
              <a:noFill/>
              <a:ln w="28575">
                <a:solidFill>
                  <a:srgbClr val="FFCC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graphicFrame>
          <p:nvGraphicFramePr>
            <p:cNvPr id="156700" name="Object 48"/>
            <p:cNvGraphicFramePr>
              <a:graphicFrameLocks noChangeAspect="1"/>
            </p:cNvGraphicFramePr>
            <p:nvPr/>
          </p:nvGraphicFramePr>
          <p:xfrm>
            <a:off x="4014" y="2115"/>
            <a:ext cx="953" cy="384"/>
          </p:xfrm>
          <a:graphic>
            <a:graphicData uri="http://schemas.openxmlformats.org/presentationml/2006/ole">
              <p:oleObj spid="_x0000_s156700" r:id="rId5" imgW="637200" imgH="230760" progId="Equation.3">
                <p:embed/>
              </p:oleObj>
            </a:graphicData>
          </a:graphic>
        </p:graphicFrame>
      </p:grpSp>
      <p:sp>
        <p:nvSpPr>
          <p:cNvPr id="236594" name="Text Box 50"/>
          <p:cNvSpPr txBox="1">
            <a:spLocks noChangeArrowheads="1"/>
          </p:cNvSpPr>
          <p:nvPr/>
        </p:nvSpPr>
        <p:spPr bwMode="auto">
          <a:xfrm>
            <a:off x="1979613" y="5589588"/>
            <a:ext cx="6408737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b="0" i="1">
                <a:solidFill>
                  <a:schemeClr val="bg1"/>
                </a:solidFill>
                <a:latin typeface="Times New Roman" pitchFamily="18" charset="0"/>
              </a:rPr>
              <a:t>i</a:t>
            </a:r>
            <a:r>
              <a:rPr lang="en-US" altLang="zh-CN" b="0" baseline="-25000">
                <a:solidFill>
                  <a:schemeClr val="bg1"/>
                </a:solidFill>
                <a:latin typeface="Times New Roman" pitchFamily="18" charset="0"/>
              </a:rPr>
              <a:t>L</a:t>
            </a:r>
            <a:r>
              <a:rPr lang="zh-CN" altLang="en-US">
                <a:latin typeface="楷体_GB2312" pitchFamily="49" charset="-122"/>
              </a:rPr>
              <a:t>不是冲激函数 </a:t>
            </a:r>
            <a:r>
              <a:rPr lang="en-US" altLang="zh-CN">
                <a:latin typeface="楷体_GB2312" pitchFamily="49" charset="-122"/>
              </a:rPr>
              <a:t>, </a:t>
            </a:r>
            <a:r>
              <a:rPr lang="zh-CN" altLang="en-US">
                <a:latin typeface="楷体_GB2312" pitchFamily="49" charset="-122"/>
              </a:rPr>
              <a:t>否则</a:t>
            </a:r>
            <a:r>
              <a:rPr lang="en-US" altLang="zh-CN" b="0">
                <a:solidFill>
                  <a:schemeClr val="bg1"/>
                </a:solidFill>
                <a:latin typeface="Times New Roman" pitchFamily="18" charset="0"/>
              </a:rPr>
              <a:t>KVL</a:t>
            </a:r>
            <a:r>
              <a:rPr lang="zh-CN" altLang="en-US">
                <a:latin typeface="楷体_GB2312" pitchFamily="49" charset="-122"/>
              </a:rPr>
              <a:t>不成立。</a:t>
            </a:r>
          </a:p>
        </p:txBody>
      </p:sp>
      <p:grpSp>
        <p:nvGrpSpPr>
          <p:cNvPr id="236595" name="Group 51"/>
          <p:cNvGrpSpPr>
            <a:grpSpLocks/>
          </p:cNvGrpSpPr>
          <p:nvPr/>
        </p:nvGrpSpPr>
        <p:grpSpPr bwMode="auto">
          <a:xfrm>
            <a:off x="250825" y="5373688"/>
            <a:ext cx="1644650" cy="850900"/>
            <a:chOff x="385" y="3022"/>
            <a:chExt cx="1036" cy="536"/>
          </a:xfrm>
        </p:grpSpPr>
        <p:pic>
          <p:nvPicPr>
            <p:cNvPr id="156703" name="Picture 52" descr="123"/>
            <p:cNvPicPr>
              <a:picLocks noChangeAspect="1" noChangeArrowheads="1"/>
            </p:cNvPicPr>
            <p:nvPr/>
          </p:nvPicPr>
          <p:blipFill>
            <a:blip r:embed="rId6"/>
            <a:srcRect/>
            <a:stretch>
              <a:fillRect/>
            </a:stretch>
          </p:blipFill>
          <p:spPr bwMode="auto">
            <a:xfrm>
              <a:off x="385" y="3022"/>
              <a:ext cx="590" cy="53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56704" name="Text Box 53"/>
            <p:cNvSpPr txBox="1">
              <a:spLocks noChangeArrowheads="1"/>
            </p:cNvSpPr>
            <p:nvPr/>
          </p:nvSpPr>
          <p:spPr bwMode="auto">
            <a:xfrm>
              <a:off x="793" y="3125"/>
              <a:ext cx="628" cy="3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zh-CN" altLang="en-US" sz="3200" b="0">
                  <a:solidFill>
                    <a:srgbClr val="FA7748"/>
                  </a:solidFill>
                  <a:latin typeface="Times New Roman" pitchFamily="18" charset="0"/>
                  <a:ea typeface="华文行楷" pitchFamily="2" charset="-122"/>
                </a:rPr>
                <a:t>注意</a:t>
              </a:r>
            </a:p>
          </p:txBody>
        </p:sp>
      </p:grpSp>
      <p:graphicFrame>
        <p:nvGraphicFramePr>
          <p:cNvPr id="236598" name="Object 54"/>
          <p:cNvGraphicFramePr>
            <a:graphicFrameLocks noChangeAspect="1"/>
          </p:cNvGraphicFramePr>
          <p:nvPr/>
        </p:nvGraphicFramePr>
        <p:xfrm>
          <a:off x="395288" y="3357563"/>
          <a:ext cx="7345362" cy="1150937"/>
        </p:xfrm>
        <a:graphic>
          <a:graphicData uri="http://schemas.openxmlformats.org/presentationml/2006/ole">
            <p:oleObj spid="_x0000_s156705" r:id="rId7" imgW="2201760" imgH="403560" progId="Equation.3">
              <p:embed/>
            </p:oleObj>
          </a:graphicData>
        </a:graphic>
      </p:graphicFrame>
      <p:grpSp>
        <p:nvGrpSpPr>
          <p:cNvPr id="236599" name="Group 55"/>
          <p:cNvGrpSpPr>
            <a:grpSpLocks/>
          </p:cNvGrpSpPr>
          <p:nvPr/>
        </p:nvGrpSpPr>
        <p:grpSpPr bwMode="auto">
          <a:xfrm>
            <a:off x="755650" y="3284538"/>
            <a:ext cx="1308100" cy="1109662"/>
            <a:chOff x="2200" y="981"/>
            <a:chExt cx="824" cy="699"/>
          </a:xfrm>
        </p:grpSpPr>
        <p:sp>
          <p:nvSpPr>
            <p:cNvPr id="156707" name="Line 56"/>
            <p:cNvSpPr>
              <a:spLocks noChangeShapeType="1"/>
            </p:cNvSpPr>
            <p:nvPr/>
          </p:nvSpPr>
          <p:spPr bwMode="auto">
            <a:xfrm>
              <a:off x="2381" y="1162"/>
              <a:ext cx="643" cy="518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 type="triangle" w="med" len="med"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6708" name="Text Box 57"/>
            <p:cNvSpPr txBox="1">
              <a:spLocks noChangeArrowheads="1"/>
            </p:cNvSpPr>
            <p:nvPr/>
          </p:nvSpPr>
          <p:spPr bwMode="auto">
            <a:xfrm>
              <a:off x="2200" y="981"/>
              <a:ext cx="227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0">
                  <a:solidFill>
                    <a:srgbClr val="FF3300"/>
                  </a:solidFill>
                  <a:latin typeface="Times New Roman" pitchFamily="18" charset="0"/>
                  <a:ea typeface="仿宋_GB2312" pitchFamily="49" charset="-122"/>
                </a:rPr>
                <a:t>0</a:t>
              </a:r>
            </a:p>
          </p:txBody>
        </p:sp>
      </p:grpSp>
      <p:graphicFrame>
        <p:nvGraphicFramePr>
          <p:cNvPr id="236602" name="Object 58"/>
          <p:cNvGraphicFramePr>
            <a:graphicFrameLocks noChangeAspect="1"/>
          </p:cNvGraphicFramePr>
          <p:nvPr/>
        </p:nvGraphicFramePr>
        <p:xfrm>
          <a:off x="1304925" y="4652963"/>
          <a:ext cx="3282950" cy="714375"/>
        </p:xfrm>
        <a:graphic>
          <a:graphicData uri="http://schemas.openxmlformats.org/presentationml/2006/ole">
            <p:oleObj spid="_x0000_s156709" r:id="rId8" imgW="1205280" imgH="242280" progId="Equation.DSMT4">
              <p:embed/>
            </p:oleObj>
          </a:graphicData>
        </a:graphic>
      </p:graphicFrame>
      <p:graphicFrame>
        <p:nvGraphicFramePr>
          <p:cNvPr id="236603" name="Object 59"/>
          <p:cNvGraphicFramePr>
            <a:graphicFrameLocks noChangeAspect="1"/>
          </p:cNvGraphicFramePr>
          <p:nvPr/>
        </p:nvGraphicFramePr>
        <p:xfrm>
          <a:off x="5508625" y="4437063"/>
          <a:ext cx="3471863" cy="1150937"/>
        </p:xfrm>
        <a:graphic>
          <a:graphicData uri="http://schemas.openxmlformats.org/presentationml/2006/ole">
            <p:oleObj spid="_x0000_s156710" r:id="rId9" imgW="1205280" imgH="392040" progId="Equation.3">
              <p:embed/>
            </p:oleObj>
          </a:graphicData>
        </a:graphic>
      </p:graphicFrame>
      <p:sp>
        <p:nvSpPr>
          <p:cNvPr id="236604" name="Line 60"/>
          <p:cNvSpPr>
            <a:spLocks noChangeShapeType="1"/>
          </p:cNvSpPr>
          <p:nvPr/>
        </p:nvSpPr>
        <p:spPr bwMode="auto">
          <a:xfrm>
            <a:off x="395288" y="5013325"/>
            <a:ext cx="719137" cy="0"/>
          </a:xfrm>
          <a:prstGeom prst="line">
            <a:avLst/>
          </a:prstGeom>
          <a:noFill/>
          <a:ln w="76200">
            <a:solidFill>
              <a:srgbClr val="0099FF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6605" name="Line 61"/>
          <p:cNvSpPr>
            <a:spLocks noChangeShapeType="1"/>
          </p:cNvSpPr>
          <p:nvPr/>
        </p:nvSpPr>
        <p:spPr bwMode="auto">
          <a:xfrm>
            <a:off x="4787900" y="5013325"/>
            <a:ext cx="719138" cy="0"/>
          </a:xfrm>
          <a:prstGeom prst="line">
            <a:avLst/>
          </a:prstGeom>
          <a:noFill/>
          <a:ln w="76200">
            <a:solidFill>
              <a:srgbClr val="0099FF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grpSp>
        <p:nvGrpSpPr>
          <p:cNvPr id="156713" name="Group 65"/>
          <p:cNvGrpSpPr>
            <a:grpSpLocks/>
          </p:cNvGrpSpPr>
          <p:nvPr/>
        </p:nvGrpSpPr>
        <p:grpSpPr bwMode="auto"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156714" name="Picture 66" descr="78900"/>
            <p:cNvPicPr>
              <a:picLocks noChangeAspect="1" noChangeArrowheads="1"/>
            </p:cNvPicPr>
            <p:nvPr/>
          </p:nvPicPr>
          <p:blipFill>
            <a:blip r:embed="rId10"/>
            <a:srcRect/>
            <a:stretch>
              <a:fillRect/>
            </a:stretch>
          </p:blipFill>
          <p:spPr bwMode="auto"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56715" name="Text Box 67">
              <a:hlinkClick r:id="" action="ppaction://hlinkshowjump?jump=nextslide"/>
            </p:cNvPr>
            <p:cNvSpPr txBox="1">
              <a:spLocks noChangeArrowheads="1"/>
            </p:cNvSpPr>
            <p:nvPr/>
          </p:nvSpPr>
          <p:spPr bwMode="auto"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0">
                  <a:solidFill>
                    <a:schemeClr val="bg1"/>
                  </a:solidFill>
                  <a:latin typeface="隶书" pitchFamily="49" charset="-122"/>
                  <a:ea typeface="隶书" pitchFamily="49" charset="-122"/>
                </a:rPr>
                <a:t>下 页</a:t>
              </a:r>
            </a:p>
          </p:txBody>
        </p:sp>
      </p:grpSp>
      <p:grpSp>
        <p:nvGrpSpPr>
          <p:cNvPr id="156716" name="Group 68"/>
          <p:cNvGrpSpPr>
            <a:grpSpLocks/>
          </p:cNvGrpSpPr>
          <p:nvPr/>
        </p:nvGrpSpPr>
        <p:grpSpPr bwMode="auto">
          <a:xfrm>
            <a:off x="7453313" y="6446838"/>
            <a:ext cx="792162" cy="366712"/>
            <a:chOff x="4649" y="4020"/>
            <a:chExt cx="499" cy="231"/>
          </a:xfrm>
        </p:grpSpPr>
        <p:pic>
          <p:nvPicPr>
            <p:cNvPr id="156717" name="Picture 69" descr="78900"/>
            <p:cNvPicPr>
              <a:picLocks noChangeAspect="1" noChangeArrowheads="1"/>
            </p:cNvPicPr>
            <p:nvPr/>
          </p:nvPicPr>
          <p:blipFill>
            <a:blip r:embed="rId10"/>
            <a:srcRect/>
            <a:stretch>
              <a:fillRect/>
            </a:stretch>
          </p:blipFill>
          <p:spPr bwMode="auto"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56718" name="Text Box 70">
              <a:hlinkClick r:id="" action="ppaction://hlinkshowjump?jump=previousslide"/>
            </p:cNvPr>
            <p:cNvSpPr txBox="1">
              <a:spLocks noChangeArrowheads="1"/>
            </p:cNvSpPr>
            <p:nvPr/>
          </p:nvSpPr>
          <p:spPr bwMode="auto"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0">
                  <a:solidFill>
                    <a:schemeClr val="bg1"/>
                  </a:solidFill>
                  <a:latin typeface="隶书" pitchFamily="49" charset="-122"/>
                  <a:ea typeface="隶书" pitchFamily="49" charset="-122"/>
                </a:rPr>
                <a:t>上 页</a:t>
              </a:r>
            </a:p>
          </p:txBody>
        </p:sp>
      </p:grpSp>
      <p:grpSp>
        <p:nvGrpSpPr>
          <p:cNvPr id="156719" name="Group 71"/>
          <p:cNvGrpSpPr>
            <a:grpSpLocks/>
          </p:cNvGrpSpPr>
          <p:nvPr/>
        </p:nvGrpSpPr>
        <p:grpSpPr bwMode="auto">
          <a:xfrm>
            <a:off x="6588125" y="6446838"/>
            <a:ext cx="792163" cy="366712"/>
            <a:chOff x="4649" y="4020"/>
            <a:chExt cx="499" cy="231"/>
          </a:xfrm>
        </p:grpSpPr>
        <p:pic>
          <p:nvPicPr>
            <p:cNvPr id="156720" name="Picture 72" descr="78900"/>
            <p:cNvPicPr>
              <a:picLocks noChangeAspect="1" noChangeArrowheads="1"/>
            </p:cNvPicPr>
            <p:nvPr/>
          </p:nvPicPr>
          <p:blipFill>
            <a:blip r:embed="rId10"/>
            <a:srcRect/>
            <a:stretch>
              <a:fillRect/>
            </a:stretch>
          </p:blipFill>
          <p:spPr bwMode="auto"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56721" name="Text Box 73">
              <a:hlinkClick r:id="rId11" action="ppaction://hlinksldjump"/>
            </p:cNvPr>
            <p:cNvSpPr txBox="1">
              <a:spLocks noChangeArrowheads="1"/>
            </p:cNvSpPr>
            <p:nvPr/>
          </p:nvSpPr>
          <p:spPr bwMode="auto"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0">
                  <a:solidFill>
                    <a:schemeClr val="bg1"/>
                  </a:solidFill>
                  <a:latin typeface="隶书" pitchFamily="49" charset="-122"/>
                  <a:ea typeface="隶书" pitchFamily="49" charset="-122"/>
                </a:rPr>
                <a:t>返 回</a:t>
              </a:r>
            </a:p>
          </p:txBody>
        </p:sp>
      </p:grpSp>
      <p:grpSp>
        <p:nvGrpSpPr>
          <p:cNvPr id="236588" name="Group 44"/>
          <p:cNvGrpSpPr>
            <a:grpSpLocks/>
          </p:cNvGrpSpPr>
          <p:nvPr/>
        </p:nvGrpSpPr>
        <p:grpSpPr bwMode="auto">
          <a:xfrm>
            <a:off x="539750" y="1700213"/>
            <a:ext cx="4679950" cy="519112"/>
            <a:chOff x="321" y="1759"/>
            <a:chExt cx="1699" cy="294"/>
          </a:xfrm>
        </p:grpSpPr>
        <p:sp>
          <p:nvSpPr>
            <p:cNvPr id="156723" name="Text Box 45"/>
            <p:cNvSpPr txBox="1">
              <a:spLocks noChangeArrowheads="1"/>
            </p:cNvSpPr>
            <p:nvPr/>
          </p:nvSpPr>
          <p:spPr bwMode="auto">
            <a:xfrm>
              <a:off x="321" y="1759"/>
              <a:ext cx="1699" cy="29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(1)</a:t>
              </a:r>
              <a:r>
                <a:rPr lang="en-US" altLang="zh-CN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   </a:t>
              </a:r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t</a:t>
              </a:r>
              <a:r>
                <a:rPr lang="en-US" altLang="zh-CN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  </a:t>
              </a:r>
              <a:r>
                <a:rPr lang="zh-CN" altLang="en-US">
                  <a:solidFill>
                    <a:schemeClr val="bg1"/>
                  </a:solidFill>
                  <a:latin typeface="Times New Roman" pitchFamily="18" charset="0"/>
                </a:rPr>
                <a:t>在</a:t>
              </a:r>
              <a:r>
                <a:rPr lang="zh-CN" altLang="en-US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 </a:t>
              </a:r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0</a:t>
              </a:r>
              <a:r>
                <a:rPr lang="zh-CN" altLang="en-US" b="0" baseline="-2500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－</a:t>
              </a:r>
              <a:r>
                <a:rPr lang="zh-CN" altLang="en-US" b="0" baseline="3000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 </a:t>
              </a:r>
              <a:r>
                <a:rPr lang="zh-CN" altLang="en-US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→</a:t>
              </a:r>
              <a:r>
                <a:rPr lang="zh-CN" altLang="en-US" b="0" baseline="3000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  </a:t>
              </a:r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0</a:t>
              </a:r>
              <a:r>
                <a:rPr lang="en-US" altLang="zh-CN" b="0" baseline="-2500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+</a:t>
              </a:r>
              <a:r>
                <a:rPr lang="zh-CN" altLang="en-US">
                  <a:solidFill>
                    <a:schemeClr val="bg1"/>
                  </a:solidFill>
                  <a:latin typeface="Times New Roman" pitchFamily="18" charset="0"/>
                </a:rPr>
                <a:t>间</a:t>
              </a:r>
              <a:r>
                <a:rPr lang="zh-CN" altLang="en-US">
                  <a:solidFill>
                    <a:schemeClr val="bg1"/>
                  </a:solidFill>
                </a:rPr>
                <a:t>方程为</a:t>
              </a:r>
            </a:p>
          </p:txBody>
        </p:sp>
        <p:sp>
          <p:nvSpPr>
            <p:cNvPr id="156724" name="Line 46"/>
            <p:cNvSpPr>
              <a:spLocks noChangeShapeType="1"/>
            </p:cNvSpPr>
            <p:nvPr/>
          </p:nvSpPr>
          <p:spPr bwMode="auto">
            <a:xfrm>
              <a:off x="1227" y="1955"/>
              <a:ext cx="209" cy="0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365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365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365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2365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5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" dur="500"/>
                                        <p:tgtEl>
                                          <p:spTgt spid="2365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500"/>
                            </p:stCondLst>
                            <p:childTnLst>
                              <p:par>
                                <p:cTn id="1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2365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3659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23659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2365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2365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23658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23658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2365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2365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00"/>
                            </p:stCondLst>
                            <p:childTnLst>
                              <p:par>
                                <p:cTn id="4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5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2000"/>
                                        <p:tgtEl>
                                          <p:spTgt spid="2365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5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2365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00"/>
                            </p:stCondLst>
                            <p:childTnLst>
                              <p:par>
                                <p:cTn id="4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5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2365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5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2000"/>
                                        <p:tgtEl>
                                          <p:spTgt spid="2365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5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" dur="2000"/>
                                        <p:tgtEl>
                                          <p:spTgt spid="2365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66" dur="500"/>
                                        <p:tgtEl>
                                          <p:spTgt spid="2366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500"/>
                            </p:stCondLst>
                            <p:childTnLst>
                              <p:par>
                                <p:cTn id="6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2000"/>
                                        <p:tgtEl>
                                          <p:spTgt spid="2366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5" dur="500"/>
                                        <p:tgtEl>
                                          <p:spTgt spid="2366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500"/>
                            </p:stCondLst>
                            <p:childTnLst>
                              <p:par>
                                <p:cTn id="7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2000"/>
                                        <p:tgtEl>
                                          <p:spTgt spid="2366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6556" grpId="0"/>
      <p:bldP spid="236585" grpId="0"/>
      <p:bldP spid="236586" grpId="0"/>
      <p:bldP spid="236591" grpId="0" animBg="1"/>
      <p:bldP spid="236594" grpId="0"/>
      <p:bldP spid="236604" grpId="0" animBg="1"/>
      <p:bldP spid="236605" grpId="0" animBg="1"/>
    </p:bldLst>
  </p:timing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139" name="Text Box 19"/>
          <p:cNvSpPr txBox="1">
            <a:spLocks noChangeArrowheads="1"/>
          </p:cNvSpPr>
          <p:nvPr/>
        </p:nvSpPr>
        <p:spPr bwMode="auto">
          <a:xfrm>
            <a:off x="2051050" y="1412875"/>
            <a:ext cx="6613525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>
                <a:latin typeface="Times New Roman" pitchFamily="18" charset="0"/>
              </a:rPr>
              <a:t>电感上的冲激电压使电感电流发生跃变。</a:t>
            </a:r>
            <a:endParaRPr lang="zh-CN" altLang="en-US" b="0">
              <a:latin typeface="Times New Roman" pitchFamily="18" charset="0"/>
            </a:endParaRPr>
          </a:p>
        </p:txBody>
      </p:sp>
      <p:graphicFrame>
        <p:nvGraphicFramePr>
          <p:cNvPr id="157698" name="Object 41"/>
          <p:cNvGraphicFramePr>
            <a:graphicFrameLocks noChangeAspect="1"/>
          </p:cNvGraphicFramePr>
          <p:nvPr/>
        </p:nvGraphicFramePr>
        <p:xfrm>
          <a:off x="971550" y="260350"/>
          <a:ext cx="3471863" cy="1150938"/>
        </p:xfrm>
        <a:graphic>
          <a:graphicData uri="http://schemas.openxmlformats.org/presentationml/2006/ole">
            <p:oleObj spid="_x0000_s157698" r:id="rId3" imgW="1205280" imgH="392040" progId="Equation.3">
              <p:embed/>
            </p:oleObj>
          </a:graphicData>
        </a:graphic>
      </p:graphicFrame>
      <p:grpSp>
        <p:nvGrpSpPr>
          <p:cNvPr id="261162" name="Group 42"/>
          <p:cNvGrpSpPr>
            <a:grpSpLocks/>
          </p:cNvGrpSpPr>
          <p:nvPr/>
        </p:nvGrpSpPr>
        <p:grpSpPr bwMode="auto">
          <a:xfrm>
            <a:off x="323850" y="1268413"/>
            <a:ext cx="1644650" cy="850900"/>
            <a:chOff x="385" y="3022"/>
            <a:chExt cx="1036" cy="536"/>
          </a:xfrm>
        </p:grpSpPr>
        <p:pic>
          <p:nvPicPr>
            <p:cNvPr id="157700" name="Picture 43" descr="123"/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>
              <a:off x="385" y="3022"/>
              <a:ext cx="590" cy="53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57701" name="Text Box 44"/>
            <p:cNvSpPr txBox="1">
              <a:spLocks noChangeArrowheads="1"/>
            </p:cNvSpPr>
            <p:nvPr/>
          </p:nvSpPr>
          <p:spPr bwMode="auto">
            <a:xfrm>
              <a:off x="793" y="3125"/>
              <a:ext cx="628" cy="3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zh-CN" altLang="en-US" sz="3200" b="0">
                  <a:solidFill>
                    <a:srgbClr val="FA7748"/>
                  </a:solidFill>
                  <a:latin typeface="Times New Roman" pitchFamily="18" charset="0"/>
                  <a:ea typeface="华文行楷" pitchFamily="2" charset="-122"/>
                </a:rPr>
                <a:t>结论</a:t>
              </a:r>
            </a:p>
          </p:txBody>
        </p:sp>
      </p:grpSp>
      <p:sp>
        <p:nvSpPr>
          <p:cNvPr id="261165" name="Rectangle 45"/>
          <p:cNvSpPr>
            <a:spLocks noChangeArrowheads="1"/>
          </p:cNvSpPr>
          <p:nvPr/>
        </p:nvSpPr>
        <p:spPr bwMode="auto">
          <a:xfrm>
            <a:off x="539750" y="2133600"/>
            <a:ext cx="3121025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(2)</a:t>
            </a:r>
            <a:r>
              <a:rPr lang="en-US" altLang="zh-CN" b="0" i="1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    t &gt; </a:t>
            </a:r>
            <a:r>
              <a:rPr lang="en-US" altLang="zh-CN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0</a:t>
            </a:r>
            <a:r>
              <a:rPr lang="en-US" altLang="zh-CN" b="0" i="1" baseline="-2500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+</a:t>
            </a:r>
            <a:r>
              <a:rPr lang="en-US" altLang="zh-CN" i="1" baseline="3000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  </a:t>
            </a:r>
            <a:r>
              <a:rPr lang="en-US" altLang="zh-CN" b="0" i="1" baseline="3000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 </a:t>
            </a:r>
            <a:r>
              <a:rPr lang="en-US" altLang="zh-CN" b="0" i="1">
                <a:solidFill>
                  <a:schemeClr val="bg1"/>
                </a:solidFill>
                <a:latin typeface="Times New Roman" pitchFamily="18" charset="0"/>
                <a:ea typeface="仿宋_GB2312" pitchFamily="49" charset="-122"/>
              </a:rPr>
              <a:t>RL</a:t>
            </a:r>
            <a:r>
              <a:rPr lang="zh-CN" altLang="en-US">
                <a:solidFill>
                  <a:schemeClr val="bg1"/>
                </a:solidFill>
                <a:latin typeface="楷体_GB2312" pitchFamily="49" charset="-122"/>
              </a:rPr>
              <a:t>放电</a:t>
            </a:r>
          </a:p>
        </p:txBody>
      </p:sp>
      <p:grpSp>
        <p:nvGrpSpPr>
          <p:cNvPr id="261166" name="Group 46"/>
          <p:cNvGrpSpPr>
            <a:grpSpLocks/>
          </p:cNvGrpSpPr>
          <p:nvPr/>
        </p:nvGrpSpPr>
        <p:grpSpPr bwMode="auto">
          <a:xfrm>
            <a:off x="5795963" y="2060575"/>
            <a:ext cx="3009900" cy="1800225"/>
            <a:chOff x="1111" y="2205"/>
            <a:chExt cx="1896" cy="1134"/>
          </a:xfrm>
        </p:grpSpPr>
        <p:sp>
          <p:nvSpPr>
            <p:cNvPr id="157704" name="Text Box 47"/>
            <p:cNvSpPr txBox="1">
              <a:spLocks noChangeArrowheads="1"/>
            </p:cNvSpPr>
            <p:nvPr/>
          </p:nvSpPr>
          <p:spPr bwMode="auto">
            <a:xfrm>
              <a:off x="2740" y="2640"/>
              <a:ext cx="241" cy="327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L</a:t>
              </a:r>
              <a:endParaRPr lang="en-US" altLang="zh-CN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157705" name="Line 48"/>
            <p:cNvSpPr>
              <a:spLocks noChangeShapeType="1"/>
            </p:cNvSpPr>
            <p:nvPr/>
          </p:nvSpPr>
          <p:spPr bwMode="auto">
            <a:xfrm>
              <a:off x="1111" y="2296"/>
              <a:ext cx="1497" cy="0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7706" name="Line 49"/>
            <p:cNvSpPr>
              <a:spLocks noChangeShapeType="1"/>
            </p:cNvSpPr>
            <p:nvPr/>
          </p:nvSpPr>
          <p:spPr bwMode="auto">
            <a:xfrm>
              <a:off x="1111" y="3339"/>
              <a:ext cx="1497" cy="0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7707" name="Line 50"/>
            <p:cNvSpPr>
              <a:spLocks noChangeShapeType="1"/>
            </p:cNvSpPr>
            <p:nvPr/>
          </p:nvSpPr>
          <p:spPr bwMode="auto">
            <a:xfrm>
              <a:off x="2608" y="2976"/>
              <a:ext cx="0" cy="363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7708" name="Line 51"/>
            <p:cNvSpPr>
              <a:spLocks noChangeShapeType="1"/>
            </p:cNvSpPr>
            <p:nvPr/>
          </p:nvSpPr>
          <p:spPr bwMode="auto">
            <a:xfrm>
              <a:off x="2699" y="2296"/>
              <a:ext cx="0" cy="272"/>
            </a:xfrm>
            <a:prstGeom prst="line">
              <a:avLst/>
            </a:prstGeom>
            <a:noFill/>
            <a:ln w="28575">
              <a:solidFill>
                <a:srgbClr val="00CCFF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7709" name="Text Box 52"/>
            <p:cNvSpPr txBox="1">
              <a:spLocks noChangeArrowheads="1"/>
            </p:cNvSpPr>
            <p:nvPr/>
          </p:nvSpPr>
          <p:spPr bwMode="auto">
            <a:xfrm>
              <a:off x="2744" y="2219"/>
              <a:ext cx="263" cy="327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i</a:t>
              </a:r>
              <a:r>
                <a:rPr lang="en-US" altLang="zh-CN" b="0" i="1" baseline="-2500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L</a:t>
              </a:r>
              <a:endParaRPr lang="en-US" altLang="zh-CN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157710" name="Text Box 53"/>
            <p:cNvSpPr txBox="1">
              <a:spLocks noChangeArrowheads="1"/>
            </p:cNvSpPr>
            <p:nvPr/>
          </p:nvSpPr>
          <p:spPr bwMode="auto">
            <a:xfrm>
              <a:off x="1701" y="2309"/>
              <a:ext cx="253" cy="327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R</a:t>
              </a:r>
              <a:endParaRPr lang="en-US" altLang="zh-CN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157711" name="Text Box 54"/>
            <p:cNvSpPr txBox="1">
              <a:spLocks noChangeArrowheads="1"/>
            </p:cNvSpPr>
            <p:nvPr/>
          </p:nvSpPr>
          <p:spPr bwMode="auto">
            <a:xfrm>
              <a:off x="2336" y="2355"/>
              <a:ext cx="242" cy="327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+</a:t>
              </a:r>
            </a:p>
          </p:txBody>
        </p:sp>
        <p:sp>
          <p:nvSpPr>
            <p:cNvPr id="157712" name="Text Box 55"/>
            <p:cNvSpPr txBox="1">
              <a:spLocks noChangeArrowheads="1"/>
            </p:cNvSpPr>
            <p:nvPr/>
          </p:nvSpPr>
          <p:spPr bwMode="auto">
            <a:xfrm>
              <a:off x="2336" y="2930"/>
              <a:ext cx="228" cy="327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CN" b="0">
                  <a:solidFill>
                    <a:schemeClr val="bg1"/>
                  </a:solidFill>
                  <a:latin typeface="宋体" pitchFamily="2" charset="-122"/>
                  <a:ea typeface="宋体" pitchFamily="2" charset="-122"/>
                </a:rPr>
                <a:t>-</a:t>
              </a:r>
            </a:p>
          </p:txBody>
        </p:sp>
        <p:sp>
          <p:nvSpPr>
            <p:cNvPr id="157713" name="Text Box 56"/>
            <p:cNvSpPr txBox="1">
              <a:spLocks noChangeArrowheads="1"/>
            </p:cNvSpPr>
            <p:nvPr/>
          </p:nvSpPr>
          <p:spPr bwMode="auto">
            <a:xfrm>
              <a:off x="2245" y="2627"/>
              <a:ext cx="313" cy="327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u</a:t>
              </a:r>
              <a:r>
                <a:rPr lang="en-US" altLang="zh-CN" b="0" i="1" baseline="-2500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L</a:t>
              </a:r>
              <a:endParaRPr lang="en-US" altLang="zh-CN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157714" name="Rectangle 57"/>
            <p:cNvSpPr>
              <a:spLocks noChangeArrowheads="1"/>
            </p:cNvSpPr>
            <p:nvPr/>
          </p:nvSpPr>
          <p:spPr bwMode="auto">
            <a:xfrm>
              <a:off x="1701" y="2205"/>
              <a:ext cx="317" cy="136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</a:gradFill>
            <a:ln w="2857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157715" name="Group 58"/>
            <p:cNvGrpSpPr>
              <a:grpSpLocks/>
            </p:cNvGrpSpPr>
            <p:nvPr/>
          </p:nvGrpSpPr>
          <p:grpSpPr bwMode="auto">
            <a:xfrm>
              <a:off x="2608" y="2614"/>
              <a:ext cx="91" cy="363"/>
              <a:chOff x="2744" y="2931"/>
              <a:chExt cx="57" cy="283"/>
            </a:xfrm>
          </p:grpSpPr>
          <p:sp>
            <p:nvSpPr>
              <p:cNvPr id="157716" name="Arc 59"/>
              <p:cNvSpPr>
                <a:spLocks noChangeArrowheads="1"/>
              </p:cNvSpPr>
              <p:nvPr/>
            </p:nvSpPr>
            <p:spPr bwMode="auto">
              <a:xfrm rot="10800000" flipH="1" flipV="1">
                <a:off x="2744" y="2931"/>
                <a:ext cx="57" cy="91"/>
              </a:xfrm>
              <a:custGeom>
                <a:avLst/>
                <a:gdLst/>
                <a:ahLst/>
                <a:cxnLst>
                  <a:cxn ang="0">
                    <a:pos x="1123" y="0"/>
                  </a:cxn>
                  <a:cxn ang="0">
                    <a:pos x="22723" y="21600"/>
                  </a:cxn>
                  <a:cxn ang="0">
                    <a:pos x="1123" y="43200"/>
                  </a:cxn>
                  <a:cxn ang="0">
                    <a:pos x="0" y="43170"/>
                  </a:cxn>
                  <a:cxn ang="0">
                    <a:pos x="1123" y="0"/>
                  </a:cxn>
                  <a:cxn ang="0">
                    <a:pos x="22723" y="21600"/>
                  </a:cxn>
                  <a:cxn ang="0">
                    <a:pos x="1123" y="43200"/>
                  </a:cxn>
                  <a:cxn ang="0">
                    <a:pos x="0" y="43170"/>
                  </a:cxn>
                  <a:cxn ang="0">
                    <a:pos x="1123" y="21600"/>
                  </a:cxn>
                  <a:cxn ang="0">
                    <a:pos x="1123" y="0"/>
                  </a:cxn>
                </a:cxnLst>
                <a:rect l="0" t="0" r="r" b="b"/>
                <a:pathLst>
                  <a:path w="22723" h="43200" fill="none">
                    <a:moveTo>
                      <a:pt x="1123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>
                    <a:moveTo>
                      <a:pt x="1123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lnTo>
                      <a:pt x="1123" y="0"/>
                    </a:lnTo>
                    <a:close/>
                  </a:path>
                </a:pathLst>
              </a:custGeom>
              <a:noFill/>
              <a:ln w="38100">
                <a:solidFill>
                  <a:srgbClr val="FF99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7717" name="Arc 60"/>
              <p:cNvSpPr>
                <a:spLocks noChangeArrowheads="1"/>
              </p:cNvSpPr>
              <p:nvPr/>
            </p:nvSpPr>
            <p:spPr bwMode="auto">
              <a:xfrm rot="10800000" flipH="1" flipV="1">
                <a:off x="2744" y="3027"/>
                <a:ext cx="57" cy="91"/>
              </a:xfrm>
              <a:custGeom>
                <a:avLst/>
                <a:gdLst/>
                <a:ahLst/>
                <a:cxnLst>
                  <a:cxn ang="0">
                    <a:pos x="1123" y="0"/>
                  </a:cxn>
                  <a:cxn ang="0">
                    <a:pos x="22723" y="21600"/>
                  </a:cxn>
                  <a:cxn ang="0">
                    <a:pos x="1123" y="43200"/>
                  </a:cxn>
                  <a:cxn ang="0">
                    <a:pos x="0" y="43170"/>
                  </a:cxn>
                  <a:cxn ang="0">
                    <a:pos x="1123" y="0"/>
                  </a:cxn>
                  <a:cxn ang="0">
                    <a:pos x="22723" y="21600"/>
                  </a:cxn>
                  <a:cxn ang="0">
                    <a:pos x="1123" y="43200"/>
                  </a:cxn>
                  <a:cxn ang="0">
                    <a:pos x="0" y="43170"/>
                  </a:cxn>
                  <a:cxn ang="0">
                    <a:pos x="1123" y="21600"/>
                  </a:cxn>
                  <a:cxn ang="0">
                    <a:pos x="1123" y="0"/>
                  </a:cxn>
                </a:cxnLst>
                <a:rect l="0" t="0" r="r" b="b"/>
                <a:pathLst>
                  <a:path w="22723" h="43200" fill="none">
                    <a:moveTo>
                      <a:pt x="1123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>
                    <a:moveTo>
                      <a:pt x="1123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lnTo>
                      <a:pt x="1123" y="0"/>
                    </a:lnTo>
                    <a:close/>
                  </a:path>
                </a:pathLst>
              </a:custGeom>
              <a:noFill/>
              <a:ln w="38100">
                <a:solidFill>
                  <a:srgbClr val="FF99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7718" name="Arc 61"/>
              <p:cNvSpPr>
                <a:spLocks noChangeArrowheads="1"/>
              </p:cNvSpPr>
              <p:nvPr/>
            </p:nvSpPr>
            <p:spPr bwMode="auto">
              <a:xfrm rot="10800000" flipH="1" flipV="1">
                <a:off x="2744" y="3123"/>
                <a:ext cx="57" cy="91"/>
              </a:xfrm>
              <a:custGeom>
                <a:avLst/>
                <a:gdLst/>
                <a:ahLst/>
                <a:cxnLst>
                  <a:cxn ang="0">
                    <a:pos x="1123" y="0"/>
                  </a:cxn>
                  <a:cxn ang="0">
                    <a:pos x="22723" y="21600"/>
                  </a:cxn>
                  <a:cxn ang="0">
                    <a:pos x="1123" y="43200"/>
                  </a:cxn>
                  <a:cxn ang="0">
                    <a:pos x="0" y="43170"/>
                  </a:cxn>
                  <a:cxn ang="0">
                    <a:pos x="1123" y="0"/>
                  </a:cxn>
                  <a:cxn ang="0">
                    <a:pos x="22723" y="21600"/>
                  </a:cxn>
                  <a:cxn ang="0">
                    <a:pos x="1123" y="43200"/>
                  </a:cxn>
                  <a:cxn ang="0">
                    <a:pos x="0" y="43170"/>
                  </a:cxn>
                  <a:cxn ang="0">
                    <a:pos x="1123" y="21600"/>
                  </a:cxn>
                  <a:cxn ang="0">
                    <a:pos x="1123" y="0"/>
                  </a:cxn>
                </a:cxnLst>
                <a:rect l="0" t="0" r="r" b="b"/>
                <a:pathLst>
                  <a:path w="22723" h="43200" fill="none">
                    <a:moveTo>
                      <a:pt x="1123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>
                    <a:moveTo>
                      <a:pt x="1123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lnTo>
                      <a:pt x="1123" y="0"/>
                    </a:lnTo>
                    <a:close/>
                  </a:path>
                </a:pathLst>
              </a:custGeom>
              <a:noFill/>
              <a:ln w="38100">
                <a:solidFill>
                  <a:srgbClr val="FF99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57719" name="Line 62"/>
            <p:cNvSpPr>
              <a:spLocks noChangeShapeType="1"/>
            </p:cNvSpPr>
            <p:nvPr/>
          </p:nvSpPr>
          <p:spPr bwMode="auto">
            <a:xfrm>
              <a:off x="1111" y="2296"/>
              <a:ext cx="0" cy="1043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7720" name="Line 63"/>
            <p:cNvSpPr>
              <a:spLocks noChangeShapeType="1"/>
            </p:cNvSpPr>
            <p:nvPr/>
          </p:nvSpPr>
          <p:spPr bwMode="auto">
            <a:xfrm>
              <a:off x="2608" y="2296"/>
              <a:ext cx="0" cy="318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</p:grpSp>
      <p:graphicFrame>
        <p:nvGraphicFramePr>
          <p:cNvPr id="261184" name="Object 64"/>
          <p:cNvGraphicFramePr>
            <a:graphicFrameLocks noChangeAspect="1"/>
          </p:cNvGraphicFramePr>
          <p:nvPr/>
        </p:nvGraphicFramePr>
        <p:xfrm>
          <a:off x="971550" y="2781300"/>
          <a:ext cx="1008063" cy="1008063"/>
        </p:xfrm>
        <a:graphic>
          <a:graphicData uri="http://schemas.openxmlformats.org/presentationml/2006/ole">
            <p:oleObj spid="_x0000_s157721" r:id="rId5" imgW="393840" imgH="392040" progId="Equation.3">
              <p:embed/>
            </p:oleObj>
          </a:graphicData>
        </a:graphic>
      </p:graphicFrame>
      <p:graphicFrame>
        <p:nvGraphicFramePr>
          <p:cNvPr id="261185" name="Object 65"/>
          <p:cNvGraphicFramePr>
            <a:graphicFrameLocks noChangeAspect="1"/>
          </p:cNvGraphicFramePr>
          <p:nvPr/>
        </p:nvGraphicFramePr>
        <p:xfrm>
          <a:off x="2411413" y="2781300"/>
          <a:ext cx="1701800" cy="992188"/>
        </p:xfrm>
        <a:graphic>
          <a:graphicData uri="http://schemas.openxmlformats.org/presentationml/2006/ole">
            <p:oleObj spid="_x0000_s157722" r:id="rId6" imgW="683640" imgH="392040" progId="Equation.3">
              <p:embed/>
            </p:oleObj>
          </a:graphicData>
        </a:graphic>
      </p:graphicFrame>
      <p:graphicFrame>
        <p:nvGraphicFramePr>
          <p:cNvPr id="261186" name="Object 66"/>
          <p:cNvGraphicFramePr>
            <a:graphicFrameLocks noChangeAspect="1"/>
          </p:cNvGraphicFramePr>
          <p:nvPr/>
        </p:nvGraphicFramePr>
        <p:xfrm>
          <a:off x="971550" y="3860800"/>
          <a:ext cx="3240088" cy="1143000"/>
        </p:xfrm>
        <a:graphic>
          <a:graphicData uri="http://schemas.openxmlformats.org/presentationml/2006/ole">
            <p:oleObj spid="_x0000_s157723" r:id="rId7" imgW="1135440" imgH="392040" progId="Equation.3">
              <p:embed/>
            </p:oleObj>
          </a:graphicData>
        </a:graphic>
      </p:graphicFrame>
      <p:graphicFrame>
        <p:nvGraphicFramePr>
          <p:cNvPr id="261187" name="Object 67"/>
          <p:cNvGraphicFramePr>
            <a:graphicFrameLocks noChangeAspect="1"/>
          </p:cNvGraphicFramePr>
          <p:nvPr/>
        </p:nvGraphicFramePr>
        <p:xfrm>
          <a:off x="900113" y="4941888"/>
          <a:ext cx="4897437" cy="1122362"/>
        </p:xfrm>
        <a:graphic>
          <a:graphicData uri="http://schemas.openxmlformats.org/presentationml/2006/ole">
            <p:oleObj spid="_x0000_s157724" r:id="rId8" imgW="1749600" imgH="392040" progId="Equation.3">
              <p:embed/>
            </p:oleObj>
          </a:graphicData>
        </a:graphic>
      </p:graphicFrame>
      <p:grpSp>
        <p:nvGrpSpPr>
          <p:cNvPr id="157725" name="Group 68"/>
          <p:cNvGrpSpPr>
            <a:grpSpLocks/>
          </p:cNvGrpSpPr>
          <p:nvPr/>
        </p:nvGrpSpPr>
        <p:grpSpPr bwMode="auto"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157726" name="Picture 69" descr="78900"/>
            <p:cNvPicPr>
              <a:picLocks noChangeAspect="1" noChangeArrowheads="1"/>
            </p:cNvPicPr>
            <p:nvPr/>
          </p:nvPicPr>
          <p:blipFill>
            <a:blip r:embed="rId9"/>
            <a:srcRect/>
            <a:stretch>
              <a:fillRect/>
            </a:stretch>
          </p:blipFill>
          <p:spPr bwMode="auto"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57727" name="Text Box 70">
              <a:hlinkClick r:id="" action="ppaction://hlinkshowjump?jump=nextslide"/>
            </p:cNvPr>
            <p:cNvSpPr txBox="1">
              <a:spLocks noChangeArrowheads="1"/>
            </p:cNvSpPr>
            <p:nvPr/>
          </p:nvSpPr>
          <p:spPr bwMode="auto"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0">
                  <a:solidFill>
                    <a:schemeClr val="bg1"/>
                  </a:solidFill>
                  <a:latin typeface="隶书" pitchFamily="49" charset="-122"/>
                  <a:ea typeface="隶书" pitchFamily="49" charset="-122"/>
                </a:rPr>
                <a:t>下 页</a:t>
              </a:r>
            </a:p>
          </p:txBody>
        </p:sp>
      </p:grpSp>
      <p:grpSp>
        <p:nvGrpSpPr>
          <p:cNvPr id="157728" name="Group 71"/>
          <p:cNvGrpSpPr>
            <a:grpSpLocks/>
          </p:cNvGrpSpPr>
          <p:nvPr/>
        </p:nvGrpSpPr>
        <p:grpSpPr bwMode="auto">
          <a:xfrm>
            <a:off x="7453313" y="6446838"/>
            <a:ext cx="792162" cy="366712"/>
            <a:chOff x="4649" y="4020"/>
            <a:chExt cx="499" cy="231"/>
          </a:xfrm>
        </p:grpSpPr>
        <p:pic>
          <p:nvPicPr>
            <p:cNvPr id="157729" name="Picture 72" descr="78900"/>
            <p:cNvPicPr>
              <a:picLocks noChangeAspect="1" noChangeArrowheads="1"/>
            </p:cNvPicPr>
            <p:nvPr/>
          </p:nvPicPr>
          <p:blipFill>
            <a:blip r:embed="rId9"/>
            <a:srcRect/>
            <a:stretch>
              <a:fillRect/>
            </a:stretch>
          </p:blipFill>
          <p:spPr bwMode="auto"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57730" name="Text Box 73">
              <a:hlinkClick r:id="" action="ppaction://hlinkshowjump?jump=previousslide"/>
            </p:cNvPr>
            <p:cNvSpPr txBox="1">
              <a:spLocks noChangeArrowheads="1"/>
            </p:cNvSpPr>
            <p:nvPr/>
          </p:nvSpPr>
          <p:spPr bwMode="auto"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0">
                  <a:solidFill>
                    <a:schemeClr val="bg1"/>
                  </a:solidFill>
                  <a:latin typeface="隶书" pitchFamily="49" charset="-122"/>
                  <a:ea typeface="隶书" pitchFamily="49" charset="-122"/>
                </a:rPr>
                <a:t>上 页</a:t>
              </a:r>
            </a:p>
          </p:txBody>
        </p:sp>
      </p:grpSp>
      <p:grpSp>
        <p:nvGrpSpPr>
          <p:cNvPr id="157731" name="Group 74"/>
          <p:cNvGrpSpPr>
            <a:grpSpLocks/>
          </p:cNvGrpSpPr>
          <p:nvPr/>
        </p:nvGrpSpPr>
        <p:grpSpPr bwMode="auto">
          <a:xfrm>
            <a:off x="6588125" y="6446838"/>
            <a:ext cx="792163" cy="366712"/>
            <a:chOff x="4649" y="4020"/>
            <a:chExt cx="499" cy="231"/>
          </a:xfrm>
        </p:grpSpPr>
        <p:pic>
          <p:nvPicPr>
            <p:cNvPr id="157732" name="Picture 75" descr="78900"/>
            <p:cNvPicPr>
              <a:picLocks noChangeAspect="1" noChangeArrowheads="1"/>
            </p:cNvPicPr>
            <p:nvPr/>
          </p:nvPicPr>
          <p:blipFill>
            <a:blip r:embed="rId9"/>
            <a:srcRect/>
            <a:stretch>
              <a:fillRect/>
            </a:stretch>
          </p:blipFill>
          <p:spPr bwMode="auto"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57733" name="Text Box 76">
              <a:hlinkClick r:id="rId10" action="ppaction://hlinksldjump"/>
            </p:cNvPr>
            <p:cNvSpPr txBox="1">
              <a:spLocks noChangeArrowheads="1"/>
            </p:cNvSpPr>
            <p:nvPr/>
          </p:nvSpPr>
          <p:spPr bwMode="auto"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0">
                  <a:solidFill>
                    <a:schemeClr val="bg1"/>
                  </a:solidFill>
                  <a:latin typeface="隶书" pitchFamily="49" charset="-122"/>
                  <a:ea typeface="隶书" pitchFamily="49" charset="-122"/>
                </a:rPr>
                <a:t>返 回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61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611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611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611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611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261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2000"/>
                                        <p:tgtEl>
                                          <p:spTgt spid="2611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000"/>
                            </p:stCondLst>
                            <p:childTnLst>
                              <p:par>
                                <p:cTn id="3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2000"/>
                                        <p:tgtEl>
                                          <p:spTgt spid="2611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2000"/>
                                        <p:tgtEl>
                                          <p:spTgt spid="261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2000"/>
                                        <p:tgtEl>
                                          <p:spTgt spid="261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1139" grpId="0"/>
      <p:bldP spid="261165" grpId="0"/>
    </p:bldLst>
  </p:timing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7620" name="Group 52"/>
          <p:cNvGrpSpPr>
            <a:grpSpLocks/>
          </p:cNvGrpSpPr>
          <p:nvPr/>
        </p:nvGrpSpPr>
        <p:grpSpPr bwMode="auto">
          <a:xfrm>
            <a:off x="1042988" y="476250"/>
            <a:ext cx="3889375" cy="2138363"/>
            <a:chOff x="657" y="300"/>
            <a:chExt cx="2450" cy="1347"/>
          </a:xfrm>
        </p:grpSpPr>
        <p:graphicFrame>
          <p:nvGraphicFramePr>
            <p:cNvPr id="158722" name="Object 7"/>
            <p:cNvGraphicFramePr>
              <a:graphicFrameLocks noChangeAspect="1"/>
            </p:cNvGraphicFramePr>
            <p:nvPr/>
          </p:nvGraphicFramePr>
          <p:xfrm>
            <a:off x="884" y="300"/>
            <a:ext cx="1633" cy="636"/>
          </p:xfrm>
          <a:graphic>
            <a:graphicData uri="http://schemas.openxmlformats.org/presentationml/2006/ole">
              <p:oleObj spid="_x0000_s158722" r:id="rId3" imgW="869040" imgH="392040" progId="Equation.3">
                <p:embed/>
              </p:oleObj>
            </a:graphicData>
          </a:graphic>
        </p:graphicFrame>
        <p:graphicFrame>
          <p:nvGraphicFramePr>
            <p:cNvPr id="158723" name="Object 8"/>
            <p:cNvGraphicFramePr>
              <a:graphicFrameLocks noChangeAspect="1"/>
            </p:cNvGraphicFramePr>
            <p:nvPr/>
          </p:nvGraphicFramePr>
          <p:xfrm>
            <a:off x="839" y="981"/>
            <a:ext cx="2268" cy="666"/>
          </p:xfrm>
          <a:graphic>
            <a:graphicData uri="http://schemas.openxmlformats.org/presentationml/2006/ole">
              <p:oleObj spid="_x0000_s158723" r:id="rId4" imgW="1332720" imgH="392040" progId="Equation.3">
                <p:embed/>
              </p:oleObj>
            </a:graphicData>
          </a:graphic>
        </p:graphicFrame>
        <p:sp>
          <p:nvSpPr>
            <p:cNvPr id="158724" name="AutoShape 9"/>
            <p:cNvSpPr>
              <a:spLocks/>
            </p:cNvSpPr>
            <p:nvPr/>
          </p:nvSpPr>
          <p:spPr bwMode="auto">
            <a:xfrm>
              <a:off x="657" y="572"/>
              <a:ext cx="136" cy="953"/>
            </a:xfrm>
            <a:prstGeom prst="leftBrace">
              <a:avLst>
                <a:gd name="adj1" fmla="val 58297"/>
                <a:gd name="adj2" fmla="val 50000"/>
              </a:avLst>
            </a:prstGeom>
            <a:noFill/>
            <a:ln w="28575">
              <a:solidFill>
                <a:schemeClr val="bg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237621" name="Group 53"/>
          <p:cNvGrpSpPr>
            <a:grpSpLocks/>
          </p:cNvGrpSpPr>
          <p:nvPr/>
        </p:nvGrpSpPr>
        <p:grpSpPr bwMode="auto">
          <a:xfrm>
            <a:off x="755650" y="3068638"/>
            <a:ext cx="3248025" cy="2378075"/>
            <a:chOff x="622" y="1765"/>
            <a:chExt cx="2046" cy="1498"/>
          </a:xfrm>
        </p:grpSpPr>
        <p:sp>
          <p:nvSpPr>
            <p:cNvPr id="158726" name="Text Box 54"/>
            <p:cNvSpPr txBox="1">
              <a:spLocks noChangeArrowheads="1"/>
            </p:cNvSpPr>
            <p:nvPr/>
          </p:nvSpPr>
          <p:spPr bwMode="auto">
            <a:xfrm>
              <a:off x="1188" y="1765"/>
              <a:ext cx="271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i</a:t>
              </a:r>
              <a:r>
                <a:rPr lang="en-US" altLang="zh-CN" b="0" baseline="-2500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L</a:t>
              </a:r>
              <a:endParaRPr lang="en-US" altLang="zh-CN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158727" name="Line 55"/>
            <p:cNvSpPr>
              <a:spLocks noChangeShapeType="1"/>
            </p:cNvSpPr>
            <p:nvPr/>
          </p:nvSpPr>
          <p:spPr bwMode="auto">
            <a:xfrm>
              <a:off x="776" y="2962"/>
              <a:ext cx="1719" cy="0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8728" name="Line 56"/>
            <p:cNvSpPr>
              <a:spLocks noChangeShapeType="1"/>
            </p:cNvSpPr>
            <p:nvPr/>
          </p:nvSpPr>
          <p:spPr bwMode="auto">
            <a:xfrm flipV="1">
              <a:off x="1035" y="2025"/>
              <a:ext cx="0" cy="1183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8729" name="Line 57"/>
            <p:cNvSpPr>
              <a:spLocks noChangeShapeType="1"/>
            </p:cNvSpPr>
            <p:nvPr/>
          </p:nvSpPr>
          <p:spPr bwMode="auto">
            <a:xfrm flipH="1">
              <a:off x="787" y="2962"/>
              <a:ext cx="236" cy="0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8730" name="Line 58"/>
            <p:cNvSpPr>
              <a:spLocks noChangeShapeType="1"/>
            </p:cNvSpPr>
            <p:nvPr/>
          </p:nvSpPr>
          <p:spPr bwMode="auto">
            <a:xfrm>
              <a:off x="1046" y="2376"/>
              <a:ext cx="1291" cy="0"/>
            </a:xfrm>
            <a:prstGeom prst="line">
              <a:avLst/>
            </a:prstGeom>
            <a:noFill/>
            <a:ln w="28575">
              <a:solidFill>
                <a:srgbClr val="00FFFF"/>
              </a:solidFill>
              <a:prstDash val="dash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8731" name="Arc 59"/>
            <p:cNvSpPr>
              <a:spLocks noChangeArrowheads="1"/>
            </p:cNvSpPr>
            <p:nvPr/>
          </p:nvSpPr>
          <p:spPr bwMode="auto">
            <a:xfrm flipH="1" flipV="1">
              <a:off x="1020" y="2160"/>
              <a:ext cx="1218" cy="773"/>
            </a:xfrm>
            <a:custGeom>
              <a:avLst/>
              <a:gdLst/>
              <a:ahLst/>
              <a:cxnLst>
                <a:cxn ang="0">
                  <a:pos x="-1" y="438"/>
                </a:cxn>
                <a:cxn ang="0">
                  <a:pos x="4332" y="0"/>
                </a:cxn>
                <a:cxn ang="0">
                  <a:pos x="25161" y="15884"/>
                </a:cxn>
                <a:cxn ang="0">
                  <a:pos x="-1" y="438"/>
                </a:cxn>
                <a:cxn ang="0">
                  <a:pos x="4332" y="0"/>
                </a:cxn>
                <a:cxn ang="0">
                  <a:pos x="25161" y="15884"/>
                </a:cxn>
                <a:cxn ang="0">
                  <a:pos x="4332" y="21600"/>
                </a:cxn>
                <a:cxn ang="0">
                  <a:pos x="-1" y="438"/>
                </a:cxn>
              </a:cxnLst>
              <a:rect l="0" t="0" r="r" b="b"/>
              <a:pathLst>
                <a:path w="25162" h="21600" fill="none">
                  <a:moveTo>
                    <a:pt x="-1" y="438"/>
                  </a:moveTo>
                  <a:cubicBezTo>
                    <a:pt x="1425" y="147"/>
                    <a:pt x="2876" y="-1"/>
                    <a:pt x="4332" y="0"/>
                  </a:cubicBezTo>
                  <a:cubicBezTo>
                    <a:pt x="14059" y="0"/>
                    <a:pt x="22587" y="6502"/>
                    <a:pt x="25161" y="15884"/>
                  </a:cubicBezTo>
                </a:path>
                <a:path w="25162" h="21600" stroke="0">
                  <a:moveTo>
                    <a:pt x="-1" y="438"/>
                  </a:moveTo>
                  <a:cubicBezTo>
                    <a:pt x="1425" y="147"/>
                    <a:pt x="2876" y="-1"/>
                    <a:pt x="4332" y="0"/>
                  </a:cubicBezTo>
                  <a:cubicBezTo>
                    <a:pt x="14059" y="0"/>
                    <a:pt x="22587" y="6502"/>
                    <a:pt x="25161" y="15884"/>
                  </a:cubicBezTo>
                  <a:lnTo>
                    <a:pt x="4332" y="21600"/>
                  </a:lnTo>
                  <a:lnTo>
                    <a:pt x="-1" y="438"/>
                  </a:lnTo>
                  <a:close/>
                </a:path>
              </a:pathLst>
            </a:custGeom>
            <a:noFill/>
            <a:ln w="38100">
              <a:solidFill>
                <a:srgbClr val="FF33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8732" name="Text Box 60"/>
            <p:cNvSpPr txBox="1">
              <a:spLocks noChangeArrowheads="1"/>
            </p:cNvSpPr>
            <p:nvPr/>
          </p:nvSpPr>
          <p:spPr bwMode="auto">
            <a:xfrm>
              <a:off x="2490" y="2701"/>
              <a:ext cx="178" cy="32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t</a:t>
              </a:r>
              <a:endParaRPr lang="en-US" altLang="zh-CN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158733" name="Text Box 61"/>
            <p:cNvSpPr txBox="1">
              <a:spLocks noChangeArrowheads="1"/>
            </p:cNvSpPr>
            <p:nvPr/>
          </p:nvSpPr>
          <p:spPr bwMode="auto">
            <a:xfrm>
              <a:off x="762" y="2936"/>
              <a:ext cx="227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0</a:t>
              </a:r>
            </a:p>
          </p:txBody>
        </p:sp>
        <p:sp>
          <p:nvSpPr>
            <p:cNvPr id="158734" name="Line 62"/>
            <p:cNvSpPr>
              <a:spLocks noChangeShapeType="1"/>
            </p:cNvSpPr>
            <p:nvPr/>
          </p:nvSpPr>
          <p:spPr bwMode="auto">
            <a:xfrm flipV="1">
              <a:off x="1020" y="2387"/>
              <a:ext cx="2" cy="585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158735" name="Object 63"/>
            <p:cNvGraphicFramePr>
              <a:graphicFrameLocks noChangeAspect="1"/>
            </p:cNvGraphicFramePr>
            <p:nvPr/>
          </p:nvGraphicFramePr>
          <p:xfrm>
            <a:off x="622" y="1986"/>
            <a:ext cx="283" cy="732"/>
          </p:xfrm>
          <a:graphic>
            <a:graphicData uri="http://schemas.openxmlformats.org/presentationml/2006/ole">
              <p:oleObj spid="_x0000_s158735" r:id="rId5" imgW="150480" imgH="392040" progId="Equation.3">
                <p:embed/>
              </p:oleObj>
            </a:graphicData>
          </a:graphic>
        </p:graphicFrame>
      </p:grpSp>
      <p:grpSp>
        <p:nvGrpSpPr>
          <p:cNvPr id="237632" name="Group 64"/>
          <p:cNvGrpSpPr>
            <a:grpSpLocks/>
          </p:cNvGrpSpPr>
          <p:nvPr/>
        </p:nvGrpSpPr>
        <p:grpSpPr bwMode="auto">
          <a:xfrm>
            <a:off x="4716463" y="2781300"/>
            <a:ext cx="3232150" cy="2890838"/>
            <a:chOff x="3060" y="1674"/>
            <a:chExt cx="2036" cy="1821"/>
          </a:xfrm>
        </p:grpSpPr>
        <p:sp>
          <p:nvSpPr>
            <p:cNvPr id="158737" name="Line 65"/>
            <p:cNvSpPr>
              <a:spLocks noChangeShapeType="1"/>
            </p:cNvSpPr>
            <p:nvPr/>
          </p:nvSpPr>
          <p:spPr bwMode="auto">
            <a:xfrm>
              <a:off x="3397" y="2732"/>
              <a:ext cx="1526" cy="0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8738" name="Line 66"/>
            <p:cNvSpPr>
              <a:spLocks noChangeShapeType="1"/>
            </p:cNvSpPr>
            <p:nvPr/>
          </p:nvSpPr>
          <p:spPr bwMode="auto">
            <a:xfrm flipV="1">
              <a:off x="3626" y="1907"/>
              <a:ext cx="0" cy="1465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8739" name="Line 67"/>
            <p:cNvSpPr>
              <a:spLocks noChangeShapeType="1"/>
            </p:cNvSpPr>
            <p:nvPr/>
          </p:nvSpPr>
          <p:spPr bwMode="auto">
            <a:xfrm flipH="1" flipV="1">
              <a:off x="3386" y="2722"/>
              <a:ext cx="231" cy="10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8740" name="Arc 68"/>
            <p:cNvSpPr>
              <a:spLocks noChangeArrowheads="1"/>
            </p:cNvSpPr>
            <p:nvPr/>
          </p:nvSpPr>
          <p:spPr bwMode="auto">
            <a:xfrm flipH="1">
              <a:off x="3641" y="2773"/>
              <a:ext cx="1081" cy="412"/>
            </a:xfrm>
            <a:custGeom>
              <a:avLst/>
              <a:gdLst/>
              <a:ahLst/>
              <a:cxnLst>
                <a:cxn ang="0">
                  <a:pos x="-1" y="438"/>
                </a:cxn>
                <a:cxn ang="0">
                  <a:pos x="4332" y="0"/>
                </a:cxn>
                <a:cxn ang="0">
                  <a:pos x="25161" y="15884"/>
                </a:cxn>
                <a:cxn ang="0">
                  <a:pos x="-1" y="438"/>
                </a:cxn>
                <a:cxn ang="0">
                  <a:pos x="4332" y="0"/>
                </a:cxn>
                <a:cxn ang="0">
                  <a:pos x="25161" y="15884"/>
                </a:cxn>
                <a:cxn ang="0">
                  <a:pos x="4332" y="21600"/>
                </a:cxn>
                <a:cxn ang="0">
                  <a:pos x="-1" y="438"/>
                </a:cxn>
              </a:cxnLst>
              <a:rect l="0" t="0" r="r" b="b"/>
              <a:pathLst>
                <a:path w="25162" h="21600" fill="none">
                  <a:moveTo>
                    <a:pt x="-1" y="438"/>
                  </a:moveTo>
                  <a:cubicBezTo>
                    <a:pt x="1425" y="147"/>
                    <a:pt x="2876" y="-1"/>
                    <a:pt x="4332" y="0"/>
                  </a:cubicBezTo>
                  <a:cubicBezTo>
                    <a:pt x="14059" y="0"/>
                    <a:pt x="22587" y="6502"/>
                    <a:pt x="25161" y="15884"/>
                  </a:cubicBezTo>
                </a:path>
                <a:path w="25162" h="21600" stroke="0">
                  <a:moveTo>
                    <a:pt x="-1" y="438"/>
                  </a:moveTo>
                  <a:cubicBezTo>
                    <a:pt x="1425" y="147"/>
                    <a:pt x="2876" y="-1"/>
                    <a:pt x="4332" y="0"/>
                  </a:cubicBezTo>
                  <a:cubicBezTo>
                    <a:pt x="14059" y="0"/>
                    <a:pt x="22587" y="6502"/>
                    <a:pt x="25161" y="15884"/>
                  </a:cubicBezTo>
                  <a:lnTo>
                    <a:pt x="4332" y="21600"/>
                  </a:lnTo>
                  <a:lnTo>
                    <a:pt x="-1" y="438"/>
                  </a:lnTo>
                  <a:close/>
                </a:path>
              </a:pathLst>
            </a:custGeom>
            <a:noFill/>
            <a:ln w="38100">
              <a:solidFill>
                <a:srgbClr val="FF33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8741" name="Text Box 69"/>
            <p:cNvSpPr txBox="1">
              <a:spLocks noChangeArrowheads="1"/>
            </p:cNvSpPr>
            <p:nvPr/>
          </p:nvSpPr>
          <p:spPr bwMode="auto">
            <a:xfrm>
              <a:off x="3762" y="1674"/>
              <a:ext cx="321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u</a:t>
              </a:r>
              <a:r>
                <a:rPr lang="en-US" altLang="zh-CN" b="0" baseline="-2500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L</a:t>
              </a:r>
              <a:endParaRPr lang="en-US" altLang="zh-CN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158742" name="Text Box 70"/>
            <p:cNvSpPr txBox="1">
              <a:spLocks noChangeArrowheads="1"/>
            </p:cNvSpPr>
            <p:nvPr/>
          </p:nvSpPr>
          <p:spPr bwMode="auto">
            <a:xfrm>
              <a:off x="4918" y="2499"/>
              <a:ext cx="178" cy="32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t</a:t>
              </a:r>
              <a:endParaRPr lang="en-US" altLang="zh-CN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158743" name="Line 71"/>
            <p:cNvSpPr>
              <a:spLocks noChangeShapeType="1"/>
            </p:cNvSpPr>
            <p:nvPr/>
          </p:nvSpPr>
          <p:spPr bwMode="auto">
            <a:xfrm flipV="1">
              <a:off x="3630" y="2322"/>
              <a:ext cx="0" cy="413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8744" name="Text Box 72"/>
            <p:cNvSpPr txBox="1">
              <a:spLocks noChangeArrowheads="1"/>
            </p:cNvSpPr>
            <p:nvPr/>
          </p:nvSpPr>
          <p:spPr bwMode="auto">
            <a:xfrm>
              <a:off x="3334" y="2160"/>
              <a:ext cx="228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1</a:t>
              </a:r>
            </a:p>
          </p:txBody>
        </p:sp>
        <p:graphicFrame>
          <p:nvGraphicFramePr>
            <p:cNvPr id="158745" name="Object 73"/>
            <p:cNvGraphicFramePr>
              <a:graphicFrameLocks noChangeAspect="1"/>
            </p:cNvGraphicFramePr>
            <p:nvPr/>
          </p:nvGraphicFramePr>
          <p:xfrm>
            <a:off x="3060" y="2849"/>
            <a:ext cx="447" cy="646"/>
          </p:xfrm>
          <a:graphic>
            <a:graphicData uri="http://schemas.openxmlformats.org/presentationml/2006/ole">
              <p:oleObj spid="_x0000_s158745" r:id="rId6" imgW="278280" imgH="392040" progId="Equation.3">
                <p:embed/>
              </p:oleObj>
            </a:graphicData>
          </a:graphic>
        </p:graphicFrame>
        <p:sp>
          <p:nvSpPr>
            <p:cNvPr id="158746" name="Text Box 74"/>
            <p:cNvSpPr txBox="1">
              <a:spLocks noChangeArrowheads="1"/>
            </p:cNvSpPr>
            <p:nvPr/>
          </p:nvSpPr>
          <p:spPr bwMode="auto">
            <a:xfrm>
              <a:off x="3424" y="2704"/>
              <a:ext cx="499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</a:rPr>
                <a:t>0</a:t>
              </a:r>
            </a:p>
          </p:txBody>
        </p:sp>
      </p:grpSp>
      <p:grpSp>
        <p:nvGrpSpPr>
          <p:cNvPr id="158747" name="Group 75"/>
          <p:cNvGrpSpPr>
            <a:grpSpLocks/>
          </p:cNvGrpSpPr>
          <p:nvPr/>
        </p:nvGrpSpPr>
        <p:grpSpPr bwMode="auto"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158748" name="Picture 76" descr="78900"/>
            <p:cNvPicPr>
              <a:picLocks noChangeAspect="1" noChangeArrowheads="1"/>
            </p:cNvPicPr>
            <p:nvPr/>
          </p:nvPicPr>
          <p:blipFill>
            <a:blip r:embed="rId7"/>
            <a:srcRect/>
            <a:stretch>
              <a:fillRect/>
            </a:stretch>
          </p:blipFill>
          <p:spPr bwMode="auto"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58749" name="Text Box 77">
              <a:hlinkClick r:id="" action="ppaction://hlinkshowjump?jump=nextslide"/>
            </p:cNvPr>
            <p:cNvSpPr txBox="1">
              <a:spLocks noChangeArrowheads="1"/>
            </p:cNvSpPr>
            <p:nvPr/>
          </p:nvSpPr>
          <p:spPr bwMode="auto"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0">
                  <a:solidFill>
                    <a:schemeClr val="bg1"/>
                  </a:solidFill>
                  <a:latin typeface="隶书" pitchFamily="49" charset="-122"/>
                  <a:ea typeface="隶书" pitchFamily="49" charset="-122"/>
                </a:rPr>
                <a:t>下 页</a:t>
              </a:r>
            </a:p>
          </p:txBody>
        </p:sp>
      </p:grpSp>
      <p:grpSp>
        <p:nvGrpSpPr>
          <p:cNvPr id="158750" name="Group 78"/>
          <p:cNvGrpSpPr>
            <a:grpSpLocks/>
          </p:cNvGrpSpPr>
          <p:nvPr/>
        </p:nvGrpSpPr>
        <p:grpSpPr bwMode="auto">
          <a:xfrm>
            <a:off x="7453313" y="6446838"/>
            <a:ext cx="792162" cy="366712"/>
            <a:chOff x="4649" y="4020"/>
            <a:chExt cx="499" cy="231"/>
          </a:xfrm>
        </p:grpSpPr>
        <p:pic>
          <p:nvPicPr>
            <p:cNvPr id="158751" name="Picture 79" descr="78900"/>
            <p:cNvPicPr>
              <a:picLocks noChangeAspect="1" noChangeArrowheads="1"/>
            </p:cNvPicPr>
            <p:nvPr/>
          </p:nvPicPr>
          <p:blipFill>
            <a:blip r:embed="rId7"/>
            <a:srcRect/>
            <a:stretch>
              <a:fillRect/>
            </a:stretch>
          </p:blipFill>
          <p:spPr bwMode="auto"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58752" name="Text Box 80">
              <a:hlinkClick r:id="" action="ppaction://hlinkshowjump?jump=previousslide"/>
            </p:cNvPr>
            <p:cNvSpPr txBox="1">
              <a:spLocks noChangeArrowheads="1"/>
            </p:cNvSpPr>
            <p:nvPr/>
          </p:nvSpPr>
          <p:spPr bwMode="auto"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0">
                  <a:solidFill>
                    <a:schemeClr val="bg1"/>
                  </a:solidFill>
                  <a:latin typeface="隶书" pitchFamily="49" charset="-122"/>
                  <a:ea typeface="隶书" pitchFamily="49" charset="-122"/>
                </a:rPr>
                <a:t>上 页</a:t>
              </a:r>
            </a:p>
          </p:txBody>
        </p:sp>
      </p:grpSp>
      <p:grpSp>
        <p:nvGrpSpPr>
          <p:cNvPr id="158753" name="Group 81"/>
          <p:cNvGrpSpPr>
            <a:grpSpLocks/>
          </p:cNvGrpSpPr>
          <p:nvPr/>
        </p:nvGrpSpPr>
        <p:grpSpPr bwMode="auto">
          <a:xfrm>
            <a:off x="6588125" y="6446838"/>
            <a:ext cx="792163" cy="366712"/>
            <a:chOff x="4649" y="4020"/>
            <a:chExt cx="499" cy="231"/>
          </a:xfrm>
        </p:grpSpPr>
        <p:pic>
          <p:nvPicPr>
            <p:cNvPr id="158754" name="Picture 82" descr="78900"/>
            <p:cNvPicPr>
              <a:picLocks noChangeAspect="1" noChangeArrowheads="1"/>
            </p:cNvPicPr>
            <p:nvPr/>
          </p:nvPicPr>
          <p:blipFill>
            <a:blip r:embed="rId7"/>
            <a:srcRect/>
            <a:stretch>
              <a:fillRect/>
            </a:stretch>
          </p:blipFill>
          <p:spPr bwMode="auto"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58755" name="Text Box 83">
              <a:hlinkClick r:id="rId8" action="ppaction://hlinksldjump"/>
            </p:cNvPr>
            <p:cNvSpPr txBox="1">
              <a:spLocks noChangeArrowheads="1"/>
            </p:cNvSpPr>
            <p:nvPr/>
          </p:nvSpPr>
          <p:spPr bwMode="auto"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0">
                  <a:solidFill>
                    <a:schemeClr val="bg1"/>
                  </a:solidFill>
                  <a:latin typeface="隶书" pitchFamily="49" charset="-122"/>
                  <a:ea typeface="隶书" pitchFamily="49" charset="-122"/>
                </a:rPr>
                <a:t>返 回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6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376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6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376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6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376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8594" name="Group 2"/>
          <p:cNvGrpSpPr>
            <a:grpSpLocks/>
          </p:cNvGrpSpPr>
          <p:nvPr/>
        </p:nvGrpSpPr>
        <p:grpSpPr bwMode="auto">
          <a:xfrm>
            <a:off x="1947863" y="1236663"/>
            <a:ext cx="4148137" cy="1184275"/>
            <a:chOff x="1108" y="829"/>
            <a:chExt cx="2474" cy="695"/>
          </a:xfrm>
        </p:grpSpPr>
        <p:sp>
          <p:nvSpPr>
            <p:cNvPr id="159746" name="Rectangle 3"/>
            <p:cNvSpPr>
              <a:spLocks noChangeArrowheads="1"/>
            </p:cNvSpPr>
            <p:nvPr/>
          </p:nvSpPr>
          <p:spPr bwMode="auto">
            <a:xfrm>
              <a:off x="1885" y="920"/>
              <a:ext cx="887" cy="604"/>
            </a:xfrm>
            <a:prstGeom prst="rect">
              <a:avLst/>
            </a:prstGeom>
            <a:gradFill rotWithShape="1">
              <a:gsLst>
                <a:gs pos="0">
                  <a:srgbClr val="FFFFFF"/>
                </a:gs>
                <a:gs pos="100000">
                  <a:schemeClr val="hlink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zh-CN" altLang="en-US" sz="3200">
                  <a:solidFill>
                    <a:schemeClr val="tx1"/>
                  </a:solidFill>
                  <a:latin typeface="Times New Roman" pitchFamily="18" charset="0"/>
                </a:rPr>
                <a:t>零状态</a:t>
              </a:r>
            </a:p>
          </p:txBody>
        </p:sp>
        <p:sp>
          <p:nvSpPr>
            <p:cNvPr id="159747" name="Line 4"/>
            <p:cNvSpPr>
              <a:spLocks noChangeShapeType="1"/>
            </p:cNvSpPr>
            <p:nvPr/>
          </p:nvSpPr>
          <p:spPr bwMode="auto">
            <a:xfrm>
              <a:off x="1344" y="1236"/>
              <a:ext cx="516" cy="1"/>
            </a:xfrm>
            <a:prstGeom prst="line">
              <a:avLst/>
            </a:prstGeom>
            <a:noFill/>
            <a:ln w="57150">
              <a:solidFill>
                <a:srgbClr val="0099FF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9748" name="Line 5"/>
            <p:cNvSpPr>
              <a:spLocks noChangeShapeType="1"/>
            </p:cNvSpPr>
            <p:nvPr/>
          </p:nvSpPr>
          <p:spPr bwMode="auto">
            <a:xfrm>
              <a:off x="2784" y="1236"/>
              <a:ext cx="516" cy="1"/>
            </a:xfrm>
            <a:prstGeom prst="line">
              <a:avLst/>
            </a:prstGeom>
            <a:noFill/>
            <a:ln w="57150">
              <a:solidFill>
                <a:srgbClr val="0099FF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9749" name="Text Box 6"/>
            <p:cNvSpPr txBox="1">
              <a:spLocks noChangeArrowheads="1"/>
            </p:cNvSpPr>
            <p:nvPr/>
          </p:nvSpPr>
          <p:spPr bwMode="auto">
            <a:xfrm>
              <a:off x="3141" y="874"/>
              <a:ext cx="441" cy="3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R</a:t>
              </a:r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(</a:t>
              </a:r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t</a:t>
              </a:r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)</a:t>
              </a:r>
            </a:p>
          </p:txBody>
        </p:sp>
        <p:graphicFrame>
          <p:nvGraphicFramePr>
            <p:cNvPr id="159750" name="Object 7"/>
            <p:cNvGraphicFramePr>
              <a:graphicFrameLocks noChangeAspect="1"/>
            </p:cNvGraphicFramePr>
            <p:nvPr/>
          </p:nvGraphicFramePr>
          <p:xfrm>
            <a:off x="1108" y="829"/>
            <a:ext cx="464" cy="346"/>
          </p:xfrm>
          <a:graphic>
            <a:graphicData uri="http://schemas.openxmlformats.org/presentationml/2006/ole">
              <p:oleObj spid="_x0000_s159750" r:id="rId3" imgW="266400" imgH="196200" progId="Equation.3">
                <p:embed/>
              </p:oleObj>
            </a:graphicData>
          </a:graphic>
        </p:graphicFrame>
      </p:grpSp>
      <p:sp>
        <p:nvSpPr>
          <p:cNvPr id="238600" name="Text Box 8"/>
          <p:cNvSpPr txBox="1">
            <a:spLocks noChangeArrowheads="1"/>
          </p:cNvSpPr>
          <p:nvPr/>
        </p:nvSpPr>
        <p:spPr bwMode="auto">
          <a:xfrm>
            <a:off x="179388" y="404813"/>
            <a:ext cx="6080125" cy="519112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buFont typeface="Wingdings" pitchFamily="2" charset="2"/>
              <a:buNone/>
            </a:pPr>
            <a:r>
              <a:rPr lang="en-US" altLang="zh-CN">
                <a:solidFill>
                  <a:schemeClr val="bg1"/>
                </a:solidFill>
                <a:latin typeface="楷体_GB2312" pitchFamily="49" charset="-122"/>
              </a:rPr>
              <a:t>3. </a:t>
            </a:r>
            <a:r>
              <a:rPr lang="zh-CN" altLang="en-US">
                <a:solidFill>
                  <a:schemeClr val="bg1"/>
                </a:solidFill>
                <a:latin typeface="楷体_GB2312" pitchFamily="49" charset="-122"/>
              </a:rPr>
              <a:t>单位阶跃响应和单位冲激响应关系</a:t>
            </a:r>
          </a:p>
        </p:txBody>
      </p:sp>
      <p:sp>
        <p:nvSpPr>
          <p:cNvPr id="238601" name="Text Box 9"/>
          <p:cNvSpPr txBox="1">
            <a:spLocks noChangeArrowheads="1"/>
          </p:cNvSpPr>
          <p:nvPr/>
        </p:nvSpPr>
        <p:spPr bwMode="auto">
          <a:xfrm>
            <a:off x="3563938" y="2565400"/>
            <a:ext cx="2355850" cy="547688"/>
          </a:xfrm>
          <a:prstGeom prst="rect">
            <a:avLst/>
          </a:prstGeom>
          <a:noFill/>
          <a:ln w="28575">
            <a:solidFill>
              <a:srgbClr val="00CCFF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>
                <a:latin typeface="Times New Roman" pitchFamily="18" charset="0"/>
              </a:rPr>
              <a:t>单位阶跃响应</a:t>
            </a:r>
          </a:p>
        </p:txBody>
      </p:sp>
      <p:sp>
        <p:nvSpPr>
          <p:cNvPr id="238602" name="Text Box 10"/>
          <p:cNvSpPr txBox="1">
            <a:spLocks noChangeArrowheads="1"/>
          </p:cNvSpPr>
          <p:nvPr/>
        </p:nvSpPr>
        <p:spPr bwMode="auto">
          <a:xfrm>
            <a:off x="3563938" y="4292600"/>
            <a:ext cx="2355850" cy="547688"/>
          </a:xfrm>
          <a:prstGeom prst="rect">
            <a:avLst/>
          </a:prstGeom>
          <a:noFill/>
          <a:ln w="28575">
            <a:solidFill>
              <a:srgbClr val="00CCFF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>
                <a:latin typeface="Times New Roman" pitchFamily="18" charset="0"/>
              </a:rPr>
              <a:t>单位冲激响应</a:t>
            </a:r>
          </a:p>
        </p:txBody>
      </p:sp>
      <p:sp>
        <p:nvSpPr>
          <p:cNvPr id="238603" name="Rectangle 11"/>
          <p:cNvSpPr>
            <a:spLocks noChangeArrowheads="1"/>
          </p:cNvSpPr>
          <p:nvPr/>
        </p:nvSpPr>
        <p:spPr bwMode="auto">
          <a:xfrm>
            <a:off x="4284663" y="5013325"/>
            <a:ext cx="769937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3200" b="0" i="1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h</a:t>
            </a:r>
            <a:r>
              <a:rPr lang="en-US" altLang="zh-CN" sz="3200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(</a:t>
            </a:r>
            <a:r>
              <a:rPr lang="en-US" altLang="zh-CN" sz="3200" b="0" i="1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t</a:t>
            </a:r>
            <a:r>
              <a:rPr lang="en-US" altLang="zh-CN" sz="3200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)</a:t>
            </a:r>
          </a:p>
        </p:txBody>
      </p:sp>
      <p:sp>
        <p:nvSpPr>
          <p:cNvPr id="238604" name="Rectangle 12"/>
          <p:cNvSpPr>
            <a:spLocks noChangeArrowheads="1"/>
          </p:cNvSpPr>
          <p:nvPr/>
        </p:nvSpPr>
        <p:spPr bwMode="auto">
          <a:xfrm>
            <a:off x="4284663" y="3429000"/>
            <a:ext cx="590550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sz="3200" b="0" i="1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s</a:t>
            </a:r>
            <a:r>
              <a:rPr lang="en-US" altLang="zh-CN" sz="3200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(</a:t>
            </a:r>
            <a:r>
              <a:rPr lang="en-US" altLang="zh-CN" sz="3200" b="0" i="1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t</a:t>
            </a:r>
            <a:r>
              <a:rPr lang="en-US" altLang="zh-CN" sz="3200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)</a:t>
            </a:r>
          </a:p>
        </p:txBody>
      </p:sp>
      <p:sp>
        <p:nvSpPr>
          <p:cNvPr id="238605" name="Text Box 13"/>
          <p:cNvSpPr txBox="1">
            <a:spLocks noChangeArrowheads="1"/>
          </p:cNvSpPr>
          <p:nvPr/>
        </p:nvSpPr>
        <p:spPr bwMode="auto">
          <a:xfrm>
            <a:off x="1116013" y="4221163"/>
            <a:ext cx="1641475" cy="547687"/>
          </a:xfrm>
          <a:prstGeom prst="rect">
            <a:avLst/>
          </a:prstGeom>
          <a:noFill/>
          <a:ln w="28575">
            <a:solidFill>
              <a:srgbClr val="00CCFF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>
                <a:latin typeface="Times New Roman" pitchFamily="18" charset="0"/>
              </a:rPr>
              <a:t>单位冲激</a:t>
            </a:r>
          </a:p>
        </p:txBody>
      </p:sp>
      <p:sp>
        <p:nvSpPr>
          <p:cNvPr id="238606" name="Text Box 14"/>
          <p:cNvSpPr txBox="1">
            <a:spLocks noChangeArrowheads="1"/>
          </p:cNvSpPr>
          <p:nvPr/>
        </p:nvSpPr>
        <p:spPr bwMode="auto">
          <a:xfrm>
            <a:off x="1547813" y="5013325"/>
            <a:ext cx="869950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3200" b="0" i="1">
                <a:solidFill>
                  <a:schemeClr val="bg1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 </a:t>
            </a:r>
            <a:r>
              <a:rPr lang="en-US" altLang="zh-CN" sz="3200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(</a:t>
            </a:r>
            <a:r>
              <a:rPr lang="en-US" altLang="zh-CN" sz="3200" b="0" i="1">
                <a:solidFill>
                  <a:schemeClr val="bg1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t</a:t>
            </a:r>
            <a:r>
              <a:rPr lang="en-US" altLang="zh-CN" sz="3200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)</a:t>
            </a:r>
            <a:endParaRPr lang="en-US" altLang="zh-CN" sz="3200" b="0">
              <a:solidFill>
                <a:schemeClr val="bg1"/>
              </a:solidFill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238607" name="Text Box 15"/>
          <p:cNvSpPr txBox="1">
            <a:spLocks noChangeArrowheads="1"/>
          </p:cNvSpPr>
          <p:nvPr/>
        </p:nvSpPr>
        <p:spPr bwMode="auto">
          <a:xfrm>
            <a:off x="1042988" y="2565400"/>
            <a:ext cx="1641475" cy="547688"/>
          </a:xfrm>
          <a:prstGeom prst="rect">
            <a:avLst/>
          </a:prstGeom>
          <a:noFill/>
          <a:ln w="28575">
            <a:solidFill>
              <a:srgbClr val="00CCFF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>
                <a:latin typeface="Times New Roman" pitchFamily="18" charset="0"/>
              </a:rPr>
              <a:t>单位阶跃</a:t>
            </a:r>
          </a:p>
        </p:txBody>
      </p:sp>
      <p:sp>
        <p:nvSpPr>
          <p:cNvPr id="238608" name="Text Box 16"/>
          <p:cNvSpPr txBox="1">
            <a:spLocks noChangeArrowheads="1"/>
          </p:cNvSpPr>
          <p:nvPr/>
        </p:nvSpPr>
        <p:spPr bwMode="auto">
          <a:xfrm>
            <a:off x="1403350" y="3429000"/>
            <a:ext cx="847725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3200" b="0" i="1">
                <a:solidFill>
                  <a:schemeClr val="bg1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 </a:t>
            </a:r>
            <a:r>
              <a:rPr lang="en-US" altLang="zh-CN" sz="3200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(</a:t>
            </a:r>
            <a:r>
              <a:rPr lang="en-US" altLang="zh-CN" sz="3200" b="0" i="1">
                <a:solidFill>
                  <a:schemeClr val="bg1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t</a:t>
            </a:r>
            <a:r>
              <a:rPr lang="en-US" altLang="zh-CN" sz="3200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)</a:t>
            </a:r>
            <a:endParaRPr lang="en-US" altLang="zh-CN" sz="3200" b="0">
              <a:solidFill>
                <a:schemeClr val="bg1"/>
              </a:solidFill>
              <a:latin typeface="Times New Roman" pitchFamily="18" charset="0"/>
              <a:ea typeface="宋体" pitchFamily="2" charset="-122"/>
            </a:endParaRPr>
          </a:p>
        </p:txBody>
      </p:sp>
      <p:graphicFrame>
        <p:nvGraphicFramePr>
          <p:cNvPr id="238609" name="Object 17"/>
          <p:cNvGraphicFramePr>
            <a:graphicFrameLocks noChangeAspect="1"/>
          </p:cNvGraphicFramePr>
          <p:nvPr/>
        </p:nvGraphicFramePr>
        <p:xfrm>
          <a:off x="6516688" y="2492375"/>
          <a:ext cx="2101850" cy="1063625"/>
        </p:xfrm>
        <a:graphic>
          <a:graphicData uri="http://schemas.openxmlformats.org/presentationml/2006/ole">
            <p:oleObj spid="_x0000_s159760" r:id="rId4" imgW="811080" imgH="403560" progId="Equation.3">
              <p:embed/>
            </p:oleObj>
          </a:graphicData>
        </a:graphic>
      </p:graphicFrame>
      <p:graphicFrame>
        <p:nvGraphicFramePr>
          <p:cNvPr id="238610" name="Object 18"/>
          <p:cNvGraphicFramePr>
            <a:graphicFrameLocks noChangeAspect="1"/>
          </p:cNvGraphicFramePr>
          <p:nvPr/>
        </p:nvGraphicFramePr>
        <p:xfrm>
          <a:off x="6443663" y="4005263"/>
          <a:ext cx="2174875" cy="1058862"/>
        </p:xfrm>
        <a:graphic>
          <a:graphicData uri="http://schemas.openxmlformats.org/presentationml/2006/ole">
            <p:oleObj spid="_x0000_s159761" r:id="rId5" imgW="846000" imgH="403560" progId="Equation.3">
              <p:embed/>
            </p:oleObj>
          </a:graphicData>
        </a:graphic>
      </p:graphicFrame>
      <p:sp>
        <p:nvSpPr>
          <p:cNvPr id="238617" name="AutoShape 25" descr="羊皮纸"/>
          <p:cNvSpPr>
            <a:spLocks noChangeArrowheads="1"/>
          </p:cNvSpPr>
          <p:nvPr/>
        </p:nvSpPr>
        <p:spPr bwMode="auto">
          <a:xfrm>
            <a:off x="323850" y="1412875"/>
            <a:ext cx="1079500" cy="576263"/>
          </a:xfrm>
          <a:prstGeom prst="wedgeRoundRectCallout">
            <a:avLst>
              <a:gd name="adj1" fmla="val 115588"/>
              <a:gd name="adj2" fmla="val 12532"/>
              <a:gd name="adj3" fmla="val 16667"/>
            </a:avLst>
          </a:prstGeom>
          <a:blipFill dpi="0" rotWithShape="1">
            <a:blip r:embed="rId6"/>
            <a:srcRect/>
            <a:tile tx="0" ty="0" sx="100000" sy="100000" flip="none" algn="tl"/>
          </a:blipFill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/>
            <a:r>
              <a:rPr lang="zh-CN" altLang="en-US">
                <a:solidFill>
                  <a:schemeClr val="tx1"/>
                </a:solidFill>
              </a:rPr>
              <a:t>激励</a:t>
            </a:r>
          </a:p>
        </p:txBody>
      </p:sp>
      <p:sp>
        <p:nvSpPr>
          <p:cNvPr id="238618" name="AutoShape 26" descr="羊皮纸"/>
          <p:cNvSpPr>
            <a:spLocks noChangeArrowheads="1"/>
          </p:cNvSpPr>
          <p:nvPr/>
        </p:nvSpPr>
        <p:spPr bwMode="auto">
          <a:xfrm>
            <a:off x="6659563" y="1341438"/>
            <a:ext cx="1079500" cy="576262"/>
          </a:xfrm>
          <a:prstGeom prst="wedgeRoundRectCallout">
            <a:avLst>
              <a:gd name="adj1" fmla="val -117500"/>
              <a:gd name="adj2" fmla="val 24931"/>
              <a:gd name="adj3" fmla="val 16667"/>
            </a:avLst>
          </a:prstGeom>
          <a:blipFill dpi="0" rotWithShape="1">
            <a:blip r:embed="rId6"/>
            <a:srcRect/>
            <a:tile tx="0" ty="0" sx="100000" sy="100000" flip="none" algn="tl"/>
          </a:blipFill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/>
            <a:r>
              <a:rPr lang="zh-CN" altLang="en-US">
                <a:solidFill>
                  <a:schemeClr val="tx1"/>
                </a:solidFill>
              </a:rPr>
              <a:t>响应</a:t>
            </a:r>
          </a:p>
        </p:txBody>
      </p:sp>
      <p:grpSp>
        <p:nvGrpSpPr>
          <p:cNvPr id="159764" name="Group 27"/>
          <p:cNvGrpSpPr>
            <a:grpSpLocks/>
          </p:cNvGrpSpPr>
          <p:nvPr/>
        </p:nvGrpSpPr>
        <p:grpSpPr bwMode="auto"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159765" name="Picture 28" descr="78900"/>
            <p:cNvPicPr>
              <a:picLocks noChangeAspect="1" noChangeArrowheads="1"/>
            </p:cNvPicPr>
            <p:nvPr/>
          </p:nvPicPr>
          <p:blipFill>
            <a:blip r:embed="rId7"/>
            <a:srcRect/>
            <a:stretch>
              <a:fillRect/>
            </a:stretch>
          </p:blipFill>
          <p:spPr bwMode="auto"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59766" name="Text Box 29">
              <a:hlinkClick r:id="" action="ppaction://hlinkshowjump?jump=nextslide"/>
            </p:cNvPr>
            <p:cNvSpPr txBox="1">
              <a:spLocks noChangeArrowheads="1"/>
            </p:cNvSpPr>
            <p:nvPr/>
          </p:nvSpPr>
          <p:spPr bwMode="auto"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0">
                  <a:solidFill>
                    <a:schemeClr val="bg1"/>
                  </a:solidFill>
                  <a:latin typeface="隶书" pitchFamily="49" charset="-122"/>
                  <a:ea typeface="隶书" pitchFamily="49" charset="-122"/>
                </a:rPr>
                <a:t>下 页</a:t>
              </a:r>
            </a:p>
          </p:txBody>
        </p:sp>
      </p:grpSp>
      <p:grpSp>
        <p:nvGrpSpPr>
          <p:cNvPr id="159767" name="Group 30"/>
          <p:cNvGrpSpPr>
            <a:grpSpLocks/>
          </p:cNvGrpSpPr>
          <p:nvPr/>
        </p:nvGrpSpPr>
        <p:grpSpPr bwMode="auto">
          <a:xfrm>
            <a:off x="7453313" y="6446838"/>
            <a:ext cx="792162" cy="366712"/>
            <a:chOff x="4649" y="4020"/>
            <a:chExt cx="499" cy="231"/>
          </a:xfrm>
        </p:grpSpPr>
        <p:pic>
          <p:nvPicPr>
            <p:cNvPr id="159768" name="Picture 31" descr="78900"/>
            <p:cNvPicPr>
              <a:picLocks noChangeAspect="1" noChangeArrowheads="1"/>
            </p:cNvPicPr>
            <p:nvPr/>
          </p:nvPicPr>
          <p:blipFill>
            <a:blip r:embed="rId7"/>
            <a:srcRect/>
            <a:stretch>
              <a:fillRect/>
            </a:stretch>
          </p:blipFill>
          <p:spPr bwMode="auto"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59769" name="Text Box 32">
              <a:hlinkClick r:id="" action="ppaction://hlinkshowjump?jump=previousslide"/>
            </p:cNvPr>
            <p:cNvSpPr txBox="1">
              <a:spLocks noChangeArrowheads="1"/>
            </p:cNvSpPr>
            <p:nvPr/>
          </p:nvSpPr>
          <p:spPr bwMode="auto"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0">
                  <a:solidFill>
                    <a:schemeClr val="bg1"/>
                  </a:solidFill>
                  <a:latin typeface="隶书" pitchFamily="49" charset="-122"/>
                  <a:ea typeface="隶书" pitchFamily="49" charset="-122"/>
                </a:rPr>
                <a:t>上 页</a:t>
              </a:r>
            </a:p>
          </p:txBody>
        </p:sp>
      </p:grpSp>
      <p:grpSp>
        <p:nvGrpSpPr>
          <p:cNvPr id="159770" name="Group 33"/>
          <p:cNvGrpSpPr>
            <a:grpSpLocks/>
          </p:cNvGrpSpPr>
          <p:nvPr/>
        </p:nvGrpSpPr>
        <p:grpSpPr bwMode="auto">
          <a:xfrm>
            <a:off x="6588125" y="6446838"/>
            <a:ext cx="792163" cy="366712"/>
            <a:chOff x="4649" y="4020"/>
            <a:chExt cx="499" cy="231"/>
          </a:xfrm>
        </p:grpSpPr>
        <p:pic>
          <p:nvPicPr>
            <p:cNvPr id="159771" name="Picture 34" descr="78900"/>
            <p:cNvPicPr>
              <a:picLocks noChangeAspect="1" noChangeArrowheads="1"/>
            </p:cNvPicPr>
            <p:nvPr/>
          </p:nvPicPr>
          <p:blipFill>
            <a:blip r:embed="rId7"/>
            <a:srcRect/>
            <a:stretch>
              <a:fillRect/>
            </a:stretch>
          </p:blipFill>
          <p:spPr bwMode="auto"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59772" name="Text Box 35">
              <a:hlinkClick r:id="rId8" action="ppaction://hlinksldjump"/>
            </p:cNvPr>
            <p:cNvSpPr txBox="1">
              <a:spLocks noChangeArrowheads="1"/>
            </p:cNvSpPr>
            <p:nvPr/>
          </p:nvSpPr>
          <p:spPr bwMode="auto"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0">
                  <a:solidFill>
                    <a:schemeClr val="bg1"/>
                  </a:solidFill>
                  <a:latin typeface="隶书" pitchFamily="49" charset="-122"/>
                  <a:ea typeface="隶书" pitchFamily="49" charset="-122"/>
                </a:rPr>
                <a:t>返 回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6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386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386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5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2000"/>
                                        <p:tgtEl>
                                          <p:spTgt spid="2385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000"/>
                            </p:stCondLst>
                            <p:childTnLst>
                              <p:par>
                                <p:cTn id="15" presetID="2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6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7" dur="1000"/>
                                        <p:tgtEl>
                                          <p:spTgt spid="2386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3000"/>
                            </p:stCondLst>
                            <p:childTnLst>
                              <p:par>
                                <p:cTn id="19" presetID="2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6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21" dur="1000"/>
                                        <p:tgtEl>
                                          <p:spTgt spid="2386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2000"/>
                                        <p:tgtEl>
                                          <p:spTgt spid="2386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000"/>
                            </p:stCondLst>
                            <p:childTnLst>
                              <p:par>
                                <p:cTn id="2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6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2386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6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2000"/>
                                        <p:tgtEl>
                                          <p:spTgt spid="2386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2000"/>
                            </p:stCondLst>
                            <p:childTnLst>
                              <p:par>
                                <p:cTn id="3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2386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2000"/>
                                        <p:tgtEl>
                                          <p:spTgt spid="2386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2000"/>
                            </p:stCondLst>
                            <p:childTnLst>
                              <p:par>
                                <p:cTn id="4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2386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2000"/>
                                        <p:tgtEl>
                                          <p:spTgt spid="2386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2000"/>
                            </p:stCondLst>
                            <p:childTnLst>
                              <p:par>
                                <p:cTn id="5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386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6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2000"/>
                                        <p:tgtEl>
                                          <p:spTgt spid="2386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2000"/>
                                        <p:tgtEl>
                                          <p:spTgt spid="2386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8600" grpId="0"/>
      <p:bldP spid="238601" grpId="0" animBg="1"/>
      <p:bldP spid="238602" grpId="0" animBg="1"/>
      <p:bldP spid="238603" grpId="0"/>
      <p:bldP spid="238604" grpId="0"/>
      <p:bldP spid="238605" grpId="0" animBg="1"/>
      <p:bldP spid="238606" grpId="0"/>
      <p:bldP spid="238607" grpId="0" animBg="1"/>
      <p:bldP spid="238608" grpId="0"/>
      <p:bldP spid="238617" grpId="0" animBg="1"/>
      <p:bldP spid="238618" grpId="0" animBg="1"/>
    </p:bldLst>
  </p:timing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62148" name="Object 4"/>
          <p:cNvGraphicFramePr>
            <a:graphicFrameLocks noChangeAspect="1"/>
          </p:cNvGraphicFramePr>
          <p:nvPr/>
        </p:nvGraphicFramePr>
        <p:xfrm>
          <a:off x="1547813" y="1628775"/>
          <a:ext cx="2016125" cy="619125"/>
        </p:xfrm>
        <a:graphic>
          <a:graphicData uri="http://schemas.openxmlformats.org/presentationml/2006/ole">
            <p:oleObj spid="_x0000_s160769" r:id="rId3" imgW="706680" imgH="207720" progId="Equation.3">
              <p:embed/>
            </p:oleObj>
          </a:graphicData>
        </a:graphic>
      </p:graphicFrame>
      <p:sp>
        <p:nvSpPr>
          <p:cNvPr id="262149" name="Text Box 5"/>
          <p:cNvSpPr txBox="1">
            <a:spLocks noChangeArrowheads="1"/>
          </p:cNvSpPr>
          <p:nvPr/>
        </p:nvSpPr>
        <p:spPr bwMode="auto">
          <a:xfrm>
            <a:off x="1042988" y="1052513"/>
            <a:ext cx="3889375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>
                <a:latin typeface="楷体_GB2312" pitchFamily="49" charset="-122"/>
              </a:rPr>
              <a:t>先求单位阶跃响应：</a:t>
            </a:r>
          </a:p>
        </p:txBody>
      </p:sp>
      <p:sp>
        <p:nvSpPr>
          <p:cNvPr id="262157" name="Text Box 13"/>
          <p:cNvSpPr txBox="1">
            <a:spLocks noChangeArrowheads="1"/>
          </p:cNvSpPr>
          <p:nvPr/>
        </p:nvSpPr>
        <p:spPr bwMode="auto">
          <a:xfrm>
            <a:off x="755650" y="333375"/>
            <a:ext cx="7705725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>
                <a:latin typeface="楷体_GB2312" pitchFamily="49" charset="-122"/>
              </a:rPr>
              <a:t>求</a:t>
            </a:r>
            <a:r>
              <a:rPr lang="en-US" altLang="zh-CN">
                <a:latin typeface="楷体_GB2312" pitchFamily="49" charset="-122"/>
              </a:rPr>
              <a:t>:</a:t>
            </a:r>
            <a:r>
              <a:rPr lang="en-US" altLang="zh-CN" b="0" i="1">
                <a:solidFill>
                  <a:schemeClr val="bg1"/>
                </a:solidFill>
                <a:latin typeface="Times New Roman" pitchFamily="18" charset="0"/>
              </a:rPr>
              <a:t>i</a:t>
            </a:r>
            <a:r>
              <a:rPr lang="en-US" altLang="zh-CN" b="0" i="1" baseline="-25000">
                <a:solidFill>
                  <a:schemeClr val="bg1"/>
                </a:solidFill>
                <a:latin typeface="Times New Roman" pitchFamily="18" charset="0"/>
              </a:rPr>
              <a:t>s</a:t>
            </a:r>
            <a:r>
              <a:rPr lang="en-US" altLang="zh-CN" b="0">
                <a:solidFill>
                  <a:schemeClr val="bg1"/>
                </a:solidFill>
                <a:latin typeface="Times New Roman" pitchFamily="18" charset="0"/>
              </a:rPr>
              <a:t> (</a:t>
            </a:r>
            <a:r>
              <a:rPr lang="en-US" altLang="zh-CN" b="0" i="1">
                <a:solidFill>
                  <a:schemeClr val="bg1"/>
                </a:solidFill>
                <a:latin typeface="Times New Roman" pitchFamily="18" charset="0"/>
              </a:rPr>
              <a:t>t</a:t>
            </a:r>
            <a:r>
              <a:rPr lang="en-US" altLang="zh-CN" b="0">
                <a:solidFill>
                  <a:schemeClr val="bg1"/>
                </a:solidFill>
                <a:latin typeface="Times New Roman" pitchFamily="18" charset="0"/>
              </a:rPr>
              <a:t>)</a:t>
            </a:r>
            <a:r>
              <a:rPr lang="zh-CN" altLang="zh-CN">
                <a:latin typeface="楷体_GB2312" pitchFamily="49" charset="-122"/>
              </a:rPr>
              <a:t>为单位冲激时电路响应</a:t>
            </a:r>
            <a:r>
              <a:rPr lang="en-US" altLang="zh-CN" b="0" i="1">
                <a:solidFill>
                  <a:schemeClr val="bg1"/>
                </a:solidFill>
                <a:latin typeface="Times New Roman" pitchFamily="18" charset="0"/>
              </a:rPr>
              <a:t>u</a:t>
            </a:r>
            <a:r>
              <a:rPr lang="en-US" altLang="zh-CN" b="0" i="1" baseline="-25000">
                <a:solidFill>
                  <a:schemeClr val="bg1"/>
                </a:solidFill>
                <a:latin typeface="Times New Roman" pitchFamily="18" charset="0"/>
              </a:rPr>
              <a:t>C</a:t>
            </a:r>
            <a:r>
              <a:rPr lang="en-US" altLang="zh-CN" b="0">
                <a:solidFill>
                  <a:schemeClr val="bg1"/>
                </a:solidFill>
                <a:latin typeface="Times New Roman" pitchFamily="18" charset="0"/>
              </a:rPr>
              <a:t>(</a:t>
            </a:r>
            <a:r>
              <a:rPr lang="en-US" altLang="zh-CN" b="0" i="1">
                <a:solidFill>
                  <a:schemeClr val="bg1"/>
                </a:solidFill>
                <a:latin typeface="Times New Roman" pitchFamily="18" charset="0"/>
              </a:rPr>
              <a:t>t</a:t>
            </a:r>
            <a:r>
              <a:rPr lang="en-US" altLang="zh-CN" b="0">
                <a:solidFill>
                  <a:schemeClr val="bg1"/>
                </a:solidFill>
                <a:latin typeface="Times New Roman" pitchFamily="18" charset="0"/>
              </a:rPr>
              <a:t>)</a:t>
            </a:r>
            <a:r>
              <a:rPr lang="zh-CN" altLang="en-US">
                <a:latin typeface="楷体_GB2312" pitchFamily="49" charset="-122"/>
              </a:rPr>
              <a:t>和</a:t>
            </a:r>
            <a:r>
              <a:rPr lang="en-US" altLang="zh-CN" b="0" i="1">
                <a:solidFill>
                  <a:schemeClr val="bg1"/>
                </a:solidFill>
                <a:latin typeface="Times New Roman" pitchFamily="18" charset="0"/>
              </a:rPr>
              <a:t>i</a:t>
            </a:r>
            <a:r>
              <a:rPr lang="en-US" altLang="zh-CN" b="0" i="1" baseline="-25000">
                <a:solidFill>
                  <a:schemeClr val="bg1"/>
                </a:solidFill>
                <a:latin typeface="Times New Roman" pitchFamily="18" charset="0"/>
              </a:rPr>
              <a:t>C</a:t>
            </a:r>
            <a:r>
              <a:rPr lang="en-US" altLang="zh-CN" b="0">
                <a:solidFill>
                  <a:schemeClr val="bg1"/>
                </a:solidFill>
                <a:latin typeface="Times New Roman" pitchFamily="18" charset="0"/>
              </a:rPr>
              <a:t> (</a:t>
            </a:r>
            <a:r>
              <a:rPr lang="en-US" altLang="zh-CN" b="0" i="1">
                <a:solidFill>
                  <a:schemeClr val="bg1"/>
                </a:solidFill>
                <a:latin typeface="Times New Roman" pitchFamily="18" charset="0"/>
              </a:rPr>
              <a:t>t</a:t>
            </a:r>
            <a:r>
              <a:rPr lang="en-US" altLang="zh-CN" b="0">
                <a:solidFill>
                  <a:schemeClr val="bg1"/>
                </a:solidFill>
                <a:latin typeface="Times New Roman" pitchFamily="18" charset="0"/>
              </a:rPr>
              <a:t>).</a:t>
            </a:r>
          </a:p>
        </p:txBody>
      </p:sp>
      <p:sp>
        <p:nvSpPr>
          <p:cNvPr id="262194" name="Text Box 50"/>
          <p:cNvSpPr txBox="1">
            <a:spLocks noChangeArrowheads="1"/>
          </p:cNvSpPr>
          <p:nvPr/>
        </p:nvSpPr>
        <p:spPr bwMode="auto">
          <a:xfrm>
            <a:off x="0" y="260350"/>
            <a:ext cx="592138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zh-CN" altLang="en-US" sz="320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例</a:t>
            </a:r>
            <a:endParaRPr lang="zh-CN" altLang="en-US" sz="3200" b="0">
              <a:solidFill>
                <a:schemeClr val="bg1"/>
              </a:solidFill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262220" name="Text Box 76"/>
          <p:cNvSpPr txBox="1">
            <a:spLocks noChangeArrowheads="1"/>
          </p:cNvSpPr>
          <p:nvPr/>
        </p:nvSpPr>
        <p:spPr bwMode="auto">
          <a:xfrm>
            <a:off x="179388" y="1052513"/>
            <a:ext cx="647700" cy="519112"/>
          </a:xfrm>
          <a:prstGeom prst="rect">
            <a:avLst/>
          </a:prstGeom>
          <a:solidFill>
            <a:srgbClr val="990033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>
                <a:solidFill>
                  <a:schemeClr val="bg1"/>
                </a:solidFill>
                <a:ea typeface="宋体" pitchFamily="2" charset="-122"/>
              </a:rPr>
              <a:t>解</a:t>
            </a:r>
          </a:p>
        </p:txBody>
      </p:sp>
      <p:graphicFrame>
        <p:nvGraphicFramePr>
          <p:cNvPr id="262221" name="Object 77"/>
          <p:cNvGraphicFramePr>
            <a:graphicFrameLocks noChangeAspect="1"/>
          </p:cNvGraphicFramePr>
          <p:nvPr/>
        </p:nvGraphicFramePr>
        <p:xfrm>
          <a:off x="1403350" y="2924175"/>
          <a:ext cx="4371975" cy="968375"/>
        </p:xfrm>
        <a:graphic>
          <a:graphicData uri="http://schemas.openxmlformats.org/presentationml/2006/ole">
            <p:oleObj spid="_x0000_s160774" r:id="rId4" imgW="1448280" imgH="311400" progId="Equation.3">
              <p:embed/>
            </p:oleObj>
          </a:graphicData>
        </a:graphic>
      </p:graphicFrame>
      <p:sp>
        <p:nvSpPr>
          <p:cNvPr id="262222" name="Text Box 78"/>
          <p:cNvSpPr txBox="1">
            <a:spLocks noChangeArrowheads="1"/>
          </p:cNvSpPr>
          <p:nvPr/>
        </p:nvSpPr>
        <p:spPr bwMode="auto">
          <a:xfrm>
            <a:off x="827088" y="2349500"/>
            <a:ext cx="1824037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3200" b="0" i="1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u</a:t>
            </a:r>
            <a:r>
              <a:rPr lang="en-US" altLang="zh-CN" sz="3200" b="0" baseline="-2500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C</a:t>
            </a:r>
            <a:r>
              <a:rPr lang="en-US" altLang="zh-CN" sz="3200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(0</a:t>
            </a:r>
            <a:r>
              <a:rPr lang="en-US" altLang="zh-CN" sz="3200" b="0" baseline="-2500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+</a:t>
            </a:r>
            <a:r>
              <a:rPr lang="en-US" altLang="zh-CN" sz="3200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)=0  </a:t>
            </a:r>
          </a:p>
        </p:txBody>
      </p:sp>
      <p:sp>
        <p:nvSpPr>
          <p:cNvPr id="262223" name="Text Box 79"/>
          <p:cNvSpPr txBox="1">
            <a:spLocks noChangeArrowheads="1"/>
          </p:cNvSpPr>
          <p:nvPr/>
        </p:nvSpPr>
        <p:spPr bwMode="auto">
          <a:xfrm>
            <a:off x="2627313" y="2349500"/>
            <a:ext cx="1804987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3200" b="0" i="1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u</a:t>
            </a:r>
            <a:r>
              <a:rPr lang="en-US" altLang="zh-CN" sz="3200" b="0" baseline="-2500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C</a:t>
            </a:r>
            <a:r>
              <a:rPr lang="en-US" altLang="zh-CN" sz="3200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(</a:t>
            </a:r>
            <a:r>
              <a:rPr lang="en-US" altLang="zh-CN" sz="3200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</a:t>
            </a:r>
            <a:r>
              <a:rPr lang="en-US" altLang="zh-CN" sz="3200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)=</a:t>
            </a:r>
            <a:r>
              <a:rPr lang="en-US" altLang="zh-CN" sz="3200" b="0" i="1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R</a:t>
            </a:r>
            <a:r>
              <a:rPr lang="en-US" altLang="zh-CN" sz="3200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  </a:t>
            </a:r>
          </a:p>
        </p:txBody>
      </p:sp>
      <p:sp>
        <p:nvSpPr>
          <p:cNvPr id="262224" name="Text Box 80"/>
          <p:cNvSpPr txBox="1">
            <a:spLocks noChangeArrowheads="1"/>
          </p:cNvSpPr>
          <p:nvPr/>
        </p:nvSpPr>
        <p:spPr bwMode="auto">
          <a:xfrm>
            <a:off x="4500563" y="2349500"/>
            <a:ext cx="1562100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3200" b="0" i="1">
                <a:solidFill>
                  <a:schemeClr val="bg1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 = </a:t>
            </a:r>
            <a:r>
              <a:rPr lang="en-US" altLang="zh-CN" sz="3200" b="0" i="1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RC</a:t>
            </a:r>
            <a:r>
              <a:rPr lang="en-US" altLang="zh-CN" sz="3200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  </a:t>
            </a:r>
          </a:p>
        </p:txBody>
      </p:sp>
      <p:sp>
        <p:nvSpPr>
          <p:cNvPr id="262225" name="Text Box 81"/>
          <p:cNvSpPr txBox="1">
            <a:spLocks noChangeArrowheads="1"/>
          </p:cNvSpPr>
          <p:nvPr/>
        </p:nvSpPr>
        <p:spPr bwMode="auto">
          <a:xfrm>
            <a:off x="900113" y="4076700"/>
            <a:ext cx="1733550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3200" b="0" i="1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i</a:t>
            </a:r>
            <a:r>
              <a:rPr lang="en-US" altLang="zh-CN" sz="3200" b="0" baseline="-2500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C</a:t>
            </a:r>
            <a:r>
              <a:rPr lang="en-US" altLang="zh-CN" sz="3200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(0</a:t>
            </a:r>
            <a:r>
              <a:rPr lang="en-US" altLang="zh-CN" sz="3200" b="0" baseline="-2500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+</a:t>
            </a:r>
            <a:r>
              <a:rPr lang="en-US" altLang="zh-CN" sz="3200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)=1  </a:t>
            </a:r>
          </a:p>
        </p:txBody>
      </p:sp>
      <p:sp>
        <p:nvSpPr>
          <p:cNvPr id="262226" name="Text Box 82"/>
          <p:cNvSpPr txBox="1">
            <a:spLocks noChangeArrowheads="1"/>
          </p:cNvSpPr>
          <p:nvPr/>
        </p:nvSpPr>
        <p:spPr bwMode="auto">
          <a:xfrm>
            <a:off x="2771775" y="4076700"/>
            <a:ext cx="1670050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3200" b="0" i="1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i</a:t>
            </a:r>
            <a:r>
              <a:rPr lang="en-US" altLang="zh-CN" sz="3200" b="0" baseline="-2500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C</a:t>
            </a:r>
            <a:r>
              <a:rPr lang="en-US" altLang="zh-CN" sz="3200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(</a:t>
            </a:r>
            <a:r>
              <a:rPr lang="en-US" altLang="zh-CN" sz="3200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</a:t>
            </a:r>
            <a:r>
              <a:rPr lang="en-US" altLang="zh-CN" sz="3200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)=0  </a:t>
            </a:r>
          </a:p>
        </p:txBody>
      </p:sp>
      <p:graphicFrame>
        <p:nvGraphicFramePr>
          <p:cNvPr id="262227" name="Object 83"/>
          <p:cNvGraphicFramePr>
            <a:graphicFrameLocks noChangeAspect="1"/>
          </p:cNvGraphicFramePr>
          <p:nvPr/>
        </p:nvGraphicFramePr>
        <p:xfrm>
          <a:off x="5329238" y="3789363"/>
          <a:ext cx="2592387" cy="990600"/>
        </p:xfrm>
        <a:graphic>
          <a:graphicData uri="http://schemas.openxmlformats.org/presentationml/2006/ole">
            <p:oleObj spid="_x0000_s160780" r:id="rId5" imgW="834480" imgH="311400" progId="Equation.3">
              <p:embed/>
            </p:oleObj>
          </a:graphicData>
        </a:graphic>
      </p:graphicFrame>
      <p:sp>
        <p:nvSpPr>
          <p:cNvPr id="262228" name="Line 84"/>
          <p:cNvSpPr>
            <a:spLocks noChangeShapeType="1"/>
          </p:cNvSpPr>
          <p:nvPr/>
        </p:nvSpPr>
        <p:spPr bwMode="auto">
          <a:xfrm>
            <a:off x="468313" y="3573463"/>
            <a:ext cx="719137" cy="0"/>
          </a:xfrm>
          <a:prstGeom prst="line">
            <a:avLst/>
          </a:prstGeom>
          <a:noFill/>
          <a:ln w="76200">
            <a:solidFill>
              <a:srgbClr val="0099FF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2229" name="Line 85"/>
          <p:cNvSpPr>
            <a:spLocks noChangeShapeType="1"/>
          </p:cNvSpPr>
          <p:nvPr/>
        </p:nvSpPr>
        <p:spPr bwMode="auto">
          <a:xfrm>
            <a:off x="4427538" y="4365625"/>
            <a:ext cx="719137" cy="0"/>
          </a:xfrm>
          <a:prstGeom prst="line">
            <a:avLst/>
          </a:prstGeom>
          <a:noFill/>
          <a:ln w="76200">
            <a:solidFill>
              <a:srgbClr val="0099FF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2230" name="Text Box 86"/>
          <p:cNvSpPr txBox="1">
            <a:spLocks noChangeArrowheads="1"/>
          </p:cNvSpPr>
          <p:nvPr/>
        </p:nvSpPr>
        <p:spPr bwMode="auto">
          <a:xfrm>
            <a:off x="395288" y="5084763"/>
            <a:ext cx="4681537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>
                <a:latin typeface="楷体_GB2312" pitchFamily="49" charset="-122"/>
              </a:rPr>
              <a:t>再求单位冲激响应</a:t>
            </a:r>
            <a:r>
              <a:rPr lang="en-US" altLang="zh-CN">
                <a:latin typeface="楷体_GB2312" pitchFamily="49" charset="-122"/>
              </a:rPr>
              <a:t>,</a:t>
            </a:r>
            <a:r>
              <a:rPr lang="zh-CN" altLang="en-US">
                <a:latin typeface="楷体_GB2312" pitchFamily="49" charset="-122"/>
              </a:rPr>
              <a:t>令：</a:t>
            </a:r>
          </a:p>
        </p:txBody>
      </p:sp>
      <p:graphicFrame>
        <p:nvGraphicFramePr>
          <p:cNvPr id="262231" name="Object 87"/>
          <p:cNvGraphicFramePr>
            <a:graphicFrameLocks noChangeAspect="1"/>
          </p:cNvGraphicFramePr>
          <p:nvPr/>
        </p:nvGraphicFramePr>
        <p:xfrm>
          <a:off x="4443413" y="5084763"/>
          <a:ext cx="2055812" cy="631825"/>
        </p:xfrm>
        <a:graphic>
          <a:graphicData uri="http://schemas.openxmlformats.org/presentationml/2006/ole">
            <p:oleObj spid="_x0000_s160784" r:id="rId6" imgW="706680" imgH="207720" progId="Equation.3">
              <p:embed/>
            </p:oleObj>
          </a:graphicData>
        </a:graphic>
      </p:graphicFrame>
      <p:grpSp>
        <p:nvGrpSpPr>
          <p:cNvPr id="160785" name="Group 88"/>
          <p:cNvGrpSpPr>
            <a:grpSpLocks/>
          </p:cNvGrpSpPr>
          <p:nvPr/>
        </p:nvGrpSpPr>
        <p:grpSpPr bwMode="auto"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160786" name="Picture 89" descr="78900"/>
            <p:cNvPicPr>
              <a:picLocks noChangeAspect="1" noChangeArrowheads="1"/>
            </p:cNvPicPr>
            <p:nvPr/>
          </p:nvPicPr>
          <p:blipFill>
            <a:blip r:embed="rId7"/>
            <a:srcRect/>
            <a:stretch>
              <a:fillRect/>
            </a:stretch>
          </p:blipFill>
          <p:spPr bwMode="auto"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60787" name="Text Box 90">
              <a:hlinkClick r:id="" action="ppaction://hlinkshowjump?jump=nextslide"/>
            </p:cNvPr>
            <p:cNvSpPr txBox="1">
              <a:spLocks noChangeArrowheads="1"/>
            </p:cNvSpPr>
            <p:nvPr/>
          </p:nvSpPr>
          <p:spPr bwMode="auto"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0">
                  <a:solidFill>
                    <a:schemeClr val="bg1"/>
                  </a:solidFill>
                  <a:latin typeface="隶书" pitchFamily="49" charset="-122"/>
                  <a:ea typeface="隶书" pitchFamily="49" charset="-122"/>
                </a:rPr>
                <a:t>下 页</a:t>
              </a:r>
            </a:p>
          </p:txBody>
        </p:sp>
      </p:grpSp>
      <p:grpSp>
        <p:nvGrpSpPr>
          <p:cNvPr id="160788" name="Group 91"/>
          <p:cNvGrpSpPr>
            <a:grpSpLocks/>
          </p:cNvGrpSpPr>
          <p:nvPr/>
        </p:nvGrpSpPr>
        <p:grpSpPr bwMode="auto">
          <a:xfrm>
            <a:off x="7453313" y="6446838"/>
            <a:ext cx="792162" cy="366712"/>
            <a:chOff x="4649" y="4020"/>
            <a:chExt cx="499" cy="231"/>
          </a:xfrm>
        </p:grpSpPr>
        <p:pic>
          <p:nvPicPr>
            <p:cNvPr id="160789" name="Picture 92" descr="78900"/>
            <p:cNvPicPr>
              <a:picLocks noChangeAspect="1" noChangeArrowheads="1"/>
            </p:cNvPicPr>
            <p:nvPr/>
          </p:nvPicPr>
          <p:blipFill>
            <a:blip r:embed="rId7"/>
            <a:srcRect/>
            <a:stretch>
              <a:fillRect/>
            </a:stretch>
          </p:blipFill>
          <p:spPr bwMode="auto"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60790" name="Text Box 93">
              <a:hlinkClick r:id="" action="ppaction://hlinkshowjump?jump=previousslide"/>
            </p:cNvPr>
            <p:cNvSpPr txBox="1">
              <a:spLocks noChangeArrowheads="1"/>
            </p:cNvSpPr>
            <p:nvPr/>
          </p:nvSpPr>
          <p:spPr bwMode="auto"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0">
                  <a:solidFill>
                    <a:schemeClr val="bg1"/>
                  </a:solidFill>
                  <a:latin typeface="隶书" pitchFamily="49" charset="-122"/>
                  <a:ea typeface="隶书" pitchFamily="49" charset="-122"/>
                </a:rPr>
                <a:t>上 页</a:t>
              </a:r>
            </a:p>
          </p:txBody>
        </p:sp>
      </p:grpSp>
      <p:grpSp>
        <p:nvGrpSpPr>
          <p:cNvPr id="160791" name="Group 94"/>
          <p:cNvGrpSpPr>
            <a:grpSpLocks/>
          </p:cNvGrpSpPr>
          <p:nvPr/>
        </p:nvGrpSpPr>
        <p:grpSpPr bwMode="auto">
          <a:xfrm>
            <a:off x="6588125" y="6446838"/>
            <a:ext cx="792163" cy="366712"/>
            <a:chOff x="4649" y="4020"/>
            <a:chExt cx="499" cy="231"/>
          </a:xfrm>
        </p:grpSpPr>
        <p:pic>
          <p:nvPicPr>
            <p:cNvPr id="160792" name="Picture 95" descr="78900"/>
            <p:cNvPicPr>
              <a:picLocks noChangeAspect="1" noChangeArrowheads="1"/>
            </p:cNvPicPr>
            <p:nvPr/>
          </p:nvPicPr>
          <p:blipFill>
            <a:blip r:embed="rId7"/>
            <a:srcRect/>
            <a:stretch>
              <a:fillRect/>
            </a:stretch>
          </p:blipFill>
          <p:spPr bwMode="auto"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60793" name="Text Box 96">
              <a:hlinkClick r:id="rId8" action="ppaction://hlinksldjump"/>
            </p:cNvPr>
            <p:cNvSpPr txBox="1">
              <a:spLocks noChangeArrowheads="1"/>
            </p:cNvSpPr>
            <p:nvPr/>
          </p:nvSpPr>
          <p:spPr bwMode="auto"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0">
                  <a:solidFill>
                    <a:schemeClr val="bg1"/>
                  </a:solidFill>
                  <a:latin typeface="隶书" pitchFamily="49" charset="-122"/>
                  <a:ea typeface="隶书" pitchFamily="49" charset="-122"/>
                </a:rPr>
                <a:t>返 回</a:t>
              </a:r>
            </a:p>
          </p:txBody>
        </p:sp>
      </p:grpSp>
      <p:sp>
        <p:nvSpPr>
          <p:cNvPr id="262241" name="Text Box 97"/>
          <p:cNvSpPr txBox="1">
            <a:spLocks noChangeArrowheads="1"/>
          </p:cNvSpPr>
          <p:nvPr/>
        </p:nvSpPr>
        <p:spPr bwMode="auto">
          <a:xfrm>
            <a:off x="1044575" y="1628775"/>
            <a:ext cx="719138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/>
              <a:t>令</a:t>
            </a:r>
          </a:p>
        </p:txBody>
      </p:sp>
      <p:grpSp>
        <p:nvGrpSpPr>
          <p:cNvPr id="262242" name="Group 98"/>
          <p:cNvGrpSpPr>
            <a:grpSpLocks/>
          </p:cNvGrpSpPr>
          <p:nvPr/>
        </p:nvGrpSpPr>
        <p:grpSpPr bwMode="auto">
          <a:xfrm>
            <a:off x="5508625" y="1052513"/>
            <a:ext cx="3635375" cy="2319337"/>
            <a:chOff x="3470" y="663"/>
            <a:chExt cx="2290" cy="1461"/>
          </a:xfrm>
        </p:grpSpPr>
        <p:sp>
          <p:nvSpPr>
            <p:cNvPr id="160796" name="Text Box 53"/>
            <p:cNvSpPr txBox="1">
              <a:spLocks noChangeArrowheads="1"/>
            </p:cNvSpPr>
            <p:nvPr/>
          </p:nvSpPr>
          <p:spPr bwMode="auto">
            <a:xfrm>
              <a:off x="4161" y="1797"/>
              <a:ext cx="981" cy="327"/>
            </a:xfrm>
            <a:prstGeom prst="rect">
              <a:avLst/>
            </a:prstGeom>
            <a:solidFill>
              <a:schemeClr val="hlink"/>
            </a:solidFill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u</a:t>
              </a:r>
              <a:r>
                <a:rPr lang="en-US" altLang="zh-CN" b="0" i="1" baseline="-2500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C</a:t>
              </a:r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(0</a:t>
              </a:r>
              <a:r>
                <a:rPr lang="zh-CN" altLang="en-US" b="0" baseline="-2500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－</a:t>
              </a:r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)=0</a:t>
              </a:r>
            </a:p>
          </p:txBody>
        </p:sp>
        <p:sp>
          <p:nvSpPr>
            <p:cNvPr id="160797" name="Line 54"/>
            <p:cNvSpPr>
              <a:spLocks noChangeShapeType="1"/>
            </p:cNvSpPr>
            <p:nvPr/>
          </p:nvSpPr>
          <p:spPr bwMode="auto">
            <a:xfrm>
              <a:off x="4660" y="663"/>
              <a:ext cx="0" cy="1043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 type="oval" w="med" len="med"/>
              <a:tailEnd type="oval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0798" name="Line 55"/>
            <p:cNvSpPr>
              <a:spLocks noChangeShapeType="1"/>
            </p:cNvSpPr>
            <p:nvPr/>
          </p:nvSpPr>
          <p:spPr bwMode="auto">
            <a:xfrm>
              <a:off x="5250" y="708"/>
              <a:ext cx="0" cy="317"/>
            </a:xfrm>
            <a:prstGeom prst="line">
              <a:avLst/>
            </a:prstGeom>
            <a:noFill/>
            <a:ln w="28575">
              <a:solidFill>
                <a:srgbClr val="00FFFF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0799" name="Text Box 56"/>
            <p:cNvSpPr txBox="1">
              <a:spLocks noChangeArrowheads="1"/>
            </p:cNvSpPr>
            <p:nvPr/>
          </p:nvSpPr>
          <p:spPr bwMode="auto">
            <a:xfrm>
              <a:off x="4978" y="708"/>
              <a:ext cx="279" cy="327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i</a:t>
              </a:r>
              <a:r>
                <a:rPr lang="en-US" altLang="zh-CN" b="0" i="1" baseline="-2500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C</a:t>
              </a:r>
              <a:endParaRPr lang="en-US" altLang="zh-CN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160800" name="Text Box 57"/>
            <p:cNvSpPr txBox="1">
              <a:spLocks noChangeArrowheads="1"/>
            </p:cNvSpPr>
            <p:nvPr/>
          </p:nvSpPr>
          <p:spPr bwMode="auto">
            <a:xfrm>
              <a:off x="4343" y="1025"/>
              <a:ext cx="253" cy="327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R</a:t>
              </a:r>
              <a:endParaRPr lang="en-US" altLang="zh-CN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160801" name="Text Box 58"/>
            <p:cNvSpPr txBox="1">
              <a:spLocks noChangeArrowheads="1"/>
            </p:cNvSpPr>
            <p:nvPr/>
          </p:nvSpPr>
          <p:spPr bwMode="auto">
            <a:xfrm>
              <a:off x="3470" y="744"/>
              <a:ext cx="579" cy="327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  <a:sym typeface="Symbol" pitchFamily="18" charset="2"/>
                </a:rPr>
                <a:t>i</a:t>
              </a:r>
              <a:r>
                <a:rPr lang="en-US" altLang="zh-CN" b="0" i="1" baseline="-2500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  <a:sym typeface="Symbol" pitchFamily="18" charset="2"/>
                </a:rPr>
                <a:t>S</a:t>
              </a:r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  <a:sym typeface="Symbol" pitchFamily="18" charset="2"/>
                </a:rPr>
                <a:t>(</a:t>
              </a:r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  <a:sym typeface="Symbol" pitchFamily="18" charset="2"/>
                </a:rPr>
                <a:t>t</a:t>
              </a:r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  <a:sym typeface="Symbol" pitchFamily="18" charset="2"/>
                </a:rPr>
                <a:t>)</a:t>
              </a:r>
              <a:endParaRPr lang="en-US" altLang="zh-CN" b="0" baseline="-25000">
                <a:solidFill>
                  <a:schemeClr val="bg1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endParaRPr>
            </a:p>
          </p:txBody>
        </p:sp>
        <p:sp>
          <p:nvSpPr>
            <p:cNvPr id="160802" name="Line 59"/>
            <p:cNvSpPr>
              <a:spLocks noChangeShapeType="1"/>
            </p:cNvSpPr>
            <p:nvPr/>
          </p:nvSpPr>
          <p:spPr bwMode="auto">
            <a:xfrm flipV="1">
              <a:off x="5341" y="1162"/>
              <a:ext cx="0" cy="544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0803" name="Rectangle 60"/>
            <p:cNvSpPr>
              <a:spLocks noChangeArrowheads="1"/>
            </p:cNvSpPr>
            <p:nvPr/>
          </p:nvSpPr>
          <p:spPr bwMode="auto">
            <a:xfrm>
              <a:off x="4932" y="1025"/>
              <a:ext cx="265" cy="327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C</a:t>
              </a:r>
            </a:p>
          </p:txBody>
        </p:sp>
        <p:sp>
          <p:nvSpPr>
            <p:cNvPr id="160804" name="Text Box 62"/>
            <p:cNvSpPr txBox="1">
              <a:spLocks noChangeArrowheads="1"/>
            </p:cNvSpPr>
            <p:nvPr/>
          </p:nvSpPr>
          <p:spPr bwMode="auto">
            <a:xfrm>
              <a:off x="5386" y="708"/>
              <a:ext cx="242" cy="327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+</a:t>
              </a:r>
            </a:p>
          </p:txBody>
        </p:sp>
        <p:sp>
          <p:nvSpPr>
            <p:cNvPr id="160805" name="Text Box 63"/>
            <p:cNvSpPr txBox="1">
              <a:spLocks noChangeArrowheads="1"/>
            </p:cNvSpPr>
            <p:nvPr/>
          </p:nvSpPr>
          <p:spPr bwMode="auto">
            <a:xfrm>
              <a:off x="5386" y="1207"/>
              <a:ext cx="317" cy="327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0">
                  <a:solidFill>
                    <a:schemeClr val="bg1"/>
                  </a:solidFill>
                  <a:latin typeface="宋体" pitchFamily="2" charset="-122"/>
                  <a:ea typeface="宋体" pitchFamily="2" charset="-122"/>
                </a:rPr>
                <a:t>-</a:t>
              </a:r>
            </a:p>
          </p:txBody>
        </p:sp>
        <p:sp>
          <p:nvSpPr>
            <p:cNvPr id="160806" name="Text Box 64"/>
            <p:cNvSpPr txBox="1">
              <a:spLocks noChangeArrowheads="1"/>
            </p:cNvSpPr>
            <p:nvPr/>
          </p:nvSpPr>
          <p:spPr bwMode="auto">
            <a:xfrm>
              <a:off x="5431" y="980"/>
              <a:ext cx="329" cy="327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u</a:t>
              </a:r>
              <a:r>
                <a:rPr lang="en-US" altLang="zh-CN" b="0" i="1" baseline="-2500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C</a:t>
              </a:r>
            </a:p>
          </p:txBody>
        </p:sp>
        <p:sp>
          <p:nvSpPr>
            <p:cNvPr id="160807" name="Line 65"/>
            <p:cNvSpPr>
              <a:spLocks noChangeShapeType="1"/>
            </p:cNvSpPr>
            <p:nvPr/>
          </p:nvSpPr>
          <p:spPr bwMode="auto">
            <a:xfrm>
              <a:off x="3969" y="663"/>
              <a:ext cx="1372" cy="0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0808" name="Line 66"/>
            <p:cNvSpPr>
              <a:spLocks noChangeShapeType="1"/>
            </p:cNvSpPr>
            <p:nvPr/>
          </p:nvSpPr>
          <p:spPr bwMode="auto">
            <a:xfrm>
              <a:off x="5341" y="663"/>
              <a:ext cx="0" cy="408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0809" name="Line 67"/>
            <p:cNvSpPr>
              <a:spLocks noChangeShapeType="1"/>
            </p:cNvSpPr>
            <p:nvPr/>
          </p:nvSpPr>
          <p:spPr bwMode="auto">
            <a:xfrm>
              <a:off x="3969" y="663"/>
              <a:ext cx="0" cy="1043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0810" name="Line 68"/>
            <p:cNvSpPr>
              <a:spLocks noChangeShapeType="1"/>
            </p:cNvSpPr>
            <p:nvPr/>
          </p:nvSpPr>
          <p:spPr bwMode="auto">
            <a:xfrm>
              <a:off x="3969" y="1706"/>
              <a:ext cx="1372" cy="0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0811" name="Rectangle 69"/>
            <p:cNvSpPr>
              <a:spLocks noChangeArrowheads="1"/>
            </p:cNvSpPr>
            <p:nvPr/>
          </p:nvSpPr>
          <p:spPr bwMode="auto">
            <a:xfrm>
              <a:off x="4615" y="1025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</a:gradFill>
            <a:ln w="2857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160812" name="Group 70"/>
            <p:cNvGrpSpPr>
              <a:grpSpLocks/>
            </p:cNvGrpSpPr>
            <p:nvPr/>
          </p:nvGrpSpPr>
          <p:grpSpPr bwMode="auto">
            <a:xfrm>
              <a:off x="5205" y="1071"/>
              <a:ext cx="240" cy="90"/>
              <a:chOff x="4604" y="2478"/>
              <a:chExt cx="240" cy="90"/>
            </a:xfrm>
          </p:grpSpPr>
          <p:sp>
            <p:nvSpPr>
              <p:cNvPr id="160813" name="Line 71"/>
              <p:cNvSpPr>
                <a:spLocks noChangeShapeType="1"/>
              </p:cNvSpPr>
              <p:nvPr/>
            </p:nvSpPr>
            <p:spPr bwMode="auto">
              <a:xfrm>
                <a:off x="4604" y="2478"/>
                <a:ext cx="240" cy="0"/>
              </a:xfrm>
              <a:prstGeom prst="line">
                <a:avLst/>
              </a:prstGeom>
              <a:noFill/>
              <a:ln w="57150">
                <a:solidFill>
                  <a:srgbClr val="FF99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0814" name="Line 72"/>
              <p:cNvSpPr>
                <a:spLocks noChangeShapeType="1"/>
              </p:cNvSpPr>
              <p:nvPr/>
            </p:nvSpPr>
            <p:spPr bwMode="auto">
              <a:xfrm>
                <a:off x="4604" y="2568"/>
                <a:ext cx="240" cy="0"/>
              </a:xfrm>
              <a:prstGeom prst="line">
                <a:avLst/>
              </a:prstGeom>
              <a:noFill/>
              <a:ln w="57150">
                <a:solidFill>
                  <a:srgbClr val="FF99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60815" name="Line 61"/>
            <p:cNvSpPr>
              <a:spLocks noChangeShapeType="1"/>
            </p:cNvSpPr>
            <p:nvPr/>
          </p:nvSpPr>
          <p:spPr bwMode="auto">
            <a:xfrm flipV="1">
              <a:off x="3969" y="709"/>
              <a:ext cx="0" cy="408"/>
            </a:xfrm>
            <a:prstGeom prst="line">
              <a:avLst/>
            </a:prstGeom>
            <a:noFill/>
            <a:ln w="28575">
              <a:solidFill>
                <a:srgbClr val="00FFFF"/>
              </a:solidFill>
              <a:round/>
              <a:headEnd/>
              <a:tailEnd type="triangle" w="med" len="lg"/>
            </a:ln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60816" name="Group 73"/>
            <p:cNvGrpSpPr>
              <a:grpSpLocks/>
            </p:cNvGrpSpPr>
            <p:nvPr/>
          </p:nvGrpSpPr>
          <p:grpSpPr bwMode="auto">
            <a:xfrm>
              <a:off x="3798" y="1117"/>
              <a:ext cx="363" cy="363"/>
              <a:chOff x="4785" y="709"/>
              <a:chExt cx="363" cy="363"/>
            </a:xfrm>
          </p:grpSpPr>
          <p:sp>
            <p:nvSpPr>
              <p:cNvPr id="160817" name="Oval 74"/>
              <p:cNvSpPr>
                <a:spLocks noChangeArrowheads="1"/>
              </p:cNvSpPr>
              <p:nvPr/>
            </p:nvSpPr>
            <p:spPr bwMode="auto">
              <a:xfrm>
                <a:off x="4785" y="709"/>
                <a:ext cx="363" cy="363"/>
              </a:xfrm>
              <a:prstGeom prst="ellipse">
                <a:avLst/>
              </a:prstGeom>
              <a:gradFill rotWithShape="1">
                <a:gsLst>
                  <a:gs pos="0">
                    <a:srgbClr val="0099FF"/>
                  </a:gs>
                  <a:gs pos="100000">
                    <a:srgbClr val="004776"/>
                  </a:gs>
                </a:gsLst>
                <a:path path="shape">
                  <a:fillToRect l="50000" t="50000" r="50000" b="50000"/>
                </a:path>
              </a:gradFill>
              <a:ln w="38100">
                <a:solidFill>
                  <a:srgbClr val="FF99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endParaRPr lang="zh-CN" altLang="zh-CN" sz="2400" b="0">
                  <a:ea typeface="仿宋_GB2312" pitchFamily="49" charset="-122"/>
                </a:endParaRPr>
              </a:p>
            </p:txBody>
          </p:sp>
          <p:sp>
            <p:nvSpPr>
              <p:cNvPr id="160818" name="Line 75"/>
              <p:cNvSpPr>
                <a:spLocks noChangeShapeType="1"/>
              </p:cNvSpPr>
              <p:nvPr/>
            </p:nvSpPr>
            <p:spPr bwMode="auto">
              <a:xfrm>
                <a:off x="4785" y="890"/>
                <a:ext cx="363" cy="0"/>
              </a:xfrm>
              <a:prstGeom prst="line">
                <a:avLst/>
              </a:prstGeom>
              <a:noFill/>
              <a:ln w="38100">
                <a:solidFill>
                  <a:srgbClr val="FF99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6219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6219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621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2621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" dur="500"/>
                                        <p:tgtEl>
                                          <p:spTgt spid="262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500"/>
                            </p:stCondLst>
                            <p:childTnLst>
                              <p:par>
                                <p:cTn id="16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621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621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2622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2622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2622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2622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621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621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622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622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"/>
                            </p:stCondLst>
                            <p:childTnLst>
                              <p:par>
                                <p:cTn id="4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2000"/>
                                        <p:tgtEl>
                                          <p:spTgt spid="262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2000"/>
                                        <p:tgtEl>
                                          <p:spTgt spid="262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2000"/>
                                        <p:tgtEl>
                                          <p:spTgt spid="262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2000"/>
                                        <p:tgtEl>
                                          <p:spTgt spid="2622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63" dur="500"/>
                                        <p:tgtEl>
                                          <p:spTgt spid="262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500"/>
                            </p:stCondLst>
                            <p:childTnLst>
                              <p:par>
                                <p:cTn id="6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2000"/>
                                        <p:tgtEl>
                                          <p:spTgt spid="262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2000"/>
                                        <p:tgtEl>
                                          <p:spTgt spid="2622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2000" fill="hold"/>
                                        <p:tgtEl>
                                          <p:spTgt spid="2622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2000" fill="hold"/>
                                        <p:tgtEl>
                                          <p:spTgt spid="2622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83" dur="500"/>
                                        <p:tgtEl>
                                          <p:spTgt spid="262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500"/>
                            </p:stCondLst>
                            <p:childTnLst>
                              <p:par>
                                <p:cTn id="8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2000"/>
                                        <p:tgtEl>
                                          <p:spTgt spid="262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2622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2622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2622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9" dur="500" fill="hold"/>
                                        <p:tgtEl>
                                          <p:spTgt spid="2622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2149" grpId="0"/>
      <p:bldP spid="262157" grpId="0"/>
      <p:bldP spid="262194" grpId="0"/>
      <p:bldP spid="262220" grpId="0" animBg="1"/>
      <p:bldP spid="262222" grpId="0"/>
      <p:bldP spid="262223" grpId="0"/>
      <p:bldP spid="262224" grpId="0"/>
      <p:bldP spid="262225" grpId="0"/>
      <p:bldP spid="262226" grpId="0"/>
      <p:bldP spid="262228" grpId="0" animBg="1"/>
      <p:bldP spid="262229" grpId="0" animBg="1"/>
      <p:bldP spid="262230" grpId="0"/>
      <p:bldP spid="262241" grpId="0"/>
    </p:bldLst>
  </p:timing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40657" name="Object 17"/>
          <p:cNvGraphicFramePr>
            <a:graphicFrameLocks noChangeAspect="1"/>
          </p:cNvGraphicFramePr>
          <p:nvPr/>
        </p:nvGraphicFramePr>
        <p:xfrm>
          <a:off x="684213" y="333375"/>
          <a:ext cx="4000500" cy="1120775"/>
        </p:xfrm>
        <a:graphic>
          <a:graphicData uri="http://schemas.openxmlformats.org/presentationml/2006/ole">
            <p:oleObj spid="_x0000_s161793" r:id="rId3" imgW="1471680" imgH="403560" progId="Equation.3">
              <p:embed/>
            </p:oleObj>
          </a:graphicData>
        </a:graphic>
      </p:graphicFrame>
      <p:graphicFrame>
        <p:nvGraphicFramePr>
          <p:cNvPr id="240658" name="Object 18"/>
          <p:cNvGraphicFramePr>
            <a:graphicFrameLocks noChangeAspect="1"/>
          </p:cNvGraphicFramePr>
          <p:nvPr/>
        </p:nvGraphicFramePr>
        <p:xfrm>
          <a:off x="1116013" y="1628775"/>
          <a:ext cx="2962275" cy="860425"/>
        </p:xfrm>
        <a:graphic>
          <a:graphicData uri="http://schemas.openxmlformats.org/presentationml/2006/ole">
            <p:oleObj spid="_x0000_s161794" r:id="rId4" imgW="1100880" imgH="311400" progId="Equation.3">
              <p:embed/>
            </p:oleObj>
          </a:graphicData>
        </a:graphic>
      </p:graphicFrame>
      <p:graphicFrame>
        <p:nvGraphicFramePr>
          <p:cNvPr id="240659" name="Object 19"/>
          <p:cNvGraphicFramePr>
            <a:graphicFrameLocks noChangeAspect="1"/>
          </p:cNvGraphicFramePr>
          <p:nvPr/>
        </p:nvGraphicFramePr>
        <p:xfrm>
          <a:off x="4140200" y="1628775"/>
          <a:ext cx="2136775" cy="1077913"/>
        </p:xfrm>
        <a:graphic>
          <a:graphicData uri="http://schemas.openxmlformats.org/presentationml/2006/ole">
            <p:oleObj spid="_x0000_s161795" r:id="rId5" imgW="811080" imgH="403560" progId="Equation.3">
              <p:embed/>
            </p:oleObj>
          </a:graphicData>
        </a:graphic>
      </p:graphicFrame>
      <p:graphicFrame>
        <p:nvGraphicFramePr>
          <p:cNvPr id="240660" name="Object 20"/>
          <p:cNvGraphicFramePr>
            <a:graphicFrameLocks noChangeAspect="1"/>
          </p:cNvGraphicFramePr>
          <p:nvPr/>
        </p:nvGraphicFramePr>
        <p:xfrm>
          <a:off x="6372225" y="1628775"/>
          <a:ext cx="2090738" cy="1057275"/>
        </p:xfrm>
        <a:graphic>
          <a:graphicData uri="http://schemas.openxmlformats.org/presentationml/2006/ole">
            <p:oleObj spid="_x0000_s161796" r:id="rId6" imgW="811080" imgH="403560" progId="Equation.3">
              <p:embed/>
            </p:oleObj>
          </a:graphicData>
        </a:graphic>
      </p:graphicFrame>
      <p:graphicFrame>
        <p:nvGraphicFramePr>
          <p:cNvPr id="240661" name="Object 21"/>
          <p:cNvGraphicFramePr>
            <a:graphicFrameLocks noChangeAspect="1"/>
          </p:cNvGraphicFramePr>
          <p:nvPr/>
        </p:nvGraphicFramePr>
        <p:xfrm>
          <a:off x="1403350" y="2781300"/>
          <a:ext cx="4184650" cy="666750"/>
        </p:xfrm>
        <a:graphic>
          <a:graphicData uri="http://schemas.openxmlformats.org/presentationml/2006/ole">
            <p:oleObj spid="_x0000_s161797" r:id="rId7" imgW="1435100" imgH="228600" progId="Equation.3">
              <p:embed/>
            </p:oleObj>
          </a:graphicData>
        </a:graphic>
      </p:graphicFrame>
      <p:grpSp>
        <p:nvGrpSpPr>
          <p:cNvPr id="240690" name="Group 50"/>
          <p:cNvGrpSpPr>
            <a:grpSpLocks/>
          </p:cNvGrpSpPr>
          <p:nvPr/>
        </p:nvGrpSpPr>
        <p:grpSpPr bwMode="auto">
          <a:xfrm>
            <a:off x="1763713" y="1412875"/>
            <a:ext cx="1308100" cy="1254125"/>
            <a:chOff x="2200" y="981"/>
            <a:chExt cx="824" cy="699"/>
          </a:xfrm>
        </p:grpSpPr>
        <p:sp>
          <p:nvSpPr>
            <p:cNvPr id="161799" name="Line 51"/>
            <p:cNvSpPr>
              <a:spLocks noChangeShapeType="1"/>
            </p:cNvSpPr>
            <p:nvPr/>
          </p:nvSpPr>
          <p:spPr bwMode="auto">
            <a:xfrm>
              <a:off x="2381" y="1162"/>
              <a:ext cx="643" cy="518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 type="triangle" w="med" len="med"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1800" name="Text Box 52"/>
            <p:cNvSpPr txBox="1">
              <a:spLocks noChangeArrowheads="1"/>
            </p:cNvSpPr>
            <p:nvPr/>
          </p:nvSpPr>
          <p:spPr bwMode="auto">
            <a:xfrm>
              <a:off x="2200" y="981"/>
              <a:ext cx="227" cy="28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0">
                  <a:solidFill>
                    <a:srgbClr val="FF3300"/>
                  </a:solidFill>
                  <a:latin typeface="Times New Roman" pitchFamily="18" charset="0"/>
                  <a:ea typeface="仿宋_GB2312" pitchFamily="49" charset="-122"/>
                </a:rPr>
                <a:t>0</a:t>
              </a:r>
            </a:p>
          </p:txBody>
        </p:sp>
      </p:grpSp>
      <p:graphicFrame>
        <p:nvGraphicFramePr>
          <p:cNvPr id="240693" name="Object 53"/>
          <p:cNvGraphicFramePr>
            <a:graphicFrameLocks noChangeAspect="1"/>
          </p:cNvGraphicFramePr>
          <p:nvPr/>
        </p:nvGraphicFramePr>
        <p:xfrm>
          <a:off x="723900" y="3573463"/>
          <a:ext cx="2968625" cy="1131887"/>
        </p:xfrm>
        <a:graphic>
          <a:graphicData uri="http://schemas.openxmlformats.org/presentationml/2006/ole">
            <p:oleObj spid="_x0000_s161801" r:id="rId8" imgW="1077480" imgH="403560" progId="Equation.3">
              <p:embed/>
            </p:oleObj>
          </a:graphicData>
        </a:graphic>
      </p:graphicFrame>
      <p:graphicFrame>
        <p:nvGraphicFramePr>
          <p:cNvPr id="240694" name="Object 54"/>
          <p:cNvGraphicFramePr>
            <a:graphicFrameLocks noChangeAspect="1"/>
          </p:cNvGraphicFramePr>
          <p:nvPr/>
        </p:nvGraphicFramePr>
        <p:xfrm>
          <a:off x="3708400" y="3573463"/>
          <a:ext cx="4319588" cy="1106487"/>
        </p:xfrm>
        <a:graphic>
          <a:graphicData uri="http://schemas.openxmlformats.org/presentationml/2006/ole">
            <p:oleObj spid="_x0000_s161802" r:id="rId9" imgW="1610640" imgH="403560" progId="Equation.3">
              <p:embed/>
            </p:oleObj>
          </a:graphicData>
        </a:graphic>
      </p:graphicFrame>
      <p:graphicFrame>
        <p:nvGraphicFramePr>
          <p:cNvPr id="240695" name="Object 55"/>
          <p:cNvGraphicFramePr>
            <a:graphicFrameLocks noChangeAspect="1"/>
          </p:cNvGraphicFramePr>
          <p:nvPr/>
        </p:nvGraphicFramePr>
        <p:xfrm>
          <a:off x="1187450" y="4797425"/>
          <a:ext cx="3565525" cy="1093788"/>
        </p:xfrm>
        <a:graphic>
          <a:graphicData uri="http://schemas.openxmlformats.org/presentationml/2006/ole">
            <p:oleObj spid="_x0000_s161803" r:id="rId10" imgW="1344240" imgH="403560" progId="Equation.3">
              <p:embed/>
            </p:oleObj>
          </a:graphicData>
        </a:graphic>
      </p:graphicFrame>
      <p:grpSp>
        <p:nvGrpSpPr>
          <p:cNvPr id="161804" name="Group 56"/>
          <p:cNvGrpSpPr>
            <a:grpSpLocks/>
          </p:cNvGrpSpPr>
          <p:nvPr/>
        </p:nvGrpSpPr>
        <p:grpSpPr bwMode="auto"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161805" name="Picture 57" descr="78900"/>
            <p:cNvPicPr>
              <a:picLocks noChangeAspect="1" noChangeArrowheads="1"/>
            </p:cNvPicPr>
            <p:nvPr/>
          </p:nvPicPr>
          <p:blipFill>
            <a:blip r:embed="rId11"/>
            <a:srcRect/>
            <a:stretch>
              <a:fillRect/>
            </a:stretch>
          </p:blipFill>
          <p:spPr bwMode="auto"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61806" name="Text Box 58">
              <a:hlinkClick r:id="" action="ppaction://hlinkshowjump?jump=nextslide"/>
            </p:cNvPr>
            <p:cNvSpPr txBox="1">
              <a:spLocks noChangeArrowheads="1"/>
            </p:cNvSpPr>
            <p:nvPr/>
          </p:nvSpPr>
          <p:spPr bwMode="auto"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0">
                  <a:solidFill>
                    <a:schemeClr val="bg1"/>
                  </a:solidFill>
                  <a:latin typeface="隶书" pitchFamily="49" charset="-122"/>
                  <a:ea typeface="隶书" pitchFamily="49" charset="-122"/>
                </a:rPr>
                <a:t>下 页</a:t>
              </a:r>
            </a:p>
          </p:txBody>
        </p:sp>
      </p:grpSp>
      <p:grpSp>
        <p:nvGrpSpPr>
          <p:cNvPr id="161807" name="Group 59"/>
          <p:cNvGrpSpPr>
            <a:grpSpLocks/>
          </p:cNvGrpSpPr>
          <p:nvPr/>
        </p:nvGrpSpPr>
        <p:grpSpPr bwMode="auto">
          <a:xfrm>
            <a:off x="7453313" y="6446838"/>
            <a:ext cx="792162" cy="366712"/>
            <a:chOff x="4649" y="4020"/>
            <a:chExt cx="499" cy="231"/>
          </a:xfrm>
        </p:grpSpPr>
        <p:pic>
          <p:nvPicPr>
            <p:cNvPr id="161808" name="Picture 60" descr="78900"/>
            <p:cNvPicPr>
              <a:picLocks noChangeAspect="1" noChangeArrowheads="1"/>
            </p:cNvPicPr>
            <p:nvPr/>
          </p:nvPicPr>
          <p:blipFill>
            <a:blip r:embed="rId11"/>
            <a:srcRect/>
            <a:stretch>
              <a:fillRect/>
            </a:stretch>
          </p:blipFill>
          <p:spPr bwMode="auto"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61809" name="Text Box 61">
              <a:hlinkClick r:id="" action="ppaction://hlinkshowjump?jump=previousslide"/>
            </p:cNvPr>
            <p:cNvSpPr txBox="1">
              <a:spLocks noChangeArrowheads="1"/>
            </p:cNvSpPr>
            <p:nvPr/>
          </p:nvSpPr>
          <p:spPr bwMode="auto"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0">
                  <a:solidFill>
                    <a:schemeClr val="bg1"/>
                  </a:solidFill>
                  <a:latin typeface="隶书" pitchFamily="49" charset="-122"/>
                  <a:ea typeface="隶书" pitchFamily="49" charset="-122"/>
                </a:rPr>
                <a:t>上 页</a:t>
              </a:r>
            </a:p>
          </p:txBody>
        </p:sp>
      </p:grpSp>
      <p:grpSp>
        <p:nvGrpSpPr>
          <p:cNvPr id="161810" name="Group 62"/>
          <p:cNvGrpSpPr>
            <a:grpSpLocks/>
          </p:cNvGrpSpPr>
          <p:nvPr/>
        </p:nvGrpSpPr>
        <p:grpSpPr bwMode="auto">
          <a:xfrm>
            <a:off x="6588125" y="6446838"/>
            <a:ext cx="792163" cy="366712"/>
            <a:chOff x="4649" y="4020"/>
            <a:chExt cx="499" cy="231"/>
          </a:xfrm>
        </p:grpSpPr>
        <p:pic>
          <p:nvPicPr>
            <p:cNvPr id="161811" name="Picture 63" descr="78900"/>
            <p:cNvPicPr>
              <a:picLocks noChangeAspect="1" noChangeArrowheads="1"/>
            </p:cNvPicPr>
            <p:nvPr/>
          </p:nvPicPr>
          <p:blipFill>
            <a:blip r:embed="rId11"/>
            <a:srcRect/>
            <a:stretch>
              <a:fillRect/>
            </a:stretch>
          </p:blipFill>
          <p:spPr bwMode="auto"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61812" name="Text Box 64">
              <a:hlinkClick r:id="rId12" action="ppaction://hlinksldjump"/>
            </p:cNvPr>
            <p:cNvSpPr txBox="1">
              <a:spLocks noChangeArrowheads="1"/>
            </p:cNvSpPr>
            <p:nvPr/>
          </p:nvSpPr>
          <p:spPr bwMode="auto"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0">
                  <a:solidFill>
                    <a:schemeClr val="bg1"/>
                  </a:solidFill>
                  <a:latin typeface="隶书" pitchFamily="49" charset="-122"/>
                  <a:ea typeface="隶书" pitchFamily="49" charset="-122"/>
                </a:rPr>
                <a:t>返 回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6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2406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6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2406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6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000"/>
                                        <p:tgtEl>
                                          <p:spTgt spid="2406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2000"/>
                                        <p:tgtEl>
                                          <p:spTgt spid="2406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6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2000"/>
                                        <p:tgtEl>
                                          <p:spTgt spid="2406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406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406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6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2000"/>
                                        <p:tgtEl>
                                          <p:spTgt spid="2406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6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2000"/>
                                        <p:tgtEl>
                                          <p:spTgt spid="2406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6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2000"/>
                                        <p:tgtEl>
                                          <p:spTgt spid="2406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1671" name="Group 7"/>
          <p:cNvGrpSpPr>
            <a:grpSpLocks/>
          </p:cNvGrpSpPr>
          <p:nvPr/>
        </p:nvGrpSpPr>
        <p:grpSpPr bwMode="auto">
          <a:xfrm>
            <a:off x="2411413" y="476250"/>
            <a:ext cx="2547937" cy="1963738"/>
            <a:chOff x="1115" y="1546"/>
            <a:chExt cx="1605" cy="1237"/>
          </a:xfrm>
        </p:grpSpPr>
        <p:sp>
          <p:nvSpPr>
            <p:cNvPr id="162818" name="Line 8"/>
            <p:cNvSpPr>
              <a:spLocks noChangeShapeType="1"/>
            </p:cNvSpPr>
            <p:nvPr/>
          </p:nvSpPr>
          <p:spPr bwMode="auto">
            <a:xfrm>
              <a:off x="1155" y="2483"/>
              <a:ext cx="1391" cy="0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2819" name="Line 9"/>
            <p:cNvSpPr>
              <a:spLocks noChangeShapeType="1"/>
            </p:cNvSpPr>
            <p:nvPr/>
          </p:nvSpPr>
          <p:spPr bwMode="auto">
            <a:xfrm flipV="1">
              <a:off x="1364" y="1755"/>
              <a:ext cx="0" cy="919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2820" name="Line 10"/>
            <p:cNvSpPr>
              <a:spLocks noChangeShapeType="1"/>
            </p:cNvSpPr>
            <p:nvPr/>
          </p:nvSpPr>
          <p:spPr bwMode="auto">
            <a:xfrm flipH="1" flipV="1">
              <a:off x="1145" y="2474"/>
              <a:ext cx="210" cy="9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2821" name="Line 11"/>
            <p:cNvSpPr>
              <a:spLocks noChangeShapeType="1"/>
            </p:cNvSpPr>
            <p:nvPr/>
          </p:nvSpPr>
          <p:spPr bwMode="auto">
            <a:xfrm>
              <a:off x="1373" y="2028"/>
              <a:ext cx="1045" cy="0"/>
            </a:xfrm>
            <a:prstGeom prst="line">
              <a:avLst/>
            </a:prstGeom>
            <a:noFill/>
            <a:ln w="28575">
              <a:solidFill>
                <a:srgbClr val="00CC99"/>
              </a:solidFill>
              <a:prstDash val="dash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2822" name="Arc 12"/>
            <p:cNvSpPr>
              <a:spLocks noChangeArrowheads="1"/>
            </p:cNvSpPr>
            <p:nvPr/>
          </p:nvSpPr>
          <p:spPr bwMode="auto">
            <a:xfrm flipH="1">
              <a:off x="1377" y="2047"/>
              <a:ext cx="986" cy="600"/>
            </a:xfrm>
            <a:custGeom>
              <a:avLst/>
              <a:gdLst/>
              <a:ahLst/>
              <a:cxnLst>
                <a:cxn ang="0">
                  <a:pos x="-1" y="438"/>
                </a:cxn>
                <a:cxn ang="0">
                  <a:pos x="4332" y="0"/>
                </a:cxn>
                <a:cxn ang="0">
                  <a:pos x="25161" y="15884"/>
                </a:cxn>
                <a:cxn ang="0">
                  <a:pos x="-1" y="438"/>
                </a:cxn>
                <a:cxn ang="0">
                  <a:pos x="4332" y="0"/>
                </a:cxn>
                <a:cxn ang="0">
                  <a:pos x="25161" y="15884"/>
                </a:cxn>
                <a:cxn ang="0">
                  <a:pos x="4332" y="21600"/>
                </a:cxn>
                <a:cxn ang="0">
                  <a:pos x="-1" y="438"/>
                </a:cxn>
              </a:cxnLst>
              <a:rect l="0" t="0" r="r" b="b"/>
              <a:pathLst>
                <a:path w="25162" h="21600" fill="none">
                  <a:moveTo>
                    <a:pt x="-1" y="438"/>
                  </a:moveTo>
                  <a:cubicBezTo>
                    <a:pt x="1425" y="147"/>
                    <a:pt x="2876" y="-1"/>
                    <a:pt x="4332" y="0"/>
                  </a:cubicBezTo>
                  <a:cubicBezTo>
                    <a:pt x="14059" y="0"/>
                    <a:pt x="22587" y="6502"/>
                    <a:pt x="25161" y="15884"/>
                  </a:cubicBezTo>
                </a:path>
                <a:path w="25162" h="21600" stroke="0">
                  <a:moveTo>
                    <a:pt x="-1" y="438"/>
                  </a:moveTo>
                  <a:cubicBezTo>
                    <a:pt x="1425" y="147"/>
                    <a:pt x="2876" y="-1"/>
                    <a:pt x="4332" y="0"/>
                  </a:cubicBezTo>
                  <a:cubicBezTo>
                    <a:pt x="14059" y="0"/>
                    <a:pt x="22587" y="6502"/>
                    <a:pt x="25161" y="15884"/>
                  </a:cubicBezTo>
                  <a:lnTo>
                    <a:pt x="4332" y="21600"/>
                  </a:lnTo>
                  <a:lnTo>
                    <a:pt x="-1" y="438"/>
                  </a:lnTo>
                  <a:close/>
                </a:path>
              </a:pathLst>
            </a:custGeom>
            <a:noFill/>
            <a:ln w="3810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2823" name="Text Box 13"/>
            <p:cNvSpPr txBox="1">
              <a:spLocks noChangeArrowheads="1"/>
            </p:cNvSpPr>
            <p:nvPr/>
          </p:nvSpPr>
          <p:spPr bwMode="auto">
            <a:xfrm>
              <a:off x="1488" y="1546"/>
              <a:ext cx="329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u</a:t>
              </a:r>
              <a:r>
                <a:rPr lang="en-US" altLang="zh-CN" b="0" i="1" baseline="-2500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C</a:t>
              </a:r>
              <a:endParaRPr lang="en-US" altLang="zh-CN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162824" name="Text Box 14"/>
            <p:cNvSpPr txBox="1">
              <a:spLocks noChangeArrowheads="1"/>
            </p:cNvSpPr>
            <p:nvPr/>
          </p:nvSpPr>
          <p:spPr bwMode="auto">
            <a:xfrm>
              <a:off x="1115" y="1836"/>
              <a:ext cx="253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R</a:t>
              </a:r>
              <a:endParaRPr lang="en-US" altLang="zh-CN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162825" name="Text Box 15"/>
            <p:cNvSpPr txBox="1">
              <a:spLocks noChangeArrowheads="1"/>
            </p:cNvSpPr>
            <p:nvPr/>
          </p:nvSpPr>
          <p:spPr bwMode="auto">
            <a:xfrm>
              <a:off x="2542" y="2273"/>
              <a:ext cx="178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t</a:t>
              </a:r>
              <a:endParaRPr lang="en-US" altLang="zh-CN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162826" name="Text Box 16"/>
            <p:cNvSpPr txBox="1">
              <a:spLocks noChangeArrowheads="1"/>
            </p:cNvSpPr>
            <p:nvPr/>
          </p:nvSpPr>
          <p:spPr bwMode="auto">
            <a:xfrm>
              <a:off x="1143" y="2456"/>
              <a:ext cx="228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0</a:t>
              </a:r>
            </a:p>
          </p:txBody>
        </p:sp>
      </p:grpSp>
      <p:grpSp>
        <p:nvGrpSpPr>
          <p:cNvPr id="241681" name="Group 17"/>
          <p:cNvGrpSpPr>
            <a:grpSpLocks/>
          </p:cNvGrpSpPr>
          <p:nvPr/>
        </p:nvGrpSpPr>
        <p:grpSpPr bwMode="auto">
          <a:xfrm>
            <a:off x="5435600" y="549275"/>
            <a:ext cx="2547938" cy="1963738"/>
            <a:chOff x="2851" y="1528"/>
            <a:chExt cx="1605" cy="1237"/>
          </a:xfrm>
        </p:grpSpPr>
        <p:sp>
          <p:nvSpPr>
            <p:cNvPr id="162828" name="Line 18"/>
            <p:cNvSpPr>
              <a:spLocks noChangeShapeType="1"/>
            </p:cNvSpPr>
            <p:nvPr/>
          </p:nvSpPr>
          <p:spPr bwMode="auto">
            <a:xfrm>
              <a:off x="2891" y="2465"/>
              <a:ext cx="1391" cy="0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2829" name="Line 19"/>
            <p:cNvSpPr>
              <a:spLocks noChangeShapeType="1"/>
            </p:cNvSpPr>
            <p:nvPr/>
          </p:nvSpPr>
          <p:spPr bwMode="auto">
            <a:xfrm flipV="1">
              <a:off x="3100" y="1737"/>
              <a:ext cx="0" cy="919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2830" name="Line 20"/>
            <p:cNvSpPr>
              <a:spLocks noChangeShapeType="1"/>
            </p:cNvSpPr>
            <p:nvPr/>
          </p:nvSpPr>
          <p:spPr bwMode="auto">
            <a:xfrm flipH="1">
              <a:off x="2900" y="2465"/>
              <a:ext cx="191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2831" name="Line 21"/>
            <p:cNvSpPr>
              <a:spLocks noChangeShapeType="1"/>
            </p:cNvSpPr>
            <p:nvPr/>
          </p:nvSpPr>
          <p:spPr bwMode="auto">
            <a:xfrm>
              <a:off x="3109" y="2010"/>
              <a:ext cx="1045" cy="0"/>
            </a:xfrm>
            <a:prstGeom prst="line">
              <a:avLst/>
            </a:prstGeom>
            <a:noFill/>
            <a:ln w="28575">
              <a:solidFill>
                <a:srgbClr val="00CC99"/>
              </a:solidFill>
              <a:prstDash val="dash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2832" name="Arc 22"/>
            <p:cNvSpPr>
              <a:spLocks noChangeArrowheads="1"/>
            </p:cNvSpPr>
            <p:nvPr/>
          </p:nvSpPr>
          <p:spPr bwMode="auto">
            <a:xfrm flipH="1" flipV="1">
              <a:off x="3122" y="1829"/>
              <a:ext cx="986" cy="600"/>
            </a:xfrm>
            <a:custGeom>
              <a:avLst/>
              <a:gdLst/>
              <a:ahLst/>
              <a:cxnLst>
                <a:cxn ang="0">
                  <a:pos x="-1" y="438"/>
                </a:cxn>
                <a:cxn ang="0">
                  <a:pos x="4332" y="0"/>
                </a:cxn>
                <a:cxn ang="0">
                  <a:pos x="25161" y="15884"/>
                </a:cxn>
                <a:cxn ang="0">
                  <a:pos x="-1" y="438"/>
                </a:cxn>
                <a:cxn ang="0">
                  <a:pos x="4332" y="0"/>
                </a:cxn>
                <a:cxn ang="0">
                  <a:pos x="25161" y="15884"/>
                </a:cxn>
                <a:cxn ang="0">
                  <a:pos x="4332" y="21600"/>
                </a:cxn>
                <a:cxn ang="0">
                  <a:pos x="-1" y="438"/>
                </a:cxn>
              </a:cxnLst>
              <a:rect l="0" t="0" r="r" b="b"/>
              <a:pathLst>
                <a:path w="25162" h="21600" fill="none">
                  <a:moveTo>
                    <a:pt x="-1" y="438"/>
                  </a:moveTo>
                  <a:cubicBezTo>
                    <a:pt x="1425" y="147"/>
                    <a:pt x="2876" y="-1"/>
                    <a:pt x="4332" y="0"/>
                  </a:cubicBezTo>
                  <a:cubicBezTo>
                    <a:pt x="14059" y="0"/>
                    <a:pt x="22587" y="6502"/>
                    <a:pt x="25161" y="15884"/>
                  </a:cubicBezTo>
                </a:path>
                <a:path w="25162" h="21600" stroke="0">
                  <a:moveTo>
                    <a:pt x="-1" y="438"/>
                  </a:moveTo>
                  <a:cubicBezTo>
                    <a:pt x="1425" y="147"/>
                    <a:pt x="2876" y="-1"/>
                    <a:pt x="4332" y="0"/>
                  </a:cubicBezTo>
                  <a:cubicBezTo>
                    <a:pt x="14059" y="0"/>
                    <a:pt x="22587" y="6502"/>
                    <a:pt x="25161" y="15884"/>
                  </a:cubicBezTo>
                  <a:lnTo>
                    <a:pt x="4332" y="21600"/>
                  </a:lnTo>
                  <a:lnTo>
                    <a:pt x="-1" y="438"/>
                  </a:lnTo>
                  <a:close/>
                </a:path>
              </a:pathLst>
            </a:custGeom>
            <a:noFill/>
            <a:ln w="3810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2833" name="Text Box 23"/>
            <p:cNvSpPr txBox="1">
              <a:spLocks noChangeArrowheads="1"/>
            </p:cNvSpPr>
            <p:nvPr/>
          </p:nvSpPr>
          <p:spPr bwMode="auto">
            <a:xfrm>
              <a:off x="3224" y="1528"/>
              <a:ext cx="279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i</a:t>
              </a:r>
              <a:r>
                <a:rPr lang="en-US" altLang="zh-CN" b="0" i="1" baseline="-2500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C</a:t>
              </a:r>
              <a:endParaRPr lang="en-US" altLang="zh-CN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162834" name="Text Box 24"/>
            <p:cNvSpPr txBox="1">
              <a:spLocks noChangeArrowheads="1"/>
            </p:cNvSpPr>
            <p:nvPr/>
          </p:nvSpPr>
          <p:spPr bwMode="auto">
            <a:xfrm>
              <a:off x="2851" y="1818"/>
              <a:ext cx="228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1</a:t>
              </a:r>
            </a:p>
          </p:txBody>
        </p:sp>
        <p:sp>
          <p:nvSpPr>
            <p:cNvPr id="162835" name="Text Box 25"/>
            <p:cNvSpPr txBox="1">
              <a:spLocks noChangeArrowheads="1"/>
            </p:cNvSpPr>
            <p:nvPr/>
          </p:nvSpPr>
          <p:spPr bwMode="auto">
            <a:xfrm>
              <a:off x="4278" y="2255"/>
              <a:ext cx="178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t</a:t>
              </a:r>
              <a:endParaRPr lang="en-US" altLang="zh-CN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162836" name="Text Box 26"/>
            <p:cNvSpPr txBox="1">
              <a:spLocks noChangeArrowheads="1"/>
            </p:cNvSpPr>
            <p:nvPr/>
          </p:nvSpPr>
          <p:spPr bwMode="auto">
            <a:xfrm>
              <a:off x="2879" y="2438"/>
              <a:ext cx="228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0</a:t>
              </a:r>
            </a:p>
          </p:txBody>
        </p:sp>
        <p:sp>
          <p:nvSpPr>
            <p:cNvPr id="162837" name="Line 27"/>
            <p:cNvSpPr>
              <a:spLocks noChangeShapeType="1"/>
            </p:cNvSpPr>
            <p:nvPr/>
          </p:nvSpPr>
          <p:spPr bwMode="auto">
            <a:xfrm flipV="1">
              <a:off x="3091" y="1991"/>
              <a:ext cx="1" cy="455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241692" name="Group 28"/>
          <p:cNvGrpSpPr>
            <a:grpSpLocks/>
          </p:cNvGrpSpPr>
          <p:nvPr/>
        </p:nvGrpSpPr>
        <p:grpSpPr bwMode="auto">
          <a:xfrm>
            <a:off x="2124075" y="2852738"/>
            <a:ext cx="2797175" cy="2070100"/>
            <a:chOff x="1376" y="2593"/>
            <a:chExt cx="1691" cy="1215"/>
          </a:xfrm>
        </p:grpSpPr>
        <p:sp>
          <p:nvSpPr>
            <p:cNvPr id="162839" name="Text Box 29"/>
            <p:cNvSpPr txBox="1">
              <a:spLocks noChangeArrowheads="1"/>
            </p:cNvSpPr>
            <p:nvPr/>
          </p:nvSpPr>
          <p:spPr bwMode="auto">
            <a:xfrm>
              <a:off x="1842" y="2593"/>
              <a:ext cx="316" cy="30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u</a:t>
              </a:r>
              <a:r>
                <a:rPr lang="en-US" altLang="zh-CN" b="0" i="1" baseline="-2500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C</a:t>
              </a:r>
              <a:endParaRPr lang="en-US" altLang="zh-CN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162840" name="Line 30"/>
            <p:cNvSpPr>
              <a:spLocks noChangeShapeType="1"/>
            </p:cNvSpPr>
            <p:nvPr/>
          </p:nvSpPr>
          <p:spPr bwMode="auto">
            <a:xfrm>
              <a:off x="1509" y="3530"/>
              <a:ext cx="1391" cy="0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2841" name="Line 31"/>
            <p:cNvSpPr>
              <a:spLocks noChangeShapeType="1"/>
            </p:cNvSpPr>
            <p:nvPr/>
          </p:nvSpPr>
          <p:spPr bwMode="auto">
            <a:xfrm flipV="1">
              <a:off x="1718" y="2802"/>
              <a:ext cx="0" cy="919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2842" name="Line 32"/>
            <p:cNvSpPr>
              <a:spLocks noChangeShapeType="1"/>
            </p:cNvSpPr>
            <p:nvPr/>
          </p:nvSpPr>
          <p:spPr bwMode="auto">
            <a:xfrm flipH="1">
              <a:off x="1518" y="3530"/>
              <a:ext cx="191" cy="0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2843" name="Line 33"/>
            <p:cNvSpPr>
              <a:spLocks noChangeShapeType="1"/>
            </p:cNvSpPr>
            <p:nvPr/>
          </p:nvSpPr>
          <p:spPr bwMode="auto">
            <a:xfrm>
              <a:off x="1727" y="3075"/>
              <a:ext cx="1045" cy="0"/>
            </a:xfrm>
            <a:prstGeom prst="line">
              <a:avLst/>
            </a:prstGeom>
            <a:noFill/>
            <a:ln w="28575">
              <a:solidFill>
                <a:srgbClr val="00CC99"/>
              </a:solidFill>
              <a:prstDash val="dash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2844" name="Arc 34"/>
            <p:cNvSpPr>
              <a:spLocks noChangeArrowheads="1"/>
            </p:cNvSpPr>
            <p:nvPr/>
          </p:nvSpPr>
          <p:spPr bwMode="auto">
            <a:xfrm flipH="1" flipV="1">
              <a:off x="1740" y="2894"/>
              <a:ext cx="986" cy="600"/>
            </a:xfrm>
            <a:custGeom>
              <a:avLst/>
              <a:gdLst/>
              <a:ahLst/>
              <a:cxnLst>
                <a:cxn ang="0">
                  <a:pos x="-1" y="438"/>
                </a:cxn>
                <a:cxn ang="0">
                  <a:pos x="4332" y="0"/>
                </a:cxn>
                <a:cxn ang="0">
                  <a:pos x="25161" y="15884"/>
                </a:cxn>
                <a:cxn ang="0">
                  <a:pos x="-1" y="438"/>
                </a:cxn>
                <a:cxn ang="0">
                  <a:pos x="4332" y="0"/>
                </a:cxn>
                <a:cxn ang="0">
                  <a:pos x="25161" y="15884"/>
                </a:cxn>
                <a:cxn ang="0">
                  <a:pos x="4332" y="21600"/>
                </a:cxn>
                <a:cxn ang="0">
                  <a:pos x="-1" y="438"/>
                </a:cxn>
              </a:cxnLst>
              <a:rect l="0" t="0" r="r" b="b"/>
              <a:pathLst>
                <a:path w="25162" h="21600" fill="none">
                  <a:moveTo>
                    <a:pt x="-1" y="438"/>
                  </a:moveTo>
                  <a:cubicBezTo>
                    <a:pt x="1425" y="147"/>
                    <a:pt x="2876" y="-1"/>
                    <a:pt x="4332" y="0"/>
                  </a:cubicBezTo>
                  <a:cubicBezTo>
                    <a:pt x="14059" y="0"/>
                    <a:pt x="22587" y="6502"/>
                    <a:pt x="25161" y="15884"/>
                  </a:cubicBezTo>
                </a:path>
                <a:path w="25162" h="21600" stroke="0">
                  <a:moveTo>
                    <a:pt x="-1" y="438"/>
                  </a:moveTo>
                  <a:cubicBezTo>
                    <a:pt x="1425" y="147"/>
                    <a:pt x="2876" y="-1"/>
                    <a:pt x="4332" y="0"/>
                  </a:cubicBezTo>
                  <a:cubicBezTo>
                    <a:pt x="14059" y="0"/>
                    <a:pt x="22587" y="6502"/>
                    <a:pt x="25161" y="15884"/>
                  </a:cubicBezTo>
                  <a:lnTo>
                    <a:pt x="4332" y="21600"/>
                  </a:lnTo>
                  <a:lnTo>
                    <a:pt x="-1" y="438"/>
                  </a:lnTo>
                  <a:close/>
                </a:path>
              </a:pathLst>
            </a:custGeom>
            <a:noFill/>
            <a:ln w="38100">
              <a:solidFill>
                <a:srgbClr val="FF33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2845" name="Text Box 35"/>
            <p:cNvSpPr txBox="1">
              <a:spLocks noChangeArrowheads="1"/>
            </p:cNvSpPr>
            <p:nvPr/>
          </p:nvSpPr>
          <p:spPr bwMode="auto">
            <a:xfrm>
              <a:off x="2896" y="3320"/>
              <a:ext cx="171" cy="3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t</a:t>
              </a:r>
              <a:endParaRPr lang="en-US" altLang="zh-CN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162846" name="Text Box 36"/>
            <p:cNvSpPr txBox="1">
              <a:spLocks noChangeArrowheads="1"/>
            </p:cNvSpPr>
            <p:nvPr/>
          </p:nvSpPr>
          <p:spPr bwMode="auto">
            <a:xfrm>
              <a:off x="1497" y="3503"/>
              <a:ext cx="219" cy="30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0</a:t>
              </a:r>
            </a:p>
          </p:txBody>
        </p:sp>
        <p:sp>
          <p:nvSpPr>
            <p:cNvPr id="162847" name="Line 37"/>
            <p:cNvSpPr>
              <a:spLocks noChangeShapeType="1"/>
            </p:cNvSpPr>
            <p:nvPr/>
          </p:nvSpPr>
          <p:spPr bwMode="auto">
            <a:xfrm flipV="1">
              <a:off x="1709" y="3056"/>
              <a:ext cx="1" cy="455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162848" name="Object 38"/>
            <p:cNvGraphicFramePr>
              <a:graphicFrameLocks noChangeAspect="1"/>
            </p:cNvGraphicFramePr>
            <p:nvPr/>
          </p:nvGraphicFramePr>
          <p:xfrm>
            <a:off x="1376" y="2764"/>
            <a:ext cx="245" cy="585"/>
          </p:xfrm>
          <a:graphic>
            <a:graphicData uri="http://schemas.openxmlformats.org/presentationml/2006/ole">
              <p:oleObj spid="_x0000_s162848" r:id="rId3" imgW="162360" imgH="403560" progId="Equation.3">
                <p:embed/>
              </p:oleObj>
            </a:graphicData>
          </a:graphic>
        </p:graphicFrame>
      </p:grpSp>
      <p:sp>
        <p:nvSpPr>
          <p:cNvPr id="241713" name="Text Box 49"/>
          <p:cNvSpPr txBox="1">
            <a:spLocks noChangeArrowheads="1"/>
          </p:cNvSpPr>
          <p:nvPr/>
        </p:nvSpPr>
        <p:spPr bwMode="auto">
          <a:xfrm>
            <a:off x="539750" y="2944813"/>
            <a:ext cx="1612900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>
                <a:latin typeface="Times New Roman" pitchFamily="18" charset="0"/>
              </a:rPr>
              <a:t>冲激响应</a:t>
            </a:r>
          </a:p>
        </p:txBody>
      </p:sp>
      <p:sp>
        <p:nvSpPr>
          <p:cNvPr id="241714" name="Text Box 50"/>
          <p:cNvSpPr txBox="1">
            <a:spLocks noChangeArrowheads="1"/>
          </p:cNvSpPr>
          <p:nvPr/>
        </p:nvSpPr>
        <p:spPr bwMode="auto">
          <a:xfrm>
            <a:off x="468313" y="836613"/>
            <a:ext cx="1612900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>
                <a:latin typeface="Times New Roman" pitchFamily="18" charset="0"/>
              </a:rPr>
              <a:t>阶跃响应</a:t>
            </a:r>
          </a:p>
        </p:txBody>
      </p:sp>
      <p:grpSp>
        <p:nvGrpSpPr>
          <p:cNvPr id="241715" name="Group 51"/>
          <p:cNvGrpSpPr>
            <a:grpSpLocks/>
          </p:cNvGrpSpPr>
          <p:nvPr/>
        </p:nvGrpSpPr>
        <p:grpSpPr bwMode="auto">
          <a:xfrm>
            <a:off x="5364163" y="2349500"/>
            <a:ext cx="3052762" cy="2592388"/>
            <a:chOff x="2971" y="1674"/>
            <a:chExt cx="2145" cy="1831"/>
          </a:xfrm>
        </p:grpSpPr>
        <p:sp>
          <p:nvSpPr>
            <p:cNvPr id="162852" name="Line 52"/>
            <p:cNvSpPr>
              <a:spLocks noChangeShapeType="1"/>
            </p:cNvSpPr>
            <p:nvPr/>
          </p:nvSpPr>
          <p:spPr bwMode="auto">
            <a:xfrm>
              <a:off x="3397" y="2732"/>
              <a:ext cx="1526" cy="0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2853" name="Line 53"/>
            <p:cNvSpPr>
              <a:spLocks noChangeShapeType="1"/>
            </p:cNvSpPr>
            <p:nvPr/>
          </p:nvSpPr>
          <p:spPr bwMode="auto">
            <a:xfrm flipV="1">
              <a:off x="3626" y="1907"/>
              <a:ext cx="0" cy="1465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2854" name="Line 54"/>
            <p:cNvSpPr>
              <a:spLocks noChangeShapeType="1"/>
            </p:cNvSpPr>
            <p:nvPr/>
          </p:nvSpPr>
          <p:spPr bwMode="auto">
            <a:xfrm flipH="1" flipV="1">
              <a:off x="3386" y="2722"/>
              <a:ext cx="231" cy="10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2855" name="Arc 55"/>
            <p:cNvSpPr>
              <a:spLocks noChangeArrowheads="1"/>
            </p:cNvSpPr>
            <p:nvPr/>
          </p:nvSpPr>
          <p:spPr bwMode="auto">
            <a:xfrm flipH="1">
              <a:off x="3641" y="2773"/>
              <a:ext cx="1081" cy="412"/>
            </a:xfrm>
            <a:custGeom>
              <a:avLst/>
              <a:gdLst/>
              <a:ahLst/>
              <a:cxnLst>
                <a:cxn ang="0">
                  <a:pos x="-1" y="438"/>
                </a:cxn>
                <a:cxn ang="0">
                  <a:pos x="4332" y="0"/>
                </a:cxn>
                <a:cxn ang="0">
                  <a:pos x="25161" y="15884"/>
                </a:cxn>
                <a:cxn ang="0">
                  <a:pos x="-1" y="438"/>
                </a:cxn>
                <a:cxn ang="0">
                  <a:pos x="4332" y="0"/>
                </a:cxn>
                <a:cxn ang="0">
                  <a:pos x="25161" y="15884"/>
                </a:cxn>
                <a:cxn ang="0">
                  <a:pos x="4332" y="21600"/>
                </a:cxn>
                <a:cxn ang="0">
                  <a:pos x="-1" y="438"/>
                </a:cxn>
              </a:cxnLst>
              <a:rect l="0" t="0" r="r" b="b"/>
              <a:pathLst>
                <a:path w="25162" h="21600" fill="none">
                  <a:moveTo>
                    <a:pt x="-1" y="438"/>
                  </a:moveTo>
                  <a:cubicBezTo>
                    <a:pt x="1425" y="147"/>
                    <a:pt x="2876" y="-1"/>
                    <a:pt x="4332" y="0"/>
                  </a:cubicBezTo>
                  <a:cubicBezTo>
                    <a:pt x="14059" y="0"/>
                    <a:pt x="22587" y="6502"/>
                    <a:pt x="25161" y="15884"/>
                  </a:cubicBezTo>
                </a:path>
                <a:path w="25162" h="21600" stroke="0">
                  <a:moveTo>
                    <a:pt x="-1" y="438"/>
                  </a:moveTo>
                  <a:cubicBezTo>
                    <a:pt x="1425" y="147"/>
                    <a:pt x="2876" y="-1"/>
                    <a:pt x="4332" y="0"/>
                  </a:cubicBezTo>
                  <a:cubicBezTo>
                    <a:pt x="14059" y="0"/>
                    <a:pt x="22587" y="6502"/>
                    <a:pt x="25161" y="15884"/>
                  </a:cubicBezTo>
                  <a:lnTo>
                    <a:pt x="4332" y="21600"/>
                  </a:lnTo>
                  <a:lnTo>
                    <a:pt x="-1" y="438"/>
                  </a:lnTo>
                  <a:close/>
                </a:path>
              </a:pathLst>
            </a:custGeom>
            <a:noFill/>
            <a:ln w="38100">
              <a:solidFill>
                <a:srgbClr val="FF33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2856" name="Text Box 56"/>
            <p:cNvSpPr txBox="1">
              <a:spLocks noChangeArrowheads="1"/>
            </p:cNvSpPr>
            <p:nvPr/>
          </p:nvSpPr>
          <p:spPr bwMode="auto">
            <a:xfrm>
              <a:off x="3762" y="1674"/>
              <a:ext cx="311" cy="36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i</a:t>
              </a:r>
              <a:r>
                <a:rPr lang="en-US" altLang="zh-CN" b="0" i="1" baseline="-2500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C</a:t>
              </a:r>
              <a:endParaRPr lang="en-US" altLang="zh-CN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162857" name="Text Box 57"/>
            <p:cNvSpPr txBox="1">
              <a:spLocks noChangeArrowheads="1"/>
            </p:cNvSpPr>
            <p:nvPr/>
          </p:nvSpPr>
          <p:spPr bwMode="auto">
            <a:xfrm>
              <a:off x="4918" y="2499"/>
              <a:ext cx="198" cy="36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t</a:t>
              </a:r>
              <a:endParaRPr lang="en-US" altLang="zh-CN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162858" name="Line 58"/>
            <p:cNvSpPr>
              <a:spLocks noChangeShapeType="1"/>
            </p:cNvSpPr>
            <p:nvPr/>
          </p:nvSpPr>
          <p:spPr bwMode="auto">
            <a:xfrm flipV="1">
              <a:off x="3630" y="2322"/>
              <a:ext cx="0" cy="413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2859" name="Text Box 59"/>
            <p:cNvSpPr txBox="1">
              <a:spLocks noChangeArrowheads="1"/>
            </p:cNvSpPr>
            <p:nvPr/>
          </p:nvSpPr>
          <p:spPr bwMode="auto">
            <a:xfrm>
              <a:off x="3334" y="2160"/>
              <a:ext cx="254" cy="36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1</a:t>
              </a:r>
            </a:p>
          </p:txBody>
        </p:sp>
        <p:graphicFrame>
          <p:nvGraphicFramePr>
            <p:cNvPr id="162860" name="Object 60"/>
            <p:cNvGraphicFramePr>
              <a:graphicFrameLocks noChangeAspect="1"/>
            </p:cNvGraphicFramePr>
            <p:nvPr/>
          </p:nvGraphicFramePr>
          <p:xfrm>
            <a:off x="2971" y="2840"/>
            <a:ext cx="626" cy="665"/>
          </p:xfrm>
          <a:graphic>
            <a:graphicData uri="http://schemas.openxmlformats.org/presentationml/2006/ole">
              <p:oleObj spid="_x0000_s162860" r:id="rId4" imgW="393840" imgH="403560" progId="Equation.3">
                <p:embed/>
              </p:oleObj>
            </a:graphicData>
          </a:graphic>
        </p:graphicFrame>
        <p:sp>
          <p:nvSpPr>
            <p:cNvPr id="162861" name="Text Box 61"/>
            <p:cNvSpPr txBox="1">
              <a:spLocks noChangeArrowheads="1"/>
            </p:cNvSpPr>
            <p:nvPr/>
          </p:nvSpPr>
          <p:spPr bwMode="auto">
            <a:xfrm>
              <a:off x="3424" y="2704"/>
              <a:ext cx="499" cy="36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</a:rPr>
                <a:t>0</a:t>
              </a:r>
            </a:p>
          </p:txBody>
        </p:sp>
      </p:grpSp>
      <p:grpSp>
        <p:nvGrpSpPr>
          <p:cNvPr id="162862" name="Group 62"/>
          <p:cNvGrpSpPr>
            <a:grpSpLocks/>
          </p:cNvGrpSpPr>
          <p:nvPr/>
        </p:nvGrpSpPr>
        <p:grpSpPr bwMode="auto"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162863" name="Picture 63" descr="78900"/>
            <p:cNvPicPr>
              <a:picLocks noChangeAspect="1" noChangeArrowheads="1"/>
            </p:cNvPicPr>
            <p:nvPr/>
          </p:nvPicPr>
          <p:blipFill>
            <a:blip r:embed="rId5"/>
            <a:srcRect/>
            <a:stretch>
              <a:fillRect/>
            </a:stretch>
          </p:blipFill>
          <p:spPr bwMode="auto"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62864" name="Text Box 64">
              <a:hlinkClick r:id="" action="ppaction://hlinkshowjump?jump=nextslide"/>
            </p:cNvPr>
            <p:cNvSpPr txBox="1">
              <a:spLocks noChangeArrowheads="1"/>
            </p:cNvSpPr>
            <p:nvPr/>
          </p:nvSpPr>
          <p:spPr bwMode="auto"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0">
                  <a:solidFill>
                    <a:schemeClr val="bg1"/>
                  </a:solidFill>
                  <a:latin typeface="隶书" pitchFamily="49" charset="-122"/>
                  <a:ea typeface="隶书" pitchFamily="49" charset="-122"/>
                </a:rPr>
                <a:t>下 页</a:t>
              </a:r>
            </a:p>
          </p:txBody>
        </p:sp>
      </p:grpSp>
      <p:grpSp>
        <p:nvGrpSpPr>
          <p:cNvPr id="162865" name="Group 65"/>
          <p:cNvGrpSpPr>
            <a:grpSpLocks/>
          </p:cNvGrpSpPr>
          <p:nvPr/>
        </p:nvGrpSpPr>
        <p:grpSpPr bwMode="auto">
          <a:xfrm>
            <a:off x="7453313" y="6446838"/>
            <a:ext cx="792162" cy="366712"/>
            <a:chOff x="4649" y="4020"/>
            <a:chExt cx="499" cy="231"/>
          </a:xfrm>
        </p:grpSpPr>
        <p:pic>
          <p:nvPicPr>
            <p:cNvPr id="162866" name="Picture 66" descr="78900"/>
            <p:cNvPicPr>
              <a:picLocks noChangeAspect="1" noChangeArrowheads="1"/>
            </p:cNvPicPr>
            <p:nvPr/>
          </p:nvPicPr>
          <p:blipFill>
            <a:blip r:embed="rId5"/>
            <a:srcRect/>
            <a:stretch>
              <a:fillRect/>
            </a:stretch>
          </p:blipFill>
          <p:spPr bwMode="auto"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62867" name="Text Box 67">
              <a:hlinkClick r:id="" action="ppaction://hlinkshowjump?jump=previousslide"/>
            </p:cNvPr>
            <p:cNvSpPr txBox="1">
              <a:spLocks noChangeArrowheads="1"/>
            </p:cNvSpPr>
            <p:nvPr/>
          </p:nvSpPr>
          <p:spPr bwMode="auto"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0">
                  <a:solidFill>
                    <a:schemeClr val="bg1"/>
                  </a:solidFill>
                  <a:latin typeface="隶书" pitchFamily="49" charset="-122"/>
                  <a:ea typeface="隶书" pitchFamily="49" charset="-122"/>
                </a:rPr>
                <a:t>上 页</a:t>
              </a:r>
            </a:p>
          </p:txBody>
        </p:sp>
      </p:grpSp>
      <p:grpSp>
        <p:nvGrpSpPr>
          <p:cNvPr id="162868" name="Group 68"/>
          <p:cNvGrpSpPr>
            <a:grpSpLocks/>
          </p:cNvGrpSpPr>
          <p:nvPr/>
        </p:nvGrpSpPr>
        <p:grpSpPr bwMode="auto">
          <a:xfrm>
            <a:off x="6588125" y="6446838"/>
            <a:ext cx="792163" cy="366712"/>
            <a:chOff x="4649" y="4020"/>
            <a:chExt cx="499" cy="231"/>
          </a:xfrm>
        </p:grpSpPr>
        <p:pic>
          <p:nvPicPr>
            <p:cNvPr id="162869" name="Picture 69" descr="78900"/>
            <p:cNvPicPr>
              <a:picLocks noChangeAspect="1" noChangeArrowheads="1"/>
            </p:cNvPicPr>
            <p:nvPr/>
          </p:nvPicPr>
          <p:blipFill>
            <a:blip r:embed="rId5"/>
            <a:srcRect/>
            <a:stretch>
              <a:fillRect/>
            </a:stretch>
          </p:blipFill>
          <p:spPr bwMode="auto"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62870" name="Text Box 70">
              <a:hlinkClick r:id="rId6" action="ppaction://hlinksldjump"/>
            </p:cNvPr>
            <p:cNvSpPr txBox="1">
              <a:spLocks noChangeArrowheads="1"/>
            </p:cNvSpPr>
            <p:nvPr/>
          </p:nvSpPr>
          <p:spPr bwMode="auto"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0">
                  <a:solidFill>
                    <a:schemeClr val="bg1"/>
                  </a:solidFill>
                  <a:latin typeface="隶书" pitchFamily="49" charset="-122"/>
                  <a:ea typeface="隶书" pitchFamily="49" charset="-122"/>
                </a:rPr>
                <a:t>返 回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7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417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417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6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2000"/>
                                        <p:tgtEl>
                                          <p:spTgt spid="2416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6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2000"/>
                                        <p:tgtEl>
                                          <p:spTgt spid="2416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7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417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417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6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2000"/>
                                        <p:tgtEl>
                                          <p:spTgt spid="2416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7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2417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1713" grpId="0"/>
      <p:bldP spid="241714" grpId="0"/>
    </p:bldLst>
  </p:timing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172" name="AutoShape 4" descr="羊皮纸"/>
          <p:cNvSpPr>
            <a:spLocks/>
          </p:cNvSpPr>
          <p:nvPr/>
        </p:nvSpPr>
        <p:spPr bwMode="auto">
          <a:xfrm>
            <a:off x="2547938" y="4849813"/>
            <a:ext cx="1376362" cy="557212"/>
          </a:xfrm>
          <a:prstGeom prst="callout2">
            <a:avLst>
              <a:gd name="adj1" fmla="val 20514"/>
              <a:gd name="adj2" fmla="val 105537"/>
              <a:gd name="adj3" fmla="val 20514"/>
              <a:gd name="adj4" fmla="val 119722"/>
              <a:gd name="adj5" fmla="val -83477"/>
              <a:gd name="adj6" fmla="val 125491"/>
            </a:avLst>
          </a:prstGeom>
          <a:blipFill dpi="0" rotWithShape="1">
            <a:blip r:embed="rId3"/>
            <a:srcRect/>
            <a:tile tx="0" ty="0" sx="100000" sy="100000" flip="none" algn="tl"/>
          </a:blipFill>
          <a:ln w="38100">
            <a:solidFill>
              <a:srgbClr val="FF0000"/>
            </a:solidFill>
            <a:miter lim="800000"/>
            <a:headEnd/>
            <a:tailEnd type="triangle" w="med" len="med"/>
          </a:ln>
        </p:spPr>
        <p:txBody>
          <a:bodyPr>
            <a:spAutoFit/>
          </a:bodyPr>
          <a:lstStyle/>
          <a:p>
            <a:r>
              <a:rPr lang="zh-CN" altLang="en-US">
                <a:solidFill>
                  <a:schemeClr val="tx1"/>
                </a:solidFill>
                <a:latin typeface="Times New Roman" pitchFamily="18" charset="0"/>
              </a:rPr>
              <a:t>有限值</a:t>
            </a:r>
          </a:p>
        </p:txBody>
      </p:sp>
      <p:sp>
        <p:nvSpPr>
          <p:cNvPr id="263173" name="AutoShape 5" descr="羊皮纸"/>
          <p:cNvSpPr>
            <a:spLocks/>
          </p:cNvSpPr>
          <p:nvPr/>
        </p:nvSpPr>
        <p:spPr bwMode="auto">
          <a:xfrm>
            <a:off x="6588125" y="4797425"/>
            <a:ext cx="1376363" cy="557213"/>
          </a:xfrm>
          <a:prstGeom prst="callout2">
            <a:avLst>
              <a:gd name="adj1" fmla="val 20514"/>
              <a:gd name="adj2" fmla="val -5537"/>
              <a:gd name="adj3" fmla="val 20514"/>
              <a:gd name="adj4" fmla="val -17532"/>
              <a:gd name="adj5" fmla="val -69514"/>
              <a:gd name="adj6" fmla="val -29991"/>
            </a:avLst>
          </a:prstGeom>
          <a:blipFill dpi="0" rotWithShape="1">
            <a:blip r:embed="rId3"/>
            <a:srcRect/>
            <a:tile tx="0" ty="0" sx="100000" sy="100000" flip="none" algn="tl"/>
          </a:blipFill>
          <a:ln w="38100">
            <a:solidFill>
              <a:srgbClr val="FF0000"/>
            </a:solidFill>
            <a:miter lim="800000"/>
            <a:headEnd/>
            <a:tailEnd type="triangle" w="med" len="med"/>
          </a:ln>
        </p:spPr>
        <p:txBody>
          <a:bodyPr>
            <a:spAutoFit/>
          </a:bodyPr>
          <a:lstStyle/>
          <a:p>
            <a:r>
              <a:rPr lang="zh-CN" altLang="en-US">
                <a:solidFill>
                  <a:schemeClr val="tx1"/>
                </a:solidFill>
                <a:latin typeface="Times New Roman" pitchFamily="18" charset="0"/>
              </a:rPr>
              <a:t>有限值</a:t>
            </a:r>
          </a:p>
        </p:txBody>
      </p:sp>
      <p:sp>
        <p:nvSpPr>
          <p:cNvPr id="263174" name="Rectangle 6"/>
          <p:cNvSpPr>
            <a:spLocks noChangeArrowheads="1"/>
          </p:cNvSpPr>
          <p:nvPr/>
        </p:nvSpPr>
        <p:spPr bwMode="auto">
          <a:xfrm>
            <a:off x="1258888" y="1700213"/>
            <a:ext cx="3384550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b="0">
                <a:solidFill>
                  <a:schemeClr val="bg1"/>
                </a:solidFill>
                <a:latin typeface="Times New Roman" pitchFamily="18" charset="0"/>
              </a:rPr>
              <a:t>KVL</a:t>
            </a:r>
            <a:r>
              <a:rPr lang="zh-CN" altLang="en-US">
                <a:solidFill>
                  <a:schemeClr val="bg1"/>
                </a:solidFill>
                <a:latin typeface="楷体_GB2312" pitchFamily="49" charset="-122"/>
              </a:rPr>
              <a:t>方程为</a:t>
            </a:r>
          </a:p>
        </p:txBody>
      </p:sp>
      <p:graphicFrame>
        <p:nvGraphicFramePr>
          <p:cNvPr id="263176" name="Object 8"/>
          <p:cNvGraphicFramePr>
            <a:graphicFrameLocks noChangeAspect="1"/>
          </p:cNvGraphicFramePr>
          <p:nvPr/>
        </p:nvGraphicFramePr>
        <p:xfrm>
          <a:off x="611188" y="2420938"/>
          <a:ext cx="4392612" cy="966787"/>
        </p:xfrm>
        <a:graphic>
          <a:graphicData uri="http://schemas.openxmlformats.org/presentationml/2006/ole">
            <p:oleObj spid="_x0000_s163844" r:id="rId4" imgW="1935000" imgH="415080" progId="Equation.3">
              <p:embed/>
            </p:oleObj>
          </a:graphicData>
        </a:graphic>
      </p:graphicFrame>
      <p:graphicFrame>
        <p:nvGraphicFramePr>
          <p:cNvPr id="263177" name="Object 9"/>
          <p:cNvGraphicFramePr>
            <a:graphicFrameLocks noChangeAspect="1"/>
          </p:cNvGraphicFramePr>
          <p:nvPr/>
        </p:nvGraphicFramePr>
        <p:xfrm>
          <a:off x="395288" y="3573463"/>
          <a:ext cx="8443912" cy="1166812"/>
        </p:xfrm>
        <a:graphic>
          <a:graphicData uri="http://schemas.openxmlformats.org/presentationml/2006/ole">
            <p:oleObj spid="_x0000_s163845" r:id="rId5" imgW="3093840" imgH="415080" progId="Equation.3">
              <p:embed/>
            </p:oleObj>
          </a:graphicData>
        </a:graphic>
      </p:graphicFrame>
      <p:sp>
        <p:nvSpPr>
          <p:cNvPr id="263186" name="Text Box 18"/>
          <p:cNvSpPr txBox="1">
            <a:spLocks noChangeArrowheads="1"/>
          </p:cNvSpPr>
          <p:nvPr/>
        </p:nvSpPr>
        <p:spPr bwMode="auto">
          <a:xfrm>
            <a:off x="611188" y="1052513"/>
            <a:ext cx="592137" cy="579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zh-CN" altLang="en-US" sz="320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例</a:t>
            </a:r>
            <a:endParaRPr lang="zh-CN" altLang="en-US" sz="3200" b="0">
              <a:solidFill>
                <a:schemeClr val="bg1"/>
              </a:solidFill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263187" name="Text Box 19"/>
          <p:cNvSpPr txBox="1">
            <a:spLocks noChangeArrowheads="1"/>
          </p:cNvSpPr>
          <p:nvPr/>
        </p:nvSpPr>
        <p:spPr bwMode="auto">
          <a:xfrm>
            <a:off x="468313" y="476250"/>
            <a:ext cx="5040312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sz="3200">
                <a:solidFill>
                  <a:schemeClr val="bg1"/>
                </a:solidFill>
                <a:latin typeface="楷体_GB2312" pitchFamily="49" charset="-122"/>
              </a:rPr>
              <a:t>4. </a:t>
            </a:r>
            <a:r>
              <a:rPr lang="zh-CN" altLang="en-US" sz="3200">
                <a:solidFill>
                  <a:schemeClr val="bg1"/>
                </a:solidFill>
                <a:latin typeface="楷体_GB2312" pitchFamily="49" charset="-122"/>
              </a:rPr>
              <a:t>二阶电路的冲激响应</a:t>
            </a:r>
          </a:p>
        </p:txBody>
      </p:sp>
      <p:grpSp>
        <p:nvGrpSpPr>
          <p:cNvPr id="263188" name="Group 20"/>
          <p:cNvGrpSpPr>
            <a:grpSpLocks/>
          </p:cNvGrpSpPr>
          <p:nvPr/>
        </p:nvGrpSpPr>
        <p:grpSpPr bwMode="auto">
          <a:xfrm>
            <a:off x="5081588" y="1484313"/>
            <a:ext cx="4062412" cy="2232025"/>
            <a:chOff x="476" y="2478"/>
            <a:chExt cx="2559" cy="1406"/>
          </a:xfrm>
        </p:grpSpPr>
        <p:sp>
          <p:nvSpPr>
            <p:cNvPr id="163849" name="Oval 21"/>
            <p:cNvSpPr>
              <a:spLocks noChangeArrowheads="1"/>
            </p:cNvSpPr>
            <p:nvPr/>
          </p:nvSpPr>
          <p:spPr bwMode="auto">
            <a:xfrm>
              <a:off x="476" y="3158"/>
              <a:ext cx="363" cy="363"/>
            </a:xfrm>
            <a:prstGeom prst="ellipse">
              <a:avLst/>
            </a:prstGeom>
            <a:gradFill rotWithShape="1">
              <a:gsLst>
                <a:gs pos="0">
                  <a:srgbClr val="0099FF"/>
                </a:gs>
                <a:gs pos="100000">
                  <a:srgbClr val="004776"/>
                </a:gs>
              </a:gsLst>
              <a:path path="shape">
                <a:fillToRect l="50000" t="50000" r="50000" b="50000"/>
              </a:path>
            </a:gradFill>
            <a:ln w="38100">
              <a:solidFill>
                <a:srgbClr val="FF99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endParaRPr lang="zh-CN" altLang="zh-CN" sz="2400" b="0">
                <a:ea typeface="仿宋_GB2312" pitchFamily="49" charset="-122"/>
              </a:endParaRPr>
            </a:p>
          </p:txBody>
        </p:sp>
        <p:sp>
          <p:nvSpPr>
            <p:cNvPr id="163850" name="Line 22"/>
            <p:cNvSpPr>
              <a:spLocks noChangeShapeType="1"/>
            </p:cNvSpPr>
            <p:nvPr/>
          </p:nvSpPr>
          <p:spPr bwMode="auto">
            <a:xfrm flipH="1">
              <a:off x="657" y="2840"/>
              <a:ext cx="0" cy="1044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3851" name="Line 23"/>
            <p:cNvSpPr>
              <a:spLocks noChangeShapeType="1"/>
            </p:cNvSpPr>
            <p:nvPr/>
          </p:nvSpPr>
          <p:spPr bwMode="auto">
            <a:xfrm>
              <a:off x="657" y="2840"/>
              <a:ext cx="1089" cy="0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3852" name="Line 24"/>
            <p:cNvSpPr>
              <a:spLocks noChangeShapeType="1"/>
            </p:cNvSpPr>
            <p:nvPr/>
          </p:nvSpPr>
          <p:spPr bwMode="auto">
            <a:xfrm>
              <a:off x="2154" y="2840"/>
              <a:ext cx="363" cy="0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3853" name="Line 25"/>
            <p:cNvSpPr>
              <a:spLocks noChangeShapeType="1"/>
            </p:cNvSpPr>
            <p:nvPr/>
          </p:nvSpPr>
          <p:spPr bwMode="auto">
            <a:xfrm flipH="1">
              <a:off x="2517" y="2840"/>
              <a:ext cx="7" cy="409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3854" name="Line 26"/>
            <p:cNvSpPr>
              <a:spLocks noChangeShapeType="1"/>
            </p:cNvSpPr>
            <p:nvPr/>
          </p:nvSpPr>
          <p:spPr bwMode="auto">
            <a:xfrm>
              <a:off x="657" y="3884"/>
              <a:ext cx="1860" cy="0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3855" name="Rectangle 27"/>
            <p:cNvSpPr>
              <a:spLocks noChangeArrowheads="1"/>
            </p:cNvSpPr>
            <p:nvPr/>
          </p:nvSpPr>
          <p:spPr bwMode="auto">
            <a:xfrm>
              <a:off x="1202" y="2886"/>
              <a:ext cx="198" cy="269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R</a:t>
              </a:r>
              <a:endParaRPr lang="en-US" altLang="zh-CN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163856" name="Rectangle 28"/>
            <p:cNvSpPr>
              <a:spLocks noChangeArrowheads="1"/>
            </p:cNvSpPr>
            <p:nvPr/>
          </p:nvSpPr>
          <p:spPr bwMode="auto">
            <a:xfrm>
              <a:off x="1882" y="2840"/>
              <a:ext cx="113" cy="269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b="0" i="1">
                  <a:solidFill>
                    <a:schemeClr val="bg1"/>
                  </a:solidFill>
                  <a:latin typeface="宋体" pitchFamily="2" charset="-122"/>
                  <a:ea typeface="宋体" pitchFamily="2" charset="-122"/>
                </a:rPr>
                <a:t>L</a:t>
              </a:r>
              <a:endParaRPr lang="en-US" altLang="zh-CN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163857" name="Rectangle 29"/>
            <p:cNvSpPr>
              <a:spLocks noChangeArrowheads="1"/>
            </p:cNvSpPr>
            <p:nvPr/>
          </p:nvSpPr>
          <p:spPr bwMode="auto">
            <a:xfrm>
              <a:off x="2200" y="3203"/>
              <a:ext cx="149" cy="269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C</a:t>
              </a:r>
              <a:endParaRPr lang="en-US" altLang="zh-CN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163858" name="Rectangle 30"/>
            <p:cNvSpPr>
              <a:spLocks noChangeArrowheads="1"/>
            </p:cNvSpPr>
            <p:nvPr/>
          </p:nvSpPr>
          <p:spPr bwMode="auto">
            <a:xfrm>
              <a:off x="2562" y="2931"/>
              <a:ext cx="113" cy="269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b="0">
                  <a:solidFill>
                    <a:schemeClr val="bg1"/>
                  </a:solidFill>
                  <a:latin typeface="宋体" pitchFamily="2" charset="-122"/>
                  <a:ea typeface="宋体" pitchFamily="2" charset="-122"/>
                </a:rPr>
                <a:t>+</a:t>
              </a:r>
              <a:endParaRPr lang="en-US" altLang="zh-CN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163859" name="Rectangle 31"/>
            <p:cNvSpPr>
              <a:spLocks noChangeArrowheads="1"/>
            </p:cNvSpPr>
            <p:nvPr/>
          </p:nvSpPr>
          <p:spPr bwMode="auto">
            <a:xfrm>
              <a:off x="2562" y="3475"/>
              <a:ext cx="113" cy="269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b="0">
                  <a:solidFill>
                    <a:schemeClr val="bg1"/>
                  </a:solidFill>
                  <a:latin typeface="宋体" pitchFamily="2" charset="-122"/>
                  <a:ea typeface="宋体" pitchFamily="2" charset="-122"/>
                </a:rPr>
                <a:t>-</a:t>
              </a:r>
              <a:endParaRPr lang="en-US" altLang="zh-CN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163860" name="Rectangle 32"/>
            <p:cNvSpPr>
              <a:spLocks noChangeArrowheads="1"/>
            </p:cNvSpPr>
            <p:nvPr/>
          </p:nvSpPr>
          <p:spPr bwMode="auto">
            <a:xfrm>
              <a:off x="748" y="2840"/>
              <a:ext cx="113" cy="269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b="0">
                  <a:solidFill>
                    <a:schemeClr val="bg1"/>
                  </a:solidFill>
                  <a:latin typeface="宋体" pitchFamily="2" charset="-122"/>
                  <a:ea typeface="宋体" pitchFamily="2" charset="-122"/>
                </a:rPr>
                <a:t>+</a:t>
              </a:r>
              <a:endParaRPr lang="en-US" altLang="zh-CN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163861" name="Rectangle 33"/>
            <p:cNvSpPr>
              <a:spLocks noChangeArrowheads="1"/>
            </p:cNvSpPr>
            <p:nvPr/>
          </p:nvSpPr>
          <p:spPr bwMode="auto">
            <a:xfrm>
              <a:off x="748" y="3521"/>
              <a:ext cx="113" cy="270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b="0">
                  <a:solidFill>
                    <a:schemeClr val="bg1"/>
                  </a:solidFill>
                  <a:latin typeface="宋体" pitchFamily="2" charset="-122"/>
                  <a:ea typeface="宋体" pitchFamily="2" charset="-122"/>
                </a:rPr>
                <a:t>-</a:t>
              </a:r>
              <a:endParaRPr lang="en-US" altLang="zh-CN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163862" name="Text Box 34"/>
            <p:cNvSpPr txBox="1">
              <a:spLocks noChangeArrowheads="1"/>
            </p:cNvSpPr>
            <p:nvPr/>
          </p:nvSpPr>
          <p:spPr bwMode="auto">
            <a:xfrm>
              <a:off x="2608" y="3158"/>
              <a:ext cx="427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ea typeface="仿宋_GB2312" pitchFamily="49" charset="-122"/>
                </a:rPr>
                <a:t>u</a:t>
              </a:r>
              <a:r>
                <a:rPr lang="en-US" altLang="zh-CN" b="0" baseline="-25000">
                  <a:solidFill>
                    <a:schemeClr val="bg1"/>
                  </a:solidFill>
                  <a:latin typeface="Times New Roman" pitchFamily="18" charset="0"/>
                  <a:ea typeface="仿宋_GB2312" pitchFamily="49" charset="-122"/>
                </a:rPr>
                <a:t>C</a:t>
              </a:r>
            </a:p>
          </p:txBody>
        </p:sp>
        <p:sp>
          <p:nvSpPr>
            <p:cNvPr id="163863" name="Text Box 35"/>
            <p:cNvSpPr txBox="1">
              <a:spLocks noChangeArrowheads="1"/>
            </p:cNvSpPr>
            <p:nvPr/>
          </p:nvSpPr>
          <p:spPr bwMode="auto">
            <a:xfrm>
              <a:off x="703" y="2478"/>
              <a:ext cx="427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ea typeface="仿宋_GB2312" pitchFamily="49" charset="-122"/>
                </a:rPr>
                <a:t>i</a:t>
              </a:r>
              <a:r>
                <a:rPr lang="en-US" altLang="zh-CN" b="0" baseline="-25000">
                  <a:solidFill>
                    <a:schemeClr val="bg1"/>
                  </a:solidFill>
                  <a:latin typeface="Times New Roman" pitchFamily="18" charset="0"/>
                  <a:ea typeface="仿宋_GB2312" pitchFamily="49" charset="-122"/>
                </a:rPr>
                <a:t>R</a:t>
              </a:r>
              <a:endParaRPr lang="en-US" altLang="zh-CN" b="0">
                <a:ea typeface="仿宋_GB2312" pitchFamily="49" charset="-122"/>
              </a:endParaRPr>
            </a:p>
          </p:txBody>
        </p:sp>
        <p:sp>
          <p:nvSpPr>
            <p:cNvPr id="163864" name="Text Box 36"/>
            <p:cNvSpPr txBox="1">
              <a:spLocks noChangeArrowheads="1"/>
            </p:cNvSpPr>
            <p:nvPr/>
          </p:nvSpPr>
          <p:spPr bwMode="auto">
            <a:xfrm>
              <a:off x="839" y="3158"/>
              <a:ext cx="499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ea typeface="仿宋_GB2312" pitchFamily="49" charset="-122"/>
                  <a:sym typeface="Symbol" pitchFamily="18" charset="2"/>
                </a:rPr>
                <a:t></a:t>
              </a:r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仿宋_GB2312" pitchFamily="49" charset="-122"/>
                  <a:sym typeface="Symbol" pitchFamily="18" charset="2"/>
                </a:rPr>
                <a:t> (t)</a:t>
              </a:r>
            </a:p>
          </p:txBody>
        </p:sp>
        <p:sp>
          <p:nvSpPr>
            <p:cNvPr id="163865" name="Rectangle 37"/>
            <p:cNvSpPr>
              <a:spLocks noChangeArrowheads="1"/>
            </p:cNvSpPr>
            <p:nvPr/>
          </p:nvSpPr>
          <p:spPr bwMode="auto">
            <a:xfrm>
              <a:off x="1156" y="2750"/>
              <a:ext cx="317" cy="136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</a:gradFill>
            <a:ln w="2857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163866" name="Group 38"/>
            <p:cNvGrpSpPr>
              <a:grpSpLocks/>
            </p:cNvGrpSpPr>
            <p:nvPr/>
          </p:nvGrpSpPr>
          <p:grpSpPr bwMode="auto">
            <a:xfrm rot="-5400000">
              <a:off x="1905" y="2591"/>
              <a:ext cx="90" cy="408"/>
              <a:chOff x="2744" y="2931"/>
              <a:chExt cx="57" cy="283"/>
            </a:xfrm>
          </p:grpSpPr>
          <p:sp>
            <p:nvSpPr>
              <p:cNvPr id="163867" name="Arc 39"/>
              <p:cNvSpPr>
                <a:spLocks noChangeArrowheads="1"/>
              </p:cNvSpPr>
              <p:nvPr/>
            </p:nvSpPr>
            <p:spPr bwMode="auto">
              <a:xfrm rot="10800000" flipH="1" flipV="1">
                <a:off x="2744" y="2931"/>
                <a:ext cx="57" cy="91"/>
              </a:xfrm>
              <a:custGeom>
                <a:avLst/>
                <a:gdLst/>
                <a:ahLst/>
                <a:cxnLst>
                  <a:cxn ang="0">
                    <a:pos x="1123" y="0"/>
                  </a:cxn>
                  <a:cxn ang="0">
                    <a:pos x="22723" y="21600"/>
                  </a:cxn>
                  <a:cxn ang="0">
                    <a:pos x="1123" y="43200"/>
                  </a:cxn>
                  <a:cxn ang="0">
                    <a:pos x="0" y="43170"/>
                  </a:cxn>
                  <a:cxn ang="0">
                    <a:pos x="1123" y="0"/>
                  </a:cxn>
                  <a:cxn ang="0">
                    <a:pos x="22723" y="21600"/>
                  </a:cxn>
                  <a:cxn ang="0">
                    <a:pos x="1123" y="43200"/>
                  </a:cxn>
                  <a:cxn ang="0">
                    <a:pos x="0" y="43170"/>
                  </a:cxn>
                  <a:cxn ang="0">
                    <a:pos x="1123" y="21600"/>
                  </a:cxn>
                  <a:cxn ang="0">
                    <a:pos x="1123" y="0"/>
                  </a:cxn>
                </a:cxnLst>
                <a:rect l="0" t="0" r="r" b="b"/>
                <a:pathLst>
                  <a:path w="22723" h="43200" fill="none">
                    <a:moveTo>
                      <a:pt x="1123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>
                    <a:moveTo>
                      <a:pt x="1123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lnTo>
                      <a:pt x="1123" y="0"/>
                    </a:lnTo>
                    <a:close/>
                  </a:path>
                </a:pathLst>
              </a:custGeom>
              <a:noFill/>
              <a:ln w="38100">
                <a:solidFill>
                  <a:srgbClr val="FF99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3868" name="Arc 40"/>
              <p:cNvSpPr>
                <a:spLocks noChangeArrowheads="1"/>
              </p:cNvSpPr>
              <p:nvPr/>
            </p:nvSpPr>
            <p:spPr bwMode="auto">
              <a:xfrm rot="10800000" flipH="1" flipV="1">
                <a:off x="2744" y="3027"/>
                <a:ext cx="57" cy="91"/>
              </a:xfrm>
              <a:custGeom>
                <a:avLst/>
                <a:gdLst/>
                <a:ahLst/>
                <a:cxnLst>
                  <a:cxn ang="0">
                    <a:pos x="1123" y="0"/>
                  </a:cxn>
                  <a:cxn ang="0">
                    <a:pos x="22723" y="21600"/>
                  </a:cxn>
                  <a:cxn ang="0">
                    <a:pos x="1123" y="43200"/>
                  </a:cxn>
                  <a:cxn ang="0">
                    <a:pos x="0" y="43170"/>
                  </a:cxn>
                  <a:cxn ang="0">
                    <a:pos x="1123" y="0"/>
                  </a:cxn>
                  <a:cxn ang="0">
                    <a:pos x="22723" y="21600"/>
                  </a:cxn>
                  <a:cxn ang="0">
                    <a:pos x="1123" y="43200"/>
                  </a:cxn>
                  <a:cxn ang="0">
                    <a:pos x="0" y="43170"/>
                  </a:cxn>
                  <a:cxn ang="0">
                    <a:pos x="1123" y="21600"/>
                  </a:cxn>
                  <a:cxn ang="0">
                    <a:pos x="1123" y="0"/>
                  </a:cxn>
                </a:cxnLst>
                <a:rect l="0" t="0" r="r" b="b"/>
                <a:pathLst>
                  <a:path w="22723" h="43200" fill="none">
                    <a:moveTo>
                      <a:pt x="1123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>
                    <a:moveTo>
                      <a:pt x="1123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lnTo>
                      <a:pt x="1123" y="0"/>
                    </a:lnTo>
                    <a:close/>
                  </a:path>
                </a:pathLst>
              </a:custGeom>
              <a:noFill/>
              <a:ln w="38100">
                <a:solidFill>
                  <a:srgbClr val="FF99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3869" name="Arc 41"/>
              <p:cNvSpPr>
                <a:spLocks noChangeArrowheads="1"/>
              </p:cNvSpPr>
              <p:nvPr/>
            </p:nvSpPr>
            <p:spPr bwMode="auto">
              <a:xfrm rot="10800000" flipH="1" flipV="1">
                <a:off x="2744" y="3123"/>
                <a:ext cx="57" cy="91"/>
              </a:xfrm>
              <a:custGeom>
                <a:avLst/>
                <a:gdLst/>
                <a:ahLst/>
                <a:cxnLst>
                  <a:cxn ang="0">
                    <a:pos x="1123" y="0"/>
                  </a:cxn>
                  <a:cxn ang="0">
                    <a:pos x="22723" y="21600"/>
                  </a:cxn>
                  <a:cxn ang="0">
                    <a:pos x="1123" y="43200"/>
                  </a:cxn>
                  <a:cxn ang="0">
                    <a:pos x="0" y="43170"/>
                  </a:cxn>
                  <a:cxn ang="0">
                    <a:pos x="1123" y="0"/>
                  </a:cxn>
                  <a:cxn ang="0">
                    <a:pos x="22723" y="21600"/>
                  </a:cxn>
                  <a:cxn ang="0">
                    <a:pos x="1123" y="43200"/>
                  </a:cxn>
                  <a:cxn ang="0">
                    <a:pos x="0" y="43170"/>
                  </a:cxn>
                  <a:cxn ang="0">
                    <a:pos x="1123" y="21600"/>
                  </a:cxn>
                  <a:cxn ang="0">
                    <a:pos x="1123" y="0"/>
                  </a:cxn>
                </a:cxnLst>
                <a:rect l="0" t="0" r="r" b="b"/>
                <a:pathLst>
                  <a:path w="22723" h="43200" fill="none">
                    <a:moveTo>
                      <a:pt x="1123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>
                    <a:moveTo>
                      <a:pt x="1123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lnTo>
                      <a:pt x="1123" y="0"/>
                    </a:lnTo>
                    <a:close/>
                  </a:path>
                </a:pathLst>
              </a:custGeom>
              <a:noFill/>
              <a:ln w="38100">
                <a:solidFill>
                  <a:srgbClr val="FF99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163870" name="Group 42"/>
            <p:cNvGrpSpPr>
              <a:grpSpLocks/>
            </p:cNvGrpSpPr>
            <p:nvPr/>
          </p:nvGrpSpPr>
          <p:grpSpPr bwMode="auto">
            <a:xfrm>
              <a:off x="2381" y="3249"/>
              <a:ext cx="240" cy="90"/>
              <a:chOff x="4604" y="2478"/>
              <a:chExt cx="240" cy="90"/>
            </a:xfrm>
          </p:grpSpPr>
          <p:sp>
            <p:nvSpPr>
              <p:cNvPr id="163871" name="Line 43"/>
              <p:cNvSpPr>
                <a:spLocks noChangeShapeType="1"/>
              </p:cNvSpPr>
              <p:nvPr/>
            </p:nvSpPr>
            <p:spPr bwMode="auto">
              <a:xfrm>
                <a:off x="4604" y="2478"/>
                <a:ext cx="240" cy="0"/>
              </a:xfrm>
              <a:prstGeom prst="line">
                <a:avLst/>
              </a:prstGeom>
              <a:noFill/>
              <a:ln w="57150">
                <a:solidFill>
                  <a:srgbClr val="FF99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3872" name="Line 44"/>
              <p:cNvSpPr>
                <a:spLocks noChangeShapeType="1"/>
              </p:cNvSpPr>
              <p:nvPr/>
            </p:nvSpPr>
            <p:spPr bwMode="auto">
              <a:xfrm>
                <a:off x="4604" y="2568"/>
                <a:ext cx="240" cy="0"/>
              </a:xfrm>
              <a:prstGeom prst="line">
                <a:avLst/>
              </a:prstGeom>
              <a:noFill/>
              <a:ln w="57150">
                <a:solidFill>
                  <a:srgbClr val="FF99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63873" name="Line 45"/>
            <p:cNvSpPr>
              <a:spLocks noChangeShapeType="1"/>
            </p:cNvSpPr>
            <p:nvPr/>
          </p:nvSpPr>
          <p:spPr bwMode="auto">
            <a:xfrm flipH="1">
              <a:off x="2517" y="3339"/>
              <a:ext cx="0" cy="545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3874" name="Line 46"/>
            <p:cNvSpPr>
              <a:spLocks noChangeShapeType="1"/>
            </p:cNvSpPr>
            <p:nvPr/>
          </p:nvSpPr>
          <p:spPr bwMode="auto">
            <a:xfrm>
              <a:off x="839" y="2886"/>
              <a:ext cx="272" cy="0"/>
            </a:xfrm>
            <a:prstGeom prst="line">
              <a:avLst/>
            </a:prstGeom>
            <a:noFill/>
            <a:ln w="28575">
              <a:solidFill>
                <a:srgbClr val="00CCFF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63215" name="Rectangle 47"/>
          <p:cNvSpPr>
            <a:spLocks noChangeArrowheads="1"/>
          </p:cNvSpPr>
          <p:nvPr/>
        </p:nvSpPr>
        <p:spPr bwMode="auto">
          <a:xfrm>
            <a:off x="1187450" y="1125538"/>
            <a:ext cx="8172450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r>
              <a:rPr lang="zh-CN" altLang="en-US">
                <a:latin typeface="楷体_GB2312" pitchFamily="49" charset="-122"/>
              </a:rPr>
              <a:t>求单位冲激电压激励下的</a:t>
            </a:r>
            <a:r>
              <a:rPr lang="en-US" altLang="zh-CN" b="0" i="1">
                <a:solidFill>
                  <a:schemeClr val="bg1"/>
                </a:solidFill>
                <a:latin typeface="Times New Roman" pitchFamily="18" charset="0"/>
              </a:rPr>
              <a:t>RLC</a:t>
            </a:r>
            <a:r>
              <a:rPr lang="zh-CN" altLang="en-US">
                <a:latin typeface="楷体_GB2312" pitchFamily="49" charset="-122"/>
              </a:rPr>
              <a:t>电路的零状态响应。</a:t>
            </a:r>
            <a:endParaRPr lang="zh-CN" altLang="en-US">
              <a:latin typeface="楷体_GB2312" pitchFamily="49" charset="-122"/>
              <a:cs typeface="Times New Roman" pitchFamily="18" charset="0"/>
            </a:endParaRPr>
          </a:p>
        </p:txBody>
      </p:sp>
      <p:sp>
        <p:nvSpPr>
          <p:cNvPr id="263216" name="Text Box 48"/>
          <p:cNvSpPr txBox="1">
            <a:spLocks noChangeArrowheads="1"/>
          </p:cNvSpPr>
          <p:nvPr/>
        </p:nvSpPr>
        <p:spPr bwMode="auto">
          <a:xfrm>
            <a:off x="395288" y="1700213"/>
            <a:ext cx="647700" cy="519112"/>
          </a:xfrm>
          <a:prstGeom prst="rect">
            <a:avLst/>
          </a:prstGeom>
          <a:solidFill>
            <a:srgbClr val="990033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>
                <a:solidFill>
                  <a:schemeClr val="bg1"/>
                </a:solidFill>
                <a:ea typeface="宋体" pitchFamily="2" charset="-122"/>
              </a:rPr>
              <a:t>解</a:t>
            </a:r>
          </a:p>
        </p:txBody>
      </p:sp>
      <p:sp>
        <p:nvSpPr>
          <p:cNvPr id="263217" name="Rectangle 49"/>
          <p:cNvSpPr>
            <a:spLocks noChangeArrowheads="1"/>
          </p:cNvSpPr>
          <p:nvPr/>
        </p:nvSpPr>
        <p:spPr bwMode="auto">
          <a:xfrm>
            <a:off x="684213" y="5734050"/>
            <a:ext cx="2663825" cy="519113"/>
          </a:xfrm>
          <a:prstGeom prst="rect">
            <a:avLst/>
          </a:prstGeom>
          <a:solidFill>
            <a:schemeClr val="hlink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i="1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t </a:t>
            </a:r>
            <a:r>
              <a:rPr lang="zh-CN" altLang="en-US">
                <a:solidFill>
                  <a:schemeClr val="bg1"/>
                </a:solidFill>
                <a:latin typeface="Times New Roman" pitchFamily="18" charset="0"/>
              </a:rPr>
              <a:t>在</a:t>
            </a:r>
            <a:r>
              <a:rPr lang="en-US" altLang="zh-CN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0</a:t>
            </a:r>
            <a:r>
              <a:rPr lang="zh-CN" altLang="en-US" b="0" baseline="-2500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－</a:t>
            </a:r>
            <a:r>
              <a:rPr lang="zh-CN" altLang="en-US">
                <a:solidFill>
                  <a:schemeClr val="bg1"/>
                </a:solidFill>
                <a:latin typeface="Times New Roman" pitchFamily="18" charset="0"/>
              </a:rPr>
              <a:t>至</a:t>
            </a:r>
            <a:r>
              <a:rPr lang="en-US" altLang="zh-CN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0</a:t>
            </a:r>
            <a:r>
              <a:rPr lang="zh-CN" altLang="en-US" b="0" baseline="-2500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＋</a:t>
            </a:r>
            <a:r>
              <a:rPr lang="zh-CN" altLang="en-US">
                <a:solidFill>
                  <a:schemeClr val="bg1"/>
                </a:solidFill>
                <a:latin typeface="Times New Roman" pitchFamily="18" charset="0"/>
              </a:rPr>
              <a:t>间</a:t>
            </a:r>
          </a:p>
        </p:txBody>
      </p:sp>
      <p:graphicFrame>
        <p:nvGraphicFramePr>
          <p:cNvPr id="263218" name="Object 50"/>
          <p:cNvGraphicFramePr>
            <a:graphicFrameLocks noChangeAspect="1"/>
          </p:cNvGraphicFramePr>
          <p:nvPr/>
        </p:nvGraphicFramePr>
        <p:xfrm>
          <a:off x="3708400" y="5445125"/>
          <a:ext cx="2879725" cy="1077913"/>
        </p:xfrm>
        <a:graphic>
          <a:graphicData uri="http://schemas.openxmlformats.org/presentationml/2006/ole">
            <p:oleObj spid="_x0000_s163878" r:id="rId6" imgW="1077480" imgH="415080" progId="Equation.3">
              <p:embed/>
            </p:oleObj>
          </a:graphicData>
        </a:graphic>
      </p:graphicFrame>
      <p:grpSp>
        <p:nvGrpSpPr>
          <p:cNvPr id="163879" name="Group 60"/>
          <p:cNvGrpSpPr>
            <a:grpSpLocks/>
          </p:cNvGrpSpPr>
          <p:nvPr/>
        </p:nvGrpSpPr>
        <p:grpSpPr bwMode="auto"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163880" name="Picture 61" descr="78900"/>
            <p:cNvPicPr>
              <a:picLocks noChangeAspect="1" noChangeArrowheads="1"/>
            </p:cNvPicPr>
            <p:nvPr/>
          </p:nvPicPr>
          <p:blipFill>
            <a:blip r:embed="rId7"/>
            <a:srcRect/>
            <a:stretch>
              <a:fillRect/>
            </a:stretch>
          </p:blipFill>
          <p:spPr bwMode="auto"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63881" name="Text Box 62">
              <a:hlinkClick r:id="" action="ppaction://hlinkshowjump?jump=nextslide"/>
            </p:cNvPr>
            <p:cNvSpPr txBox="1">
              <a:spLocks noChangeArrowheads="1"/>
            </p:cNvSpPr>
            <p:nvPr/>
          </p:nvSpPr>
          <p:spPr bwMode="auto"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0">
                  <a:solidFill>
                    <a:schemeClr val="bg1"/>
                  </a:solidFill>
                  <a:latin typeface="隶书" pitchFamily="49" charset="-122"/>
                  <a:ea typeface="隶书" pitchFamily="49" charset="-122"/>
                </a:rPr>
                <a:t>下 页</a:t>
              </a:r>
            </a:p>
          </p:txBody>
        </p:sp>
      </p:grpSp>
      <p:grpSp>
        <p:nvGrpSpPr>
          <p:cNvPr id="163882" name="Group 63"/>
          <p:cNvGrpSpPr>
            <a:grpSpLocks/>
          </p:cNvGrpSpPr>
          <p:nvPr/>
        </p:nvGrpSpPr>
        <p:grpSpPr bwMode="auto">
          <a:xfrm>
            <a:off x="7453313" y="6446838"/>
            <a:ext cx="792162" cy="366712"/>
            <a:chOff x="4649" y="4020"/>
            <a:chExt cx="499" cy="231"/>
          </a:xfrm>
        </p:grpSpPr>
        <p:pic>
          <p:nvPicPr>
            <p:cNvPr id="163883" name="Picture 64" descr="78900"/>
            <p:cNvPicPr>
              <a:picLocks noChangeAspect="1" noChangeArrowheads="1"/>
            </p:cNvPicPr>
            <p:nvPr/>
          </p:nvPicPr>
          <p:blipFill>
            <a:blip r:embed="rId7"/>
            <a:srcRect/>
            <a:stretch>
              <a:fillRect/>
            </a:stretch>
          </p:blipFill>
          <p:spPr bwMode="auto"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63884" name="Text Box 65">
              <a:hlinkClick r:id="" action="ppaction://hlinkshowjump?jump=previousslide"/>
            </p:cNvPr>
            <p:cNvSpPr txBox="1">
              <a:spLocks noChangeArrowheads="1"/>
            </p:cNvSpPr>
            <p:nvPr/>
          </p:nvSpPr>
          <p:spPr bwMode="auto"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0">
                  <a:solidFill>
                    <a:schemeClr val="bg1"/>
                  </a:solidFill>
                  <a:latin typeface="隶书" pitchFamily="49" charset="-122"/>
                  <a:ea typeface="隶书" pitchFamily="49" charset="-122"/>
                </a:rPr>
                <a:t>上 页</a:t>
              </a:r>
            </a:p>
          </p:txBody>
        </p:sp>
      </p:grpSp>
      <p:grpSp>
        <p:nvGrpSpPr>
          <p:cNvPr id="163885" name="Group 66"/>
          <p:cNvGrpSpPr>
            <a:grpSpLocks/>
          </p:cNvGrpSpPr>
          <p:nvPr/>
        </p:nvGrpSpPr>
        <p:grpSpPr bwMode="auto">
          <a:xfrm>
            <a:off x="6588125" y="6446838"/>
            <a:ext cx="792163" cy="366712"/>
            <a:chOff x="4649" y="4020"/>
            <a:chExt cx="499" cy="231"/>
          </a:xfrm>
        </p:grpSpPr>
        <p:pic>
          <p:nvPicPr>
            <p:cNvPr id="163886" name="Picture 67" descr="78900"/>
            <p:cNvPicPr>
              <a:picLocks noChangeAspect="1" noChangeArrowheads="1"/>
            </p:cNvPicPr>
            <p:nvPr/>
          </p:nvPicPr>
          <p:blipFill>
            <a:blip r:embed="rId7"/>
            <a:srcRect/>
            <a:stretch>
              <a:fillRect/>
            </a:stretch>
          </p:blipFill>
          <p:spPr bwMode="auto"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63887" name="Text Box 68">
              <a:hlinkClick r:id="rId8" action="ppaction://hlinksldjump"/>
            </p:cNvPr>
            <p:cNvSpPr txBox="1">
              <a:spLocks noChangeArrowheads="1"/>
            </p:cNvSpPr>
            <p:nvPr/>
          </p:nvSpPr>
          <p:spPr bwMode="auto"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0">
                  <a:solidFill>
                    <a:schemeClr val="bg1"/>
                  </a:solidFill>
                  <a:latin typeface="隶书" pitchFamily="49" charset="-122"/>
                  <a:ea typeface="隶书" pitchFamily="49" charset="-122"/>
                </a:rPr>
                <a:t>返 回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631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631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6318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6318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631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631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263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"/>
                            </p:stCondLst>
                            <p:childTnLst>
                              <p:par>
                                <p:cTn id="2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2632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632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632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2632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2632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1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7" dur="500"/>
                                        <p:tgtEl>
                                          <p:spTgt spid="2631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2000"/>
                                        <p:tgtEl>
                                          <p:spTgt spid="263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2000"/>
                                        <p:tgtEl>
                                          <p:spTgt spid="263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2000"/>
                            </p:stCondLst>
                            <p:childTnLst>
                              <p:par>
                                <p:cTn id="4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263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2500"/>
                            </p:stCondLst>
                            <p:childTnLst>
                              <p:par>
                                <p:cTn id="5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263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2632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2632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2000"/>
                                        <p:tgtEl>
                                          <p:spTgt spid="263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3172" grpId="0" animBg="1"/>
      <p:bldP spid="263173" grpId="0" animBg="1"/>
      <p:bldP spid="263174" grpId="0" build="p"/>
      <p:bldP spid="263186" grpId="0"/>
      <p:bldP spid="263187" grpId="0"/>
      <p:bldP spid="263215" grpId="0"/>
      <p:bldP spid="263216" grpId="0" animBg="1"/>
      <p:bldP spid="263217" grpId="0" animBg="1"/>
    </p:bldLst>
  </p:timing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7883" name="Object 11"/>
          <p:cNvGraphicFramePr>
            <a:graphicFrameLocks noChangeAspect="1"/>
          </p:cNvGraphicFramePr>
          <p:nvPr/>
        </p:nvGraphicFramePr>
        <p:xfrm>
          <a:off x="4329113" y="620713"/>
          <a:ext cx="4446587" cy="963612"/>
        </p:xfrm>
        <a:graphic>
          <a:graphicData uri="http://schemas.openxmlformats.org/presentationml/2006/ole">
            <p:oleObj spid="_x0000_s164865" r:id="rId3" imgW="1911960" imgH="403560" progId="Equation.3">
              <p:embed/>
            </p:oleObj>
          </a:graphicData>
        </a:graphic>
      </p:graphicFrame>
      <p:grpSp>
        <p:nvGrpSpPr>
          <p:cNvPr id="164866" name="Group 43"/>
          <p:cNvGrpSpPr>
            <a:grpSpLocks/>
          </p:cNvGrpSpPr>
          <p:nvPr/>
        </p:nvGrpSpPr>
        <p:grpSpPr bwMode="auto"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164867" name="Picture 44" descr="78900"/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64868" name="Text Box 45">
              <a:hlinkClick r:id="" action="ppaction://hlinkshowjump?jump=nextslide"/>
            </p:cNvPr>
            <p:cNvSpPr txBox="1">
              <a:spLocks noChangeArrowheads="1"/>
            </p:cNvSpPr>
            <p:nvPr/>
          </p:nvSpPr>
          <p:spPr bwMode="auto"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0">
                  <a:solidFill>
                    <a:schemeClr val="bg1"/>
                  </a:solidFill>
                  <a:latin typeface="隶书" pitchFamily="49" charset="-122"/>
                  <a:ea typeface="隶书" pitchFamily="49" charset="-122"/>
                </a:rPr>
                <a:t>下 页</a:t>
              </a:r>
            </a:p>
          </p:txBody>
        </p:sp>
      </p:grpSp>
      <p:grpSp>
        <p:nvGrpSpPr>
          <p:cNvPr id="164869" name="Group 46"/>
          <p:cNvGrpSpPr>
            <a:grpSpLocks/>
          </p:cNvGrpSpPr>
          <p:nvPr/>
        </p:nvGrpSpPr>
        <p:grpSpPr bwMode="auto">
          <a:xfrm>
            <a:off x="7453313" y="6446838"/>
            <a:ext cx="792162" cy="366712"/>
            <a:chOff x="4649" y="4020"/>
            <a:chExt cx="499" cy="231"/>
          </a:xfrm>
        </p:grpSpPr>
        <p:pic>
          <p:nvPicPr>
            <p:cNvPr id="164870" name="Picture 47" descr="78900"/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64871" name="Text Box 48">
              <a:hlinkClick r:id="" action="ppaction://hlinkshowjump?jump=previousslide"/>
            </p:cNvPr>
            <p:cNvSpPr txBox="1">
              <a:spLocks noChangeArrowheads="1"/>
            </p:cNvSpPr>
            <p:nvPr/>
          </p:nvSpPr>
          <p:spPr bwMode="auto"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0">
                  <a:solidFill>
                    <a:schemeClr val="bg1"/>
                  </a:solidFill>
                  <a:latin typeface="隶书" pitchFamily="49" charset="-122"/>
                  <a:ea typeface="隶书" pitchFamily="49" charset="-122"/>
                </a:rPr>
                <a:t>上 页</a:t>
              </a:r>
            </a:p>
          </p:txBody>
        </p:sp>
      </p:grpSp>
      <p:graphicFrame>
        <p:nvGraphicFramePr>
          <p:cNvPr id="207951" name="Object 79"/>
          <p:cNvGraphicFramePr>
            <a:graphicFrameLocks noChangeAspect="1"/>
          </p:cNvGraphicFramePr>
          <p:nvPr/>
        </p:nvGraphicFramePr>
        <p:xfrm>
          <a:off x="684213" y="549275"/>
          <a:ext cx="2879725" cy="1077913"/>
        </p:xfrm>
        <a:graphic>
          <a:graphicData uri="http://schemas.openxmlformats.org/presentationml/2006/ole">
            <p:oleObj spid="_x0000_s164872" r:id="rId5" imgW="1077480" imgH="415080" progId="Equation.3">
              <p:embed/>
            </p:oleObj>
          </a:graphicData>
        </a:graphic>
      </p:graphicFrame>
      <p:sp>
        <p:nvSpPr>
          <p:cNvPr id="207952" name="Line 80"/>
          <p:cNvSpPr>
            <a:spLocks noChangeShapeType="1"/>
          </p:cNvSpPr>
          <p:nvPr/>
        </p:nvSpPr>
        <p:spPr bwMode="auto">
          <a:xfrm>
            <a:off x="3708400" y="1052513"/>
            <a:ext cx="576263" cy="0"/>
          </a:xfrm>
          <a:prstGeom prst="line">
            <a:avLst/>
          </a:prstGeom>
          <a:noFill/>
          <a:ln w="76200">
            <a:solidFill>
              <a:srgbClr val="0099FF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207953" name="Object 81"/>
          <p:cNvGraphicFramePr>
            <a:graphicFrameLocks noChangeAspect="1"/>
          </p:cNvGraphicFramePr>
          <p:nvPr/>
        </p:nvGraphicFramePr>
        <p:xfrm>
          <a:off x="1692275" y="1557338"/>
          <a:ext cx="3024188" cy="998537"/>
        </p:xfrm>
        <a:graphic>
          <a:graphicData uri="http://schemas.openxmlformats.org/presentationml/2006/ole">
            <p:oleObj spid="_x0000_s164874" r:id="rId6" imgW="1216800" imgH="392040" progId="Equation.3">
              <p:embed/>
            </p:oleObj>
          </a:graphicData>
        </a:graphic>
      </p:graphicFrame>
      <p:sp>
        <p:nvSpPr>
          <p:cNvPr id="207954" name="Line 82"/>
          <p:cNvSpPr>
            <a:spLocks noChangeShapeType="1"/>
          </p:cNvSpPr>
          <p:nvPr/>
        </p:nvSpPr>
        <p:spPr bwMode="auto">
          <a:xfrm>
            <a:off x="971550" y="2133600"/>
            <a:ext cx="576263" cy="0"/>
          </a:xfrm>
          <a:prstGeom prst="line">
            <a:avLst/>
          </a:prstGeom>
          <a:noFill/>
          <a:ln w="76200">
            <a:solidFill>
              <a:srgbClr val="0099FF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7955" name="Text Box 83"/>
          <p:cNvSpPr txBox="1">
            <a:spLocks noChangeArrowheads="1"/>
          </p:cNvSpPr>
          <p:nvPr/>
        </p:nvSpPr>
        <p:spPr bwMode="auto">
          <a:xfrm>
            <a:off x="755650" y="2708275"/>
            <a:ext cx="2940050" cy="519113"/>
          </a:xfrm>
          <a:prstGeom prst="rect">
            <a:avLst/>
          </a:prstGeom>
          <a:solidFill>
            <a:schemeClr val="hlink"/>
          </a:solidFill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b="0" i="1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t</a:t>
            </a:r>
            <a:r>
              <a:rPr lang="en-US" altLang="zh-CN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&gt;0</a:t>
            </a:r>
            <a:r>
              <a:rPr lang="en-US" altLang="zh-CN" b="0" baseline="-2500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+</a:t>
            </a:r>
            <a:r>
              <a:rPr lang="zh-CN" altLang="en-US">
                <a:solidFill>
                  <a:schemeClr val="bg1"/>
                </a:solidFill>
              </a:rPr>
              <a:t>为零输入响应</a:t>
            </a:r>
          </a:p>
        </p:txBody>
      </p:sp>
      <p:graphicFrame>
        <p:nvGraphicFramePr>
          <p:cNvPr id="207956" name="Object 84"/>
          <p:cNvGraphicFramePr>
            <a:graphicFrameLocks noChangeAspect="1"/>
          </p:cNvGraphicFramePr>
          <p:nvPr/>
        </p:nvGraphicFramePr>
        <p:xfrm>
          <a:off x="4014788" y="2565400"/>
          <a:ext cx="3938587" cy="958850"/>
        </p:xfrm>
        <a:graphic>
          <a:graphicData uri="http://schemas.openxmlformats.org/presentationml/2006/ole">
            <p:oleObj spid="_x0000_s164877" r:id="rId7" imgW="1749600" imgH="415080" progId="Equation.3">
              <p:embed/>
            </p:oleObj>
          </a:graphicData>
        </a:graphic>
      </p:graphicFrame>
      <p:graphicFrame>
        <p:nvGraphicFramePr>
          <p:cNvPr id="207957" name="Object 85"/>
          <p:cNvGraphicFramePr>
            <a:graphicFrameLocks noChangeAspect="1"/>
          </p:cNvGraphicFramePr>
          <p:nvPr/>
        </p:nvGraphicFramePr>
        <p:xfrm>
          <a:off x="827088" y="3500438"/>
          <a:ext cx="1806575" cy="1006475"/>
        </p:xfrm>
        <a:graphic>
          <a:graphicData uri="http://schemas.openxmlformats.org/presentationml/2006/ole">
            <p:oleObj spid="_x0000_s164878" r:id="rId8" imgW="799560" imgH="438120" progId="Equation.3">
              <p:embed/>
            </p:oleObj>
          </a:graphicData>
        </a:graphic>
      </p:graphicFrame>
      <p:sp>
        <p:nvSpPr>
          <p:cNvPr id="207959" name="Line 87"/>
          <p:cNvSpPr>
            <a:spLocks noChangeShapeType="1"/>
          </p:cNvSpPr>
          <p:nvPr/>
        </p:nvSpPr>
        <p:spPr bwMode="auto">
          <a:xfrm>
            <a:off x="2916238" y="4005263"/>
            <a:ext cx="576262" cy="0"/>
          </a:xfrm>
          <a:prstGeom prst="line">
            <a:avLst/>
          </a:prstGeom>
          <a:noFill/>
          <a:ln w="76200">
            <a:solidFill>
              <a:srgbClr val="0099FF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207960" name="Object 88"/>
          <p:cNvGraphicFramePr>
            <a:graphicFrameLocks noChangeAspect="1"/>
          </p:cNvGraphicFramePr>
          <p:nvPr/>
        </p:nvGraphicFramePr>
        <p:xfrm>
          <a:off x="3694113" y="3500438"/>
          <a:ext cx="3171825" cy="836612"/>
        </p:xfrm>
        <a:graphic>
          <a:graphicData uri="http://schemas.openxmlformats.org/presentationml/2006/ole">
            <p:oleObj spid="_x0000_s164880" r:id="rId9" imgW="1216800" imgH="288360" progId="Equation.3">
              <p:embed/>
            </p:oleObj>
          </a:graphicData>
        </a:graphic>
      </p:graphicFrame>
      <p:graphicFrame>
        <p:nvGraphicFramePr>
          <p:cNvPr id="207961" name="Object 89"/>
          <p:cNvGraphicFramePr>
            <a:graphicFrameLocks noChangeAspect="1"/>
          </p:cNvGraphicFramePr>
          <p:nvPr/>
        </p:nvGraphicFramePr>
        <p:xfrm>
          <a:off x="971550" y="4652963"/>
          <a:ext cx="2740025" cy="1554162"/>
        </p:xfrm>
        <a:graphic>
          <a:graphicData uri="http://schemas.openxmlformats.org/presentationml/2006/ole">
            <p:oleObj spid="_x0000_s164881" r:id="rId10" imgW="1193400" imgH="668880" progId="Equation.3">
              <p:embed/>
            </p:oleObj>
          </a:graphicData>
        </a:graphic>
      </p:graphicFrame>
      <p:graphicFrame>
        <p:nvGraphicFramePr>
          <p:cNvPr id="207962" name="Object 90"/>
          <p:cNvGraphicFramePr>
            <a:graphicFrameLocks noChangeAspect="1"/>
          </p:cNvGraphicFramePr>
          <p:nvPr/>
        </p:nvGraphicFramePr>
        <p:xfrm>
          <a:off x="4500563" y="4437063"/>
          <a:ext cx="2808287" cy="1512887"/>
        </p:xfrm>
        <a:graphic>
          <a:graphicData uri="http://schemas.openxmlformats.org/presentationml/2006/ole">
            <p:oleObj spid="_x0000_s164882" r:id="rId11" imgW="1170360" imgH="622800" progId="Equation.3">
              <p:embed/>
            </p:oleObj>
          </a:graphicData>
        </a:graphic>
      </p:graphicFrame>
      <p:graphicFrame>
        <p:nvGraphicFramePr>
          <p:cNvPr id="207963" name="Object 91"/>
          <p:cNvGraphicFramePr>
            <a:graphicFrameLocks noChangeAspect="1"/>
          </p:cNvGraphicFramePr>
          <p:nvPr/>
        </p:nvGraphicFramePr>
        <p:xfrm>
          <a:off x="5292725" y="1844675"/>
          <a:ext cx="2892425" cy="508000"/>
        </p:xfrm>
        <a:graphic>
          <a:graphicData uri="http://schemas.openxmlformats.org/presentationml/2006/ole">
            <p:oleObj spid="_x0000_s164883" r:id="rId12" imgW="1239840" imgH="207720" progId="Equation.3">
              <p:embed/>
            </p:oleObj>
          </a:graphicData>
        </a:graphic>
      </p:graphicFrame>
      <p:grpSp>
        <p:nvGrpSpPr>
          <p:cNvPr id="164884" name="Group 101"/>
          <p:cNvGrpSpPr>
            <a:grpSpLocks/>
          </p:cNvGrpSpPr>
          <p:nvPr/>
        </p:nvGrpSpPr>
        <p:grpSpPr bwMode="auto">
          <a:xfrm>
            <a:off x="6588125" y="6446838"/>
            <a:ext cx="792163" cy="366712"/>
            <a:chOff x="4649" y="4020"/>
            <a:chExt cx="499" cy="231"/>
          </a:xfrm>
        </p:grpSpPr>
        <p:pic>
          <p:nvPicPr>
            <p:cNvPr id="164885" name="Picture 102" descr="78900"/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64886" name="Text Box 103">
              <a:hlinkClick r:id="rId13" action="ppaction://hlinksldjump"/>
            </p:cNvPr>
            <p:cNvSpPr txBox="1">
              <a:spLocks noChangeArrowheads="1"/>
            </p:cNvSpPr>
            <p:nvPr/>
          </p:nvSpPr>
          <p:spPr bwMode="auto"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0">
                  <a:solidFill>
                    <a:schemeClr val="bg1"/>
                  </a:solidFill>
                  <a:latin typeface="隶书" pitchFamily="49" charset="-122"/>
                  <a:ea typeface="隶书" pitchFamily="49" charset="-122"/>
                </a:rPr>
                <a:t>返 回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9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2079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9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2" dur="500"/>
                                        <p:tgtEl>
                                          <p:spTgt spid="2079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8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2000"/>
                                        <p:tgtEl>
                                          <p:spTgt spid="2078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9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1" dur="500"/>
                                        <p:tgtEl>
                                          <p:spTgt spid="2079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9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2000"/>
                                        <p:tgtEl>
                                          <p:spTgt spid="2079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500"/>
                            </p:stCondLst>
                            <p:childTnLst>
                              <p:par>
                                <p:cTn id="2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9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2000"/>
                                        <p:tgtEl>
                                          <p:spTgt spid="2079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9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4" dur="500"/>
                                        <p:tgtEl>
                                          <p:spTgt spid="2079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9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2000"/>
                                        <p:tgtEl>
                                          <p:spTgt spid="2079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9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4" dur="500"/>
                                        <p:tgtEl>
                                          <p:spTgt spid="2079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9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49" dur="500"/>
                                        <p:tgtEl>
                                          <p:spTgt spid="2079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500"/>
                            </p:stCondLst>
                            <p:childTnLst>
                              <p:par>
                                <p:cTn id="51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9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2079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2079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9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9" dur="2000"/>
                                        <p:tgtEl>
                                          <p:spTgt spid="2079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9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2000"/>
                                        <p:tgtEl>
                                          <p:spTgt spid="2079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7952" grpId="0" animBg="1"/>
      <p:bldP spid="207954" grpId="0" animBg="1"/>
      <p:bldP spid="207955" grpId="0" animBg="1"/>
      <p:bldP spid="207959" grpId="0" animBg="1"/>
    </p:bldLst>
  </p:timing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9922" name="Object 2"/>
          <p:cNvGraphicFramePr>
            <a:graphicFrameLocks noChangeAspect="1"/>
          </p:cNvGraphicFramePr>
          <p:nvPr/>
        </p:nvGraphicFramePr>
        <p:xfrm>
          <a:off x="900113" y="1844675"/>
          <a:ext cx="1871662" cy="1000125"/>
        </p:xfrm>
        <a:graphic>
          <a:graphicData uri="http://schemas.openxmlformats.org/presentationml/2006/ole">
            <p:oleObj spid="_x0000_s165889" r:id="rId3" imgW="834480" imgH="438120" progId="Equation.3">
              <p:embed/>
            </p:oleObj>
          </a:graphicData>
        </a:graphic>
      </p:graphicFrame>
      <p:graphicFrame>
        <p:nvGraphicFramePr>
          <p:cNvPr id="209923" name="Object 3"/>
          <p:cNvGraphicFramePr>
            <a:graphicFrameLocks noChangeAspect="1"/>
          </p:cNvGraphicFramePr>
          <p:nvPr/>
        </p:nvGraphicFramePr>
        <p:xfrm>
          <a:off x="3028950" y="3644900"/>
          <a:ext cx="4237038" cy="1063625"/>
        </p:xfrm>
        <a:graphic>
          <a:graphicData uri="http://schemas.openxmlformats.org/presentationml/2006/ole">
            <p:oleObj spid="_x0000_s165890" r:id="rId4" imgW="1645560" imgH="403560" progId="Equation.3">
              <p:embed/>
            </p:oleObj>
          </a:graphicData>
        </a:graphic>
      </p:graphicFrame>
      <p:graphicFrame>
        <p:nvGraphicFramePr>
          <p:cNvPr id="209924" name="Object 4"/>
          <p:cNvGraphicFramePr>
            <a:graphicFrameLocks noChangeAspect="1"/>
          </p:cNvGraphicFramePr>
          <p:nvPr/>
        </p:nvGraphicFramePr>
        <p:xfrm>
          <a:off x="3028950" y="2924175"/>
          <a:ext cx="4022725" cy="612775"/>
        </p:xfrm>
        <a:graphic>
          <a:graphicData uri="http://schemas.openxmlformats.org/presentationml/2006/ole">
            <p:oleObj spid="_x0000_s165891" r:id="rId5" imgW="1506240" imgH="219240" progId="Equation.3">
              <p:embed/>
            </p:oleObj>
          </a:graphicData>
        </a:graphic>
      </p:graphicFrame>
      <p:graphicFrame>
        <p:nvGraphicFramePr>
          <p:cNvPr id="209925" name="Object 5"/>
          <p:cNvGraphicFramePr>
            <a:graphicFrameLocks noChangeAspect="1"/>
          </p:cNvGraphicFramePr>
          <p:nvPr/>
        </p:nvGraphicFramePr>
        <p:xfrm>
          <a:off x="2916238" y="2060575"/>
          <a:ext cx="2735262" cy="552450"/>
        </p:xfrm>
        <a:graphic>
          <a:graphicData uri="http://schemas.openxmlformats.org/presentationml/2006/ole">
            <p:oleObj spid="_x0000_s165892" r:id="rId6" imgW="1065960" imgH="207720" progId="Equation.3">
              <p:embed/>
            </p:oleObj>
          </a:graphicData>
        </a:graphic>
      </p:graphicFrame>
      <p:graphicFrame>
        <p:nvGraphicFramePr>
          <p:cNvPr id="209926" name="Object 6"/>
          <p:cNvGraphicFramePr>
            <a:graphicFrameLocks noChangeAspect="1"/>
          </p:cNvGraphicFramePr>
          <p:nvPr/>
        </p:nvGraphicFramePr>
        <p:xfrm>
          <a:off x="1733550" y="549275"/>
          <a:ext cx="5607050" cy="1201738"/>
        </p:xfrm>
        <a:graphic>
          <a:graphicData uri="http://schemas.openxmlformats.org/presentationml/2006/ole">
            <p:oleObj spid="_x0000_s165893" r:id="rId7" imgW="2097360" imgH="438120" progId="Equation.3">
              <p:embed/>
            </p:oleObj>
          </a:graphicData>
        </a:graphic>
      </p:graphicFrame>
      <p:grpSp>
        <p:nvGrpSpPr>
          <p:cNvPr id="165894" name="Group 7"/>
          <p:cNvGrpSpPr>
            <a:grpSpLocks/>
          </p:cNvGrpSpPr>
          <p:nvPr/>
        </p:nvGrpSpPr>
        <p:grpSpPr bwMode="auto"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165895" name="Picture 8" descr="78900"/>
            <p:cNvPicPr>
              <a:picLocks noChangeAspect="1" noChangeArrowheads="1"/>
            </p:cNvPicPr>
            <p:nvPr/>
          </p:nvPicPr>
          <p:blipFill>
            <a:blip r:embed="rId8"/>
            <a:srcRect/>
            <a:stretch>
              <a:fillRect/>
            </a:stretch>
          </p:blipFill>
          <p:spPr bwMode="auto"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65896" name="Text Box 9">
              <a:hlinkClick r:id="" action="ppaction://hlinkshowjump?jump=nextslide"/>
            </p:cNvPr>
            <p:cNvSpPr txBox="1">
              <a:spLocks noChangeArrowheads="1"/>
            </p:cNvSpPr>
            <p:nvPr/>
          </p:nvSpPr>
          <p:spPr bwMode="auto"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0">
                  <a:solidFill>
                    <a:schemeClr val="bg1"/>
                  </a:solidFill>
                  <a:latin typeface="隶书" pitchFamily="49" charset="-122"/>
                  <a:ea typeface="隶书" pitchFamily="49" charset="-122"/>
                </a:rPr>
                <a:t>下 页</a:t>
              </a:r>
            </a:p>
          </p:txBody>
        </p:sp>
      </p:grpSp>
      <p:grpSp>
        <p:nvGrpSpPr>
          <p:cNvPr id="165897" name="Group 10"/>
          <p:cNvGrpSpPr>
            <a:grpSpLocks/>
          </p:cNvGrpSpPr>
          <p:nvPr/>
        </p:nvGrpSpPr>
        <p:grpSpPr bwMode="auto">
          <a:xfrm>
            <a:off x="7453313" y="6446838"/>
            <a:ext cx="792162" cy="366712"/>
            <a:chOff x="4649" y="4020"/>
            <a:chExt cx="499" cy="231"/>
          </a:xfrm>
        </p:grpSpPr>
        <p:pic>
          <p:nvPicPr>
            <p:cNvPr id="165898" name="Picture 11" descr="78900"/>
            <p:cNvPicPr>
              <a:picLocks noChangeAspect="1" noChangeArrowheads="1"/>
            </p:cNvPicPr>
            <p:nvPr/>
          </p:nvPicPr>
          <p:blipFill>
            <a:blip r:embed="rId8"/>
            <a:srcRect/>
            <a:stretch>
              <a:fillRect/>
            </a:stretch>
          </p:blipFill>
          <p:spPr bwMode="auto"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65899" name="Text Box 12">
              <a:hlinkClick r:id="" action="ppaction://hlinkshowjump?jump=previousslide"/>
            </p:cNvPr>
            <p:cNvSpPr txBox="1">
              <a:spLocks noChangeArrowheads="1"/>
            </p:cNvSpPr>
            <p:nvPr/>
          </p:nvSpPr>
          <p:spPr bwMode="auto"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0">
                  <a:solidFill>
                    <a:schemeClr val="bg1"/>
                  </a:solidFill>
                  <a:latin typeface="隶书" pitchFamily="49" charset="-122"/>
                  <a:ea typeface="隶书" pitchFamily="49" charset="-122"/>
                </a:rPr>
                <a:t>上 页</a:t>
              </a:r>
            </a:p>
          </p:txBody>
        </p:sp>
      </p:grpSp>
      <p:sp>
        <p:nvSpPr>
          <p:cNvPr id="209933" name="Line 13"/>
          <p:cNvSpPr>
            <a:spLocks noChangeShapeType="1"/>
          </p:cNvSpPr>
          <p:nvPr/>
        </p:nvSpPr>
        <p:spPr bwMode="auto">
          <a:xfrm>
            <a:off x="1979613" y="4221163"/>
            <a:ext cx="863600" cy="0"/>
          </a:xfrm>
          <a:prstGeom prst="line">
            <a:avLst/>
          </a:prstGeom>
          <a:noFill/>
          <a:ln w="76200">
            <a:solidFill>
              <a:srgbClr val="0099FF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grpSp>
        <p:nvGrpSpPr>
          <p:cNvPr id="165901" name="Group 14"/>
          <p:cNvGrpSpPr>
            <a:grpSpLocks/>
          </p:cNvGrpSpPr>
          <p:nvPr/>
        </p:nvGrpSpPr>
        <p:grpSpPr bwMode="auto">
          <a:xfrm>
            <a:off x="6588125" y="6446838"/>
            <a:ext cx="792163" cy="366712"/>
            <a:chOff x="4649" y="4020"/>
            <a:chExt cx="499" cy="231"/>
          </a:xfrm>
        </p:grpSpPr>
        <p:pic>
          <p:nvPicPr>
            <p:cNvPr id="165902" name="Picture 15" descr="78900"/>
            <p:cNvPicPr>
              <a:picLocks noChangeAspect="1" noChangeArrowheads="1"/>
            </p:cNvPicPr>
            <p:nvPr/>
          </p:nvPicPr>
          <p:blipFill>
            <a:blip r:embed="rId8"/>
            <a:srcRect/>
            <a:stretch>
              <a:fillRect/>
            </a:stretch>
          </p:blipFill>
          <p:spPr bwMode="auto"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65903" name="Text Box 16">
              <a:hlinkClick r:id="rId9" action="ppaction://hlinksldjump"/>
            </p:cNvPr>
            <p:cNvSpPr txBox="1">
              <a:spLocks noChangeArrowheads="1"/>
            </p:cNvSpPr>
            <p:nvPr/>
          </p:nvSpPr>
          <p:spPr bwMode="auto"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0">
                  <a:solidFill>
                    <a:schemeClr val="bg1"/>
                  </a:solidFill>
                  <a:latin typeface="隶书" pitchFamily="49" charset="-122"/>
                  <a:ea typeface="隶书" pitchFamily="49" charset="-122"/>
                </a:rPr>
                <a:t>返 回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2099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2099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500"/>
                                        <p:tgtEl>
                                          <p:spTgt spid="2099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2000"/>
                                        <p:tgtEl>
                                          <p:spTgt spid="2099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7" dur="500"/>
                                        <p:tgtEl>
                                          <p:spTgt spid="2099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2000"/>
                                        <p:tgtEl>
                                          <p:spTgt spid="2099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9933" grpId="0" animBg="1"/>
    </p:bldLst>
  </p:timing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42" name="Rectangle 2"/>
          <p:cNvSpPr>
            <a:spLocks noChangeArrowheads="1"/>
          </p:cNvSpPr>
          <p:nvPr/>
        </p:nvSpPr>
        <p:spPr bwMode="auto">
          <a:xfrm>
            <a:off x="2051050" y="404813"/>
            <a:ext cx="4572000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algn="ctr"/>
            <a:r>
              <a:rPr lang="en-US" altLang="zh-CN" sz="4400">
                <a:solidFill>
                  <a:schemeClr val="bg1"/>
                </a:solidFill>
                <a:latin typeface="楷体_GB2312" pitchFamily="49" charset="-122"/>
              </a:rPr>
              <a:t>7.9</a:t>
            </a:r>
            <a:r>
              <a:rPr lang="en-US" altLang="zh-CN" sz="4400" baseline="30000">
                <a:solidFill>
                  <a:schemeClr val="bg1"/>
                </a:solidFill>
                <a:latin typeface="楷体_GB2312" pitchFamily="49" charset="-122"/>
              </a:rPr>
              <a:t>*</a:t>
            </a:r>
            <a:r>
              <a:rPr lang="en-US" altLang="zh-CN" sz="4400">
                <a:solidFill>
                  <a:schemeClr val="bg1"/>
                </a:solidFill>
                <a:latin typeface="楷体_GB2312" pitchFamily="49" charset="-122"/>
              </a:rPr>
              <a:t>  </a:t>
            </a:r>
            <a:r>
              <a:rPr lang="zh-CN" altLang="en-US" sz="4400">
                <a:solidFill>
                  <a:schemeClr val="bg1"/>
                </a:solidFill>
                <a:latin typeface="楷体_GB2312" pitchFamily="49" charset="-122"/>
              </a:rPr>
              <a:t>卷积积分</a:t>
            </a:r>
          </a:p>
        </p:txBody>
      </p:sp>
      <p:sp>
        <p:nvSpPr>
          <p:cNvPr id="266243" name="Text Box 3"/>
          <p:cNvSpPr txBox="1">
            <a:spLocks noChangeArrowheads="1"/>
          </p:cNvSpPr>
          <p:nvPr/>
        </p:nvSpPr>
        <p:spPr bwMode="auto">
          <a:xfrm>
            <a:off x="611188" y="1125538"/>
            <a:ext cx="3384550" cy="579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r>
              <a:rPr lang="en-US" altLang="zh-CN" sz="3200">
                <a:solidFill>
                  <a:schemeClr val="bg1"/>
                </a:solidFill>
                <a:latin typeface="楷体_GB2312" pitchFamily="49" charset="-122"/>
              </a:rPr>
              <a:t>1.</a:t>
            </a:r>
            <a:r>
              <a:rPr lang="zh-CN" altLang="en-US" sz="3200">
                <a:solidFill>
                  <a:schemeClr val="bg1"/>
                </a:solidFill>
                <a:latin typeface="楷体_GB2312" pitchFamily="49" charset="-122"/>
              </a:rPr>
              <a:t>卷积积分</a:t>
            </a:r>
          </a:p>
        </p:txBody>
      </p:sp>
      <p:sp>
        <p:nvSpPr>
          <p:cNvPr id="266244" name="Text Box 4"/>
          <p:cNvSpPr txBox="1">
            <a:spLocks noChangeArrowheads="1"/>
          </p:cNvSpPr>
          <p:nvPr/>
        </p:nvSpPr>
        <p:spPr bwMode="auto">
          <a:xfrm>
            <a:off x="755650" y="1773238"/>
            <a:ext cx="1538288" cy="547687"/>
          </a:xfrm>
          <a:prstGeom prst="rect">
            <a:avLst/>
          </a:prstGeom>
          <a:noFill/>
          <a:ln w="28575">
            <a:solidFill>
              <a:srgbClr val="00CCFF"/>
            </a:solidFill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>
              <a:buSzPct val="85000"/>
              <a:buFont typeface="Wingdings" pitchFamily="2" charset="2"/>
              <a:buChar char="l"/>
            </a:pPr>
            <a:r>
              <a:rPr lang="zh-CN" altLang="en-US">
                <a:solidFill>
                  <a:srgbClr val="FF9900"/>
                </a:solidFill>
                <a:latin typeface="Times New Roman" pitchFamily="18" charset="0"/>
              </a:rPr>
              <a:t>定义</a:t>
            </a:r>
          </a:p>
        </p:txBody>
      </p:sp>
      <p:sp>
        <p:nvSpPr>
          <p:cNvPr id="266245" name="Text Box 5"/>
          <p:cNvSpPr txBox="1">
            <a:spLocks noChangeArrowheads="1"/>
          </p:cNvSpPr>
          <p:nvPr/>
        </p:nvSpPr>
        <p:spPr bwMode="auto">
          <a:xfrm>
            <a:off x="2555875" y="1773238"/>
            <a:ext cx="6207125" cy="579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zh-CN" altLang="en-US">
                <a:solidFill>
                  <a:schemeClr val="bg1"/>
                </a:solidFill>
                <a:latin typeface="Times New Roman" pitchFamily="18" charset="0"/>
              </a:rPr>
              <a:t>设函数</a:t>
            </a:r>
            <a:r>
              <a:rPr lang="zh-CN" altLang="en-US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    </a:t>
            </a:r>
            <a:r>
              <a:rPr lang="en-US" altLang="zh-CN" sz="3200" b="0" i="1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f</a:t>
            </a:r>
            <a:r>
              <a:rPr lang="en-US" altLang="zh-CN" sz="3200" b="0" baseline="-2500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1</a:t>
            </a:r>
            <a:r>
              <a:rPr lang="en-US" altLang="zh-CN" sz="3200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(</a:t>
            </a:r>
            <a:r>
              <a:rPr lang="en-US" altLang="zh-CN" sz="3200" b="0" i="1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t</a:t>
            </a:r>
            <a:r>
              <a:rPr lang="en-US" altLang="zh-CN" sz="3200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)   ,    </a:t>
            </a:r>
            <a:r>
              <a:rPr lang="en-US" altLang="zh-CN" sz="3200" b="0" i="1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f</a:t>
            </a:r>
            <a:r>
              <a:rPr lang="en-US" altLang="zh-CN" sz="3200" b="0" baseline="-2500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2</a:t>
            </a:r>
            <a:r>
              <a:rPr lang="en-US" altLang="zh-CN" sz="3200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(</a:t>
            </a:r>
            <a:r>
              <a:rPr lang="en-US" altLang="zh-CN" sz="3200" b="0" i="1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t</a:t>
            </a:r>
            <a:r>
              <a:rPr lang="en-US" altLang="zh-CN" sz="3200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)</a:t>
            </a:r>
            <a:r>
              <a:rPr lang="en-US" altLang="zh-CN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      </a:t>
            </a:r>
            <a:r>
              <a:rPr lang="en-US" altLang="zh-CN" b="0" i="1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t </a:t>
            </a:r>
            <a:r>
              <a:rPr lang="en-US" altLang="zh-CN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&lt; 0</a:t>
            </a:r>
            <a:r>
              <a:rPr lang="en-US" altLang="zh-CN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  </a:t>
            </a:r>
            <a:r>
              <a:rPr lang="zh-CN" altLang="en-US">
                <a:solidFill>
                  <a:schemeClr val="bg1"/>
                </a:solidFill>
                <a:latin typeface="Times New Roman" pitchFamily="18" charset="0"/>
              </a:rPr>
              <a:t>均为零</a:t>
            </a:r>
            <a:r>
              <a:rPr lang="en-US" altLang="en-US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 </a:t>
            </a:r>
            <a:endParaRPr lang="zh-CN" altLang="en-US">
              <a:solidFill>
                <a:schemeClr val="bg1"/>
              </a:solidFill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166917" name="Text Box 6"/>
          <p:cNvSpPr txBox="1">
            <a:spLocks noChangeArrowheads="1"/>
          </p:cNvSpPr>
          <p:nvPr/>
        </p:nvSpPr>
        <p:spPr bwMode="auto">
          <a:xfrm>
            <a:off x="1736725" y="2560638"/>
            <a:ext cx="1841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endParaRPr lang="zh-CN" altLang="zh-CN" sz="1800">
              <a:solidFill>
                <a:schemeClr val="bg1"/>
              </a:solidFill>
              <a:latin typeface="Times New Roman" pitchFamily="18" charset="0"/>
              <a:ea typeface="宋体" pitchFamily="2" charset="-122"/>
            </a:endParaRPr>
          </a:p>
        </p:txBody>
      </p:sp>
      <p:graphicFrame>
        <p:nvGraphicFramePr>
          <p:cNvPr id="266247" name="Object 7"/>
          <p:cNvGraphicFramePr>
            <a:graphicFrameLocks noChangeAspect="1"/>
          </p:cNvGraphicFramePr>
          <p:nvPr/>
        </p:nvGraphicFramePr>
        <p:xfrm>
          <a:off x="1566863" y="2565400"/>
          <a:ext cx="6394450" cy="949325"/>
        </p:xfrm>
        <a:graphic>
          <a:graphicData uri="http://schemas.openxmlformats.org/presentationml/2006/ole">
            <p:oleObj spid="_x0000_s166918" r:id="rId3" imgW="2085840" imgH="299880" progId="Equation.3">
              <p:embed/>
            </p:oleObj>
          </a:graphicData>
        </a:graphic>
      </p:graphicFrame>
      <p:sp>
        <p:nvSpPr>
          <p:cNvPr id="266258" name="Text Box 18"/>
          <p:cNvSpPr txBox="1">
            <a:spLocks noChangeArrowheads="1"/>
          </p:cNvSpPr>
          <p:nvPr/>
        </p:nvSpPr>
        <p:spPr bwMode="auto">
          <a:xfrm>
            <a:off x="755650" y="3933825"/>
            <a:ext cx="1538288" cy="547688"/>
          </a:xfrm>
          <a:prstGeom prst="rect">
            <a:avLst/>
          </a:prstGeom>
          <a:noFill/>
          <a:ln w="28575">
            <a:solidFill>
              <a:srgbClr val="00CCFF"/>
            </a:solidFill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>
              <a:buSzPct val="85000"/>
              <a:buFont typeface="Wingdings" pitchFamily="2" charset="2"/>
              <a:buChar char="l"/>
            </a:pPr>
            <a:r>
              <a:rPr lang="zh-CN" altLang="en-US">
                <a:solidFill>
                  <a:srgbClr val="FF9900"/>
                </a:solidFill>
                <a:latin typeface="Times New Roman" pitchFamily="18" charset="0"/>
              </a:rPr>
              <a:t>性质</a:t>
            </a:r>
          </a:p>
        </p:txBody>
      </p:sp>
      <p:graphicFrame>
        <p:nvGraphicFramePr>
          <p:cNvPr id="266260" name="Object 20"/>
          <p:cNvGraphicFramePr>
            <a:graphicFrameLocks noChangeAspect="1"/>
          </p:cNvGraphicFramePr>
          <p:nvPr/>
        </p:nvGraphicFramePr>
        <p:xfrm>
          <a:off x="2195513" y="4652963"/>
          <a:ext cx="4967287" cy="647700"/>
        </p:xfrm>
        <a:graphic>
          <a:graphicData uri="http://schemas.openxmlformats.org/presentationml/2006/ole">
            <p:oleObj spid="_x0000_s166920" r:id="rId4" imgW="1622160" imgH="207720" progId="Equation.3">
              <p:embed/>
            </p:oleObj>
          </a:graphicData>
        </a:graphic>
      </p:graphicFrame>
      <p:grpSp>
        <p:nvGrpSpPr>
          <p:cNvPr id="166921" name="Group 22"/>
          <p:cNvGrpSpPr>
            <a:grpSpLocks/>
          </p:cNvGrpSpPr>
          <p:nvPr/>
        </p:nvGrpSpPr>
        <p:grpSpPr bwMode="auto"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166922" name="Picture 23" descr="78900"/>
            <p:cNvPicPr>
              <a:picLocks noChangeAspect="1" noChangeArrowheads="1"/>
            </p:cNvPicPr>
            <p:nvPr/>
          </p:nvPicPr>
          <p:blipFill>
            <a:blip r:embed="rId5"/>
            <a:srcRect/>
            <a:stretch>
              <a:fillRect/>
            </a:stretch>
          </p:blipFill>
          <p:spPr bwMode="auto"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66923" name="Text Box 24">
              <a:hlinkClick r:id="" action="ppaction://hlinkshowjump?jump=nextslide"/>
            </p:cNvPr>
            <p:cNvSpPr txBox="1">
              <a:spLocks noChangeArrowheads="1"/>
            </p:cNvSpPr>
            <p:nvPr/>
          </p:nvSpPr>
          <p:spPr bwMode="auto"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0">
                  <a:solidFill>
                    <a:schemeClr val="bg1"/>
                  </a:solidFill>
                  <a:latin typeface="隶书" pitchFamily="49" charset="-122"/>
                  <a:ea typeface="隶书" pitchFamily="49" charset="-122"/>
                </a:rPr>
                <a:t>下 页</a:t>
              </a:r>
            </a:p>
          </p:txBody>
        </p:sp>
      </p:grpSp>
      <p:grpSp>
        <p:nvGrpSpPr>
          <p:cNvPr id="166924" name="Group 25"/>
          <p:cNvGrpSpPr>
            <a:grpSpLocks/>
          </p:cNvGrpSpPr>
          <p:nvPr/>
        </p:nvGrpSpPr>
        <p:grpSpPr bwMode="auto">
          <a:xfrm>
            <a:off x="7453313" y="6446838"/>
            <a:ext cx="792162" cy="366712"/>
            <a:chOff x="4649" y="4020"/>
            <a:chExt cx="499" cy="231"/>
          </a:xfrm>
        </p:grpSpPr>
        <p:pic>
          <p:nvPicPr>
            <p:cNvPr id="166925" name="Picture 26" descr="78900"/>
            <p:cNvPicPr>
              <a:picLocks noChangeAspect="1" noChangeArrowheads="1"/>
            </p:cNvPicPr>
            <p:nvPr/>
          </p:nvPicPr>
          <p:blipFill>
            <a:blip r:embed="rId5"/>
            <a:srcRect/>
            <a:stretch>
              <a:fillRect/>
            </a:stretch>
          </p:blipFill>
          <p:spPr bwMode="auto"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66926" name="Text Box 27">
              <a:hlinkClick r:id="" action="ppaction://hlinkshowjump?jump=previousslide"/>
            </p:cNvPr>
            <p:cNvSpPr txBox="1">
              <a:spLocks noChangeArrowheads="1"/>
            </p:cNvSpPr>
            <p:nvPr/>
          </p:nvSpPr>
          <p:spPr bwMode="auto"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0">
                  <a:solidFill>
                    <a:schemeClr val="bg1"/>
                  </a:solidFill>
                  <a:latin typeface="隶书" pitchFamily="49" charset="-122"/>
                  <a:ea typeface="隶书" pitchFamily="49" charset="-122"/>
                </a:rPr>
                <a:t>上 页</a:t>
              </a:r>
            </a:p>
          </p:txBody>
        </p:sp>
      </p:grpSp>
      <p:grpSp>
        <p:nvGrpSpPr>
          <p:cNvPr id="166927" name="Group 28"/>
          <p:cNvGrpSpPr>
            <a:grpSpLocks/>
          </p:cNvGrpSpPr>
          <p:nvPr/>
        </p:nvGrpSpPr>
        <p:grpSpPr bwMode="auto">
          <a:xfrm>
            <a:off x="6588125" y="6446838"/>
            <a:ext cx="792163" cy="366712"/>
            <a:chOff x="4649" y="4020"/>
            <a:chExt cx="499" cy="231"/>
          </a:xfrm>
        </p:grpSpPr>
        <p:pic>
          <p:nvPicPr>
            <p:cNvPr id="166928" name="Picture 29" descr="78900"/>
            <p:cNvPicPr>
              <a:picLocks noChangeAspect="1" noChangeArrowheads="1"/>
            </p:cNvPicPr>
            <p:nvPr/>
          </p:nvPicPr>
          <p:blipFill>
            <a:blip r:embed="rId5"/>
            <a:srcRect/>
            <a:stretch>
              <a:fillRect/>
            </a:stretch>
          </p:blipFill>
          <p:spPr bwMode="auto"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66929" name="Text Box 30">
              <a:hlinkClick r:id="rId6" action="ppaction://hlinksldjump"/>
            </p:cNvPr>
            <p:cNvSpPr txBox="1">
              <a:spLocks noChangeArrowheads="1"/>
            </p:cNvSpPr>
            <p:nvPr/>
          </p:nvSpPr>
          <p:spPr bwMode="auto"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0">
                  <a:solidFill>
                    <a:schemeClr val="bg1"/>
                  </a:solidFill>
                  <a:latin typeface="隶书" pitchFamily="49" charset="-122"/>
                  <a:ea typeface="隶书" pitchFamily="49" charset="-122"/>
                </a:rPr>
                <a:t>返 回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266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662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662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662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662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662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28" dur="1000"/>
                                        <p:tgtEl>
                                          <p:spTgt spid="2662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2662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8" dur="500"/>
                                        <p:tgtEl>
                                          <p:spTgt spid="2662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6242" grpId="0"/>
      <p:bldP spid="266243" grpId="0"/>
      <p:bldP spid="266244" grpId="0" animBg="1"/>
      <p:bldP spid="266245" grpId="0"/>
      <p:bldP spid="266258" grpId="0" animBg="1"/>
    </p:bldLst>
  </p:timing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937" name="Text Box 6"/>
          <p:cNvSpPr txBox="1">
            <a:spLocks noChangeArrowheads="1"/>
          </p:cNvSpPr>
          <p:nvPr/>
        </p:nvSpPr>
        <p:spPr bwMode="auto">
          <a:xfrm>
            <a:off x="1736725" y="2560638"/>
            <a:ext cx="1841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endParaRPr lang="zh-CN" altLang="zh-CN" sz="1800">
              <a:solidFill>
                <a:schemeClr val="bg1"/>
              </a:solidFill>
              <a:latin typeface="Times New Roman" pitchFamily="18" charset="0"/>
              <a:ea typeface="宋体" pitchFamily="2" charset="-122"/>
            </a:endParaRPr>
          </a:p>
        </p:txBody>
      </p:sp>
      <p:graphicFrame>
        <p:nvGraphicFramePr>
          <p:cNvPr id="277514" name="Object 10"/>
          <p:cNvGraphicFramePr>
            <a:graphicFrameLocks noChangeAspect="1"/>
          </p:cNvGraphicFramePr>
          <p:nvPr/>
        </p:nvGraphicFramePr>
        <p:xfrm>
          <a:off x="1863725" y="620713"/>
          <a:ext cx="5426075" cy="806450"/>
        </p:xfrm>
        <a:graphic>
          <a:graphicData uri="http://schemas.openxmlformats.org/presentationml/2006/ole">
            <p:oleObj spid="_x0000_s167938" r:id="rId3" imgW="2085840" imgH="299880" progId="Equation.3">
              <p:embed/>
            </p:oleObj>
          </a:graphicData>
        </a:graphic>
      </p:graphicFrame>
      <p:graphicFrame>
        <p:nvGraphicFramePr>
          <p:cNvPr id="277515" name="Object 11"/>
          <p:cNvGraphicFramePr>
            <a:graphicFrameLocks noChangeAspect="1"/>
          </p:cNvGraphicFramePr>
          <p:nvPr/>
        </p:nvGraphicFramePr>
        <p:xfrm>
          <a:off x="3779838" y="1412875"/>
          <a:ext cx="3816350" cy="696913"/>
        </p:xfrm>
        <a:graphic>
          <a:graphicData uri="http://schemas.openxmlformats.org/presentationml/2006/ole">
            <p:oleObj spid="_x0000_s167939" r:id="rId4" imgW="1494720" imgH="276840" progId="Equation.3">
              <p:embed/>
            </p:oleObj>
          </a:graphicData>
        </a:graphic>
      </p:graphicFrame>
      <p:graphicFrame>
        <p:nvGraphicFramePr>
          <p:cNvPr id="277516" name="Object 12"/>
          <p:cNvGraphicFramePr>
            <a:graphicFrameLocks noChangeAspect="1"/>
          </p:cNvGraphicFramePr>
          <p:nvPr/>
        </p:nvGraphicFramePr>
        <p:xfrm>
          <a:off x="3851275" y="2205038"/>
          <a:ext cx="3097213" cy="730250"/>
        </p:xfrm>
        <a:graphic>
          <a:graphicData uri="http://schemas.openxmlformats.org/presentationml/2006/ole">
            <p:oleObj spid="_x0000_s167940" r:id="rId5" imgW="1309320" imgH="299880" progId="Equation.3">
              <p:embed/>
            </p:oleObj>
          </a:graphicData>
        </a:graphic>
      </p:graphicFrame>
      <p:sp>
        <p:nvSpPr>
          <p:cNvPr id="277518" name="Text Box 14"/>
          <p:cNvSpPr txBox="1">
            <a:spLocks noChangeArrowheads="1"/>
          </p:cNvSpPr>
          <p:nvPr/>
        </p:nvSpPr>
        <p:spPr bwMode="auto">
          <a:xfrm>
            <a:off x="684213" y="1700213"/>
            <a:ext cx="2374900" cy="2041525"/>
          </a:xfrm>
          <a:prstGeom prst="rect">
            <a:avLst/>
          </a:prstGeom>
          <a:gradFill rotWithShape="1">
            <a:gsLst>
              <a:gs pos="0">
                <a:srgbClr val="00CCFF"/>
              </a:gs>
              <a:gs pos="50000">
                <a:schemeClr val="bg1"/>
              </a:gs>
              <a:gs pos="100000">
                <a:srgbClr val="00CCFF"/>
              </a:gs>
            </a:gsLst>
            <a:lin ang="2700000" scaled="1"/>
          </a:gradFill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r>
              <a:rPr lang="zh-CN" altLang="en-US">
                <a:solidFill>
                  <a:schemeClr val="tx1"/>
                </a:solidFill>
                <a:latin typeface="Times New Roman" pitchFamily="18" charset="0"/>
                <a:sym typeface="Symbol" pitchFamily="18" charset="2"/>
              </a:rPr>
              <a:t>令</a:t>
            </a:r>
            <a:r>
              <a:rPr lang="zh-CN" altLang="en-US" sz="2400" b="0" i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 </a:t>
            </a:r>
            <a:r>
              <a:rPr lang="zh-CN" altLang="en-US" sz="3200" b="0" i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 </a:t>
            </a:r>
            <a:r>
              <a:rPr lang="en-US" altLang="zh-CN" sz="3200" b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= </a:t>
            </a:r>
            <a:r>
              <a:rPr lang="en-US" altLang="zh-CN" sz="3200" b="0" i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t</a:t>
            </a:r>
            <a:r>
              <a:rPr lang="en-US" altLang="zh-CN" sz="3200" b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 </a:t>
            </a:r>
            <a:r>
              <a:rPr lang="en-US" altLang="zh-CN" sz="3200" b="0">
                <a:solidFill>
                  <a:schemeClr val="tx1"/>
                </a:solidFill>
                <a:latin typeface="宋体" pitchFamily="2" charset="-122"/>
                <a:ea typeface="宋体" pitchFamily="2" charset="-122"/>
                <a:sym typeface="Symbol" pitchFamily="18" charset="2"/>
              </a:rPr>
              <a:t>-</a:t>
            </a:r>
            <a:r>
              <a:rPr lang="en-US" altLang="zh-CN" sz="3200" b="0" i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 </a:t>
            </a:r>
          </a:p>
          <a:p>
            <a:r>
              <a:rPr lang="en-US" altLang="zh-CN" sz="3200" b="0">
                <a:solidFill>
                  <a:schemeClr val="tx1"/>
                </a:solidFill>
                <a:latin typeface="Times New Roman" pitchFamily="18" charset="0"/>
                <a:sym typeface="Symbol" pitchFamily="18" charset="2"/>
              </a:rPr>
              <a:t>    d</a:t>
            </a:r>
            <a:r>
              <a:rPr lang="en-US" altLang="zh-CN" sz="3200" b="0" i="1">
                <a:solidFill>
                  <a:schemeClr val="tx1"/>
                </a:solidFill>
                <a:sym typeface="Symbol" pitchFamily="18" charset="2"/>
              </a:rPr>
              <a:t></a:t>
            </a:r>
            <a:r>
              <a:rPr lang="en-US" altLang="zh-CN" sz="3200" b="0">
                <a:solidFill>
                  <a:schemeClr val="tx1"/>
                </a:solidFill>
                <a:latin typeface="Times New Roman" pitchFamily="18" charset="0"/>
                <a:sym typeface="Symbol" pitchFamily="18" charset="2"/>
              </a:rPr>
              <a:t> </a:t>
            </a:r>
            <a:r>
              <a:rPr lang="en-US" altLang="zh-CN" sz="3200" b="0">
                <a:solidFill>
                  <a:schemeClr val="tx1"/>
                </a:solidFill>
                <a:sym typeface="Symbol" pitchFamily="18" charset="2"/>
              </a:rPr>
              <a:t>= </a:t>
            </a:r>
            <a:r>
              <a:rPr lang="en-US" altLang="zh-CN" sz="3200" b="0">
                <a:solidFill>
                  <a:schemeClr val="tx1"/>
                </a:solidFill>
                <a:latin typeface="宋体" pitchFamily="2" charset="-122"/>
                <a:ea typeface="宋体" pitchFamily="2" charset="-122"/>
                <a:sym typeface="Symbol" pitchFamily="18" charset="2"/>
              </a:rPr>
              <a:t>-</a:t>
            </a:r>
            <a:r>
              <a:rPr lang="en-US" altLang="zh-CN" sz="3200" b="0" i="1">
                <a:solidFill>
                  <a:schemeClr val="tx1"/>
                </a:solidFill>
                <a:sym typeface="Symbol" pitchFamily="18" charset="2"/>
              </a:rPr>
              <a:t> </a:t>
            </a:r>
            <a:r>
              <a:rPr lang="en-US" altLang="zh-CN" sz="3200" b="0">
                <a:solidFill>
                  <a:schemeClr val="tx1"/>
                </a:solidFill>
                <a:latin typeface="Times New Roman" pitchFamily="18" charset="0"/>
                <a:sym typeface="Symbol" pitchFamily="18" charset="2"/>
              </a:rPr>
              <a:t>d</a:t>
            </a:r>
            <a:r>
              <a:rPr lang="en-US" altLang="zh-CN" sz="3200" b="0" i="1">
                <a:solidFill>
                  <a:schemeClr val="tx1"/>
                </a:solidFill>
                <a:sym typeface="Symbol" pitchFamily="18" charset="2"/>
              </a:rPr>
              <a:t> </a:t>
            </a:r>
          </a:p>
          <a:p>
            <a:r>
              <a:rPr lang="en-US" altLang="zh-CN" sz="3200" b="0" i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    </a:t>
            </a:r>
            <a:r>
              <a:rPr lang="zh-CN" altLang="en-US" sz="3200" b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：</a:t>
            </a:r>
            <a:r>
              <a:rPr lang="en-US" altLang="zh-CN" sz="3200" b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0</a:t>
            </a:r>
            <a:r>
              <a:rPr lang="en-US" altLang="zh-CN" sz="3200" b="0" i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    t</a:t>
            </a:r>
          </a:p>
          <a:p>
            <a:r>
              <a:rPr lang="en-US" altLang="zh-CN" sz="3200" b="0" i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    </a:t>
            </a:r>
            <a:r>
              <a:rPr lang="en-US" altLang="zh-CN" sz="3200" b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: </a:t>
            </a:r>
            <a:r>
              <a:rPr lang="en-US" altLang="zh-CN" sz="3200" b="0" i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 t    </a:t>
            </a:r>
            <a:r>
              <a:rPr lang="en-US" altLang="zh-CN" sz="3200" b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0</a:t>
            </a:r>
          </a:p>
        </p:txBody>
      </p:sp>
      <p:graphicFrame>
        <p:nvGraphicFramePr>
          <p:cNvPr id="277519" name="Object 15"/>
          <p:cNvGraphicFramePr>
            <a:graphicFrameLocks noChangeAspect="1"/>
          </p:cNvGraphicFramePr>
          <p:nvPr/>
        </p:nvGraphicFramePr>
        <p:xfrm>
          <a:off x="3851275" y="3068638"/>
          <a:ext cx="2368550" cy="587375"/>
        </p:xfrm>
        <a:graphic>
          <a:graphicData uri="http://schemas.openxmlformats.org/presentationml/2006/ole">
            <p:oleObj spid="_x0000_s167942" r:id="rId6" imgW="869040" imgH="207720" progId="Equation.3">
              <p:embed/>
            </p:oleObj>
          </a:graphicData>
        </a:graphic>
      </p:graphicFrame>
      <p:sp>
        <p:nvSpPr>
          <p:cNvPr id="277522" name="Text Box 18"/>
          <p:cNvSpPr txBox="1">
            <a:spLocks noChangeArrowheads="1"/>
          </p:cNvSpPr>
          <p:nvPr/>
        </p:nvSpPr>
        <p:spPr bwMode="auto">
          <a:xfrm>
            <a:off x="468313" y="765175"/>
            <a:ext cx="1000125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lang="zh-CN" altLang="en-US" sz="3200">
                <a:solidFill>
                  <a:srgbClr val="FF9900"/>
                </a:solidFill>
                <a:latin typeface="Times New Roman" pitchFamily="18" charset="0"/>
                <a:ea typeface="宋体" pitchFamily="2" charset="-122"/>
              </a:rPr>
              <a:t>证明</a:t>
            </a:r>
          </a:p>
        </p:txBody>
      </p:sp>
      <p:grpSp>
        <p:nvGrpSpPr>
          <p:cNvPr id="167944" name="Group 19"/>
          <p:cNvGrpSpPr>
            <a:grpSpLocks/>
          </p:cNvGrpSpPr>
          <p:nvPr/>
        </p:nvGrpSpPr>
        <p:grpSpPr bwMode="auto"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167945" name="Picture 20" descr="78900"/>
            <p:cNvPicPr>
              <a:picLocks noChangeAspect="1" noChangeArrowheads="1"/>
            </p:cNvPicPr>
            <p:nvPr/>
          </p:nvPicPr>
          <p:blipFill>
            <a:blip r:embed="rId7"/>
            <a:srcRect/>
            <a:stretch>
              <a:fillRect/>
            </a:stretch>
          </p:blipFill>
          <p:spPr bwMode="auto"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67946" name="Text Box 21">
              <a:hlinkClick r:id="" action="ppaction://hlinkshowjump?jump=nextslide"/>
            </p:cNvPr>
            <p:cNvSpPr txBox="1">
              <a:spLocks noChangeArrowheads="1"/>
            </p:cNvSpPr>
            <p:nvPr/>
          </p:nvSpPr>
          <p:spPr bwMode="auto"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0">
                  <a:solidFill>
                    <a:schemeClr val="bg1"/>
                  </a:solidFill>
                  <a:latin typeface="隶书" pitchFamily="49" charset="-122"/>
                  <a:ea typeface="隶书" pitchFamily="49" charset="-122"/>
                </a:rPr>
                <a:t>下 页</a:t>
              </a:r>
            </a:p>
          </p:txBody>
        </p:sp>
      </p:grpSp>
      <p:grpSp>
        <p:nvGrpSpPr>
          <p:cNvPr id="167947" name="Group 22"/>
          <p:cNvGrpSpPr>
            <a:grpSpLocks/>
          </p:cNvGrpSpPr>
          <p:nvPr/>
        </p:nvGrpSpPr>
        <p:grpSpPr bwMode="auto">
          <a:xfrm>
            <a:off x="7453313" y="6446838"/>
            <a:ext cx="792162" cy="366712"/>
            <a:chOff x="4649" y="4020"/>
            <a:chExt cx="499" cy="231"/>
          </a:xfrm>
        </p:grpSpPr>
        <p:pic>
          <p:nvPicPr>
            <p:cNvPr id="167948" name="Picture 23" descr="78900"/>
            <p:cNvPicPr>
              <a:picLocks noChangeAspect="1" noChangeArrowheads="1"/>
            </p:cNvPicPr>
            <p:nvPr/>
          </p:nvPicPr>
          <p:blipFill>
            <a:blip r:embed="rId7"/>
            <a:srcRect/>
            <a:stretch>
              <a:fillRect/>
            </a:stretch>
          </p:blipFill>
          <p:spPr bwMode="auto"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67949" name="Text Box 24">
              <a:hlinkClick r:id="" action="ppaction://hlinkshowjump?jump=previousslide"/>
            </p:cNvPr>
            <p:cNvSpPr txBox="1">
              <a:spLocks noChangeArrowheads="1"/>
            </p:cNvSpPr>
            <p:nvPr/>
          </p:nvSpPr>
          <p:spPr bwMode="auto"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0">
                  <a:solidFill>
                    <a:schemeClr val="bg1"/>
                  </a:solidFill>
                  <a:latin typeface="隶书" pitchFamily="49" charset="-122"/>
                  <a:ea typeface="隶书" pitchFamily="49" charset="-122"/>
                </a:rPr>
                <a:t>上 页</a:t>
              </a:r>
            </a:p>
          </p:txBody>
        </p:sp>
      </p:grpSp>
      <p:sp>
        <p:nvSpPr>
          <p:cNvPr id="277529" name="Text Box 25"/>
          <p:cNvSpPr txBox="1">
            <a:spLocks noChangeArrowheads="1"/>
          </p:cNvSpPr>
          <p:nvPr/>
        </p:nvSpPr>
        <p:spPr bwMode="auto">
          <a:xfrm>
            <a:off x="539750" y="4005263"/>
            <a:ext cx="4608513" cy="579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r>
              <a:rPr lang="en-US" altLang="zh-CN" sz="3200">
                <a:solidFill>
                  <a:schemeClr val="bg1"/>
                </a:solidFill>
                <a:latin typeface="楷体_GB2312" pitchFamily="49" charset="-122"/>
              </a:rPr>
              <a:t>2.</a:t>
            </a:r>
            <a:r>
              <a:rPr lang="zh-CN" altLang="en-US" sz="3200">
                <a:solidFill>
                  <a:schemeClr val="bg1"/>
                </a:solidFill>
                <a:latin typeface="楷体_GB2312" pitchFamily="49" charset="-122"/>
              </a:rPr>
              <a:t>卷积积分的应用</a:t>
            </a:r>
          </a:p>
        </p:txBody>
      </p:sp>
      <p:grpSp>
        <p:nvGrpSpPr>
          <p:cNvPr id="277541" name="Group 37"/>
          <p:cNvGrpSpPr>
            <a:grpSpLocks/>
          </p:cNvGrpSpPr>
          <p:nvPr/>
        </p:nvGrpSpPr>
        <p:grpSpPr bwMode="auto">
          <a:xfrm>
            <a:off x="1619250" y="4868863"/>
            <a:ext cx="5549900" cy="1296987"/>
            <a:chOff x="1020" y="3067"/>
            <a:chExt cx="3496" cy="817"/>
          </a:xfrm>
        </p:grpSpPr>
        <p:sp>
          <p:nvSpPr>
            <p:cNvPr id="167952" name="Text Box 28"/>
            <p:cNvSpPr txBox="1">
              <a:spLocks noChangeArrowheads="1"/>
            </p:cNvSpPr>
            <p:nvPr/>
          </p:nvSpPr>
          <p:spPr bwMode="auto">
            <a:xfrm>
              <a:off x="1020" y="3113"/>
              <a:ext cx="933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zh-CN" altLang="en-US">
                  <a:solidFill>
                    <a:schemeClr val="bg1"/>
                  </a:solidFill>
                  <a:latin typeface="Times New Roman" pitchFamily="18" charset="0"/>
                </a:rPr>
                <a:t>激励 </a:t>
              </a:r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e</a:t>
              </a:r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(</a:t>
              </a:r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t</a:t>
              </a:r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)</a:t>
              </a:r>
            </a:p>
          </p:txBody>
        </p:sp>
        <p:sp>
          <p:nvSpPr>
            <p:cNvPr id="167953" name="Line 29"/>
            <p:cNvSpPr>
              <a:spLocks noChangeShapeType="1"/>
            </p:cNvSpPr>
            <p:nvPr/>
          </p:nvSpPr>
          <p:spPr bwMode="auto">
            <a:xfrm>
              <a:off x="1338" y="3475"/>
              <a:ext cx="707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7954" name="Line 33"/>
            <p:cNvSpPr>
              <a:spLocks noChangeShapeType="1"/>
            </p:cNvSpPr>
            <p:nvPr/>
          </p:nvSpPr>
          <p:spPr bwMode="auto">
            <a:xfrm>
              <a:off x="3606" y="3475"/>
              <a:ext cx="680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7955" name="Text Box 34"/>
            <p:cNvSpPr txBox="1">
              <a:spLocks noChangeArrowheads="1"/>
            </p:cNvSpPr>
            <p:nvPr/>
          </p:nvSpPr>
          <p:spPr bwMode="auto">
            <a:xfrm>
              <a:off x="3651" y="3113"/>
              <a:ext cx="865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zh-CN" altLang="en-US">
                  <a:solidFill>
                    <a:schemeClr val="bg1"/>
                  </a:solidFill>
                  <a:latin typeface="楷体_GB2312" pitchFamily="49" charset="-122"/>
                </a:rPr>
                <a:t>响应</a:t>
              </a:r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r</a:t>
              </a:r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(</a:t>
              </a:r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t</a:t>
              </a:r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)</a:t>
              </a:r>
            </a:p>
          </p:txBody>
        </p:sp>
        <p:sp>
          <p:nvSpPr>
            <p:cNvPr id="167956" name="Rectangle 35"/>
            <p:cNvSpPr>
              <a:spLocks noChangeArrowheads="1"/>
            </p:cNvSpPr>
            <p:nvPr/>
          </p:nvSpPr>
          <p:spPr bwMode="auto">
            <a:xfrm>
              <a:off x="2018" y="3067"/>
              <a:ext cx="1588" cy="817"/>
            </a:xfrm>
            <a:prstGeom prst="rect">
              <a:avLst/>
            </a:prstGeom>
            <a:gradFill rotWithShape="1">
              <a:gsLst>
                <a:gs pos="0">
                  <a:srgbClr val="FF9900"/>
                </a:gs>
                <a:gs pos="100000">
                  <a:srgbClr val="764700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zh-CN" altLang="en-US">
                  <a:solidFill>
                    <a:schemeClr val="bg1"/>
                  </a:solidFill>
                </a:rPr>
                <a:t>线性网络</a:t>
              </a:r>
            </a:p>
            <a:p>
              <a:pPr algn="ctr"/>
              <a:r>
                <a:rPr lang="zh-CN" altLang="en-US">
                  <a:solidFill>
                    <a:schemeClr val="bg1"/>
                  </a:solidFill>
                </a:rPr>
                <a:t>零状态</a:t>
              </a:r>
              <a:endParaRPr lang="zh-CN" altLang="en-US"/>
            </a:p>
          </p:txBody>
        </p:sp>
      </p:grpSp>
      <p:grpSp>
        <p:nvGrpSpPr>
          <p:cNvPr id="167957" name="Group 38"/>
          <p:cNvGrpSpPr>
            <a:grpSpLocks/>
          </p:cNvGrpSpPr>
          <p:nvPr/>
        </p:nvGrpSpPr>
        <p:grpSpPr bwMode="auto">
          <a:xfrm>
            <a:off x="6588125" y="6446838"/>
            <a:ext cx="792163" cy="366712"/>
            <a:chOff x="4649" y="4020"/>
            <a:chExt cx="499" cy="231"/>
          </a:xfrm>
        </p:grpSpPr>
        <p:pic>
          <p:nvPicPr>
            <p:cNvPr id="167958" name="Picture 39" descr="78900"/>
            <p:cNvPicPr>
              <a:picLocks noChangeAspect="1" noChangeArrowheads="1"/>
            </p:cNvPicPr>
            <p:nvPr/>
          </p:nvPicPr>
          <p:blipFill>
            <a:blip r:embed="rId7"/>
            <a:srcRect/>
            <a:stretch>
              <a:fillRect/>
            </a:stretch>
          </p:blipFill>
          <p:spPr bwMode="auto"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67959" name="Text Box 40">
              <a:hlinkClick r:id="rId8" action="ppaction://hlinksldjump"/>
            </p:cNvPr>
            <p:cNvSpPr txBox="1">
              <a:spLocks noChangeArrowheads="1"/>
            </p:cNvSpPr>
            <p:nvPr/>
          </p:nvSpPr>
          <p:spPr bwMode="auto"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0">
                  <a:solidFill>
                    <a:schemeClr val="bg1"/>
                  </a:solidFill>
                  <a:latin typeface="隶书" pitchFamily="49" charset="-122"/>
                  <a:ea typeface="隶书" pitchFamily="49" charset="-122"/>
                </a:rPr>
                <a:t>返 回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775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775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775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2775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2775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2775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2775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2775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2775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5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2775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2775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7518" grpId="0" animBg="1"/>
      <p:bldP spid="277522" grpId="0"/>
      <p:bldP spid="277529" grpId="0"/>
    </p:bldLst>
  </p:timing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67279" name="Object 15"/>
          <p:cNvGraphicFramePr>
            <a:graphicFrameLocks noChangeAspect="1"/>
          </p:cNvGraphicFramePr>
          <p:nvPr/>
        </p:nvGraphicFramePr>
        <p:xfrm>
          <a:off x="1947863" y="3644900"/>
          <a:ext cx="4202112" cy="863600"/>
        </p:xfrm>
        <a:graphic>
          <a:graphicData uri="http://schemas.openxmlformats.org/presentationml/2006/ole">
            <p:oleObj spid="_x0000_s168961" r:id="rId3" imgW="1506240" imgH="299880" progId="Equation.3">
              <p:embed/>
            </p:oleObj>
          </a:graphicData>
        </a:graphic>
      </p:graphicFrame>
      <p:sp>
        <p:nvSpPr>
          <p:cNvPr id="267281" name="Text Box 17"/>
          <p:cNvSpPr txBox="1">
            <a:spLocks noChangeArrowheads="1"/>
          </p:cNvSpPr>
          <p:nvPr/>
        </p:nvSpPr>
        <p:spPr bwMode="auto">
          <a:xfrm>
            <a:off x="684213" y="5300663"/>
            <a:ext cx="7704137" cy="946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r>
              <a:rPr lang="en-US" altLang="zh-CN">
                <a:latin typeface="楷体_GB2312" pitchFamily="49" charset="-122"/>
              </a:rPr>
              <a:t>    </a:t>
            </a:r>
            <a:r>
              <a:rPr lang="zh-CN" altLang="en-US">
                <a:latin typeface="楷体_GB2312" pitchFamily="49" charset="-122"/>
              </a:rPr>
              <a:t>将激励 </a:t>
            </a:r>
            <a:r>
              <a:rPr lang="en-US" altLang="zh-CN" i="1">
                <a:solidFill>
                  <a:schemeClr val="bg1"/>
                </a:solidFill>
                <a:latin typeface="Times New Roman" pitchFamily="18" charset="0"/>
              </a:rPr>
              <a:t>e</a:t>
            </a:r>
            <a:r>
              <a:rPr lang="en-US" altLang="zh-CN">
                <a:solidFill>
                  <a:schemeClr val="bg1"/>
                </a:solidFill>
                <a:latin typeface="Times New Roman" pitchFamily="18" charset="0"/>
              </a:rPr>
              <a:t>( </a:t>
            </a:r>
            <a:r>
              <a:rPr lang="en-US" altLang="zh-CN" i="1">
                <a:solidFill>
                  <a:schemeClr val="bg1"/>
                </a:solidFill>
                <a:latin typeface="Times New Roman" pitchFamily="18" charset="0"/>
              </a:rPr>
              <a:t>t </a:t>
            </a:r>
            <a:r>
              <a:rPr lang="en-US" altLang="zh-CN">
                <a:solidFill>
                  <a:schemeClr val="bg1"/>
                </a:solidFill>
                <a:latin typeface="Times New Roman" pitchFamily="18" charset="0"/>
              </a:rPr>
              <a:t>)</a:t>
            </a:r>
            <a:r>
              <a:rPr lang="zh-CN" altLang="en-US">
                <a:latin typeface="Times New Roman" pitchFamily="18" charset="0"/>
              </a:rPr>
              <a:t>近似</a:t>
            </a:r>
            <a:r>
              <a:rPr lang="zh-CN" altLang="en-US">
                <a:latin typeface="楷体_GB2312" pitchFamily="49" charset="-122"/>
              </a:rPr>
              <a:t>看成一系列具有相同宽度的</a:t>
            </a:r>
            <a:r>
              <a:rPr lang="zh-CN" altLang="en-US">
                <a:latin typeface="楷体_GB2312" pitchFamily="49" charset="-122"/>
                <a:sym typeface="Symbol" pitchFamily="18" charset="2"/>
              </a:rPr>
              <a:t>矩形脉冲的叠加，</a:t>
            </a:r>
          </a:p>
        </p:txBody>
      </p:sp>
      <p:grpSp>
        <p:nvGrpSpPr>
          <p:cNvPr id="168963" name="Group 27"/>
          <p:cNvGrpSpPr>
            <a:grpSpLocks/>
          </p:cNvGrpSpPr>
          <p:nvPr/>
        </p:nvGrpSpPr>
        <p:grpSpPr bwMode="auto"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168964" name="Picture 28" descr="78900"/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68965" name="Text Box 29">
              <a:hlinkClick r:id="" action="ppaction://hlinkshowjump?jump=nextslide"/>
            </p:cNvPr>
            <p:cNvSpPr txBox="1">
              <a:spLocks noChangeArrowheads="1"/>
            </p:cNvSpPr>
            <p:nvPr/>
          </p:nvSpPr>
          <p:spPr bwMode="auto"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0">
                  <a:solidFill>
                    <a:schemeClr val="bg1"/>
                  </a:solidFill>
                  <a:latin typeface="隶书" pitchFamily="49" charset="-122"/>
                  <a:ea typeface="隶书" pitchFamily="49" charset="-122"/>
                </a:rPr>
                <a:t>下 页</a:t>
              </a:r>
            </a:p>
          </p:txBody>
        </p:sp>
      </p:grpSp>
      <p:grpSp>
        <p:nvGrpSpPr>
          <p:cNvPr id="168966" name="Group 30"/>
          <p:cNvGrpSpPr>
            <a:grpSpLocks/>
          </p:cNvGrpSpPr>
          <p:nvPr/>
        </p:nvGrpSpPr>
        <p:grpSpPr bwMode="auto">
          <a:xfrm>
            <a:off x="7453313" y="6446838"/>
            <a:ext cx="792162" cy="366712"/>
            <a:chOff x="4649" y="4020"/>
            <a:chExt cx="499" cy="231"/>
          </a:xfrm>
        </p:grpSpPr>
        <p:pic>
          <p:nvPicPr>
            <p:cNvPr id="168967" name="Picture 31" descr="78900"/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68968" name="Text Box 32">
              <a:hlinkClick r:id="" action="ppaction://hlinkshowjump?jump=previousslide"/>
            </p:cNvPr>
            <p:cNvSpPr txBox="1">
              <a:spLocks noChangeArrowheads="1"/>
            </p:cNvSpPr>
            <p:nvPr/>
          </p:nvSpPr>
          <p:spPr bwMode="auto"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0">
                  <a:solidFill>
                    <a:schemeClr val="bg1"/>
                  </a:solidFill>
                  <a:latin typeface="隶书" pitchFamily="49" charset="-122"/>
                  <a:ea typeface="隶书" pitchFamily="49" charset="-122"/>
                </a:rPr>
                <a:t>上 页</a:t>
              </a:r>
            </a:p>
          </p:txBody>
        </p:sp>
      </p:grpSp>
      <p:grpSp>
        <p:nvGrpSpPr>
          <p:cNvPr id="267297" name="Group 33"/>
          <p:cNvGrpSpPr>
            <a:grpSpLocks/>
          </p:cNvGrpSpPr>
          <p:nvPr/>
        </p:nvGrpSpPr>
        <p:grpSpPr bwMode="auto">
          <a:xfrm>
            <a:off x="1619250" y="692150"/>
            <a:ext cx="5549900" cy="1296988"/>
            <a:chOff x="1020" y="3067"/>
            <a:chExt cx="3496" cy="817"/>
          </a:xfrm>
        </p:grpSpPr>
        <p:sp>
          <p:nvSpPr>
            <p:cNvPr id="168970" name="Text Box 34"/>
            <p:cNvSpPr txBox="1">
              <a:spLocks noChangeArrowheads="1"/>
            </p:cNvSpPr>
            <p:nvPr/>
          </p:nvSpPr>
          <p:spPr bwMode="auto">
            <a:xfrm>
              <a:off x="1020" y="3113"/>
              <a:ext cx="933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zh-CN" altLang="en-US">
                  <a:solidFill>
                    <a:schemeClr val="bg1"/>
                  </a:solidFill>
                  <a:latin typeface="Times New Roman" pitchFamily="18" charset="0"/>
                </a:rPr>
                <a:t>激励 </a:t>
              </a:r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e</a:t>
              </a:r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(</a:t>
              </a:r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t</a:t>
              </a:r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)</a:t>
              </a:r>
            </a:p>
          </p:txBody>
        </p:sp>
        <p:sp>
          <p:nvSpPr>
            <p:cNvPr id="168971" name="Line 35"/>
            <p:cNvSpPr>
              <a:spLocks noChangeShapeType="1"/>
            </p:cNvSpPr>
            <p:nvPr/>
          </p:nvSpPr>
          <p:spPr bwMode="auto">
            <a:xfrm>
              <a:off x="1338" y="3475"/>
              <a:ext cx="707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8972" name="Line 36"/>
            <p:cNvSpPr>
              <a:spLocks noChangeShapeType="1"/>
            </p:cNvSpPr>
            <p:nvPr/>
          </p:nvSpPr>
          <p:spPr bwMode="auto">
            <a:xfrm>
              <a:off x="3606" y="3475"/>
              <a:ext cx="680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8973" name="Text Box 37"/>
            <p:cNvSpPr txBox="1">
              <a:spLocks noChangeArrowheads="1"/>
            </p:cNvSpPr>
            <p:nvPr/>
          </p:nvSpPr>
          <p:spPr bwMode="auto">
            <a:xfrm>
              <a:off x="3651" y="3113"/>
              <a:ext cx="865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zh-CN" altLang="en-US">
                  <a:solidFill>
                    <a:schemeClr val="bg1"/>
                  </a:solidFill>
                  <a:latin typeface="楷体_GB2312" pitchFamily="49" charset="-122"/>
                </a:rPr>
                <a:t>响应</a:t>
              </a:r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r</a:t>
              </a:r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(</a:t>
              </a:r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t</a:t>
              </a:r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)</a:t>
              </a:r>
            </a:p>
          </p:txBody>
        </p:sp>
        <p:sp>
          <p:nvSpPr>
            <p:cNvPr id="168974" name="Rectangle 38"/>
            <p:cNvSpPr>
              <a:spLocks noChangeArrowheads="1"/>
            </p:cNvSpPr>
            <p:nvPr/>
          </p:nvSpPr>
          <p:spPr bwMode="auto">
            <a:xfrm>
              <a:off x="2018" y="3067"/>
              <a:ext cx="1588" cy="817"/>
            </a:xfrm>
            <a:prstGeom prst="rect">
              <a:avLst/>
            </a:prstGeom>
            <a:gradFill rotWithShape="1">
              <a:gsLst>
                <a:gs pos="0">
                  <a:srgbClr val="FF9900"/>
                </a:gs>
                <a:gs pos="100000">
                  <a:srgbClr val="764700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zh-CN" altLang="en-US">
                  <a:solidFill>
                    <a:schemeClr val="bg1"/>
                  </a:solidFill>
                </a:rPr>
                <a:t>线性网络</a:t>
              </a:r>
            </a:p>
            <a:p>
              <a:pPr algn="ctr"/>
              <a:r>
                <a:rPr lang="zh-CN" altLang="en-US">
                  <a:solidFill>
                    <a:schemeClr val="bg1"/>
                  </a:solidFill>
                </a:rPr>
                <a:t>零状态</a:t>
              </a:r>
              <a:endParaRPr lang="zh-CN" altLang="en-US"/>
            </a:p>
          </p:txBody>
        </p:sp>
      </p:grpSp>
      <p:graphicFrame>
        <p:nvGraphicFramePr>
          <p:cNvPr id="267303" name="Object 39"/>
          <p:cNvGraphicFramePr>
            <a:graphicFrameLocks noChangeAspect="1"/>
          </p:cNvGraphicFramePr>
          <p:nvPr/>
        </p:nvGraphicFramePr>
        <p:xfrm>
          <a:off x="8101013" y="5449888"/>
          <a:ext cx="484187" cy="284162"/>
        </p:xfrm>
        <a:graphic>
          <a:graphicData uri="http://schemas.openxmlformats.org/presentationml/2006/ole">
            <p:oleObj spid="_x0000_s168975" r:id="rId5" imgW="647700" imgH="381000" progId="Equation.3">
              <p:embed/>
            </p:oleObj>
          </a:graphicData>
        </a:graphic>
      </p:graphicFrame>
      <p:sp>
        <p:nvSpPr>
          <p:cNvPr id="267305" name="Text Box 41"/>
          <p:cNvSpPr txBox="1">
            <a:spLocks noChangeArrowheads="1"/>
          </p:cNvSpPr>
          <p:nvPr/>
        </p:nvSpPr>
        <p:spPr bwMode="auto">
          <a:xfrm>
            <a:off x="611188" y="2205038"/>
            <a:ext cx="541337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lang="zh-CN" altLang="en-US">
                <a:solidFill>
                  <a:schemeClr val="bg1"/>
                </a:solidFill>
                <a:latin typeface="Times New Roman" pitchFamily="18" charset="0"/>
              </a:rPr>
              <a:t>若</a:t>
            </a:r>
          </a:p>
        </p:txBody>
      </p:sp>
      <p:graphicFrame>
        <p:nvGraphicFramePr>
          <p:cNvPr id="267306" name="Object 42"/>
          <p:cNvGraphicFramePr>
            <a:graphicFrameLocks noChangeAspect="1"/>
          </p:cNvGraphicFramePr>
          <p:nvPr/>
        </p:nvGraphicFramePr>
        <p:xfrm>
          <a:off x="1403350" y="2205038"/>
          <a:ext cx="1917700" cy="566737"/>
        </p:xfrm>
        <a:graphic>
          <a:graphicData uri="http://schemas.openxmlformats.org/presentationml/2006/ole">
            <p:oleObj spid="_x0000_s168977" r:id="rId6" imgW="730080" imgH="207720" progId="Equation.3">
              <p:embed/>
            </p:oleObj>
          </a:graphicData>
        </a:graphic>
      </p:graphicFrame>
      <p:graphicFrame>
        <p:nvGraphicFramePr>
          <p:cNvPr id="267307" name="Object 43"/>
          <p:cNvGraphicFramePr>
            <a:graphicFrameLocks noChangeAspect="1"/>
          </p:cNvGraphicFramePr>
          <p:nvPr/>
        </p:nvGraphicFramePr>
        <p:xfrm>
          <a:off x="6227763" y="2276475"/>
          <a:ext cx="1917700" cy="566738"/>
        </p:xfrm>
        <a:graphic>
          <a:graphicData uri="http://schemas.openxmlformats.org/presentationml/2006/ole">
            <p:oleObj spid="_x0000_s168978" r:id="rId7" imgW="730080" imgH="207720" progId="Equation.3">
              <p:embed/>
            </p:oleObj>
          </a:graphicData>
        </a:graphic>
      </p:graphicFrame>
      <p:sp>
        <p:nvSpPr>
          <p:cNvPr id="267308" name="AutoShape 44" descr="羊皮纸"/>
          <p:cNvSpPr>
            <a:spLocks noChangeArrowheads="1"/>
          </p:cNvSpPr>
          <p:nvPr/>
        </p:nvSpPr>
        <p:spPr bwMode="auto">
          <a:xfrm>
            <a:off x="3995738" y="2205038"/>
            <a:ext cx="1871662" cy="576262"/>
          </a:xfrm>
          <a:prstGeom prst="wedgeRoundRectCallout">
            <a:avLst>
              <a:gd name="adj1" fmla="val -89611"/>
              <a:gd name="adj2" fmla="val 8403"/>
              <a:gd name="adj3" fmla="val 16667"/>
            </a:avLst>
          </a:prstGeom>
          <a:blipFill dpi="0" rotWithShape="1">
            <a:blip r:embed="rId8"/>
            <a:srcRect/>
            <a:tile tx="0" ty="0" sx="100000" sy="100000" flip="none" algn="tl"/>
          </a:blipFill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/>
            <a:r>
              <a:rPr lang="zh-CN" altLang="en-US">
                <a:solidFill>
                  <a:schemeClr val="tx1"/>
                </a:solidFill>
              </a:rPr>
              <a:t>冲激响应</a:t>
            </a:r>
          </a:p>
        </p:txBody>
      </p:sp>
      <p:sp>
        <p:nvSpPr>
          <p:cNvPr id="267309" name="Text Box 45"/>
          <p:cNvSpPr txBox="1">
            <a:spLocks noChangeArrowheads="1"/>
          </p:cNvSpPr>
          <p:nvPr/>
        </p:nvSpPr>
        <p:spPr bwMode="auto">
          <a:xfrm>
            <a:off x="611188" y="2924175"/>
            <a:ext cx="541337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lang="zh-CN" altLang="en-US">
                <a:solidFill>
                  <a:schemeClr val="bg1"/>
                </a:solidFill>
                <a:latin typeface="Times New Roman" pitchFamily="18" charset="0"/>
              </a:rPr>
              <a:t>则</a:t>
            </a:r>
          </a:p>
        </p:txBody>
      </p:sp>
      <p:graphicFrame>
        <p:nvGraphicFramePr>
          <p:cNvPr id="267310" name="Object 46"/>
          <p:cNvGraphicFramePr>
            <a:graphicFrameLocks noChangeAspect="1"/>
          </p:cNvGraphicFramePr>
          <p:nvPr/>
        </p:nvGraphicFramePr>
        <p:xfrm>
          <a:off x="1979613" y="2997200"/>
          <a:ext cx="4976812" cy="568325"/>
        </p:xfrm>
        <a:graphic>
          <a:graphicData uri="http://schemas.openxmlformats.org/presentationml/2006/ole">
            <p:oleObj spid="_x0000_s168981" r:id="rId9" imgW="1911960" imgH="207720" progId="Equation.3">
              <p:embed/>
            </p:oleObj>
          </a:graphicData>
        </a:graphic>
      </p:graphicFrame>
      <p:sp>
        <p:nvSpPr>
          <p:cNvPr id="267311" name="Line 47"/>
          <p:cNvSpPr>
            <a:spLocks noChangeShapeType="1"/>
          </p:cNvSpPr>
          <p:nvPr/>
        </p:nvSpPr>
        <p:spPr bwMode="auto">
          <a:xfrm>
            <a:off x="971550" y="4005263"/>
            <a:ext cx="720725" cy="0"/>
          </a:xfrm>
          <a:prstGeom prst="line">
            <a:avLst/>
          </a:prstGeom>
          <a:noFill/>
          <a:ln w="76200">
            <a:solidFill>
              <a:srgbClr val="00CCFF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grpSp>
        <p:nvGrpSpPr>
          <p:cNvPr id="267312" name="Group 48"/>
          <p:cNvGrpSpPr>
            <a:grpSpLocks/>
          </p:cNvGrpSpPr>
          <p:nvPr/>
        </p:nvGrpSpPr>
        <p:grpSpPr bwMode="auto">
          <a:xfrm>
            <a:off x="611188" y="4581525"/>
            <a:ext cx="2463800" cy="850900"/>
            <a:chOff x="385" y="3022"/>
            <a:chExt cx="1552" cy="536"/>
          </a:xfrm>
        </p:grpSpPr>
        <p:pic>
          <p:nvPicPr>
            <p:cNvPr id="168984" name="Picture 49" descr="123"/>
            <p:cNvPicPr>
              <a:picLocks noChangeAspect="1" noChangeArrowheads="1"/>
            </p:cNvPicPr>
            <p:nvPr/>
          </p:nvPicPr>
          <p:blipFill>
            <a:blip r:embed="rId10"/>
            <a:srcRect/>
            <a:stretch>
              <a:fillRect/>
            </a:stretch>
          </p:blipFill>
          <p:spPr bwMode="auto">
            <a:xfrm>
              <a:off x="385" y="3022"/>
              <a:ext cx="590" cy="53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68985" name="Text Box 50"/>
            <p:cNvSpPr txBox="1">
              <a:spLocks noChangeArrowheads="1"/>
            </p:cNvSpPr>
            <p:nvPr/>
          </p:nvSpPr>
          <p:spPr bwMode="auto">
            <a:xfrm>
              <a:off x="793" y="3118"/>
              <a:ext cx="1144" cy="3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zh-CN" altLang="en-US" sz="3200">
                  <a:solidFill>
                    <a:srgbClr val="FF9900"/>
                  </a:solidFill>
                </a:rPr>
                <a:t>物理解释</a:t>
              </a:r>
              <a:endParaRPr lang="zh-CN" altLang="en-US" sz="3200" b="0">
                <a:solidFill>
                  <a:srgbClr val="FF9900"/>
                </a:solidFill>
                <a:latin typeface="Times New Roman" pitchFamily="18" charset="0"/>
                <a:ea typeface="华文行楷" pitchFamily="2" charset="-122"/>
              </a:endParaRPr>
            </a:p>
          </p:txBody>
        </p:sp>
      </p:grpSp>
      <p:grpSp>
        <p:nvGrpSpPr>
          <p:cNvPr id="168986" name="Group 51"/>
          <p:cNvGrpSpPr>
            <a:grpSpLocks/>
          </p:cNvGrpSpPr>
          <p:nvPr/>
        </p:nvGrpSpPr>
        <p:grpSpPr bwMode="auto">
          <a:xfrm>
            <a:off x="6588125" y="6446838"/>
            <a:ext cx="792163" cy="366712"/>
            <a:chOff x="4649" y="4020"/>
            <a:chExt cx="499" cy="231"/>
          </a:xfrm>
        </p:grpSpPr>
        <p:pic>
          <p:nvPicPr>
            <p:cNvPr id="168987" name="Picture 52" descr="78900"/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68988" name="Text Box 53">
              <a:hlinkClick r:id="rId11" action="ppaction://hlinksldjump"/>
            </p:cNvPr>
            <p:cNvSpPr txBox="1">
              <a:spLocks noChangeArrowheads="1"/>
            </p:cNvSpPr>
            <p:nvPr/>
          </p:nvSpPr>
          <p:spPr bwMode="auto"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0">
                  <a:solidFill>
                    <a:schemeClr val="bg1"/>
                  </a:solidFill>
                  <a:latin typeface="隶书" pitchFamily="49" charset="-122"/>
                  <a:ea typeface="隶书" pitchFamily="49" charset="-122"/>
                </a:rPr>
                <a:t>返 回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672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673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673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673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2673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2673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673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673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2673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41" dur="500"/>
                                        <p:tgtEl>
                                          <p:spTgt spid="2673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3" presetClass="entr" presetSubtype="5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44" dur="500"/>
                                        <p:tgtEl>
                                          <p:spTgt spid="2672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9" dur="500"/>
                                        <p:tgtEl>
                                          <p:spTgt spid="2673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4" dur="500"/>
                                        <p:tgtEl>
                                          <p:spTgt spid="2672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2673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7281" grpId="0"/>
      <p:bldP spid="267305" grpId="0"/>
      <p:bldP spid="267308" grpId="0" animBg="1"/>
      <p:bldP spid="267309" grpId="0"/>
      <p:bldP spid="267311" grpId="0" animBg="1"/>
    </p:bldLst>
  </p:timing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9985" name="Group 32"/>
          <p:cNvGrpSpPr>
            <a:grpSpLocks/>
          </p:cNvGrpSpPr>
          <p:nvPr/>
        </p:nvGrpSpPr>
        <p:grpSpPr bwMode="auto"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169986" name="Picture 33" descr="78900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69987" name="Text Box 34">
              <a:hlinkClick r:id="" action="ppaction://hlinkshowjump?jump=nextslide"/>
            </p:cNvPr>
            <p:cNvSpPr txBox="1">
              <a:spLocks noChangeArrowheads="1"/>
            </p:cNvSpPr>
            <p:nvPr/>
          </p:nvSpPr>
          <p:spPr bwMode="auto"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0">
                  <a:solidFill>
                    <a:schemeClr val="bg1"/>
                  </a:solidFill>
                  <a:latin typeface="隶书" pitchFamily="49" charset="-122"/>
                  <a:ea typeface="隶书" pitchFamily="49" charset="-122"/>
                </a:rPr>
                <a:t>下 页</a:t>
              </a:r>
            </a:p>
          </p:txBody>
        </p:sp>
      </p:grpSp>
      <p:grpSp>
        <p:nvGrpSpPr>
          <p:cNvPr id="169988" name="Group 35"/>
          <p:cNvGrpSpPr>
            <a:grpSpLocks/>
          </p:cNvGrpSpPr>
          <p:nvPr/>
        </p:nvGrpSpPr>
        <p:grpSpPr bwMode="auto">
          <a:xfrm>
            <a:off x="7453313" y="6446838"/>
            <a:ext cx="792162" cy="366712"/>
            <a:chOff x="4649" y="4020"/>
            <a:chExt cx="499" cy="231"/>
          </a:xfrm>
        </p:grpSpPr>
        <p:pic>
          <p:nvPicPr>
            <p:cNvPr id="169989" name="Picture 36" descr="78900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69990" name="Text Box 37">
              <a:hlinkClick r:id="" action="ppaction://hlinkshowjump?jump=previousslide"/>
            </p:cNvPr>
            <p:cNvSpPr txBox="1">
              <a:spLocks noChangeArrowheads="1"/>
            </p:cNvSpPr>
            <p:nvPr/>
          </p:nvSpPr>
          <p:spPr bwMode="auto"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0">
                  <a:solidFill>
                    <a:schemeClr val="bg1"/>
                  </a:solidFill>
                  <a:latin typeface="隶书" pitchFamily="49" charset="-122"/>
                  <a:ea typeface="隶书" pitchFamily="49" charset="-122"/>
                </a:rPr>
                <a:t>上 页</a:t>
              </a:r>
            </a:p>
          </p:txBody>
        </p:sp>
      </p:grpSp>
      <p:sp>
        <p:nvSpPr>
          <p:cNvPr id="169991" name="Rectangle 39"/>
          <p:cNvSpPr>
            <a:spLocks noChangeArrowheads="1"/>
          </p:cNvSpPr>
          <p:nvPr/>
        </p:nvSpPr>
        <p:spPr bwMode="auto">
          <a:xfrm>
            <a:off x="0" y="2562225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169992" name="Object 38"/>
          <p:cNvGraphicFramePr>
            <a:graphicFrameLocks noChangeAspect="1"/>
          </p:cNvGraphicFramePr>
          <p:nvPr/>
        </p:nvGraphicFramePr>
        <p:xfrm>
          <a:off x="1331913" y="549275"/>
          <a:ext cx="6624637" cy="3803650"/>
        </p:xfrm>
        <a:graphic>
          <a:graphicData uri="http://schemas.openxmlformats.org/presentationml/2006/ole">
            <p:oleObj spid="_x0000_s169992" r:id="rId4" imgW="3022131" imgH="1730949" progId="Visio.Drawing.6">
              <p:embed/>
            </p:oleObj>
          </a:graphicData>
        </a:graphic>
      </p:graphicFrame>
      <p:graphicFrame>
        <p:nvGraphicFramePr>
          <p:cNvPr id="169993" name="Object 41"/>
          <p:cNvGraphicFramePr>
            <a:graphicFrameLocks noChangeAspect="1"/>
          </p:cNvGraphicFramePr>
          <p:nvPr/>
        </p:nvGraphicFramePr>
        <p:xfrm>
          <a:off x="1331913" y="5013325"/>
          <a:ext cx="6913562" cy="560388"/>
        </p:xfrm>
        <a:graphic>
          <a:graphicData uri="http://schemas.openxmlformats.org/presentationml/2006/ole">
            <p:oleObj spid="_x0000_s169993" r:id="rId5" imgW="2700000" imgH="207720" progId="Equation.3">
              <p:embed/>
            </p:oleObj>
          </a:graphicData>
        </a:graphic>
      </p:graphicFrame>
      <p:graphicFrame>
        <p:nvGraphicFramePr>
          <p:cNvPr id="169994" name="Object 40"/>
          <p:cNvGraphicFramePr>
            <a:graphicFrameLocks noChangeAspect="1"/>
          </p:cNvGraphicFramePr>
          <p:nvPr/>
        </p:nvGraphicFramePr>
        <p:xfrm>
          <a:off x="2195513" y="5734050"/>
          <a:ext cx="6335712" cy="525463"/>
        </p:xfrm>
        <a:graphic>
          <a:graphicData uri="http://schemas.openxmlformats.org/presentationml/2006/ole">
            <p:oleObj spid="_x0000_s169994" r:id="rId6" imgW="2642040" imgH="207720" progId="Equation.3">
              <p:embed/>
            </p:oleObj>
          </a:graphicData>
        </a:graphic>
      </p:graphicFrame>
      <p:sp>
        <p:nvSpPr>
          <p:cNvPr id="169995" name="Rectangle 43"/>
          <p:cNvSpPr>
            <a:spLocks noChangeArrowheads="1"/>
          </p:cNvSpPr>
          <p:nvPr/>
        </p:nvSpPr>
        <p:spPr bwMode="auto">
          <a:xfrm>
            <a:off x="0" y="3306763"/>
            <a:ext cx="38735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en-US" altLang="zh-CN" sz="1000" b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rPr>
              <a:t>				 </a:t>
            </a:r>
            <a:endParaRPr lang="en-US" altLang="zh-CN" sz="1800" b="0">
              <a:solidFill>
                <a:schemeClr val="tx1"/>
              </a:solidFill>
              <a:ea typeface="宋体" pitchFamily="2" charset="-122"/>
            </a:endParaRPr>
          </a:p>
        </p:txBody>
      </p:sp>
      <p:sp>
        <p:nvSpPr>
          <p:cNvPr id="169996" name="Rectangle 45"/>
          <p:cNvSpPr>
            <a:spLocks noChangeArrowheads="1"/>
          </p:cNvSpPr>
          <p:nvPr/>
        </p:nvSpPr>
        <p:spPr bwMode="auto">
          <a:xfrm>
            <a:off x="0" y="331470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169997" name="Object 44"/>
          <p:cNvGraphicFramePr>
            <a:graphicFrameLocks noChangeAspect="1"/>
          </p:cNvGraphicFramePr>
          <p:nvPr/>
        </p:nvGraphicFramePr>
        <p:xfrm>
          <a:off x="1547813" y="4365625"/>
          <a:ext cx="5400675" cy="587375"/>
        </p:xfrm>
        <a:graphic>
          <a:graphicData uri="http://schemas.openxmlformats.org/presentationml/2006/ole">
            <p:oleObj spid="_x0000_s169997" r:id="rId7" imgW="2016360" imgH="207720" progId="Equation.3">
              <p:embed/>
            </p:oleObj>
          </a:graphicData>
        </a:graphic>
      </p:graphicFrame>
      <p:grpSp>
        <p:nvGrpSpPr>
          <p:cNvPr id="169998" name="Group 46"/>
          <p:cNvGrpSpPr>
            <a:grpSpLocks/>
          </p:cNvGrpSpPr>
          <p:nvPr/>
        </p:nvGrpSpPr>
        <p:grpSpPr bwMode="auto">
          <a:xfrm>
            <a:off x="6588125" y="6446838"/>
            <a:ext cx="792163" cy="366712"/>
            <a:chOff x="4649" y="4020"/>
            <a:chExt cx="499" cy="231"/>
          </a:xfrm>
        </p:grpSpPr>
        <p:pic>
          <p:nvPicPr>
            <p:cNvPr id="169999" name="Picture 47" descr="78900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70000" name="Text Box 48">
              <a:hlinkClick r:id="rId8" action="ppaction://hlinksldjump"/>
            </p:cNvPr>
            <p:cNvSpPr txBox="1">
              <a:spLocks noChangeArrowheads="1"/>
            </p:cNvSpPr>
            <p:nvPr/>
          </p:nvSpPr>
          <p:spPr bwMode="auto"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0">
                  <a:solidFill>
                    <a:schemeClr val="bg1"/>
                  </a:solidFill>
                  <a:latin typeface="隶书" pitchFamily="49" charset="-122"/>
                  <a:ea typeface="隶书" pitchFamily="49" charset="-122"/>
                </a:rPr>
                <a:t>返 回</a:t>
              </a:r>
            </a:p>
          </p:txBody>
        </p:sp>
      </p:grpSp>
    </p:spTree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68318" name="Object 30"/>
          <p:cNvGraphicFramePr>
            <a:graphicFrameLocks noChangeAspect="1"/>
          </p:cNvGraphicFramePr>
          <p:nvPr/>
        </p:nvGraphicFramePr>
        <p:xfrm>
          <a:off x="2051050" y="549275"/>
          <a:ext cx="3508375" cy="987425"/>
        </p:xfrm>
        <a:graphic>
          <a:graphicData uri="http://schemas.openxmlformats.org/presentationml/2006/ole">
            <p:oleObj spid="_x0000_s171009" r:id="rId3" imgW="1425240" imgH="392040" progId="Equation.3">
              <p:embed/>
            </p:oleObj>
          </a:graphicData>
        </a:graphic>
      </p:graphicFrame>
      <p:grpSp>
        <p:nvGrpSpPr>
          <p:cNvPr id="171010" name="Group 32"/>
          <p:cNvGrpSpPr>
            <a:grpSpLocks/>
          </p:cNvGrpSpPr>
          <p:nvPr/>
        </p:nvGrpSpPr>
        <p:grpSpPr bwMode="auto"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171011" name="Picture 33" descr="78900"/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71012" name="Text Box 34">
              <a:hlinkClick r:id="" action="ppaction://hlinkshowjump?jump=nextslide"/>
            </p:cNvPr>
            <p:cNvSpPr txBox="1">
              <a:spLocks noChangeArrowheads="1"/>
            </p:cNvSpPr>
            <p:nvPr/>
          </p:nvSpPr>
          <p:spPr bwMode="auto"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0">
                  <a:solidFill>
                    <a:schemeClr val="bg1"/>
                  </a:solidFill>
                  <a:latin typeface="隶书" pitchFamily="49" charset="-122"/>
                  <a:ea typeface="隶书" pitchFamily="49" charset="-122"/>
                </a:rPr>
                <a:t>下 页</a:t>
              </a:r>
            </a:p>
          </p:txBody>
        </p:sp>
      </p:grpSp>
      <p:grpSp>
        <p:nvGrpSpPr>
          <p:cNvPr id="171013" name="Group 35"/>
          <p:cNvGrpSpPr>
            <a:grpSpLocks/>
          </p:cNvGrpSpPr>
          <p:nvPr/>
        </p:nvGrpSpPr>
        <p:grpSpPr bwMode="auto">
          <a:xfrm>
            <a:off x="7453313" y="6446838"/>
            <a:ext cx="792162" cy="366712"/>
            <a:chOff x="4649" y="4020"/>
            <a:chExt cx="499" cy="231"/>
          </a:xfrm>
        </p:grpSpPr>
        <p:pic>
          <p:nvPicPr>
            <p:cNvPr id="171014" name="Picture 36" descr="78900"/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71015" name="Text Box 37">
              <a:hlinkClick r:id="" action="ppaction://hlinkshowjump?jump=previousslide"/>
            </p:cNvPr>
            <p:cNvSpPr txBox="1">
              <a:spLocks noChangeArrowheads="1"/>
            </p:cNvSpPr>
            <p:nvPr/>
          </p:nvSpPr>
          <p:spPr bwMode="auto"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0">
                  <a:solidFill>
                    <a:schemeClr val="bg1"/>
                  </a:solidFill>
                  <a:latin typeface="隶书" pitchFamily="49" charset="-122"/>
                  <a:ea typeface="隶书" pitchFamily="49" charset="-122"/>
                </a:rPr>
                <a:t>上 页</a:t>
              </a:r>
            </a:p>
          </p:txBody>
        </p:sp>
      </p:grpSp>
      <p:sp>
        <p:nvSpPr>
          <p:cNvPr id="268326" name="Text Box 38"/>
          <p:cNvSpPr txBox="1">
            <a:spLocks noChangeArrowheads="1"/>
          </p:cNvSpPr>
          <p:nvPr/>
        </p:nvSpPr>
        <p:spPr bwMode="auto">
          <a:xfrm>
            <a:off x="684213" y="1628775"/>
            <a:ext cx="7777162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r>
              <a:rPr lang="zh-CN" altLang="en-US">
                <a:latin typeface="楷体_GB2312" pitchFamily="49" charset="-122"/>
              </a:rPr>
              <a:t>若单位脉冲函数 </a:t>
            </a:r>
            <a:r>
              <a:rPr lang="en-US" altLang="zh-CN" b="0" i="1">
                <a:solidFill>
                  <a:schemeClr val="bg1"/>
                </a:solidFill>
                <a:latin typeface="Times New Roman" pitchFamily="18" charset="0"/>
              </a:rPr>
              <a:t>p</a:t>
            </a:r>
            <a:r>
              <a:rPr lang="en-US" altLang="zh-CN" b="0">
                <a:solidFill>
                  <a:schemeClr val="bg1"/>
                </a:solidFill>
                <a:latin typeface="Times New Roman" pitchFamily="18" charset="0"/>
              </a:rPr>
              <a:t> (</a:t>
            </a:r>
            <a:r>
              <a:rPr lang="en-US" altLang="zh-CN" b="0" i="1">
                <a:solidFill>
                  <a:schemeClr val="bg1"/>
                </a:solidFill>
                <a:latin typeface="Times New Roman" pitchFamily="18" charset="0"/>
              </a:rPr>
              <a:t> t</a:t>
            </a:r>
            <a:r>
              <a:rPr lang="en-US" altLang="zh-CN" b="0">
                <a:solidFill>
                  <a:schemeClr val="bg1"/>
                </a:solidFill>
                <a:latin typeface="Times New Roman" pitchFamily="18" charset="0"/>
              </a:rPr>
              <a:t> )</a:t>
            </a:r>
            <a:r>
              <a:rPr lang="en-US" altLang="zh-CN">
                <a:latin typeface="楷体_GB2312" pitchFamily="49" charset="-122"/>
              </a:rPr>
              <a:t> </a:t>
            </a:r>
            <a:r>
              <a:rPr lang="zh-CN" altLang="en-US">
                <a:latin typeface="楷体_GB2312" pitchFamily="49" charset="-122"/>
              </a:rPr>
              <a:t>的零状态响应为</a:t>
            </a:r>
            <a:r>
              <a:rPr lang="en-US" altLang="en-US">
                <a:latin typeface="楷体_GB2312" pitchFamily="49" charset="-122"/>
              </a:rPr>
              <a:t> </a:t>
            </a:r>
            <a:r>
              <a:rPr lang="en-US" altLang="zh-CN" b="0" i="1">
                <a:solidFill>
                  <a:schemeClr val="bg1"/>
                </a:solidFill>
                <a:latin typeface="Times New Roman" pitchFamily="18" charset="0"/>
              </a:rPr>
              <a:t>h</a:t>
            </a:r>
            <a:r>
              <a:rPr lang="en-US" altLang="zh-CN" b="0" baseline="-25000">
                <a:solidFill>
                  <a:schemeClr val="bg1"/>
                </a:solidFill>
                <a:latin typeface="Times New Roman" pitchFamily="18" charset="0"/>
              </a:rPr>
              <a:t> </a:t>
            </a:r>
            <a:r>
              <a:rPr lang="el-GR" altLang="zh-CN" b="0" baseline="-25000">
                <a:solidFill>
                  <a:schemeClr val="bg1"/>
                </a:solidFill>
                <a:latin typeface="Times New Roman" pitchFamily="18" charset="0"/>
              </a:rPr>
              <a:t>Δ</a:t>
            </a:r>
            <a:r>
              <a:rPr lang="en-US" altLang="zh-CN" b="0">
                <a:solidFill>
                  <a:schemeClr val="bg1"/>
                </a:solidFill>
                <a:latin typeface="Times New Roman" pitchFamily="18" charset="0"/>
              </a:rPr>
              <a:t> (</a:t>
            </a:r>
            <a:r>
              <a:rPr lang="en-US" altLang="zh-CN" b="0" i="1">
                <a:solidFill>
                  <a:schemeClr val="bg1"/>
                </a:solidFill>
                <a:latin typeface="Times New Roman" pitchFamily="18" charset="0"/>
              </a:rPr>
              <a:t> t</a:t>
            </a:r>
            <a:r>
              <a:rPr lang="en-US" altLang="zh-CN" b="0">
                <a:solidFill>
                  <a:schemeClr val="bg1"/>
                </a:solidFill>
                <a:latin typeface="Times New Roman" pitchFamily="18" charset="0"/>
              </a:rPr>
              <a:t> )</a:t>
            </a:r>
          </a:p>
        </p:txBody>
      </p:sp>
      <p:graphicFrame>
        <p:nvGraphicFramePr>
          <p:cNvPr id="171017" name="Object 39"/>
          <p:cNvGraphicFramePr>
            <a:graphicFrameLocks noChangeAspect="1"/>
          </p:cNvGraphicFramePr>
          <p:nvPr/>
        </p:nvGraphicFramePr>
        <p:xfrm>
          <a:off x="8078788" y="2189163"/>
          <a:ext cx="112712" cy="214312"/>
        </p:xfrm>
        <a:graphic>
          <a:graphicData uri="http://schemas.openxmlformats.org/presentationml/2006/ole">
            <p:oleObj spid="_x0000_s171017" r:id="rId5" imgW="114151" imgH="215619" progId="Equation.3">
              <p:embed/>
            </p:oleObj>
          </a:graphicData>
        </a:graphic>
      </p:graphicFrame>
      <p:sp>
        <p:nvSpPr>
          <p:cNvPr id="268328" name="Text Box 40"/>
          <p:cNvSpPr txBox="1">
            <a:spLocks noChangeArrowheads="1"/>
          </p:cNvSpPr>
          <p:nvPr/>
        </p:nvSpPr>
        <p:spPr bwMode="auto">
          <a:xfrm>
            <a:off x="395288" y="2276475"/>
            <a:ext cx="2951162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algn="ctr"/>
            <a:r>
              <a:rPr lang="zh-CN" altLang="en-US">
                <a:solidFill>
                  <a:schemeClr val="bg1"/>
                </a:solidFill>
                <a:latin typeface="楷体_GB2312" pitchFamily="49" charset="-122"/>
              </a:rPr>
              <a:t>第</a:t>
            </a:r>
            <a:r>
              <a:rPr lang="en-US" altLang="zh-CN">
                <a:solidFill>
                  <a:schemeClr val="bg1"/>
                </a:solidFill>
                <a:latin typeface="楷体_GB2312" pitchFamily="49" charset="-122"/>
              </a:rPr>
              <a:t>1</a:t>
            </a:r>
            <a:r>
              <a:rPr lang="zh-CN" altLang="en-US">
                <a:solidFill>
                  <a:schemeClr val="bg1"/>
                </a:solidFill>
                <a:latin typeface="楷体_GB2312" pitchFamily="49" charset="-122"/>
              </a:rPr>
              <a:t>个矩形脉冲</a:t>
            </a:r>
          </a:p>
        </p:txBody>
      </p:sp>
      <p:grpSp>
        <p:nvGrpSpPr>
          <p:cNvPr id="268330" name="Group 42"/>
          <p:cNvGrpSpPr>
            <a:grpSpLocks/>
          </p:cNvGrpSpPr>
          <p:nvPr/>
        </p:nvGrpSpPr>
        <p:grpSpPr bwMode="auto">
          <a:xfrm rot="2755308">
            <a:off x="1257300" y="3646488"/>
            <a:ext cx="382588" cy="379412"/>
            <a:chOff x="1178" y="2509"/>
            <a:chExt cx="241" cy="239"/>
          </a:xfrm>
        </p:grpSpPr>
        <p:sp>
          <p:nvSpPr>
            <p:cNvPr id="171020" name="Oval 43"/>
            <p:cNvSpPr>
              <a:spLocks noChangeArrowheads="1"/>
            </p:cNvSpPr>
            <p:nvPr/>
          </p:nvSpPr>
          <p:spPr bwMode="auto">
            <a:xfrm>
              <a:off x="1178" y="2509"/>
              <a:ext cx="49" cy="47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rot="10800000" vert="eaVert" wrap="none" anchor="ctr"/>
            <a:lstStyle/>
            <a:p>
              <a:pPr algn="ctr"/>
              <a:endParaRPr lang="zh-CN" altLang="zh-CN" sz="180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171021" name="Oval 44"/>
            <p:cNvSpPr>
              <a:spLocks noChangeArrowheads="1"/>
            </p:cNvSpPr>
            <p:nvPr/>
          </p:nvSpPr>
          <p:spPr bwMode="auto">
            <a:xfrm>
              <a:off x="1274" y="2605"/>
              <a:ext cx="49" cy="47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rot="10800000" vert="eaVert" wrap="none" anchor="ctr"/>
            <a:lstStyle/>
            <a:p>
              <a:pPr algn="ctr"/>
              <a:endParaRPr lang="zh-CN" altLang="zh-CN" sz="180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171022" name="Oval 45"/>
            <p:cNvSpPr>
              <a:spLocks noChangeArrowheads="1"/>
            </p:cNvSpPr>
            <p:nvPr/>
          </p:nvSpPr>
          <p:spPr bwMode="auto">
            <a:xfrm>
              <a:off x="1370" y="2701"/>
              <a:ext cx="49" cy="47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rot="10800000" vert="eaVert" wrap="none" anchor="ctr"/>
            <a:lstStyle/>
            <a:p>
              <a:pPr algn="ctr"/>
              <a:endParaRPr lang="zh-CN" altLang="zh-CN" sz="180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</p:grpSp>
      <p:grpSp>
        <p:nvGrpSpPr>
          <p:cNvPr id="268342" name="Group 54"/>
          <p:cNvGrpSpPr>
            <a:grpSpLocks/>
          </p:cNvGrpSpPr>
          <p:nvPr/>
        </p:nvGrpSpPr>
        <p:grpSpPr bwMode="auto">
          <a:xfrm>
            <a:off x="1042988" y="2565400"/>
            <a:ext cx="7134225" cy="852488"/>
            <a:chOff x="657" y="1616"/>
            <a:chExt cx="4494" cy="537"/>
          </a:xfrm>
        </p:grpSpPr>
        <p:graphicFrame>
          <p:nvGraphicFramePr>
            <p:cNvPr id="171024" name="Object 41"/>
            <p:cNvGraphicFramePr>
              <a:graphicFrameLocks noChangeAspect="1"/>
            </p:cNvGraphicFramePr>
            <p:nvPr/>
          </p:nvGraphicFramePr>
          <p:xfrm>
            <a:off x="657" y="1797"/>
            <a:ext cx="2122" cy="356"/>
          </p:xfrm>
          <a:graphic>
            <a:graphicData uri="http://schemas.openxmlformats.org/presentationml/2006/ole">
              <p:oleObj spid="_x0000_s171024" r:id="rId6" imgW="1193400" imgH="207720" progId="Equation.3">
                <p:embed/>
              </p:oleObj>
            </a:graphicData>
          </a:graphic>
        </p:graphicFrame>
        <p:graphicFrame>
          <p:nvGraphicFramePr>
            <p:cNvPr id="171025" name="Object 46"/>
            <p:cNvGraphicFramePr>
              <a:graphicFrameLocks noChangeAspect="1"/>
            </p:cNvGraphicFramePr>
            <p:nvPr/>
          </p:nvGraphicFramePr>
          <p:xfrm>
            <a:off x="3334" y="1797"/>
            <a:ext cx="1817" cy="356"/>
          </p:xfrm>
          <a:graphic>
            <a:graphicData uri="http://schemas.openxmlformats.org/presentationml/2006/ole">
              <p:oleObj spid="_x0000_s171025" r:id="rId7" imgW="1019880" imgH="207720" progId="Equation.3">
                <p:embed/>
              </p:oleObj>
            </a:graphicData>
          </a:graphic>
        </p:graphicFrame>
        <p:sp>
          <p:nvSpPr>
            <p:cNvPr id="171026" name="Line 47"/>
            <p:cNvSpPr>
              <a:spLocks noChangeShapeType="1"/>
            </p:cNvSpPr>
            <p:nvPr/>
          </p:nvSpPr>
          <p:spPr bwMode="auto">
            <a:xfrm>
              <a:off x="2699" y="1979"/>
              <a:ext cx="589" cy="0"/>
            </a:xfrm>
            <a:prstGeom prst="line">
              <a:avLst/>
            </a:prstGeom>
            <a:noFill/>
            <a:ln w="57150">
              <a:solidFill>
                <a:srgbClr val="00CCFF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1027" name="Text Box 48"/>
            <p:cNvSpPr txBox="1">
              <a:spLocks noChangeArrowheads="1"/>
            </p:cNvSpPr>
            <p:nvPr/>
          </p:nvSpPr>
          <p:spPr bwMode="auto">
            <a:xfrm>
              <a:off x="2653" y="1616"/>
              <a:ext cx="1043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r>
                <a:rPr lang="zh-CN" altLang="en-US">
                  <a:latin typeface="楷体_GB2312" pitchFamily="49" charset="-122"/>
                </a:rPr>
                <a:t>响应</a:t>
              </a:r>
            </a:p>
          </p:txBody>
        </p:sp>
      </p:grpSp>
      <p:sp>
        <p:nvSpPr>
          <p:cNvPr id="268337" name="Text Box 49"/>
          <p:cNvSpPr txBox="1">
            <a:spLocks noChangeArrowheads="1"/>
          </p:cNvSpPr>
          <p:nvPr/>
        </p:nvSpPr>
        <p:spPr bwMode="auto">
          <a:xfrm>
            <a:off x="827088" y="4292600"/>
            <a:ext cx="2506662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lang="zh-CN" altLang="en-US">
                <a:solidFill>
                  <a:schemeClr val="bg1"/>
                </a:solidFill>
                <a:latin typeface="楷体_GB2312" pitchFamily="49" charset="-122"/>
              </a:rPr>
              <a:t>第</a:t>
            </a:r>
            <a:r>
              <a:rPr lang="en-US" altLang="zh-CN">
                <a:solidFill>
                  <a:schemeClr val="bg1"/>
                </a:solidFill>
                <a:latin typeface="楷体_GB2312" pitchFamily="49" charset="-122"/>
              </a:rPr>
              <a:t>k</a:t>
            </a:r>
            <a:r>
              <a:rPr lang="zh-CN" altLang="en-US">
                <a:solidFill>
                  <a:schemeClr val="bg1"/>
                </a:solidFill>
                <a:latin typeface="楷体_GB2312" pitchFamily="49" charset="-122"/>
              </a:rPr>
              <a:t>个矩形脉冲</a:t>
            </a:r>
          </a:p>
        </p:txBody>
      </p:sp>
      <p:grpSp>
        <p:nvGrpSpPr>
          <p:cNvPr id="268343" name="Group 55"/>
          <p:cNvGrpSpPr>
            <a:grpSpLocks/>
          </p:cNvGrpSpPr>
          <p:nvPr/>
        </p:nvGrpSpPr>
        <p:grpSpPr bwMode="auto">
          <a:xfrm>
            <a:off x="900113" y="4724400"/>
            <a:ext cx="7077075" cy="854075"/>
            <a:chOff x="567" y="2976"/>
            <a:chExt cx="4458" cy="538"/>
          </a:xfrm>
        </p:grpSpPr>
        <p:graphicFrame>
          <p:nvGraphicFramePr>
            <p:cNvPr id="171030" name="Object 50"/>
            <p:cNvGraphicFramePr>
              <a:graphicFrameLocks noChangeAspect="1"/>
            </p:cNvGraphicFramePr>
            <p:nvPr/>
          </p:nvGraphicFramePr>
          <p:xfrm>
            <a:off x="567" y="3158"/>
            <a:ext cx="2183" cy="356"/>
          </p:xfrm>
          <a:graphic>
            <a:graphicData uri="http://schemas.openxmlformats.org/presentationml/2006/ole">
              <p:oleObj spid="_x0000_s171030" r:id="rId8" imgW="1228320" imgH="207720" progId="Equation.3">
                <p:embed/>
              </p:oleObj>
            </a:graphicData>
          </a:graphic>
        </p:graphicFrame>
        <p:graphicFrame>
          <p:nvGraphicFramePr>
            <p:cNvPr id="171031" name="Object 51"/>
            <p:cNvGraphicFramePr>
              <a:graphicFrameLocks noChangeAspect="1"/>
            </p:cNvGraphicFramePr>
            <p:nvPr/>
          </p:nvGraphicFramePr>
          <p:xfrm>
            <a:off x="3188" y="3158"/>
            <a:ext cx="1837" cy="356"/>
          </p:xfrm>
          <a:graphic>
            <a:graphicData uri="http://schemas.openxmlformats.org/presentationml/2006/ole">
              <p:oleObj spid="_x0000_s171031" r:id="rId9" imgW="1031400" imgH="207720" progId="Equation.3">
                <p:embed/>
              </p:oleObj>
            </a:graphicData>
          </a:graphic>
        </p:graphicFrame>
        <p:sp>
          <p:nvSpPr>
            <p:cNvPr id="171032" name="Line 52"/>
            <p:cNvSpPr>
              <a:spLocks noChangeShapeType="1"/>
            </p:cNvSpPr>
            <p:nvPr/>
          </p:nvSpPr>
          <p:spPr bwMode="auto">
            <a:xfrm>
              <a:off x="2562" y="3385"/>
              <a:ext cx="589" cy="0"/>
            </a:xfrm>
            <a:prstGeom prst="line">
              <a:avLst/>
            </a:prstGeom>
            <a:noFill/>
            <a:ln w="57150">
              <a:solidFill>
                <a:srgbClr val="00CCFF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1033" name="Text Box 53"/>
            <p:cNvSpPr txBox="1">
              <a:spLocks noChangeArrowheads="1"/>
            </p:cNvSpPr>
            <p:nvPr/>
          </p:nvSpPr>
          <p:spPr bwMode="auto">
            <a:xfrm>
              <a:off x="2517" y="2976"/>
              <a:ext cx="1043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r>
                <a:rPr lang="zh-CN" altLang="en-US">
                  <a:latin typeface="楷体_GB2312" pitchFamily="49" charset="-122"/>
                </a:rPr>
                <a:t>响应</a:t>
              </a:r>
            </a:p>
          </p:txBody>
        </p:sp>
      </p:grpSp>
      <p:grpSp>
        <p:nvGrpSpPr>
          <p:cNvPr id="268344" name="Group 56"/>
          <p:cNvGrpSpPr>
            <a:grpSpLocks/>
          </p:cNvGrpSpPr>
          <p:nvPr/>
        </p:nvGrpSpPr>
        <p:grpSpPr bwMode="auto">
          <a:xfrm rot="2755308">
            <a:off x="1257300" y="5735638"/>
            <a:ext cx="382588" cy="379412"/>
            <a:chOff x="1178" y="2509"/>
            <a:chExt cx="241" cy="239"/>
          </a:xfrm>
        </p:grpSpPr>
        <p:sp>
          <p:nvSpPr>
            <p:cNvPr id="171035" name="Oval 57"/>
            <p:cNvSpPr>
              <a:spLocks noChangeArrowheads="1"/>
            </p:cNvSpPr>
            <p:nvPr/>
          </p:nvSpPr>
          <p:spPr bwMode="auto">
            <a:xfrm>
              <a:off x="1178" y="2509"/>
              <a:ext cx="49" cy="47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rot="10800000" vert="eaVert" wrap="none" anchor="ctr"/>
            <a:lstStyle/>
            <a:p>
              <a:pPr algn="ctr"/>
              <a:endParaRPr lang="zh-CN" altLang="zh-CN" sz="180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171036" name="Oval 58"/>
            <p:cNvSpPr>
              <a:spLocks noChangeArrowheads="1"/>
            </p:cNvSpPr>
            <p:nvPr/>
          </p:nvSpPr>
          <p:spPr bwMode="auto">
            <a:xfrm>
              <a:off x="1274" y="2605"/>
              <a:ext cx="49" cy="47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rot="10800000" vert="eaVert" wrap="none" anchor="ctr"/>
            <a:lstStyle/>
            <a:p>
              <a:pPr algn="ctr"/>
              <a:endParaRPr lang="zh-CN" altLang="zh-CN" sz="180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171037" name="Oval 59"/>
            <p:cNvSpPr>
              <a:spLocks noChangeArrowheads="1"/>
            </p:cNvSpPr>
            <p:nvPr/>
          </p:nvSpPr>
          <p:spPr bwMode="auto">
            <a:xfrm>
              <a:off x="1370" y="2701"/>
              <a:ext cx="49" cy="47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rot="10800000" vert="eaVert" wrap="none" anchor="ctr"/>
            <a:lstStyle/>
            <a:p>
              <a:pPr algn="ctr"/>
              <a:endParaRPr lang="zh-CN" altLang="zh-CN" sz="180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</p:grpSp>
      <p:grpSp>
        <p:nvGrpSpPr>
          <p:cNvPr id="171038" name="Group 60"/>
          <p:cNvGrpSpPr>
            <a:grpSpLocks/>
          </p:cNvGrpSpPr>
          <p:nvPr/>
        </p:nvGrpSpPr>
        <p:grpSpPr bwMode="auto">
          <a:xfrm>
            <a:off x="6588125" y="6446838"/>
            <a:ext cx="792163" cy="366712"/>
            <a:chOff x="4649" y="4020"/>
            <a:chExt cx="499" cy="231"/>
          </a:xfrm>
        </p:grpSpPr>
        <p:pic>
          <p:nvPicPr>
            <p:cNvPr id="171039" name="Picture 61" descr="78900"/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71040" name="Text Box 62">
              <a:hlinkClick r:id="rId10" action="ppaction://hlinksldjump"/>
            </p:cNvPr>
            <p:cNvSpPr txBox="1">
              <a:spLocks noChangeArrowheads="1"/>
            </p:cNvSpPr>
            <p:nvPr/>
          </p:nvSpPr>
          <p:spPr bwMode="auto"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0">
                  <a:solidFill>
                    <a:schemeClr val="bg1"/>
                  </a:solidFill>
                  <a:latin typeface="隶书" pitchFamily="49" charset="-122"/>
                  <a:ea typeface="隶书" pitchFamily="49" charset="-122"/>
                </a:rPr>
                <a:t>返 回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683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2683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683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683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2683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2683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2683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2683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8326" grpId="0"/>
      <p:bldP spid="268328" grpId="0"/>
      <p:bldP spid="268337" grpId="0"/>
    </p:bldLst>
  </p:timing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366" name="Text Box 30"/>
          <p:cNvSpPr txBox="1">
            <a:spLocks noChangeArrowheads="1"/>
          </p:cNvSpPr>
          <p:nvPr/>
        </p:nvSpPr>
        <p:spPr bwMode="auto">
          <a:xfrm>
            <a:off x="468313" y="534988"/>
            <a:ext cx="8424862" cy="1117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b="0" i="1">
                <a:solidFill>
                  <a:schemeClr val="bg1"/>
                </a:solidFill>
                <a:latin typeface="Times New Roman" pitchFamily="18" charset="0"/>
              </a:rPr>
              <a:t>        </a:t>
            </a:r>
            <a:r>
              <a:rPr lang="zh-CN" altLang="en-US">
                <a:latin typeface="Times New Roman" pitchFamily="18" charset="0"/>
              </a:rPr>
              <a:t>根据叠加定理，</a:t>
            </a:r>
            <a:r>
              <a:rPr lang="en-US" altLang="zh-CN" b="0" i="1">
                <a:solidFill>
                  <a:schemeClr val="bg1"/>
                </a:solidFill>
                <a:latin typeface="Times New Roman" pitchFamily="18" charset="0"/>
              </a:rPr>
              <a:t>t</a:t>
            </a:r>
            <a:r>
              <a:rPr lang="en-US" altLang="zh-CN" b="0" i="1">
                <a:latin typeface="Times New Roman" pitchFamily="18" charset="0"/>
              </a:rPr>
              <a:t> </a:t>
            </a:r>
            <a:r>
              <a:rPr lang="zh-CN" altLang="zh-CN">
                <a:latin typeface="楷体_GB2312" pitchFamily="49" charset="-122"/>
              </a:rPr>
              <a:t>时刻观察到的响应应为 </a:t>
            </a:r>
            <a:r>
              <a:rPr lang="en-US" altLang="zh-CN" b="0">
                <a:solidFill>
                  <a:schemeClr val="bg1"/>
                </a:solidFill>
                <a:latin typeface="Times New Roman" pitchFamily="18" charset="0"/>
              </a:rPr>
              <a:t>0 ~ </a:t>
            </a:r>
            <a:r>
              <a:rPr lang="en-US" altLang="zh-CN" b="0" i="1">
                <a:solidFill>
                  <a:schemeClr val="bg1"/>
                </a:solidFill>
                <a:latin typeface="Times New Roman" pitchFamily="18" charset="0"/>
              </a:rPr>
              <a:t>t</a:t>
            </a:r>
            <a:r>
              <a:rPr lang="en-US" altLang="zh-CN">
                <a:latin typeface="楷体_GB2312" pitchFamily="49" charset="-122"/>
              </a:rPr>
              <a:t> </a:t>
            </a:r>
            <a:r>
              <a:rPr lang="zh-CN" altLang="en-US">
                <a:latin typeface="楷体_GB2312" pitchFamily="49" charset="-122"/>
              </a:rPr>
              <a:t>时间内所有激励产生的响应的和</a:t>
            </a:r>
          </a:p>
        </p:txBody>
      </p:sp>
      <p:grpSp>
        <p:nvGrpSpPr>
          <p:cNvPr id="172034" name="Group 69"/>
          <p:cNvGrpSpPr>
            <a:grpSpLocks/>
          </p:cNvGrpSpPr>
          <p:nvPr/>
        </p:nvGrpSpPr>
        <p:grpSpPr bwMode="auto"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172035" name="Picture 70" descr="78900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72036" name="Text Box 71">
              <a:hlinkClick r:id="" action="ppaction://hlinkshowjump?jump=nextslide"/>
            </p:cNvPr>
            <p:cNvSpPr txBox="1">
              <a:spLocks noChangeArrowheads="1"/>
            </p:cNvSpPr>
            <p:nvPr/>
          </p:nvSpPr>
          <p:spPr bwMode="auto"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0">
                  <a:solidFill>
                    <a:schemeClr val="bg1"/>
                  </a:solidFill>
                  <a:latin typeface="隶书" pitchFamily="49" charset="-122"/>
                  <a:ea typeface="隶书" pitchFamily="49" charset="-122"/>
                </a:rPr>
                <a:t>下 页</a:t>
              </a:r>
            </a:p>
          </p:txBody>
        </p:sp>
      </p:grpSp>
      <p:grpSp>
        <p:nvGrpSpPr>
          <p:cNvPr id="172037" name="Group 72"/>
          <p:cNvGrpSpPr>
            <a:grpSpLocks/>
          </p:cNvGrpSpPr>
          <p:nvPr/>
        </p:nvGrpSpPr>
        <p:grpSpPr bwMode="auto">
          <a:xfrm>
            <a:off x="7453313" y="6446838"/>
            <a:ext cx="792162" cy="366712"/>
            <a:chOff x="4649" y="4020"/>
            <a:chExt cx="499" cy="231"/>
          </a:xfrm>
        </p:grpSpPr>
        <p:pic>
          <p:nvPicPr>
            <p:cNvPr id="172038" name="Picture 73" descr="78900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72039" name="Text Box 74">
              <a:hlinkClick r:id="" action="ppaction://hlinkshowjump?jump=previousslide"/>
            </p:cNvPr>
            <p:cNvSpPr txBox="1">
              <a:spLocks noChangeArrowheads="1"/>
            </p:cNvSpPr>
            <p:nvPr/>
          </p:nvSpPr>
          <p:spPr bwMode="auto"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0">
                  <a:solidFill>
                    <a:schemeClr val="bg1"/>
                  </a:solidFill>
                  <a:latin typeface="隶书" pitchFamily="49" charset="-122"/>
                  <a:ea typeface="隶书" pitchFamily="49" charset="-122"/>
                </a:rPr>
                <a:t>上 页</a:t>
              </a:r>
            </a:p>
          </p:txBody>
        </p:sp>
      </p:grpSp>
      <p:graphicFrame>
        <p:nvGraphicFramePr>
          <p:cNvPr id="270411" name="Object 75"/>
          <p:cNvGraphicFramePr>
            <a:graphicFrameLocks noChangeAspect="1"/>
          </p:cNvGraphicFramePr>
          <p:nvPr/>
        </p:nvGraphicFramePr>
        <p:xfrm>
          <a:off x="1908175" y="1700213"/>
          <a:ext cx="4535488" cy="1009650"/>
        </p:xfrm>
        <a:graphic>
          <a:graphicData uri="http://schemas.openxmlformats.org/presentationml/2006/ole">
            <p:oleObj spid="_x0000_s172040" r:id="rId4" imgW="1633680" imgH="392040" progId="Equation.3">
              <p:embed/>
            </p:oleObj>
          </a:graphicData>
        </a:graphic>
      </p:graphicFrame>
      <p:graphicFrame>
        <p:nvGraphicFramePr>
          <p:cNvPr id="270412" name="Object 76"/>
          <p:cNvGraphicFramePr>
            <a:graphicFrameLocks noChangeAspect="1"/>
          </p:cNvGraphicFramePr>
          <p:nvPr/>
        </p:nvGraphicFramePr>
        <p:xfrm>
          <a:off x="539750" y="2852738"/>
          <a:ext cx="2016125" cy="539750"/>
        </p:xfrm>
        <a:graphic>
          <a:graphicData uri="http://schemas.openxmlformats.org/presentationml/2006/ole">
            <p:oleObj spid="_x0000_s172041" r:id="rId5" imgW="764640" imgH="196200" progId="Equation.3">
              <p:embed/>
            </p:oleObj>
          </a:graphicData>
        </a:graphic>
      </p:graphicFrame>
      <p:graphicFrame>
        <p:nvGraphicFramePr>
          <p:cNvPr id="270413" name="Object 77"/>
          <p:cNvGraphicFramePr>
            <a:graphicFrameLocks noChangeAspect="1"/>
          </p:cNvGraphicFramePr>
          <p:nvPr/>
        </p:nvGraphicFramePr>
        <p:xfrm>
          <a:off x="2771775" y="2852738"/>
          <a:ext cx="5741988" cy="1071562"/>
        </p:xfrm>
        <a:graphic>
          <a:graphicData uri="http://schemas.openxmlformats.org/presentationml/2006/ole">
            <p:oleObj spid="_x0000_s172042" r:id="rId6" imgW="2514600" imgH="461160" progId="Equation.3">
              <p:embed/>
            </p:oleObj>
          </a:graphicData>
        </a:graphic>
      </p:graphicFrame>
      <p:sp>
        <p:nvSpPr>
          <p:cNvPr id="270414" name="Line 78"/>
          <p:cNvSpPr>
            <a:spLocks noChangeShapeType="1"/>
          </p:cNvSpPr>
          <p:nvPr/>
        </p:nvSpPr>
        <p:spPr bwMode="auto">
          <a:xfrm>
            <a:off x="1187450" y="4365625"/>
            <a:ext cx="649288" cy="0"/>
          </a:xfrm>
          <a:prstGeom prst="line">
            <a:avLst/>
          </a:prstGeom>
          <a:noFill/>
          <a:ln w="76200">
            <a:solidFill>
              <a:srgbClr val="00CCFF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270415" name="Object 79"/>
          <p:cNvGraphicFramePr>
            <a:graphicFrameLocks noChangeAspect="1"/>
          </p:cNvGraphicFramePr>
          <p:nvPr/>
        </p:nvGraphicFramePr>
        <p:xfrm>
          <a:off x="2051050" y="3933825"/>
          <a:ext cx="4265613" cy="863600"/>
        </p:xfrm>
        <a:graphic>
          <a:graphicData uri="http://schemas.openxmlformats.org/presentationml/2006/ole">
            <p:oleObj spid="_x0000_s172044" r:id="rId7" imgW="1529640" imgH="299880" progId="Equation.3">
              <p:embed/>
            </p:oleObj>
          </a:graphicData>
        </a:graphic>
      </p:graphicFrame>
      <p:graphicFrame>
        <p:nvGraphicFramePr>
          <p:cNvPr id="270416" name="Object 80"/>
          <p:cNvGraphicFramePr>
            <a:graphicFrameLocks noChangeAspect="1"/>
          </p:cNvGraphicFramePr>
          <p:nvPr/>
        </p:nvGraphicFramePr>
        <p:xfrm>
          <a:off x="684213" y="4868863"/>
          <a:ext cx="1774825" cy="569912"/>
        </p:xfrm>
        <a:graphic>
          <a:graphicData uri="http://schemas.openxmlformats.org/presentationml/2006/ole">
            <p:oleObj spid="_x0000_s172045" r:id="rId8" imgW="672120" imgH="207720" progId="Equation.3">
              <p:embed/>
            </p:oleObj>
          </a:graphicData>
        </a:graphic>
      </p:graphicFrame>
      <p:graphicFrame>
        <p:nvGraphicFramePr>
          <p:cNvPr id="270417" name="Object 81"/>
          <p:cNvGraphicFramePr>
            <a:graphicFrameLocks noChangeAspect="1"/>
          </p:cNvGraphicFramePr>
          <p:nvPr/>
        </p:nvGraphicFramePr>
        <p:xfrm>
          <a:off x="2843213" y="4724400"/>
          <a:ext cx="4168775" cy="863600"/>
        </p:xfrm>
        <a:graphic>
          <a:graphicData uri="http://schemas.openxmlformats.org/presentationml/2006/ole">
            <p:oleObj spid="_x0000_s172046" r:id="rId9" imgW="1494720" imgH="299880" progId="Equation.3">
              <p:embed/>
            </p:oleObj>
          </a:graphicData>
        </a:graphic>
      </p:graphicFrame>
      <p:grpSp>
        <p:nvGrpSpPr>
          <p:cNvPr id="172047" name="Group 82"/>
          <p:cNvGrpSpPr>
            <a:grpSpLocks/>
          </p:cNvGrpSpPr>
          <p:nvPr/>
        </p:nvGrpSpPr>
        <p:grpSpPr bwMode="auto">
          <a:xfrm>
            <a:off x="6588125" y="6446838"/>
            <a:ext cx="792163" cy="366712"/>
            <a:chOff x="4649" y="4020"/>
            <a:chExt cx="499" cy="231"/>
          </a:xfrm>
        </p:grpSpPr>
        <p:pic>
          <p:nvPicPr>
            <p:cNvPr id="172048" name="Picture 83" descr="78900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72049" name="Text Box 84">
              <a:hlinkClick r:id="rId10" action="ppaction://hlinksldjump"/>
            </p:cNvPr>
            <p:cNvSpPr txBox="1">
              <a:spLocks noChangeArrowheads="1"/>
            </p:cNvSpPr>
            <p:nvPr/>
          </p:nvSpPr>
          <p:spPr bwMode="auto"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0">
                  <a:solidFill>
                    <a:schemeClr val="bg1"/>
                  </a:solidFill>
                  <a:latin typeface="隶书" pitchFamily="49" charset="-122"/>
                  <a:ea typeface="隶书" pitchFamily="49" charset="-122"/>
                </a:rPr>
                <a:t>返 回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703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704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2704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704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7" dur="500"/>
                                        <p:tgtEl>
                                          <p:spTgt spid="2704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2000"/>
                                        <p:tgtEl>
                                          <p:spTgt spid="2704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000"/>
                                        <p:tgtEl>
                                          <p:spTgt spid="2704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2704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0366" grpId="0"/>
      <p:bldP spid="270414" grpId="0" animBg="1"/>
    </p:bldLst>
  </p:timing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392" name="Text Box 8"/>
          <p:cNvSpPr txBox="1">
            <a:spLocks noChangeArrowheads="1"/>
          </p:cNvSpPr>
          <p:nvPr/>
        </p:nvSpPr>
        <p:spPr bwMode="auto">
          <a:xfrm>
            <a:off x="438150" y="549275"/>
            <a:ext cx="795338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lang="zh-CN" altLang="en-US" sz="320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例</a:t>
            </a:r>
            <a:r>
              <a:rPr lang="en-US" altLang="zh-CN" sz="3200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1</a:t>
            </a:r>
          </a:p>
        </p:txBody>
      </p:sp>
      <p:grpSp>
        <p:nvGrpSpPr>
          <p:cNvPr id="272452" name="Group 68"/>
          <p:cNvGrpSpPr>
            <a:grpSpLocks/>
          </p:cNvGrpSpPr>
          <p:nvPr/>
        </p:nvGrpSpPr>
        <p:grpSpPr bwMode="auto">
          <a:xfrm>
            <a:off x="1331913" y="549275"/>
            <a:ext cx="5518150" cy="1158875"/>
            <a:chOff x="839" y="346"/>
            <a:chExt cx="3476" cy="730"/>
          </a:xfrm>
        </p:grpSpPr>
        <p:sp>
          <p:nvSpPr>
            <p:cNvPr id="173059" name="Text Box 34"/>
            <p:cNvSpPr txBox="1">
              <a:spLocks noChangeArrowheads="1"/>
            </p:cNvSpPr>
            <p:nvPr/>
          </p:nvSpPr>
          <p:spPr bwMode="auto">
            <a:xfrm>
              <a:off x="839" y="346"/>
              <a:ext cx="3476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zh-CN" altLang="en-US">
                  <a:latin typeface="楷体_GB2312" pitchFamily="49" charset="-122"/>
                </a:rPr>
                <a:t>已知：</a:t>
              </a:r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</a:rPr>
                <a:t>R</a:t>
              </a:r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</a:rPr>
                <a:t>=500 k</a:t>
              </a:r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sym typeface="Symbol" pitchFamily="18" charset="2"/>
                </a:rPr>
                <a:t> , </a:t>
              </a:r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sym typeface="Symbol" pitchFamily="18" charset="2"/>
                </a:rPr>
                <a:t>C</a:t>
              </a:r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sym typeface="Symbol" pitchFamily="18" charset="2"/>
                </a:rPr>
                <a:t>=1 F , </a:t>
              </a:r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</a:rPr>
                <a:t>u</a:t>
              </a:r>
              <a:r>
                <a:rPr lang="en-US" altLang="zh-CN" b="0" i="1" baseline="-25000">
                  <a:solidFill>
                    <a:schemeClr val="bg1"/>
                  </a:solidFill>
                  <a:latin typeface="Times New Roman" pitchFamily="18" charset="0"/>
                </a:rPr>
                <a:t>C</a:t>
              </a:r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sym typeface="Symbol" pitchFamily="18" charset="2"/>
                </a:rPr>
                <a:t>(0)=0</a:t>
              </a:r>
            </a:p>
          </p:txBody>
        </p:sp>
        <p:sp>
          <p:nvSpPr>
            <p:cNvPr id="173060" name="Text Box 35"/>
            <p:cNvSpPr txBox="1">
              <a:spLocks noChangeArrowheads="1"/>
            </p:cNvSpPr>
            <p:nvPr/>
          </p:nvSpPr>
          <p:spPr bwMode="auto">
            <a:xfrm>
              <a:off x="2541" y="709"/>
              <a:ext cx="1104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zh-CN" altLang="en-US">
                  <a:latin typeface="楷体_GB2312" pitchFamily="49" charset="-122"/>
                </a:rPr>
                <a:t>，求 </a:t>
              </a:r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</a:rPr>
                <a:t>u</a:t>
              </a:r>
              <a:r>
                <a:rPr lang="en-US" altLang="zh-CN" b="0" i="1" baseline="-25000">
                  <a:solidFill>
                    <a:schemeClr val="bg1"/>
                  </a:solidFill>
                  <a:latin typeface="Times New Roman" pitchFamily="18" charset="0"/>
                </a:rPr>
                <a:t>C</a:t>
              </a:r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</a:rPr>
                <a:t>(</a:t>
              </a:r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</a:rPr>
                <a:t>t</a:t>
              </a:r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</a:rPr>
                <a:t>)</a:t>
              </a:r>
            </a:p>
          </p:txBody>
        </p:sp>
        <p:graphicFrame>
          <p:nvGraphicFramePr>
            <p:cNvPr id="173061" name="Object 36"/>
            <p:cNvGraphicFramePr>
              <a:graphicFrameLocks noChangeAspect="1"/>
            </p:cNvGraphicFramePr>
            <p:nvPr/>
          </p:nvGraphicFramePr>
          <p:xfrm>
            <a:off x="930" y="709"/>
            <a:ext cx="1587" cy="367"/>
          </p:xfrm>
          <a:graphic>
            <a:graphicData uri="http://schemas.openxmlformats.org/presentationml/2006/ole">
              <p:oleObj spid="_x0000_s173061" r:id="rId3" imgW="984960" imgH="219240" progId="Equation.3">
                <p:embed/>
              </p:oleObj>
            </a:graphicData>
          </a:graphic>
        </p:graphicFrame>
      </p:grpSp>
      <p:grpSp>
        <p:nvGrpSpPr>
          <p:cNvPr id="173062" name="Group 40"/>
          <p:cNvGrpSpPr>
            <a:grpSpLocks/>
          </p:cNvGrpSpPr>
          <p:nvPr/>
        </p:nvGrpSpPr>
        <p:grpSpPr bwMode="auto"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173063" name="Picture 41" descr="78900"/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73064" name="Text Box 42">
              <a:hlinkClick r:id="" action="ppaction://hlinkshowjump?jump=nextslide"/>
            </p:cNvPr>
            <p:cNvSpPr txBox="1">
              <a:spLocks noChangeArrowheads="1"/>
            </p:cNvSpPr>
            <p:nvPr/>
          </p:nvSpPr>
          <p:spPr bwMode="auto"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0">
                  <a:solidFill>
                    <a:schemeClr val="bg1"/>
                  </a:solidFill>
                  <a:latin typeface="隶书" pitchFamily="49" charset="-122"/>
                  <a:ea typeface="隶书" pitchFamily="49" charset="-122"/>
                </a:rPr>
                <a:t>下 页</a:t>
              </a:r>
            </a:p>
          </p:txBody>
        </p:sp>
      </p:grpSp>
      <p:grpSp>
        <p:nvGrpSpPr>
          <p:cNvPr id="173065" name="Group 43"/>
          <p:cNvGrpSpPr>
            <a:grpSpLocks/>
          </p:cNvGrpSpPr>
          <p:nvPr/>
        </p:nvGrpSpPr>
        <p:grpSpPr bwMode="auto">
          <a:xfrm>
            <a:off x="7453313" y="6446838"/>
            <a:ext cx="792162" cy="366712"/>
            <a:chOff x="4649" y="4020"/>
            <a:chExt cx="499" cy="231"/>
          </a:xfrm>
        </p:grpSpPr>
        <p:pic>
          <p:nvPicPr>
            <p:cNvPr id="173066" name="Picture 44" descr="78900"/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73067" name="Text Box 45">
              <a:hlinkClick r:id="" action="ppaction://hlinkshowjump?jump=previousslide"/>
            </p:cNvPr>
            <p:cNvSpPr txBox="1">
              <a:spLocks noChangeArrowheads="1"/>
            </p:cNvSpPr>
            <p:nvPr/>
          </p:nvSpPr>
          <p:spPr bwMode="auto"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0">
                  <a:solidFill>
                    <a:schemeClr val="bg1"/>
                  </a:solidFill>
                  <a:latin typeface="隶书" pitchFamily="49" charset="-122"/>
                  <a:ea typeface="隶书" pitchFamily="49" charset="-122"/>
                </a:rPr>
                <a:t>上 页</a:t>
              </a:r>
            </a:p>
          </p:txBody>
        </p:sp>
      </p:grpSp>
      <p:sp>
        <p:nvSpPr>
          <p:cNvPr id="272453" name="Text Box 69"/>
          <p:cNvSpPr txBox="1">
            <a:spLocks noChangeArrowheads="1"/>
          </p:cNvSpPr>
          <p:nvPr/>
        </p:nvSpPr>
        <p:spPr bwMode="auto">
          <a:xfrm>
            <a:off x="1187450" y="1773238"/>
            <a:ext cx="4092575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lang="zh-CN" altLang="en-US">
                <a:latin typeface="楷体_GB2312" pitchFamily="49" charset="-122"/>
              </a:rPr>
              <a:t>先求电路的冲激响应 </a:t>
            </a:r>
            <a:r>
              <a:rPr lang="en-US" altLang="zh-CN" b="0" i="1">
                <a:solidFill>
                  <a:schemeClr val="bg1"/>
                </a:solidFill>
                <a:latin typeface="Times New Roman" pitchFamily="18" charset="0"/>
              </a:rPr>
              <a:t>h</a:t>
            </a:r>
            <a:r>
              <a:rPr lang="en-US" altLang="zh-CN" b="0">
                <a:solidFill>
                  <a:schemeClr val="bg1"/>
                </a:solidFill>
                <a:latin typeface="Times New Roman" pitchFamily="18" charset="0"/>
              </a:rPr>
              <a:t>(</a:t>
            </a:r>
            <a:r>
              <a:rPr lang="en-US" altLang="zh-CN" b="0" i="1">
                <a:solidFill>
                  <a:schemeClr val="bg1"/>
                </a:solidFill>
                <a:latin typeface="Times New Roman" pitchFamily="18" charset="0"/>
              </a:rPr>
              <a:t>t</a:t>
            </a:r>
            <a:r>
              <a:rPr lang="en-US" altLang="zh-CN" b="0">
                <a:solidFill>
                  <a:schemeClr val="bg1"/>
                </a:solidFill>
                <a:latin typeface="Times New Roman" pitchFamily="18" charset="0"/>
              </a:rPr>
              <a:t>)</a:t>
            </a:r>
          </a:p>
        </p:txBody>
      </p:sp>
      <p:sp>
        <p:nvSpPr>
          <p:cNvPr id="272454" name="Text Box 70"/>
          <p:cNvSpPr txBox="1">
            <a:spLocks noChangeArrowheads="1"/>
          </p:cNvSpPr>
          <p:nvPr/>
        </p:nvSpPr>
        <p:spPr bwMode="auto">
          <a:xfrm>
            <a:off x="395288" y="1773238"/>
            <a:ext cx="647700" cy="519112"/>
          </a:xfrm>
          <a:prstGeom prst="rect">
            <a:avLst/>
          </a:prstGeom>
          <a:solidFill>
            <a:srgbClr val="990033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>
                <a:solidFill>
                  <a:schemeClr val="bg1"/>
                </a:solidFill>
                <a:ea typeface="宋体" pitchFamily="2" charset="-122"/>
              </a:rPr>
              <a:t>解</a:t>
            </a:r>
          </a:p>
        </p:txBody>
      </p:sp>
      <p:graphicFrame>
        <p:nvGraphicFramePr>
          <p:cNvPr id="272455" name="Object 71"/>
          <p:cNvGraphicFramePr>
            <a:graphicFrameLocks noChangeAspect="1"/>
          </p:cNvGraphicFramePr>
          <p:nvPr/>
        </p:nvGraphicFramePr>
        <p:xfrm>
          <a:off x="1476375" y="2420938"/>
          <a:ext cx="1871663" cy="539750"/>
        </p:xfrm>
        <a:graphic>
          <a:graphicData uri="http://schemas.openxmlformats.org/presentationml/2006/ole">
            <p:oleObj spid="_x0000_s173070" r:id="rId5" imgW="753120" imgH="207720" progId="Equation.3">
              <p:embed/>
            </p:oleObj>
          </a:graphicData>
        </a:graphic>
      </p:graphicFrame>
      <p:graphicFrame>
        <p:nvGraphicFramePr>
          <p:cNvPr id="272456" name="Object 72"/>
          <p:cNvGraphicFramePr>
            <a:graphicFrameLocks noChangeAspect="1"/>
          </p:cNvGraphicFramePr>
          <p:nvPr/>
        </p:nvGraphicFramePr>
        <p:xfrm>
          <a:off x="1403350" y="2852738"/>
          <a:ext cx="2952750" cy="1058862"/>
        </p:xfrm>
        <a:graphic>
          <a:graphicData uri="http://schemas.openxmlformats.org/presentationml/2006/ole">
            <p:oleObj spid="_x0000_s173071" r:id="rId6" imgW="1147320" imgH="403560" progId="Equation.3">
              <p:embed/>
            </p:oleObj>
          </a:graphicData>
        </a:graphic>
      </p:graphicFrame>
      <p:graphicFrame>
        <p:nvGraphicFramePr>
          <p:cNvPr id="272457" name="Object 73"/>
          <p:cNvGraphicFramePr>
            <a:graphicFrameLocks noChangeAspect="1"/>
          </p:cNvGraphicFramePr>
          <p:nvPr/>
        </p:nvGraphicFramePr>
        <p:xfrm>
          <a:off x="2555875" y="4005263"/>
          <a:ext cx="2076450" cy="909637"/>
        </p:xfrm>
        <a:graphic>
          <a:graphicData uri="http://schemas.openxmlformats.org/presentationml/2006/ole">
            <p:oleObj spid="_x0000_s173072" r:id="rId7" imgW="938520" imgH="403560" progId="Equation.3">
              <p:embed/>
            </p:oleObj>
          </a:graphicData>
        </a:graphic>
      </p:graphicFrame>
      <p:graphicFrame>
        <p:nvGraphicFramePr>
          <p:cNvPr id="272458" name="Object 74"/>
          <p:cNvGraphicFramePr>
            <a:graphicFrameLocks noChangeAspect="1"/>
          </p:cNvGraphicFramePr>
          <p:nvPr/>
        </p:nvGraphicFramePr>
        <p:xfrm>
          <a:off x="4716463" y="4005263"/>
          <a:ext cx="1617662" cy="893762"/>
        </p:xfrm>
        <a:graphic>
          <a:graphicData uri="http://schemas.openxmlformats.org/presentationml/2006/ole">
            <p:oleObj spid="_x0000_s173073" r:id="rId8" imgW="764640" imgH="415080" progId="Equation.3">
              <p:embed/>
            </p:oleObj>
          </a:graphicData>
        </a:graphic>
      </p:graphicFrame>
      <p:sp>
        <p:nvSpPr>
          <p:cNvPr id="272459" name="Text Box 75"/>
          <p:cNvSpPr txBox="1">
            <a:spLocks noChangeArrowheads="1"/>
          </p:cNvSpPr>
          <p:nvPr/>
        </p:nvSpPr>
        <p:spPr bwMode="auto">
          <a:xfrm>
            <a:off x="971550" y="5013325"/>
            <a:ext cx="1557338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lang="en-US" altLang="zh-CN" sz="3200" b="0" i="1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u</a:t>
            </a:r>
            <a:r>
              <a:rPr lang="en-US" altLang="zh-CN" sz="3200" b="0" i="1" baseline="-2500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C</a:t>
            </a:r>
            <a:r>
              <a:rPr lang="en-US" altLang="zh-CN" sz="3200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(</a:t>
            </a:r>
            <a:r>
              <a:rPr lang="en-US" altLang="zh-CN" sz="3200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</a:t>
            </a:r>
            <a:r>
              <a:rPr lang="en-US" altLang="zh-CN" sz="3200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)=0</a:t>
            </a:r>
          </a:p>
        </p:txBody>
      </p:sp>
      <p:graphicFrame>
        <p:nvGraphicFramePr>
          <p:cNvPr id="272460" name="Object 76"/>
          <p:cNvGraphicFramePr>
            <a:graphicFrameLocks noChangeAspect="1"/>
          </p:cNvGraphicFramePr>
          <p:nvPr/>
        </p:nvGraphicFramePr>
        <p:xfrm>
          <a:off x="3132138" y="5013325"/>
          <a:ext cx="4824412" cy="585788"/>
        </p:xfrm>
        <a:graphic>
          <a:graphicData uri="http://schemas.openxmlformats.org/presentationml/2006/ole">
            <p:oleObj spid="_x0000_s173075" r:id="rId9" imgW="2050920" imgH="219240" progId="Equation.3">
              <p:embed/>
            </p:oleObj>
          </a:graphicData>
        </a:graphic>
      </p:graphicFrame>
      <p:graphicFrame>
        <p:nvGraphicFramePr>
          <p:cNvPr id="272461" name="Object 77"/>
          <p:cNvGraphicFramePr>
            <a:graphicFrameLocks noChangeAspect="1"/>
          </p:cNvGraphicFramePr>
          <p:nvPr/>
        </p:nvGraphicFramePr>
        <p:xfrm>
          <a:off x="1547813" y="5805488"/>
          <a:ext cx="3071812" cy="620712"/>
        </p:xfrm>
        <a:graphic>
          <a:graphicData uri="http://schemas.openxmlformats.org/presentationml/2006/ole">
            <p:oleObj spid="_x0000_s173076" r:id="rId10" imgW="1135440" imgH="219240" progId="Equation.3">
              <p:embed/>
            </p:oleObj>
          </a:graphicData>
        </a:graphic>
      </p:graphicFrame>
      <p:grpSp>
        <p:nvGrpSpPr>
          <p:cNvPr id="173077" name="Group 78"/>
          <p:cNvGrpSpPr>
            <a:grpSpLocks/>
          </p:cNvGrpSpPr>
          <p:nvPr/>
        </p:nvGrpSpPr>
        <p:grpSpPr bwMode="auto">
          <a:xfrm>
            <a:off x="6588125" y="6446838"/>
            <a:ext cx="792163" cy="366712"/>
            <a:chOff x="4649" y="4020"/>
            <a:chExt cx="499" cy="231"/>
          </a:xfrm>
        </p:grpSpPr>
        <p:pic>
          <p:nvPicPr>
            <p:cNvPr id="173078" name="Picture 79" descr="78900"/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73079" name="Text Box 80">
              <a:hlinkClick r:id="rId11" action="ppaction://hlinksldjump"/>
            </p:cNvPr>
            <p:cNvSpPr txBox="1">
              <a:spLocks noChangeArrowheads="1"/>
            </p:cNvSpPr>
            <p:nvPr/>
          </p:nvSpPr>
          <p:spPr bwMode="auto"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0">
                  <a:solidFill>
                    <a:schemeClr val="bg1"/>
                  </a:solidFill>
                  <a:latin typeface="隶书" pitchFamily="49" charset="-122"/>
                  <a:ea typeface="隶书" pitchFamily="49" charset="-122"/>
                </a:rPr>
                <a:t>返 回</a:t>
              </a:r>
            </a:p>
          </p:txBody>
        </p:sp>
      </p:grpSp>
      <p:grpSp>
        <p:nvGrpSpPr>
          <p:cNvPr id="272465" name="Group 81"/>
          <p:cNvGrpSpPr>
            <a:grpSpLocks/>
          </p:cNvGrpSpPr>
          <p:nvPr/>
        </p:nvGrpSpPr>
        <p:grpSpPr bwMode="auto">
          <a:xfrm>
            <a:off x="5435600" y="1773238"/>
            <a:ext cx="3375025" cy="1439862"/>
            <a:chOff x="3424" y="1117"/>
            <a:chExt cx="2126" cy="907"/>
          </a:xfrm>
        </p:grpSpPr>
        <p:sp>
          <p:nvSpPr>
            <p:cNvPr id="173081" name="Line 47"/>
            <p:cNvSpPr>
              <a:spLocks noChangeShapeType="1"/>
            </p:cNvSpPr>
            <p:nvPr/>
          </p:nvSpPr>
          <p:spPr bwMode="auto">
            <a:xfrm flipV="1">
              <a:off x="5102" y="1616"/>
              <a:ext cx="0" cy="408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3082" name="Line 48"/>
            <p:cNvSpPr>
              <a:spLocks noChangeShapeType="1"/>
            </p:cNvSpPr>
            <p:nvPr/>
          </p:nvSpPr>
          <p:spPr bwMode="auto">
            <a:xfrm flipH="1">
              <a:off x="3605" y="2024"/>
              <a:ext cx="1497" cy="0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3083" name="Line 49"/>
            <p:cNvSpPr>
              <a:spLocks noChangeShapeType="1"/>
            </p:cNvSpPr>
            <p:nvPr/>
          </p:nvSpPr>
          <p:spPr bwMode="auto">
            <a:xfrm flipH="1">
              <a:off x="3605" y="1117"/>
              <a:ext cx="1497" cy="0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3084" name="Text Box 50"/>
            <p:cNvSpPr txBox="1">
              <a:spLocks noChangeArrowheads="1"/>
            </p:cNvSpPr>
            <p:nvPr/>
          </p:nvSpPr>
          <p:spPr bwMode="auto">
            <a:xfrm>
              <a:off x="4422" y="1389"/>
              <a:ext cx="309" cy="32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R </a:t>
              </a:r>
              <a:endParaRPr lang="en-US" altLang="zh-CN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173085" name="Text Box 51"/>
            <p:cNvSpPr txBox="1">
              <a:spLocks noChangeArrowheads="1"/>
            </p:cNvSpPr>
            <p:nvPr/>
          </p:nvSpPr>
          <p:spPr bwMode="auto">
            <a:xfrm>
              <a:off x="4739" y="1389"/>
              <a:ext cx="321" cy="32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C </a:t>
              </a:r>
              <a:endParaRPr lang="en-US" altLang="zh-CN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173086" name="Text Box 53"/>
            <p:cNvSpPr txBox="1">
              <a:spLocks noChangeArrowheads="1"/>
            </p:cNvSpPr>
            <p:nvPr/>
          </p:nvSpPr>
          <p:spPr bwMode="auto">
            <a:xfrm>
              <a:off x="3639" y="1117"/>
              <a:ext cx="330" cy="32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i</a:t>
              </a:r>
              <a:r>
                <a:rPr lang="en-US" altLang="zh-CN" b="0" i="1" baseline="-2500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S  </a:t>
              </a:r>
              <a:endParaRPr lang="en-US" altLang="zh-CN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grpSp>
          <p:nvGrpSpPr>
            <p:cNvPr id="173087" name="Group 54"/>
            <p:cNvGrpSpPr>
              <a:grpSpLocks/>
            </p:cNvGrpSpPr>
            <p:nvPr/>
          </p:nvGrpSpPr>
          <p:grpSpPr bwMode="auto">
            <a:xfrm>
              <a:off x="5148" y="1208"/>
              <a:ext cx="402" cy="807"/>
              <a:chOff x="1319" y="461"/>
              <a:chExt cx="402" cy="807"/>
            </a:xfrm>
          </p:grpSpPr>
          <p:sp>
            <p:nvSpPr>
              <p:cNvPr id="173088" name="Text Box 55"/>
              <p:cNvSpPr txBox="1">
                <a:spLocks noChangeArrowheads="1"/>
              </p:cNvSpPr>
              <p:nvPr/>
            </p:nvSpPr>
            <p:spPr bwMode="auto">
              <a:xfrm>
                <a:off x="1319" y="461"/>
                <a:ext cx="242" cy="327"/>
              </a:xfrm>
              <a:prstGeom prst="rect">
                <a:avLst/>
              </a:prstGeom>
              <a:noFill/>
              <a:ln w="25400">
                <a:noFill/>
                <a:miter lim="800000"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pPr algn="ctr"/>
                <a:r>
                  <a:rPr lang="en-US" altLang="zh-CN" b="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rPr>
                  <a:t>+</a:t>
                </a:r>
              </a:p>
            </p:txBody>
          </p:sp>
          <p:sp>
            <p:nvSpPr>
              <p:cNvPr id="173089" name="Text Box 56"/>
              <p:cNvSpPr txBox="1">
                <a:spLocks noChangeArrowheads="1"/>
              </p:cNvSpPr>
              <p:nvPr/>
            </p:nvSpPr>
            <p:spPr bwMode="auto">
              <a:xfrm>
                <a:off x="1336" y="941"/>
                <a:ext cx="228" cy="327"/>
              </a:xfrm>
              <a:prstGeom prst="rect">
                <a:avLst/>
              </a:prstGeom>
              <a:noFill/>
              <a:ln w="25400">
                <a:noFill/>
                <a:miter lim="800000"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pPr algn="ctr"/>
                <a:r>
                  <a:rPr lang="en-US" altLang="zh-CN" b="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rPr>
                  <a:t>–</a:t>
                </a:r>
              </a:p>
            </p:txBody>
          </p:sp>
          <p:sp>
            <p:nvSpPr>
              <p:cNvPr id="173090" name="Text Box 57"/>
              <p:cNvSpPr txBox="1">
                <a:spLocks noChangeArrowheads="1"/>
              </p:cNvSpPr>
              <p:nvPr/>
            </p:nvSpPr>
            <p:spPr bwMode="auto">
              <a:xfrm>
                <a:off x="1392" y="691"/>
                <a:ext cx="329" cy="327"/>
              </a:xfrm>
              <a:prstGeom prst="rect">
                <a:avLst/>
              </a:prstGeom>
              <a:noFill/>
              <a:ln w="25400">
                <a:noFill/>
                <a:miter lim="800000"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pPr algn="ctr"/>
                <a:r>
                  <a:rPr lang="en-US" altLang="zh-CN" b="0" i="1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rPr>
                  <a:t>u</a:t>
                </a:r>
                <a:r>
                  <a:rPr lang="en-US" altLang="zh-CN" b="0" i="1" baseline="-250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rPr>
                  <a:t>C</a:t>
                </a:r>
                <a:endParaRPr lang="en-US" altLang="zh-CN" b="0" baseline="-2500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endParaRPr>
              </a:p>
            </p:txBody>
          </p:sp>
        </p:grpSp>
        <p:sp>
          <p:nvSpPr>
            <p:cNvPr id="173091" name="Line 58"/>
            <p:cNvSpPr>
              <a:spLocks noChangeShapeType="1"/>
            </p:cNvSpPr>
            <p:nvPr/>
          </p:nvSpPr>
          <p:spPr bwMode="auto">
            <a:xfrm flipH="1" flipV="1">
              <a:off x="5102" y="1118"/>
              <a:ext cx="0" cy="407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3092" name="Line 59"/>
            <p:cNvSpPr>
              <a:spLocks noChangeShapeType="1"/>
            </p:cNvSpPr>
            <p:nvPr/>
          </p:nvSpPr>
          <p:spPr bwMode="auto">
            <a:xfrm flipV="1">
              <a:off x="4377" y="1117"/>
              <a:ext cx="0" cy="907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 type="oval" w="med" len="med"/>
              <a:tailEnd type="oval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3093" name="Line 60"/>
            <p:cNvSpPr>
              <a:spLocks noChangeShapeType="1"/>
            </p:cNvSpPr>
            <p:nvPr/>
          </p:nvSpPr>
          <p:spPr bwMode="auto">
            <a:xfrm flipH="1" flipV="1">
              <a:off x="3605" y="1117"/>
              <a:ext cx="0" cy="907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73094" name="Group 61"/>
            <p:cNvGrpSpPr>
              <a:grpSpLocks/>
            </p:cNvGrpSpPr>
            <p:nvPr/>
          </p:nvGrpSpPr>
          <p:grpSpPr bwMode="auto">
            <a:xfrm>
              <a:off x="4966" y="1525"/>
              <a:ext cx="240" cy="93"/>
              <a:chOff x="3787" y="2478"/>
              <a:chExt cx="240" cy="93"/>
            </a:xfrm>
          </p:grpSpPr>
          <p:sp>
            <p:nvSpPr>
              <p:cNvPr id="173095" name="Line 62"/>
              <p:cNvSpPr>
                <a:spLocks noChangeShapeType="1"/>
              </p:cNvSpPr>
              <p:nvPr/>
            </p:nvSpPr>
            <p:spPr bwMode="auto">
              <a:xfrm flipV="1">
                <a:off x="3787" y="2568"/>
                <a:ext cx="240" cy="3"/>
              </a:xfrm>
              <a:prstGeom prst="line">
                <a:avLst/>
              </a:prstGeom>
              <a:noFill/>
              <a:ln w="57150">
                <a:solidFill>
                  <a:srgbClr val="FF99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3096" name="Line 63"/>
              <p:cNvSpPr>
                <a:spLocks noChangeShapeType="1"/>
              </p:cNvSpPr>
              <p:nvPr/>
            </p:nvSpPr>
            <p:spPr bwMode="auto">
              <a:xfrm>
                <a:off x="3787" y="2478"/>
                <a:ext cx="240" cy="1"/>
              </a:xfrm>
              <a:prstGeom prst="line">
                <a:avLst/>
              </a:prstGeom>
              <a:noFill/>
              <a:ln w="57150">
                <a:solidFill>
                  <a:srgbClr val="FF99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73097" name="Rectangle 67"/>
            <p:cNvSpPr>
              <a:spLocks noChangeArrowheads="1"/>
            </p:cNvSpPr>
            <p:nvPr/>
          </p:nvSpPr>
          <p:spPr bwMode="auto">
            <a:xfrm>
              <a:off x="4295" y="1389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</a:gradFill>
            <a:ln w="2857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3098" name="Line 52"/>
            <p:cNvSpPr>
              <a:spLocks noChangeShapeType="1"/>
            </p:cNvSpPr>
            <p:nvPr/>
          </p:nvSpPr>
          <p:spPr bwMode="auto">
            <a:xfrm flipV="1">
              <a:off x="3606" y="1162"/>
              <a:ext cx="0" cy="408"/>
            </a:xfrm>
            <a:prstGeom prst="line">
              <a:avLst/>
            </a:prstGeom>
            <a:noFill/>
            <a:ln w="25400">
              <a:solidFill>
                <a:srgbClr val="00FFFF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73099" name="Group 64"/>
            <p:cNvGrpSpPr>
              <a:grpSpLocks/>
            </p:cNvGrpSpPr>
            <p:nvPr/>
          </p:nvGrpSpPr>
          <p:grpSpPr bwMode="auto">
            <a:xfrm>
              <a:off x="3424" y="1525"/>
              <a:ext cx="363" cy="363"/>
              <a:chOff x="4785" y="709"/>
              <a:chExt cx="363" cy="363"/>
            </a:xfrm>
          </p:grpSpPr>
          <p:sp>
            <p:nvSpPr>
              <p:cNvPr id="173100" name="Oval 65"/>
              <p:cNvSpPr>
                <a:spLocks noChangeArrowheads="1"/>
              </p:cNvSpPr>
              <p:nvPr/>
            </p:nvSpPr>
            <p:spPr bwMode="auto">
              <a:xfrm>
                <a:off x="4785" y="709"/>
                <a:ext cx="363" cy="363"/>
              </a:xfrm>
              <a:prstGeom prst="ellipse">
                <a:avLst/>
              </a:prstGeom>
              <a:gradFill rotWithShape="1">
                <a:gsLst>
                  <a:gs pos="0">
                    <a:srgbClr val="0099FF"/>
                  </a:gs>
                  <a:gs pos="100000">
                    <a:srgbClr val="004776"/>
                  </a:gs>
                </a:gsLst>
                <a:path path="shape">
                  <a:fillToRect l="50000" t="50000" r="50000" b="50000"/>
                </a:path>
              </a:gradFill>
              <a:ln w="38100">
                <a:solidFill>
                  <a:srgbClr val="FF99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endParaRPr lang="zh-CN" altLang="zh-CN" sz="2400" b="0">
                  <a:ea typeface="仿宋_GB2312" pitchFamily="49" charset="-122"/>
                </a:endParaRPr>
              </a:p>
            </p:txBody>
          </p:sp>
          <p:sp>
            <p:nvSpPr>
              <p:cNvPr id="173101" name="Line 66"/>
              <p:cNvSpPr>
                <a:spLocks noChangeShapeType="1"/>
              </p:cNvSpPr>
              <p:nvPr/>
            </p:nvSpPr>
            <p:spPr bwMode="auto">
              <a:xfrm>
                <a:off x="4785" y="890"/>
                <a:ext cx="363" cy="0"/>
              </a:xfrm>
              <a:prstGeom prst="line">
                <a:avLst/>
              </a:prstGeom>
              <a:noFill/>
              <a:ln w="38100">
                <a:solidFill>
                  <a:srgbClr val="FF99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3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723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723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723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2723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" dur="500"/>
                                        <p:tgtEl>
                                          <p:spTgt spid="2724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500"/>
                            </p:stCondLst>
                            <p:childTnLst>
                              <p:par>
                                <p:cTn id="16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2724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724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2724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2724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2724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2724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4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2724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4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2724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4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500"/>
                                        <p:tgtEl>
                                          <p:spTgt spid="2724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1" dur="500"/>
                                        <p:tgtEl>
                                          <p:spTgt spid="2724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4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6" dur="500"/>
                                        <p:tgtEl>
                                          <p:spTgt spid="2724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1" dur="500"/>
                                        <p:tgtEl>
                                          <p:spTgt spid="2724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6" dur="500"/>
                                        <p:tgtEl>
                                          <p:spTgt spid="2724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2392" grpId="0" build="p" advAuto="0"/>
      <p:bldP spid="272453" grpId="0"/>
      <p:bldP spid="272454" grpId="0" animBg="1"/>
    </p:bldLst>
  </p:timing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3438" name="Group 30"/>
          <p:cNvGrpSpPr>
            <a:grpSpLocks/>
          </p:cNvGrpSpPr>
          <p:nvPr/>
        </p:nvGrpSpPr>
        <p:grpSpPr bwMode="auto">
          <a:xfrm>
            <a:off x="539750" y="549275"/>
            <a:ext cx="6646863" cy="590550"/>
            <a:chOff x="340" y="346"/>
            <a:chExt cx="4187" cy="372"/>
          </a:xfrm>
        </p:grpSpPr>
        <p:sp>
          <p:nvSpPr>
            <p:cNvPr id="174082" name="Text Box 3"/>
            <p:cNvSpPr txBox="1">
              <a:spLocks noChangeArrowheads="1"/>
            </p:cNvSpPr>
            <p:nvPr/>
          </p:nvSpPr>
          <p:spPr bwMode="auto">
            <a:xfrm>
              <a:off x="340" y="391"/>
              <a:ext cx="4187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>
                  <a:latin typeface="楷体_GB2312" pitchFamily="49" charset="-122"/>
                </a:rPr>
                <a:t>再计算</a:t>
              </a:r>
              <a:r>
                <a:rPr lang="zh-CN" altLang="en-US">
                  <a:solidFill>
                    <a:schemeClr val="bg1"/>
                  </a:solidFill>
                  <a:latin typeface="楷体_GB2312" pitchFamily="49" charset="-122"/>
                </a:rPr>
                <a:t>                </a:t>
              </a:r>
              <a:r>
                <a:rPr lang="zh-CN" altLang="en-US">
                  <a:latin typeface="楷体_GB2312" pitchFamily="49" charset="-122"/>
                </a:rPr>
                <a:t>时的响应</a:t>
              </a:r>
              <a:r>
                <a:rPr lang="zh-CN" altLang="en-US">
                  <a:solidFill>
                    <a:schemeClr val="bg1"/>
                  </a:solidFill>
                  <a:latin typeface="楷体_GB2312" pitchFamily="49" charset="-122"/>
                </a:rPr>
                <a:t> </a:t>
              </a:r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</a:rPr>
                <a:t>u</a:t>
              </a:r>
              <a:r>
                <a:rPr lang="en-US" altLang="zh-CN" b="0" i="1" baseline="-25000">
                  <a:solidFill>
                    <a:schemeClr val="bg1"/>
                  </a:solidFill>
                  <a:latin typeface="Times New Roman" pitchFamily="18" charset="0"/>
                </a:rPr>
                <a:t>C </a:t>
              </a:r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</a:rPr>
                <a:t>( </a:t>
              </a:r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</a:rPr>
                <a:t>t </a:t>
              </a:r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</a:rPr>
                <a:t>)</a:t>
              </a:r>
            </a:p>
          </p:txBody>
        </p:sp>
        <p:graphicFrame>
          <p:nvGraphicFramePr>
            <p:cNvPr id="174083" name="Object 4"/>
            <p:cNvGraphicFramePr>
              <a:graphicFrameLocks noChangeAspect="1"/>
            </p:cNvGraphicFramePr>
            <p:nvPr/>
          </p:nvGraphicFramePr>
          <p:xfrm>
            <a:off x="1147" y="346"/>
            <a:ext cx="1593" cy="368"/>
          </p:xfrm>
          <a:graphic>
            <a:graphicData uri="http://schemas.openxmlformats.org/presentationml/2006/ole">
              <p:oleObj spid="_x0000_s174083" r:id="rId3" imgW="984960" imgH="219240" progId="Equation.3">
                <p:embed/>
              </p:oleObj>
            </a:graphicData>
          </a:graphic>
        </p:graphicFrame>
      </p:grpSp>
      <p:graphicFrame>
        <p:nvGraphicFramePr>
          <p:cNvPr id="273413" name="Object 5"/>
          <p:cNvGraphicFramePr>
            <a:graphicFrameLocks noChangeAspect="1"/>
          </p:cNvGraphicFramePr>
          <p:nvPr/>
        </p:nvGraphicFramePr>
        <p:xfrm>
          <a:off x="1403350" y="1125538"/>
          <a:ext cx="6624638" cy="855662"/>
        </p:xfrm>
        <a:graphic>
          <a:graphicData uri="http://schemas.openxmlformats.org/presentationml/2006/ole">
            <p:oleObj spid="_x0000_s174084" r:id="rId4" imgW="2398680" imgH="299880" progId="Equation.3">
              <p:embed/>
            </p:oleObj>
          </a:graphicData>
        </a:graphic>
      </p:graphicFrame>
      <p:graphicFrame>
        <p:nvGraphicFramePr>
          <p:cNvPr id="273414" name="Object 6"/>
          <p:cNvGraphicFramePr>
            <a:graphicFrameLocks noChangeAspect="1"/>
          </p:cNvGraphicFramePr>
          <p:nvPr/>
        </p:nvGraphicFramePr>
        <p:xfrm>
          <a:off x="1403350" y="3644900"/>
          <a:ext cx="3543300" cy="566738"/>
        </p:xfrm>
        <a:graphic>
          <a:graphicData uri="http://schemas.openxmlformats.org/presentationml/2006/ole">
            <p:oleObj spid="_x0000_s174085" r:id="rId5" imgW="1436760" imgH="219240" progId="Equation.3">
              <p:embed/>
            </p:oleObj>
          </a:graphicData>
        </a:graphic>
      </p:graphicFrame>
      <p:graphicFrame>
        <p:nvGraphicFramePr>
          <p:cNvPr id="273416" name="Object 8"/>
          <p:cNvGraphicFramePr>
            <a:graphicFrameLocks noChangeAspect="1"/>
          </p:cNvGraphicFramePr>
          <p:nvPr/>
        </p:nvGraphicFramePr>
        <p:xfrm>
          <a:off x="1430338" y="1989138"/>
          <a:ext cx="4146550" cy="796925"/>
        </p:xfrm>
        <a:graphic>
          <a:graphicData uri="http://schemas.openxmlformats.org/presentationml/2006/ole">
            <p:oleObj spid="_x0000_s174086" r:id="rId6" imgW="1610640" imgH="299880" progId="Equation.3">
              <p:embed/>
            </p:oleObj>
          </a:graphicData>
        </a:graphic>
      </p:graphicFrame>
      <p:graphicFrame>
        <p:nvGraphicFramePr>
          <p:cNvPr id="273417" name="Object 9"/>
          <p:cNvGraphicFramePr>
            <a:graphicFrameLocks noChangeAspect="1"/>
          </p:cNvGraphicFramePr>
          <p:nvPr/>
        </p:nvGraphicFramePr>
        <p:xfrm>
          <a:off x="1403350" y="2781300"/>
          <a:ext cx="6405563" cy="782638"/>
        </p:xfrm>
        <a:graphic>
          <a:graphicData uri="http://schemas.openxmlformats.org/presentationml/2006/ole">
            <p:oleObj spid="_x0000_s174087" r:id="rId7" imgW="2537640" imgH="299880" progId="Equation.3">
              <p:embed/>
            </p:oleObj>
          </a:graphicData>
        </a:graphic>
      </p:graphicFrame>
      <p:sp>
        <p:nvSpPr>
          <p:cNvPr id="273418" name="Text Box 10"/>
          <p:cNvSpPr txBox="1">
            <a:spLocks noChangeArrowheads="1"/>
          </p:cNvSpPr>
          <p:nvPr/>
        </p:nvSpPr>
        <p:spPr bwMode="auto">
          <a:xfrm>
            <a:off x="468313" y="4437063"/>
            <a:ext cx="795337" cy="579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lang="zh-CN" altLang="en-US" sz="320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例</a:t>
            </a:r>
            <a:r>
              <a:rPr lang="en-US" altLang="zh-CN" sz="3200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2</a:t>
            </a:r>
          </a:p>
        </p:txBody>
      </p:sp>
      <p:grpSp>
        <p:nvGrpSpPr>
          <p:cNvPr id="174089" name="Group 24"/>
          <p:cNvGrpSpPr>
            <a:grpSpLocks/>
          </p:cNvGrpSpPr>
          <p:nvPr/>
        </p:nvGrpSpPr>
        <p:grpSpPr bwMode="auto"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174090" name="Picture 25" descr="78900"/>
            <p:cNvPicPr>
              <a:picLocks noChangeAspect="1" noChangeArrowheads="1"/>
            </p:cNvPicPr>
            <p:nvPr/>
          </p:nvPicPr>
          <p:blipFill>
            <a:blip r:embed="rId8"/>
            <a:srcRect/>
            <a:stretch>
              <a:fillRect/>
            </a:stretch>
          </p:blipFill>
          <p:spPr bwMode="auto"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74091" name="Text Box 26">
              <a:hlinkClick r:id="" action="ppaction://hlinkshowjump?jump=nextslide"/>
            </p:cNvPr>
            <p:cNvSpPr txBox="1">
              <a:spLocks noChangeArrowheads="1"/>
            </p:cNvSpPr>
            <p:nvPr/>
          </p:nvSpPr>
          <p:spPr bwMode="auto"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0">
                  <a:solidFill>
                    <a:schemeClr val="bg1"/>
                  </a:solidFill>
                  <a:latin typeface="隶书" pitchFamily="49" charset="-122"/>
                  <a:ea typeface="隶书" pitchFamily="49" charset="-122"/>
                </a:rPr>
                <a:t>下 页</a:t>
              </a:r>
            </a:p>
          </p:txBody>
        </p:sp>
      </p:grpSp>
      <p:grpSp>
        <p:nvGrpSpPr>
          <p:cNvPr id="174092" name="Group 27"/>
          <p:cNvGrpSpPr>
            <a:grpSpLocks/>
          </p:cNvGrpSpPr>
          <p:nvPr/>
        </p:nvGrpSpPr>
        <p:grpSpPr bwMode="auto">
          <a:xfrm>
            <a:off x="7453313" y="6446838"/>
            <a:ext cx="792162" cy="366712"/>
            <a:chOff x="4649" y="4020"/>
            <a:chExt cx="499" cy="231"/>
          </a:xfrm>
        </p:grpSpPr>
        <p:pic>
          <p:nvPicPr>
            <p:cNvPr id="174093" name="Picture 28" descr="78900"/>
            <p:cNvPicPr>
              <a:picLocks noChangeAspect="1" noChangeArrowheads="1"/>
            </p:cNvPicPr>
            <p:nvPr/>
          </p:nvPicPr>
          <p:blipFill>
            <a:blip r:embed="rId8"/>
            <a:srcRect/>
            <a:stretch>
              <a:fillRect/>
            </a:stretch>
          </p:blipFill>
          <p:spPr bwMode="auto"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74094" name="Text Box 29">
              <a:hlinkClick r:id="" action="ppaction://hlinkshowjump?jump=previousslide"/>
            </p:cNvPr>
            <p:cNvSpPr txBox="1">
              <a:spLocks noChangeArrowheads="1"/>
            </p:cNvSpPr>
            <p:nvPr/>
          </p:nvSpPr>
          <p:spPr bwMode="auto"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0">
                  <a:solidFill>
                    <a:schemeClr val="bg1"/>
                  </a:solidFill>
                  <a:latin typeface="隶书" pitchFamily="49" charset="-122"/>
                  <a:ea typeface="隶书" pitchFamily="49" charset="-122"/>
                </a:rPr>
                <a:t>上 页</a:t>
              </a:r>
            </a:p>
          </p:txBody>
        </p:sp>
      </p:grpSp>
      <p:grpSp>
        <p:nvGrpSpPr>
          <p:cNvPr id="273443" name="Group 35"/>
          <p:cNvGrpSpPr>
            <a:grpSpLocks/>
          </p:cNvGrpSpPr>
          <p:nvPr/>
        </p:nvGrpSpPr>
        <p:grpSpPr bwMode="auto">
          <a:xfrm>
            <a:off x="1258888" y="4437063"/>
            <a:ext cx="7081837" cy="527050"/>
            <a:chOff x="793" y="2795"/>
            <a:chExt cx="4461" cy="332"/>
          </a:xfrm>
        </p:grpSpPr>
        <p:sp>
          <p:nvSpPr>
            <p:cNvPr id="174096" name="Text Box 32"/>
            <p:cNvSpPr txBox="1">
              <a:spLocks noChangeArrowheads="1"/>
            </p:cNvSpPr>
            <p:nvPr/>
          </p:nvSpPr>
          <p:spPr bwMode="auto">
            <a:xfrm>
              <a:off x="793" y="2795"/>
              <a:ext cx="1129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zh-CN" altLang="en-US">
                  <a:latin typeface="楷体_GB2312" pitchFamily="49" charset="-122"/>
                </a:rPr>
                <a:t>设例</a:t>
              </a:r>
              <a:r>
                <a:rPr lang="en-US" altLang="zh-CN">
                  <a:latin typeface="楷体_GB2312" pitchFamily="49" charset="-122"/>
                </a:rPr>
                <a:t>1</a:t>
              </a:r>
              <a:r>
                <a:rPr lang="zh-CN" altLang="en-US">
                  <a:latin typeface="楷体_GB2312" pitchFamily="49" charset="-122"/>
                </a:rPr>
                <a:t>中的</a:t>
              </a:r>
              <a:endParaRPr lang="zh-CN" altLang="en-US" b="0">
                <a:solidFill>
                  <a:schemeClr val="bg1"/>
                </a:solidFill>
                <a:latin typeface="Times New Roman" pitchFamily="18" charset="0"/>
                <a:sym typeface="Symbol" pitchFamily="18" charset="2"/>
              </a:endParaRPr>
            </a:p>
          </p:txBody>
        </p:sp>
        <p:sp>
          <p:nvSpPr>
            <p:cNvPr id="174097" name="Text Box 33"/>
            <p:cNvSpPr txBox="1">
              <a:spLocks noChangeArrowheads="1"/>
            </p:cNvSpPr>
            <p:nvPr/>
          </p:nvSpPr>
          <p:spPr bwMode="auto">
            <a:xfrm>
              <a:off x="4150" y="2795"/>
              <a:ext cx="1104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zh-CN" altLang="en-US">
                  <a:latin typeface="楷体_GB2312" pitchFamily="49" charset="-122"/>
                </a:rPr>
                <a:t>，求 </a:t>
              </a:r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</a:rPr>
                <a:t>u</a:t>
              </a:r>
              <a:r>
                <a:rPr lang="en-US" altLang="zh-CN" b="0" i="1" baseline="-25000">
                  <a:solidFill>
                    <a:schemeClr val="bg1"/>
                  </a:solidFill>
                  <a:latin typeface="Times New Roman" pitchFamily="18" charset="0"/>
                </a:rPr>
                <a:t>C</a:t>
              </a:r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</a:rPr>
                <a:t>(</a:t>
              </a:r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</a:rPr>
                <a:t>t</a:t>
              </a:r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</a:rPr>
                <a:t>)</a:t>
              </a:r>
            </a:p>
          </p:txBody>
        </p:sp>
        <p:graphicFrame>
          <p:nvGraphicFramePr>
            <p:cNvPr id="174098" name="Object 34"/>
            <p:cNvGraphicFramePr>
              <a:graphicFrameLocks noChangeAspect="1"/>
            </p:cNvGraphicFramePr>
            <p:nvPr/>
          </p:nvGraphicFramePr>
          <p:xfrm>
            <a:off x="1927" y="2795"/>
            <a:ext cx="2177" cy="332"/>
          </p:xfrm>
          <a:graphic>
            <a:graphicData uri="http://schemas.openxmlformats.org/presentationml/2006/ole">
              <p:oleObj spid="_x0000_s174098" r:id="rId9" imgW="1425240" imgH="207720" progId="Equation.3">
                <p:embed/>
              </p:oleObj>
            </a:graphicData>
          </a:graphic>
        </p:graphicFrame>
      </p:grpSp>
      <p:sp>
        <p:nvSpPr>
          <p:cNvPr id="273444" name="Text Box 36"/>
          <p:cNvSpPr txBox="1">
            <a:spLocks noChangeArrowheads="1"/>
          </p:cNvSpPr>
          <p:nvPr/>
        </p:nvSpPr>
        <p:spPr bwMode="auto">
          <a:xfrm>
            <a:off x="684213" y="5229225"/>
            <a:ext cx="647700" cy="519113"/>
          </a:xfrm>
          <a:prstGeom prst="rect">
            <a:avLst/>
          </a:prstGeom>
          <a:solidFill>
            <a:srgbClr val="990033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>
                <a:solidFill>
                  <a:schemeClr val="bg1"/>
                </a:solidFill>
                <a:ea typeface="宋体" pitchFamily="2" charset="-122"/>
              </a:rPr>
              <a:t>解</a:t>
            </a:r>
          </a:p>
        </p:txBody>
      </p:sp>
      <p:graphicFrame>
        <p:nvGraphicFramePr>
          <p:cNvPr id="273449" name="Object 41"/>
          <p:cNvGraphicFramePr>
            <a:graphicFrameLocks noChangeAspect="1"/>
          </p:cNvGraphicFramePr>
          <p:nvPr/>
        </p:nvGraphicFramePr>
        <p:xfrm>
          <a:off x="1619250" y="5229225"/>
          <a:ext cx="4124325" cy="527050"/>
        </p:xfrm>
        <a:graphic>
          <a:graphicData uri="http://schemas.openxmlformats.org/presentationml/2006/ole">
            <p:oleObj spid="_x0000_s174100" r:id="rId10" imgW="1703520" imgH="207720" progId="Equation.3">
              <p:embed/>
            </p:oleObj>
          </a:graphicData>
        </a:graphic>
      </p:graphicFrame>
      <p:graphicFrame>
        <p:nvGraphicFramePr>
          <p:cNvPr id="273450" name="Object 42"/>
          <p:cNvGraphicFramePr>
            <a:graphicFrameLocks noChangeAspect="1"/>
          </p:cNvGraphicFramePr>
          <p:nvPr/>
        </p:nvGraphicFramePr>
        <p:xfrm>
          <a:off x="2268538" y="5876925"/>
          <a:ext cx="2543175" cy="620713"/>
        </p:xfrm>
        <a:graphic>
          <a:graphicData uri="http://schemas.openxmlformats.org/presentationml/2006/ole">
            <p:oleObj spid="_x0000_s174101" r:id="rId11" imgW="938520" imgH="219240" progId="Equation.3">
              <p:embed/>
            </p:oleObj>
          </a:graphicData>
        </a:graphic>
      </p:graphicFrame>
      <p:grpSp>
        <p:nvGrpSpPr>
          <p:cNvPr id="174102" name="Group 43"/>
          <p:cNvGrpSpPr>
            <a:grpSpLocks/>
          </p:cNvGrpSpPr>
          <p:nvPr/>
        </p:nvGrpSpPr>
        <p:grpSpPr bwMode="auto">
          <a:xfrm>
            <a:off x="6588125" y="6446838"/>
            <a:ext cx="792163" cy="366712"/>
            <a:chOff x="4649" y="4020"/>
            <a:chExt cx="499" cy="231"/>
          </a:xfrm>
        </p:grpSpPr>
        <p:pic>
          <p:nvPicPr>
            <p:cNvPr id="174103" name="Picture 44" descr="78900"/>
            <p:cNvPicPr>
              <a:picLocks noChangeAspect="1" noChangeArrowheads="1"/>
            </p:cNvPicPr>
            <p:nvPr/>
          </p:nvPicPr>
          <p:blipFill>
            <a:blip r:embed="rId8"/>
            <a:srcRect/>
            <a:stretch>
              <a:fillRect/>
            </a:stretch>
          </p:blipFill>
          <p:spPr bwMode="auto"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74104" name="Text Box 45">
              <a:hlinkClick r:id="rId12" action="ppaction://hlinksldjump"/>
            </p:cNvPr>
            <p:cNvSpPr txBox="1">
              <a:spLocks noChangeArrowheads="1"/>
            </p:cNvSpPr>
            <p:nvPr/>
          </p:nvSpPr>
          <p:spPr bwMode="auto"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0">
                  <a:solidFill>
                    <a:schemeClr val="bg1"/>
                  </a:solidFill>
                  <a:latin typeface="隶书" pitchFamily="49" charset="-122"/>
                  <a:ea typeface="隶书" pitchFamily="49" charset="-122"/>
                </a:rPr>
                <a:t>返 回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734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734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734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734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2734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2734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2734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2734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2734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2734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2734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2734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2734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2734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1000"/>
                                        <p:tgtEl>
                                          <p:spTgt spid="2734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8" dur="500"/>
                                        <p:tgtEl>
                                          <p:spTgt spid="2734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3418" grpId="0"/>
      <p:bldP spid="273444" grpId="0" animBg="1"/>
    </p:bldLst>
  </p:timing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81612" name="Object 12"/>
          <p:cNvGraphicFramePr>
            <a:graphicFrameLocks noChangeAspect="1"/>
          </p:cNvGraphicFramePr>
          <p:nvPr/>
        </p:nvGraphicFramePr>
        <p:xfrm>
          <a:off x="1287463" y="549275"/>
          <a:ext cx="5341937" cy="792163"/>
        </p:xfrm>
        <a:graphic>
          <a:graphicData uri="http://schemas.openxmlformats.org/presentationml/2006/ole">
            <p:oleObj spid="_x0000_s175105" r:id="rId3" imgW="2085840" imgH="299880" progId="Equation.3">
              <p:embed/>
            </p:oleObj>
          </a:graphicData>
        </a:graphic>
      </p:graphicFrame>
      <p:grpSp>
        <p:nvGrpSpPr>
          <p:cNvPr id="281614" name="Group 14"/>
          <p:cNvGrpSpPr>
            <a:grpSpLocks/>
          </p:cNvGrpSpPr>
          <p:nvPr/>
        </p:nvGrpSpPr>
        <p:grpSpPr bwMode="auto">
          <a:xfrm>
            <a:off x="4284663" y="1268413"/>
            <a:ext cx="1708150" cy="519112"/>
            <a:chOff x="2352" y="1488"/>
            <a:chExt cx="1076" cy="327"/>
          </a:xfrm>
        </p:grpSpPr>
        <p:sp>
          <p:nvSpPr>
            <p:cNvPr id="175107" name="AutoShape 15"/>
            <p:cNvSpPr>
              <a:spLocks/>
            </p:cNvSpPr>
            <p:nvPr/>
          </p:nvSpPr>
          <p:spPr bwMode="auto">
            <a:xfrm rot="-5400000">
              <a:off x="2808" y="1032"/>
              <a:ext cx="48" cy="960"/>
            </a:xfrm>
            <a:prstGeom prst="leftBrace">
              <a:avLst>
                <a:gd name="adj1" fmla="val 166389"/>
                <a:gd name="adj2" fmla="val 50000"/>
              </a:avLst>
            </a:prstGeom>
            <a:solidFill>
              <a:srgbClr val="00FF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5108" name="Text Box 16"/>
            <p:cNvSpPr txBox="1">
              <a:spLocks noChangeArrowheads="1"/>
            </p:cNvSpPr>
            <p:nvPr/>
          </p:nvSpPr>
          <p:spPr bwMode="auto">
            <a:xfrm>
              <a:off x="2412" y="1488"/>
              <a:ext cx="1016" cy="327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r>
                <a:rPr lang="zh-CN" altLang="en-US">
                  <a:latin typeface="Times New Roman" pitchFamily="18" charset="0"/>
                </a:rPr>
                <a:t>被积函数</a:t>
              </a:r>
            </a:p>
          </p:txBody>
        </p:sp>
      </p:grpSp>
      <p:grpSp>
        <p:nvGrpSpPr>
          <p:cNvPr id="281617" name="Group 17"/>
          <p:cNvGrpSpPr>
            <a:grpSpLocks/>
          </p:cNvGrpSpPr>
          <p:nvPr/>
        </p:nvGrpSpPr>
        <p:grpSpPr bwMode="auto">
          <a:xfrm>
            <a:off x="6588125" y="620713"/>
            <a:ext cx="2232025" cy="519112"/>
            <a:chOff x="3678" y="1153"/>
            <a:chExt cx="1302" cy="327"/>
          </a:xfrm>
        </p:grpSpPr>
        <p:sp>
          <p:nvSpPr>
            <p:cNvPr id="175110" name="Text Box 18"/>
            <p:cNvSpPr txBox="1">
              <a:spLocks noChangeArrowheads="1"/>
            </p:cNvSpPr>
            <p:nvPr/>
          </p:nvSpPr>
          <p:spPr bwMode="auto">
            <a:xfrm>
              <a:off x="3964" y="1153"/>
              <a:ext cx="1016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r>
                <a:rPr lang="zh-CN" altLang="en-US">
                  <a:latin typeface="Times New Roman" pitchFamily="18" charset="0"/>
                  <a:sym typeface="Symbol" pitchFamily="18" charset="2"/>
                </a:rPr>
                <a:t>积分变量</a:t>
              </a:r>
            </a:p>
          </p:txBody>
        </p:sp>
        <p:sp>
          <p:nvSpPr>
            <p:cNvPr id="175111" name="Line 19"/>
            <p:cNvSpPr>
              <a:spLocks noChangeShapeType="1"/>
            </p:cNvSpPr>
            <p:nvPr/>
          </p:nvSpPr>
          <p:spPr bwMode="auto">
            <a:xfrm flipV="1">
              <a:off x="3678" y="1337"/>
              <a:ext cx="446" cy="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 type="triangle" w="med" len="med"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75112" name="Group 24"/>
          <p:cNvGrpSpPr>
            <a:grpSpLocks/>
          </p:cNvGrpSpPr>
          <p:nvPr/>
        </p:nvGrpSpPr>
        <p:grpSpPr bwMode="auto"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175113" name="Picture 25" descr="78900"/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75114" name="Text Box 26">
              <a:hlinkClick r:id="" action="ppaction://hlinkshowjump?jump=nextslide"/>
            </p:cNvPr>
            <p:cNvSpPr txBox="1">
              <a:spLocks noChangeArrowheads="1"/>
            </p:cNvSpPr>
            <p:nvPr/>
          </p:nvSpPr>
          <p:spPr bwMode="auto"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0">
                  <a:solidFill>
                    <a:schemeClr val="bg1"/>
                  </a:solidFill>
                  <a:latin typeface="隶书" pitchFamily="49" charset="-122"/>
                  <a:ea typeface="隶书" pitchFamily="49" charset="-122"/>
                </a:rPr>
                <a:t>下 页</a:t>
              </a:r>
            </a:p>
          </p:txBody>
        </p:sp>
      </p:grpSp>
      <p:grpSp>
        <p:nvGrpSpPr>
          <p:cNvPr id="175115" name="Group 27"/>
          <p:cNvGrpSpPr>
            <a:grpSpLocks/>
          </p:cNvGrpSpPr>
          <p:nvPr/>
        </p:nvGrpSpPr>
        <p:grpSpPr bwMode="auto">
          <a:xfrm>
            <a:off x="7453313" y="6446838"/>
            <a:ext cx="792162" cy="366712"/>
            <a:chOff x="4649" y="4020"/>
            <a:chExt cx="499" cy="231"/>
          </a:xfrm>
        </p:grpSpPr>
        <p:pic>
          <p:nvPicPr>
            <p:cNvPr id="175116" name="Picture 28" descr="78900"/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75117" name="Text Box 29">
              <a:hlinkClick r:id="" action="ppaction://hlinkshowjump?jump=previousslide"/>
            </p:cNvPr>
            <p:cNvSpPr txBox="1">
              <a:spLocks noChangeArrowheads="1"/>
            </p:cNvSpPr>
            <p:nvPr/>
          </p:nvSpPr>
          <p:spPr bwMode="auto"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0">
                  <a:solidFill>
                    <a:schemeClr val="bg1"/>
                  </a:solidFill>
                  <a:latin typeface="隶书" pitchFamily="49" charset="-122"/>
                  <a:ea typeface="隶书" pitchFamily="49" charset="-122"/>
                </a:rPr>
                <a:t>上 页</a:t>
              </a:r>
            </a:p>
          </p:txBody>
        </p:sp>
      </p:grpSp>
      <p:grpSp>
        <p:nvGrpSpPr>
          <p:cNvPr id="281698" name="Group 98"/>
          <p:cNvGrpSpPr>
            <a:grpSpLocks/>
          </p:cNvGrpSpPr>
          <p:nvPr/>
        </p:nvGrpSpPr>
        <p:grpSpPr bwMode="auto">
          <a:xfrm>
            <a:off x="5364163" y="1125538"/>
            <a:ext cx="3384550" cy="735012"/>
            <a:chOff x="3379" y="709"/>
            <a:chExt cx="2132" cy="463"/>
          </a:xfrm>
        </p:grpSpPr>
        <p:sp>
          <p:nvSpPr>
            <p:cNvPr id="175119" name="Text Box 21"/>
            <p:cNvSpPr txBox="1">
              <a:spLocks noChangeArrowheads="1"/>
            </p:cNvSpPr>
            <p:nvPr/>
          </p:nvSpPr>
          <p:spPr bwMode="auto">
            <a:xfrm>
              <a:off x="4468" y="845"/>
              <a:ext cx="1043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r>
                <a:rPr lang="zh-CN" altLang="en-US">
                  <a:solidFill>
                    <a:schemeClr val="accent1"/>
                  </a:solidFill>
                  <a:latin typeface="Times New Roman" pitchFamily="18" charset="0"/>
                  <a:sym typeface="Symbol" pitchFamily="18" charset="2"/>
                </a:rPr>
                <a:t>参变量</a:t>
              </a:r>
              <a:endParaRPr lang="zh-CN" altLang="en-US">
                <a:solidFill>
                  <a:srgbClr val="3333FF"/>
                </a:solidFill>
                <a:latin typeface="Times New Roman" pitchFamily="18" charset="0"/>
                <a:sym typeface="Symbol" pitchFamily="18" charset="2"/>
              </a:endParaRPr>
            </a:p>
          </p:txBody>
        </p:sp>
        <p:sp>
          <p:nvSpPr>
            <p:cNvPr id="175120" name="Line 30"/>
            <p:cNvSpPr>
              <a:spLocks noChangeShapeType="1"/>
            </p:cNvSpPr>
            <p:nvPr/>
          </p:nvSpPr>
          <p:spPr bwMode="auto">
            <a:xfrm flipH="1" flipV="1">
              <a:off x="3379" y="709"/>
              <a:ext cx="1134" cy="272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281666" name="Group 66"/>
          <p:cNvGrpSpPr>
            <a:grpSpLocks/>
          </p:cNvGrpSpPr>
          <p:nvPr/>
        </p:nvGrpSpPr>
        <p:grpSpPr bwMode="auto">
          <a:xfrm>
            <a:off x="1258888" y="2565400"/>
            <a:ext cx="3097212" cy="1958975"/>
            <a:chOff x="793" y="981"/>
            <a:chExt cx="1951" cy="1234"/>
          </a:xfrm>
        </p:grpSpPr>
        <p:grpSp>
          <p:nvGrpSpPr>
            <p:cNvPr id="175122" name="Group 53"/>
            <p:cNvGrpSpPr>
              <a:grpSpLocks/>
            </p:cNvGrpSpPr>
            <p:nvPr/>
          </p:nvGrpSpPr>
          <p:grpSpPr bwMode="auto">
            <a:xfrm>
              <a:off x="793" y="981"/>
              <a:ext cx="1633" cy="1234"/>
              <a:chOff x="476" y="981"/>
              <a:chExt cx="1633" cy="1234"/>
            </a:xfrm>
          </p:grpSpPr>
          <p:sp>
            <p:nvSpPr>
              <p:cNvPr id="175123" name="Line 35"/>
              <p:cNvSpPr>
                <a:spLocks noChangeShapeType="1"/>
              </p:cNvSpPr>
              <p:nvPr/>
            </p:nvSpPr>
            <p:spPr bwMode="auto">
              <a:xfrm flipV="1">
                <a:off x="476" y="1933"/>
                <a:ext cx="1633" cy="0"/>
              </a:xfrm>
              <a:prstGeom prst="line">
                <a:avLst/>
              </a:prstGeom>
              <a:noFill/>
              <a:ln w="28575">
                <a:solidFill>
                  <a:srgbClr val="FFFF00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5124" name="Line 36"/>
              <p:cNvSpPr>
                <a:spLocks noChangeShapeType="1"/>
              </p:cNvSpPr>
              <p:nvPr/>
            </p:nvSpPr>
            <p:spPr bwMode="auto">
              <a:xfrm flipV="1">
                <a:off x="1020" y="1162"/>
                <a:ext cx="0" cy="771"/>
              </a:xfrm>
              <a:prstGeom prst="line">
                <a:avLst/>
              </a:prstGeom>
              <a:noFill/>
              <a:ln w="28575">
                <a:solidFill>
                  <a:srgbClr val="FFFF00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5125" name="Text Box 37"/>
              <p:cNvSpPr txBox="1">
                <a:spLocks noChangeArrowheads="1"/>
              </p:cNvSpPr>
              <p:nvPr/>
            </p:nvSpPr>
            <p:spPr bwMode="auto">
              <a:xfrm>
                <a:off x="1060" y="981"/>
                <a:ext cx="514" cy="32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pPr algn="ctr"/>
                <a:r>
                  <a:rPr lang="en-US" altLang="zh-CN" b="0" i="1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rPr>
                  <a:t>f</a:t>
                </a:r>
                <a:r>
                  <a:rPr lang="en-US" altLang="zh-CN" b="0" baseline="-250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rPr>
                  <a:t>1</a:t>
                </a:r>
                <a:r>
                  <a:rPr lang="en-US" altLang="zh-CN" b="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rPr>
                  <a:t>(</a:t>
                </a:r>
                <a:r>
                  <a:rPr lang="en-US" altLang="zh-CN" b="0" i="1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  <a:sym typeface="Symbol" pitchFamily="18" charset="2"/>
                  </a:rPr>
                  <a:t></a:t>
                </a:r>
                <a:r>
                  <a:rPr lang="en-US" altLang="zh-CN" b="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  <a:sym typeface="Symbol" pitchFamily="18" charset="2"/>
                  </a:rPr>
                  <a:t>)</a:t>
                </a:r>
              </a:p>
            </p:txBody>
          </p:sp>
          <p:sp>
            <p:nvSpPr>
              <p:cNvPr id="175126" name="Text Box 38"/>
              <p:cNvSpPr txBox="1">
                <a:spLocks noChangeArrowheads="1"/>
              </p:cNvSpPr>
              <p:nvPr/>
            </p:nvSpPr>
            <p:spPr bwMode="auto">
              <a:xfrm>
                <a:off x="792" y="1298"/>
                <a:ext cx="228" cy="32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pPr algn="ctr"/>
                <a:r>
                  <a:rPr lang="en-US" altLang="zh-CN" b="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rPr>
                  <a:t>1</a:t>
                </a:r>
              </a:p>
            </p:txBody>
          </p:sp>
          <p:sp>
            <p:nvSpPr>
              <p:cNvPr id="175127" name="Line 39"/>
              <p:cNvSpPr>
                <a:spLocks noChangeShapeType="1"/>
              </p:cNvSpPr>
              <p:nvPr/>
            </p:nvSpPr>
            <p:spPr bwMode="auto">
              <a:xfrm>
                <a:off x="1014" y="1619"/>
                <a:ext cx="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grpSp>
            <p:nvGrpSpPr>
              <p:cNvPr id="175128" name="Group 40"/>
              <p:cNvGrpSpPr>
                <a:grpSpLocks/>
              </p:cNvGrpSpPr>
              <p:nvPr/>
            </p:nvGrpSpPr>
            <p:grpSpPr bwMode="auto">
              <a:xfrm>
                <a:off x="1020" y="1480"/>
                <a:ext cx="499" cy="453"/>
                <a:chOff x="1480" y="393"/>
                <a:chExt cx="405" cy="326"/>
              </a:xfrm>
            </p:grpSpPr>
            <p:sp>
              <p:nvSpPr>
                <p:cNvPr id="175129" name="Line 41"/>
                <p:cNvSpPr>
                  <a:spLocks noChangeShapeType="1"/>
                </p:cNvSpPr>
                <p:nvPr/>
              </p:nvSpPr>
              <p:spPr bwMode="auto">
                <a:xfrm>
                  <a:off x="1480" y="393"/>
                  <a:ext cx="405" cy="0"/>
                </a:xfrm>
                <a:prstGeom prst="line">
                  <a:avLst/>
                </a:prstGeom>
                <a:noFill/>
                <a:ln w="28575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75130" name="Line 42"/>
                <p:cNvSpPr>
                  <a:spLocks noChangeShapeType="1"/>
                </p:cNvSpPr>
                <p:nvPr/>
              </p:nvSpPr>
              <p:spPr bwMode="auto">
                <a:xfrm>
                  <a:off x="1885" y="393"/>
                  <a:ext cx="0" cy="326"/>
                </a:xfrm>
                <a:prstGeom prst="line">
                  <a:avLst/>
                </a:prstGeom>
                <a:noFill/>
                <a:ln w="28575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175131" name="Text Box 43"/>
              <p:cNvSpPr txBox="1">
                <a:spLocks noChangeArrowheads="1"/>
              </p:cNvSpPr>
              <p:nvPr/>
            </p:nvSpPr>
            <p:spPr bwMode="auto">
              <a:xfrm>
                <a:off x="930" y="1888"/>
                <a:ext cx="228" cy="32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pPr algn="ctr"/>
                <a:r>
                  <a:rPr lang="en-US" altLang="zh-CN" b="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rPr>
                  <a:t>0</a:t>
                </a:r>
              </a:p>
            </p:txBody>
          </p:sp>
          <p:sp>
            <p:nvSpPr>
              <p:cNvPr id="175132" name="Text Box 44"/>
              <p:cNvSpPr txBox="1">
                <a:spLocks noChangeArrowheads="1"/>
              </p:cNvSpPr>
              <p:nvPr/>
            </p:nvSpPr>
            <p:spPr bwMode="auto">
              <a:xfrm>
                <a:off x="1429" y="1888"/>
                <a:ext cx="228" cy="32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pPr algn="ctr"/>
                <a:r>
                  <a:rPr lang="en-US" altLang="zh-CN" b="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rPr>
                  <a:t>1</a:t>
                </a:r>
              </a:p>
            </p:txBody>
          </p:sp>
        </p:grpSp>
        <p:sp>
          <p:nvSpPr>
            <p:cNvPr id="175133" name="Text Box 65"/>
            <p:cNvSpPr txBox="1">
              <a:spLocks noChangeArrowheads="1"/>
            </p:cNvSpPr>
            <p:nvPr/>
          </p:nvSpPr>
          <p:spPr bwMode="auto">
            <a:xfrm>
              <a:off x="2290" y="1797"/>
              <a:ext cx="454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pPr algn="ctr"/>
              <a:r>
                <a:rPr lang="en-US" altLang="en-US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  <a:sym typeface="Symbol" pitchFamily="18" charset="2"/>
                </a:rPr>
                <a:t></a:t>
              </a:r>
            </a:p>
          </p:txBody>
        </p:sp>
      </p:grpSp>
      <p:grpSp>
        <p:nvGrpSpPr>
          <p:cNvPr id="281705" name="Group 105"/>
          <p:cNvGrpSpPr>
            <a:grpSpLocks/>
          </p:cNvGrpSpPr>
          <p:nvPr/>
        </p:nvGrpSpPr>
        <p:grpSpPr bwMode="auto">
          <a:xfrm>
            <a:off x="4932363" y="2924175"/>
            <a:ext cx="3097212" cy="1598613"/>
            <a:chOff x="3107" y="1706"/>
            <a:chExt cx="1951" cy="1007"/>
          </a:xfrm>
        </p:grpSpPr>
        <p:sp>
          <p:nvSpPr>
            <p:cNvPr id="175135" name="Line 57"/>
            <p:cNvSpPr>
              <a:spLocks noChangeShapeType="1"/>
            </p:cNvSpPr>
            <p:nvPr/>
          </p:nvSpPr>
          <p:spPr bwMode="auto">
            <a:xfrm>
              <a:off x="3152" y="2431"/>
              <a:ext cx="1633" cy="0"/>
            </a:xfrm>
            <a:prstGeom prst="line">
              <a:avLst/>
            </a:prstGeom>
            <a:noFill/>
            <a:ln w="28575">
              <a:solidFill>
                <a:srgbClr val="FFFF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36" name="Line 58"/>
            <p:cNvSpPr>
              <a:spLocks noChangeShapeType="1"/>
            </p:cNvSpPr>
            <p:nvPr/>
          </p:nvSpPr>
          <p:spPr bwMode="auto">
            <a:xfrm flipH="1" flipV="1">
              <a:off x="3832" y="1751"/>
              <a:ext cx="2" cy="666"/>
            </a:xfrm>
            <a:prstGeom prst="line">
              <a:avLst/>
            </a:prstGeom>
            <a:noFill/>
            <a:ln w="28575">
              <a:solidFill>
                <a:srgbClr val="FFFF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37" name="Text Box 59"/>
            <p:cNvSpPr txBox="1">
              <a:spLocks noChangeArrowheads="1"/>
            </p:cNvSpPr>
            <p:nvPr/>
          </p:nvSpPr>
          <p:spPr bwMode="auto">
            <a:xfrm>
              <a:off x="4604" y="2250"/>
              <a:ext cx="454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pPr algn="ctr"/>
              <a:r>
                <a:rPr lang="en-US" altLang="en-US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  <a:sym typeface="Symbol" pitchFamily="18" charset="2"/>
                </a:rPr>
                <a:t></a:t>
              </a:r>
            </a:p>
          </p:txBody>
        </p:sp>
        <p:sp>
          <p:nvSpPr>
            <p:cNvPr id="175138" name="Text Box 60"/>
            <p:cNvSpPr txBox="1">
              <a:spLocks noChangeArrowheads="1"/>
            </p:cNvSpPr>
            <p:nvPr/>
          </p:nvSpPr>
          <p:spPr bwMode="auto">
            <a:xfrm>
              <a:off x="3905" y="1706"/>
              <a:ext cx="626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f</a:t>
              </a:r>
              <a:r>
                <a:rPr lang="en-US" altLang="zh-CN" b="0" baseline="-2500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2</a:t>
              </a:r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(</a:t>
              </a:r>
              <a:r>
                <a:rPr lang="en-US" altLang="zh-CN" b="0">
                  <a:solidFill>
                    <a:schemeClr val="bg1"/>
                  </a:solidFill>
                  <a:latin typeface="宋体" pitchFamily="2" charset="-122"/>
                  <a:ea typeface="宋体" pitchFamily="2" charset="-122"/>
                </a:rPr>
                <a:t>-</a:t>
              </a:r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  <a:sym typeface="Symbol" pitchFamily="18" charset="2"/>
                </a:rPr>
                <a:t></a:t>
              </a:r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  <a:sym typeface="Symbol" pitchFamily="18" charset="2"/>
                </a:rPr>
                <a:t>)</a:t>
              </a:r>
            </a:p>
          </p:txBody>
        </p:sp>
        <p:sp>
          <p:nvSpPr>
            <p:cNvPr id="175139" name="Freeform 61"/>
            <p:cNvSpPr>
              <a:spLocks noChangeArrowheads="1"/>
            </p:cNvSpPr>
            <p:nvPr/>
          </p:nvSpPr>
          <p:spPr bwMode="auto">
            <a:xfrm>
              <a:off x="3107" y="2069"/>
              <a:ext cx="726" cy="317"/>
            </a:xfrm>
            <a:custGeom>
              <a:avLst/>
              <a:gdLst/>
              <a:ahLst/>
              <a:cxnLst>
                <a:cxn ang="0">
                  <a:pos x="506" y="0"/>
                </a:cxn>
                <a:cxn ang="0">
                  <a:pos x="409" y="74"/>
                </a:cxn>
                <a:cxn ang="0">
                  <a:pos x="228" y="132"/>
                </a:cxn>
                <a:cxn ang="0">
                  <a:pos x="0" y="165"/>
                </a:cxn>
              </a:cxnLst>
              <a:rect l="0" t="0" r="r" b="b"/>
              <a:pathLst>
                <a:path w="506" h="165">
                  <a:moveTo>
                    <a:pt x="506" y="0"/>
                  </a:moveTo>
                  <a:cubicBezTo>
                    <a:pt x="490" y="12"/>
                    <a:pt x="455" y="52"/>
                    <a:pt x="409" y="74"/>
                  </a:cubicBezTo>
                  <a:cubicBezTo>
                    <a:pt x="363" y="96"/>
                    <a:pt x="296" y="117"/>
                    <a:pt x="228" y="132"/>
                  </a:cubicBezTo>
                  <a:cubicBezTo>
                    <a:pt x="160" y="147"/>
                    <a:pt x="47" y="158"/>
                    <a:pt x="0" y="165"/>
                  </a:cubicBezTo>
                </a:path>
              </a:pathLst>
            </a:custGeom>
            <a:noFill/>
            <a:ln w="28575">
              <a:solidFill>
                <a:schemeClr val="accent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40" name="Text Box 62"/>
            <p:cNvSpPr txBox="1">
              <a:spLocks noChangeArrowheads="1"/>
            </p:cNvSpPr>
            <p:nvPr/>
          </p:nvSpPr>
          <p:spPr bwMode="auto">
            <a:xfrm>
              <a:off x="3560" y="1887"/>
              <a:ext cx="228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1</a:t>
              </a:r>
            </a:p>
          </p:txBody>
        </p:sp>
        <p:sp>
          <p:nvSpPr>
            <p:cNvPr id="175141" name="Text Box 63"/>
            <p:cNvSpPr txBox="1">
              <a:spLocks noChangeArrowheads="1"/>
            </p:cNvSpPr>
            <p:nvPr/>
          </p:nvSpPr>
          <p:spPr bwMode="auto">
            <a:xfrm>
              <a:off x="3696" y="2386"/>
              <a:ext cx="228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0</a:t>
              </a:r>
            </a:p>
          </p:txBody>
        </p:sp>
      </p:grpSp>
      <p:sp>
        <p:nvSpPr>
          <p:cNvPr id="281699" name="Text Box 99"/>
          <p:cNvSpPr txBox="1">
            <a:spLocks noChangeArrowheads="1"/>
          </p:cNvSpPr>
          <p:nvPr/>
        </p:nvSpPr>
        <p:spPr bwMode="auto">
          <a:xfrm>
            <a:off x="1042988" y="1844675"/>
            <a:ext cx="447040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lang="zh-CN" altLang="en-US">
                <a:latin typeface="Times New Roman" pitchFamily="18" charset="0"/>
              </a:rPr>
              <a:t>由图解过程确定积分上下限</a:t>
            </a:r>
          </a:p>
        </p:txBody>
      </p:sp>
      <p:graphicFrame>
        <p:nvGraphicFramePr>
          <p:cNvPr id="281700" name="Object 100"/>
          <p:cNvGraphicFramePr>
            <a:graphicFrameLocks noChangeAspect="1"/>
          </p:cNvGraphicFramePr>
          <p:nvPr/>
        </p:nvGraphicFramePr>
        <p:xfrm>
          <a:off x="1116013" y="4652963"/>
          <a:ext cx="7104062" cy="581025"/>
        </p:xfrm>
        <a:graphic>
          <a:graphicData uri="http://schemas.openxmlformats.org/presentationml/2006/ole">
            <p:oleObj spid="_x0000_s175143" r:id="rId5" imgW="2815920" imgH="219240" progId="Equation.3">
              <p:embed/>
            </p:oleObj>
          </a:graphicData>
        </a:graphic>
      </p:graphicFrame>
      <p:grpSp>
        <p:nvGrpSpPr>
          <p:cNvPr id="175144" name="Group 102"/>
          <p:cNvGrpSpPr>
            <a:grpSpLocks/>
          </p:cNvGrpSpPr>
          <p:nvPr/>
        </p:nvGrpSpPr>
        <p:grpSpPr bwMode="auto">
          <a:xfrm>
            <a:off x="6588125" y="6446838"/>
            <a:ext cx="792163" cy="366712"/>
            <a:chOff x="4649" y="4020"/>
            <a:chExt cx="499" cy="231"/>
          </a:xfrm>
        </p:grpSpPr>
        <p:pic>
          <p:nvPicPr>
            <p:cNvPr id="175145" name="Picture 103" descr="78900"/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75146" name="Text Box 104">
              <a:hlinkClick r:id="rId6" action="ppaction://hlinksldjump"/>
            </p:cNvPr>
            <p:cNvSpPr txBox="1">
              <a:spLocks noChangeArrowheads="1"/>
            </p:cNvSpPr>
            <p:nvPr/>
          </p:nvSpPr>
          <p:spPr bwMode="auto"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0">
                  <a:solidFill>
                    <a:schemeClr val="bg1"/>
                  </a:solidFill>
                  <a:latin typeface="隶书" pitchFamily="49" charset="-122"/>
                  <a:ea typeface="隶书" pitchFamily="49" charset="-122"/>
                </a:rPr>
                <a:t>返 回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816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6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816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6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816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6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816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6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816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6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2816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7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2817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2817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1699" grpId="0"/>
    </p:bldLst>
  </p:timing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5558" name="Group 102"/>
          <p:cNvGrpSpPr>
            <a:grpSpLocks/>
          </p:cNvGrpSpPr>
          <p:nvPr/>
        </p:nvGrpSpPr>
        <p:grpSpPr bwMode="auto">
          <a:xfrm>
            <a:off x="2843213" y="765175"/>
            <a:ext cx="4033837" cy="2028825"/>
            <a:chOff x="2064" y="256"/>
            <a:chExt cx="2541" cy="1278"/>
          </a:xfrm>
        </p:grpSpPr>
        <p:sp>
          <p:nvSpPr>
            <p:cNvPr id="176130" name="Line 4"/>
            <p:cNvSpPr>
              <a:spLocks noChangeShapeType="1"/>
            </p:cNvSpPr>
            <p:nvPr/>
          </p:nvSpPr>
          <p:spPr bwMode="auto">
            <a:xfrm>
              <a:off x="2421" y="1009"/>
              <a:ext cx="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131" name="Text Box 7"/>
            <p:cNvSpPr txBox="1">
              <a:spLocks noChangeArrowheads="1"/>
            </p:cNvSpPr>
            <p:nvPr/>
          </p:nvSpPr>
          <p:spPr bwMode="auto">
            <a:xfrm>
              <a:off x="4286" y="1071"/>
              <a:ext cx="319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pPr algn="ctr"/>
              <a:r>
                <a:rPr lang="en-US" altLang="en-US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  <a:sym typeface="Symbol" pitchFamily="18" charset="2"/>
                </a:rPr>
                <a:t> </a:t>
              </a:r>
            </a:p>
          </p:txBody>
        </p:sp>
        <p:sp>
          <p:nvSpPr>
            <p:cNvPr id="176132" name="Line 8"/>
            <p:cNvSpPr>
              <a:spLocks noChangeShapeType="1"/>
            </p:cNvSpPr>
            <p:nvPr/>
          </p:nvSpPr>
          <p:spPr bwMode="auto">
            <a:xfrm>
              <a:off x="2064" y="1253"/>
              <a:ext cx="2313" cy="0"/>
            </a:xfrm>
            <a:prstGeom prst="line">
              <a:avLst/>
            </a:prstGeom>
            <a:noFill/>
            <a:ln w="28575">
              <a:solidFill>
                <a:srgbClr val="FFFF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133" name="Line 9"/>
            <p:cNvSpPr>
              <a:spLocks noChangeShapeType="1"/>
            </p:cNvSpPr>
            <p:nvPr/>
          </p:nvSpPr>
          <p:spPr bwMode="auto">
            <a:xfrm flipV="1">
              <a:off x="2608" y="256"/>
              <a:ext cx="0" cy="997"/>
            </a:xfrm>
            <a:prstGeom prst="line">
              <a:avLst/>
            </a:prstGeom>
            <a:noFill/>
            <a:ln w="28575">
              <a:solidFill>
                <a:srgbClr val="FFFF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134" name="Text Box 10"/>
            <p:cNvSpPr txBox="1">
              <a:spLocks noChangeArrowheads="1"/>
            </p:cNvSpPr>
            <p:nvPr/>
          </p:nvSpPr>
          <p:spPr bwMode="auto">
            <a:xfrm>
              <a:off x="2381" y="391"/>
              <a:ext cx="228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1</a:t>
              </a:r>
            </a:p>
          </p:txBody>
        </p:sp>
        <p:grpSp>
          <p:nvGrpSpPr>
            <p:cNvPr id="176135" name="Group 11"/>
            <p:cNvGrpSpPr>
              <a:grpSpLocks/>
            </p:cNvGrpSpPr>
            <p:nvPr/>
          </p:nvGrpSpPr>
          <p:grpSpPr bwMode="auto">
            <a:xfrm>
              <a:off x="2602" y="527"/>
              <a:ext cx="822" cy="704"/>
              <a:chOff x="1480" y="393"/>
              <a:chExt cx="405" cy="326"/>
            </a:xfrm>
          </p:grpSpPr>
          <p:sp>
            <p:nvSpPr>
              <p:cNvPr id="176136" name="Line 12"/>
              <p:cNvSpPr>
                <a:spLocks noChangeShapeType="1"/>
              </p:cNvSpPr>
              <p:nvPr/>
            </p:nvSpPr>
            <p:spPr bwMode="auto">
              <a:xfrm>
                <a:off x="1480" y="393"/>
                <a:ext cx="405" cy="0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6137" name="Line 13"/>
              <p:cNvSpPr>
                <a:spLocks noChangeShapeType="1"/>
              </p:cNvSpPr>
              <p:nvPr/>
            </p:nvSpPr>
            <p:spPr bwMode="auto">
              <a:xfrm>
                <a:off x="1885" y="393"/>
                <a:ext cx="0" cy="326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76138" name="Text Box 14"/>
            <p:cNvSpPr txBox="1">
              <a:spLocks noChangeArrowheads="1"/>
            </p:cNvSpPr>
            <p:nvPr/>
          </p:nvSpPr>
          <p:spPr bwMode="auto">
            <a:xfrm>
              <a:off x="2472" y="1207"/>
              <a:ext cx="228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0</a:t>
              </a:r>
            </a:p>
          </p:txBody>
        </p:sp>
        <p:sp>
          <p:nvSpPr>
            <p:cNvPr id="176139" name="Text Box 15"/>
            <p:cNvSpPr txBox="1">
              <a:spLocks noChangeArrowheads="1"/>
            </p:cNvSpPr>
            <p:nvPr/>
          </p:nvSpPr>
          <p:spPr bwMode="auto">
            <a:xfrm>
              <a:off x="3334" y="1207"/>
              <a:ext cx="228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1</a:t>
              </a:r>
            </a:p>
          </p:txBody>
        </p:sp>
      </p:grpSp>
      <p:grpSp>
        <p:nvGrpSpPr>
          <p:cNvPr id="275559" name="Group 103"/>
          <p:cNvGrpSpPr>
            <a:grpSpLocks/>
          </p:cNvGrpSpPr>
          <p:nvPr/>
        </p:nvGrpSpPr>
        <p:grpSpPr bwMode="auto">
          <a:xfrm>
            <a:off x="1797050" y="735013"/>
            <a:ext cx="1868488" cy="1541462"/>
            <a:chOff x="1132" y="463"/>
            <a:chExt cx="1177" cy="971"/>
          </a:xfrm>
        </p:grpSpPr>
        <p:sp>
          <p:nvSpPr>
            <p:cNvPr id="176141" name="Freeform 17"/>
            <p:cNvSpPr>
              <a:spLocks noChangeArrowheads="1"/>
            </p:cNvSpPr>
            <p:nvPr/>
          </p:nvSpPr>
          <p:spPr bwMode="auto">
            <a:xfrm>
              <a:off x="1202" y="778"/>
              <a:ext cx="1107" cy="656"/>
            </a:xfrm>
            <a:custGeom>
              <a:avLst/>
              <a:gdLst/>
              <a:ahLst/>
              <a:cxnLst>
                <a:cxn ang="0">
                  <a:pos x="482" y="0"/>
                </a:cxn>
                <a:cxn ang="0">
                  <a:pos x="354" y="155"/>
                </a:cxn>
                <a:cxn ang="0">
                  <a:pos x="191" y="237"/>
                </a:cxn>
                <a:cxn ang="0">
                  <a:pos x="0" y="291"/>
                </a:cxn>
              </a:cxnLst>
              <a:rect l="0" t="0" r="r" b="b"/>
              <a:pathLst>
                <a:path w="482" h="291">
                  <a:moveTo>
                    <a:pt x="482" y="0"/>
                  </a:moveTo>
                  <a:cubicBezTo>
                    <a:pt x="461" y="26"/>
                    <a:pt x="402" y="116"/>
                    <a:pt x="354" y="155"/>
                  </a:cubicBezTo>
                  <a:cubicBezTo>
                    <a:pt x="306" y="194"/>
                    <a:pt x="250" y="214"/>
                    <a:pt x="191" y="237"/>
                  </a:cubicBezTo>
                  <a:cubicBezTo>
                    <a:pt x="132" y="260"/>
                    <a:pt x="40" y="280"/>
                    <a:pt x="0" y="291"/>
                  </a:cubicBezTo>
                </a:path>
              </a:pathLst>
            </a:custGeom>
            <a:noFill/>
            <a:ln w="28575">
              <a:solidFill>
                <a:srgbClr val="00FF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142" name="Line 19"/>
            <p:cNvSpPr>
              <a:spLocks noChangeShapeType="1"/>
            </p:cNvSpPr>
            <p:nvPr/>
          </p:nvSpPr>
          <p:spPr bwMode="auto">
            <a:xfrm flipH="1" flipV="1">
              <a:off x="1590" y="837"/>
              <a:ext cx="273" cy="323"/>
            </a:xfrm>
            <a:prstGeom prst="line">
              <a:avLst/>
            </a:prstGeom>
            <a:noFill/>
            <a:ln w="28575">
              <a:solidFill>
                <a:srgbClr val="00FF00"/>
              </a:solidFill>
              <a:round/>
              <a:headEnd type="triangle" w="med" len="med"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143" name="Text Box 20"/>
            <p:cNvSpPr txBox="1">
              <a:spLocks noChangeArrowheads="1"/>
            </p:cNvSpPr>
            <p:nvPr/>
          </p:nvSpPr>
          <p:spPr bwMode="auto">
            <a:xfrm>
              <a:off x="1132" y="463"/>
              <a:ext cx="570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e</a:t>
              </a:r>
              <a:r>
                <a:rPr lang="en-US" altLang="zh-CN" b="0" i="1" baseline="3000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-2</a:t>
              </a:r>
              <a:r>
                <a:rPr lang="en-US" altLang="zh-CN" b="0" baseline="3000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(</a:t>
              </a:r>
              <a:r>
                <a:rPr lang="en-US" altLang="zh-CN" b="0" i="1" baseline="3000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-</a:t>
              </a:r>
              <a:r>
                <a:rPr lang="en-US" altLang="zh-CN" b="0" i="1" baseline="3000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  <a:sym typeface="Symbol" pitchFamily="18" charset="2"/>
                </a:rPr>
                <a:t></a:t>
              </a:r>
              <a:r>
                <a:rPr lang="en-US" altLang="zh-CN" b="0" baseline="3000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  <a:sym typeface="Symbol" pitchFamily="18" charset="2"/>
                </a:rPr>
                <a:t>)</a:t>
              </a:r>
              <a:endParaRPr lang="en-US" altLang="zh-CN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</p:grpSp>
      <p:grpSp>
        <p:nvGrpSpPr>
          <p:cNvPr id="275564" name="Group 108"/>
          <p:cNvGrpSpPr>
            <a:grpSpLocks/>
          </p:cNvGrpSpPr>
          <p:nvPr/>
        </p:nvGrpSpPr>
        <p:grpSpPr bwMode="auto">
          <a:xfrm>
            <a:off x="3459163" y="2708275"/>
            <a:ext cx="3195637" cy="712788"/>
            <a:chOff x="2179" y="1706"/>
            <a:chExt cx="2013" cy="449"/>
          </a:xfrm>
        </p:grpSpPr>
        <p:sp>
          <p:nvSpPr>
            <p:cNvPr id="176145" name="Line 23"/>
            <p:cNvSpPr>
              <a:spLocks noChangeShapeType="1"/>
            </p:cNvSpPr>
            <p:nvPr/>
          </p:nvSpPr>
          <p:spPr bwMode="auto">
            <a:xfrm>
              <a:off x="2287" y="1859"/>
              <a:ext cx="1663" cy="0"/>
            </a:xfrm>
            <a:prstGeom prst="line">
              <a:avLst/>
            </a:prstGeom>
            <a:noFill/>
            <a:ln w="28575">
              <a:solidFill>
                <a:srgbClr val="00CCFF"/>
              </a:solidFill>
              <a:round/>
              <a:headEnd/>
              <a:tailEnd type="triangle" w="med" len="lg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146" name="Text Box 24"/>
            <p:cNvSpPr txBox="1">
              <a:spLocks noChangeArrowheads="1"/>
            </p:cNvSpPr>
            <p:nvPr/>
          </p:nvSpPr>
          <p:spPr bwMode="auto">
            <a:xfrm>
              <a:off x="4014" y="1706"/>
              <a:ext cx="178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t</a:t>
              </a:r>
              <a:endParaRPr lang="en-US" altLang="zh-CN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176147" name="Text Box 25"/>
            <p:cNvSpPr txBox="1">
              <a:spLocks noChangeArrowheads="1"/>
            </p:cNvSpPr>
            <p:nvPr/>
          </p:nvSpPr>
          <p:spPr bwMode="auto">
            <a:xfrm>
              <a:off x="2179" y="1828"/>
              <a:ext cx="227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0</a:t>
              </a:r>
            </a:p>
          </p:txBody>
        </p:sp>
        <p:sp>
          <p:nvSpPr>
            <p:cNvPr id="176148" name="Text Box 27"/>
            <p:cNvSpPr txBox="1">
              <a:spLocks noChangeArrowheads="1"/>
            </p:cNvSpPr>
            <p:nvPr/>
          </p:nvSpPr>
          <p:spPr bwMode="auto">
            <a:xfrm>
              <a:off x="3061" y="1797"/>
              <a:ext cx="229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1</a:t>
              </a:r>
            </a:p>
          </p:txBody>
        </p:sp>
      </p:grpSp>
      <p:graphicFrame>
        <p:nvGraphicFramePr>
          <p:cNvPr id="275494" name="Object 38"/>
          <p:cNvGraphicFramePr>
            <a:graphicFrameLocks noChangeAspect="1"/>
          </p:cNvGraphicFramePr>
          <p:nvPr/>
        </p:nvGraphicFramePr>
        <p:xfrm>
          <a:off x="1582738" y="4435475"/>
          <a:ext cx="5930900" cy="854075"/>
        </p:xfrm>
        <a:graphic>
          <a:graphicData uri="http://schemas.openxmlformats.org/presentationml/2006/ole">
            <p:oleObj spid="_x0000_s176149" r:id="rId3" imgW="2792520" imgH="392040" progId="Equation.3">
              <p:embed/>
            </p:oleObj>
          </a:graphicData>
        </a:graphic>
      </p:graphicFrame>
      <p:graphicFrame>
        <p:nvGraphicFramePr>
          <p:cNvPr id="275495" name="Object 39"/>
          <p:cNvGraphicFramePr>
            <a:graphicFrameLocks noChangeAspect="1"/>
          </p:cNvGraphicFramePr>
          <p:nvPr/>
        </p:nvGraphicFramePr>
        <p:xfrm>
          <a:off x="1692275" y="5300663"/>
          <a:ext cx="5903913" cy="906462"/>
        </p:xfrm>
        <a:graphic>
          <a:graphicData uri="http://schemas.openxmlformats.org/presentationml/2006/ole">
            <p:oleObj spid="_x0000_s176150" r:id="rId4" imgW="2618640" imgH="392040" progId="Equation.3">
              <p:embed/>
            </p:oleObj>
          </a:graphicData>
        </a:graphic>
      </p:graphicFrame>
      <p:grpSp>
        <p:nvGrpSpPr>
          <p:cNvPr id="176151" name="Group 95"/>
          <p:cNvGrpSpPr>
            <a:grpSpLocks/>
          </p:cNvGrpSpPr>
          <p:nvPr/>
        </p:nvGrpSpPr>
        <p:grpSpPr bwMode="auto"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176152" name="Picture 96" descr="78900"/>
            <p:cNvPicPr>
              <a:picLocks noChangeAspect="1" noChangeArrowheads="1"/>
            </p:cNvPicPr>
            <p:nvPr/>
          </p:nvPicPr>
          <p:blipFill>
            <a:blip r:embed="rId5"/>
            <a:srcRect/>
            <a:stretch>
              <a:fillRect/>
            </a:stretch>
          </p:blipFill>
          <p:spPr bwMode="auto"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76153" name="Text Box 97">
              <a:hlinkClick r:id="" action="ppaction://hlinkshowjump?jump=nextslide"/>
            </p:cNvPr>
            <p:cNvSpPr txBox="1">
              <a:spLocks noChangeArrowheads="1"/>
            </p:cNvSpPr>
            <p:nvPr/>
          </p:nvSpPr>
          <p:spPr bwMode="auto"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0">
                  <a:solidFill>
                    <a:schemeClr val="bg1"/>
                  </a:solidFill>
                  <a:latin typeface="隶书" pitchFamily="49" charset="-122"/>
                  <a:ea typeface="隶书" pitchFamily="49" charset="-122"/>
                </a:rPr>
                <a:t>下 页</a:t>
              </a:r>
            </a:p>
          </p:txBody>
        </p:sp>
      </p:grpSp>
      <p:grpSp>
        <p:nvGrpSpPr>
          <p:cNvPr id="176154" name="Group 98"/>
          <p:cNvGrpSpPr>
            <a:grpSpLocks/>
          </p:cNvGrpSpPr>
          <p:nvPr/>
        </p:nvGrpSpPr>
        <p:grpSpPr bwMode="auto">
          <a:xfrm>
            <a:off x="7453313" y="6446838"/>
            <a:ext cx="792162" cy="366712"/>
            <a:chOff x="4649" y="4020"/>
            <a:chExt cx="499" cy="231"/>
          </a:xfrm>
        </p:grpSpPr>
        <p:pic>
          <p:nvPicPr>
            <p:cNvPr id="176155" name="Picture 99" descr="78900"/>
            <p:cNvPicPr>
              <a:picLocks noChangeAspect="1" noChangeArrowheads="1"/>
            </p:cNvPicPr>
            <p:nvPr/>
          </p:nvPicPr>
          <p:blipFill>
            <a:blip r:embed="rId5"/>
            <a:srcRect/>
            <a:stretch>
              <a:fillRect/>
            </a:stretch>
          </p:blipFill>
          <p:spPr bwMode="auto"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76156" name="Text Box 100">
              <a:hlinkClick r:id="" action="ppaction://hlinkshowjump?jump=previousslide"/>
            </p:cNvPr>
            <p:cNvSpPr txBox="1">
              <a:spLocks noChangeArrowheads="1"/>
            </p:cNvSpPr>
            <p:nvPr/>
          </p:nvSpPr>
          <p:spPr bwMode="auto"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0">
                  <a:solidFill>
                    <a:schemeClr val="bg1"/>
                  </a:solidFill>
                  <a:latin typeface="隶书" pitchFamily="49" charset="-122"/>
                  <a:ea typeface="隶书" pitchFamily="49" charset="-122"/>
                </a:rPr>
                <a:t>上 页</a:t>
              </a:r>
            </a:p>
          </p:txBody>
        </p:sp>
      </p:grpSp>
      <p:graphicFrame>
        <p:nvGraphicFramePr>
          <p:cNvPr id="275557" name="Object 101"/>
          <p:cNvGraphicFramePr>
            <a:graphicFrameLocks noChangeAspect="1"/>
          </p:cNvGraphicFramePr>
          <p:nvPr/>
        </p:nvGraphicFramePr>
        <p:xfrm>
          <a:off x="1763713" y="3933825"/>
          <a:ext cx="2995612" cy="547688"/>
        </p:xfrm>
        <a:graphic>
          <a:graphicData uri="http://schemas.openxmlformats.org/presentationml/2006/ole">
            <p:oleObj spid="_x0000_s176157" r:id="rId6" imgW="1181880" imgH="207720" progId="Equation.3">
              <p:embed/>
            </p:oleObj>
          </a:graphicData>
        </a:graphic>
      </p:graphicFrame>
      <p:grpSp>
        <p:nvGrpSpPr>
          <p:cNvPr id="275565" name="Group 109"/>
          <p:cNvGrpSpPr>
            <a:grpSpLocks/>
          </p:cNvGrpSpPr>
          <p:nvPr/>
        </p:nvGrpSpPr>
        <p:grpSpPr bwMode="auto">
          <a:xfrm>
            <a:off x="2606675" y="735013"/>
            <a:ext cx="2032000" cy="2636837"/>
            <a:chOff x="1642" y="463"/>
            <a:chExt cx="1280" cy="1661"/>
          </a:xfrm>
        </p:grpSpPr>
        <p:sp>
          <p:nvSpPr>
            <p:cNvPr id="176159" name="Line 30"/>
            <p:cNvSpPr>
              <a:spLocks noChangeShapeType="1"/>
            </p:cNvSpPr>
            <p:nvPr/>
          </p:nvSpPr>
          <p:spPr bwMode="auto">
            <a:xfrm>
              <a:off x="2835" y="799"/>
              <a:ext cx="0" cy="1043"/>
            </a:xfrm>
            <a:prstGeom prst="line">
              <a:avLst/>
            </a:prstGeom>
            <a:noFill/>
            <a:ln w="28575">
              <a:solidFill>
                <a:srgbClr val="9900FF"/>
              </a:solidFill>
              <a:prstDash val="sysDot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160" name="Text Box 36"/>
            <p:cNvSpPr txBox="1">
              <a:spLocks noChangeArrowheads="1"/>
            </p:cNvSpPr>
            <p:nvPr/>
          </p:nvSpPr>
          <p:spPr bwMode="auto">
            <a:xfrm>
              <a:off x="2744" y="1797"/>
              <a:ext cx="178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t</a:t>
              </a:r>
              <a:endParaRPr lang="en-US" altLang="zh-CN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grpSp>
          <p:nvGrpSpPr>
            <p:cNvPr id="176161" name="Group 104"/>
            <p:cNvGrpSpPr>
              <a:grpSpLocks/>
            </p:cNvGrpSpPr>
            <p:nvPr/>
          </p:nvGrpSpPr>
          <p:grpSpPr bwMode="auto">
            <a:xfrm>
              <a:off x="1642" y="463"/>
              <a:ext cx="1198" cy="971"/>
              <a:chOff x="1111" y="463"/>
              <a:chExt cx="1198" cy="971"/>
            </a:xfrm>
          </p:grpSpPr>
          <p:sp>
            <p:nvSpPr>
              <p:cNvPr id="176162" name="Freeform 105"/>
              <p:cNvSpPr>
                <a:spLocks noChangeArrowheads="1"/>
              </p:cNvSpPr>
              <p:nvPr/>
            </p:nvSpPr>
            <p:spPr bwMode="auto">
              <a:xfrm>
                <a:off x="1202" y="778"/>
                <a:ext cx="1107" cy="656"/>
              </a:xfrm>
              <a:custGeom>
                <a:avLst/>
                <a:gdLst/>
                <a:ahLst/>
                <a:cxnLst>
                  <a:cxn ang="0">
                    <a:pos x="482" y="0"/>
                  </a:cxn>
                  <a:cxn ang="0">
                    <a:pos x="354" y="155"/>
                  </a:cxn>
                  <a:cxn ang="0">
                    <a:pos x="191" y="237"/>
                  </a:cxn>
                  <a:cxn ang="0">
                    <a:pos x="0" y="291"/>
                  </a:cxn>
                </a:cxnLst>
                <a:rect l="0" t="0" r="r" b="b"/>
                <a:pathLst>
                  <a:path w="482" h="291">
                    <a:moveTo>
                      <a:pt x="482" y="0"/>
                    </a:moveTo>
                    <a:cubicBezTo>
                      <a:pt x="461" y="26"/>
                      <a:pt x="402" y="116"/>
                      <a:pt x="354" y="155"/>
                    </a:cubicBezTo>
                    <a:cubicBezTo>
                      <a:pt x="306" y="194"/>
                      <a:pt x="250" y="214"/>
                      <a:pt x="191" y="237"/>
                    </a:cubicBezTo>
                    <a:cubicBezTo>
                      <a:pt x="132" y="260"/>
                      <a:pt x="40" y="280"/>
                      <a:pt x="0" y="291"/>
                    </a:cubicBezTo>
                  </a:path>
                </a:pathLst>
              </a:custGeom>
              <a:noFill/>
              <a:ln w="28575">
                <a:solidFill>
                  <a:srgbClr val="9900FF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6163" name="Line 106"/>
              <p:cNvSpPr>
                <a:spLocks noChangeShapeType="1"/>
              </p:cNvSpPr>
              <p:nvPr/>
            </p:nvSpPr>
            <p:spPr bwMode="auto">
              <a:xfrm flipH="1" flipV="1">
                <a:off x="1590" y="837"/>
                <a:ext cx="273" cy="323"/>
              </a:xfrm>
              <a:prstGeom prst="line">
                <a:avLst/>
              </a:prstGeom>
              <a:noFill/>
              <a:ln w="28575">
                <a:solidFill>
                  <a:srgbClr val="9900FF"/>
                </a:solidFill>
                <a:round/>
                <a:headEnd type="triangle" w="med" len="med"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6164" name="Text Box 107"/>
              <p:cNvSpPr txBox="1">
                <a:spLocks noChangeArrowheads="1"/>
              </p:cNvSpPr>
              <p:nvPr/>
            </p:nvSpPr>
            <p:spPr bwMode="auto">
              <a:xfrm>
                <a:off x="1111" y="463"/>
                <a:ext cx="612" cy="32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pPr algn="ctr"/>
                <a:r>
                  <a:rPr lang="en-US" altLang="zh-CN" b="0" i="1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rPr>
                  <a:t>e</a:t>
                </a:r>
                <a:r>
                  <a:rPr lang="en-US" altLang="zh-CN" b="0" i="1" baseline="300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rPr>
                  <a:t>-2</a:t>
                </a:r>
                <a:r>
                  <a:rPr lang="en-US" altLang="zh-CN" b="0" baseline="300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rPr>
                  <a:t>(</a:t>
                </a:r>
                <a:r>
                  <a:rPr lang="en-US" altLang="zh-CN" b="0" i="1" baseline="300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rPr>
                  <a:t>t-</a:t>
                </a:r>
                <a:r>
                  <a:rPr lang="en-US" altLang="zh-CN" b="0" i="1" baseline="300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  <a:sym typeface="Symbol" pitchFamily="18" charset="2"/>
                  </a:rPr>
                  <a:t></a:t>
                </a:r>
                <a:r>
                  <a:rPr lang="en-US" altLang="zh-CN" b="0" baseline="300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  <a:sym typeface="Symbol" pitchFamily="18" charset="2"/>
                  </a:rPr>
                  <a:t>)</a:t>
                </a:r>
                <a:endPara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endParaRPr>
              </a:p>
            </p:txBody>
          </p:sp>
        </p:grpSp>
      </p:grpSp>
      <p:sp>
        <p:nvSpPr>
          <p:cNvPr id="275566" name="Text Box 110"/>
          <p:cNvSpPr txBox="1">
            <a:spLocks noChangeArrowheads="1"/>
          </p:cNvSpPr>
          <p:nvPr/>
        </p:nvSpPr>
        <p:spPr bwMode="auto">
          <a:xfrm>
            <a:off x="5003800" y="549275"/>
            <a:ext cx="593725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lang="zh-CN" altLang="en-US" sz="3200">
                <a:solidFill>
                  <a:srgbClr val="FF9900"/>
                </a:solidFill>
                <a:latin typeface="Times New Roman" pitchFamily="18" charset="0"/>
                <a:ea typeface="宋体" pitchFamily="2" charset="-122"/>
              </a:rPr>
              <a:t>移</a:t>
            </a:r>
            <a:endParaRPr lang="zh-CN" altLang="en-US" sz="1800">
              <a:solidFill>
                <a:srgbClr val="FF9900"/>
              </a:solidFill>
              <a:latin typeface="Times New Roman" pitchFamily="18" charset="0"/>
              <a:ea typeface="宋体" pitchFamily="2" charset="-122"/>
            </a:endParaRPr>
          </a:p>
        </p:txBody>
      </p:sp>
      <p:grpSp>
        <p:nvGrpSpPr>
          <p:cNvPr id="275575" name="Group 119"/>
          <p:cNvGrpSpPr>
            <a:grpSpLocks/>
          </p:cNvGrpSpPr>
          <p:nvPr/>
        </p:nvGrpSpPr>
        <p:grpSpPr bwMode="auto">
          <a:xfrm>
            <a:off x="3719513" y="1265238"/>
            <a:ext cx="1947862" cy="2136775"/>
            <a:chOff x="2343" y="797"/>
            <a:chExt cx="1227" cy="1346"/>
          </a:xfrm>
        </p:grpSpPr>
        <p:sp>
          <p:nvSpPr>
            <p:cNvPr id="176167" name="Line 112"/>
            <p:cNvSpPr>
              <a:spLocks noChangeShapeType="1"/>
            </p:cNvSpPr>
            <p:nvPr/>
          </p:nvSpPr>
          <p:spPr bwMode="auto">
            <a:xfrm>
              <a:off x="3445" y="818"/>
              <a:ext cx="0" cy="1043"/>
            </a:xfrm>
            <a:prstGeom prst="line">
              <a:avLst/>
            </a:prstGeom>
            <a:noFill/>
            <a:ln w="28575">
              <a:solidFill>
                <a:srgbClr val="FF00FF"/>
              </a:solidFill>
              <a:prstDash val="sysDot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168" name="Text Box 113"/>
            <p:cNvSpPr txBox="1">
              <a:spLocks noChangeArrowheads="1"/>
            </p:cNvSpPr>
            <p:nvPr/>
          </p:nvSpPr>
          <p:spPr bwMode="auto">
            <a:xfrm>
              <a:off x="3317" y="1816"/>
              <a:ext cx="253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t’</a:t>
              </a:r>
              <a:endParaRPr lang="en-US" altLang="zh-CN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176169" name="Freeform 115"/>
            <p:cNvSpPr>
              <a:spLocks noChangeArrowheads="1"/>
            </p:cNvSpPr>
            <p:nvPr/>
          </p:nvSpPr>
          <p:spPr bwMode="auto">
            <a:xfrm>
              <a:off x="2343" y="797"/>
              <a:ext cx="1107" cy="656"/>
            </a:xfrm>
            <a:custGeom>
              <a:avLst/>
              <a:gdLst/>
              <a:ahLst/>
              <a:cxnLst>
                <a:cxn ang="0">
                  <a:pos x="482" y="0"/>
                </a:cxn>
                <a:cxn ang="0">
                  <a:pos x="354" y="155"/>
                </a:cxn>
                <a:cxn ang="0">
                  <a:pos x="191" y="237"/>
                </a:cxn>
                <a:cxn ang="0">
                  <a:pos x="0" y="291"/>
                </a:cxn>
              </a:cxnLst>
              <a:rect l="0" t="0" r="r" b="b"/>
              <a:pathLst>
                <a:path w="482" h="291">
                  <a:moveTo>
                    <a:pt x="482" y="0"/>
                  </a:moveTo>
                  <a:cubicBezTo>
                    <a:pt x="461" y="26"/>
                    <a:pt x="402" y="116"/>
                    <a:pt x="354" y="155"/>
                  </a:cubicBezTo>
                  <a:cubicBezTo>
                    <a:pt x="306" y="194"/>
                    <a:pt x="250" y="214"/>
                    <a:pt x="191" y="237"/>
                  </a:cubicBezTo>
                  <a:cubicBezTo>
                    <a:pt x="132" y="260"/>
                    <a:pt x="40" y="280"/>
                    <a:pt x="0" y="291"/>
                  </a:cubicBezTo>
                </a:path>
              </a:pathLst>
            </a:custGeom>
            <a:noFill/>
            <a:ln w="28575">
              <a:solidFill>
                <a:srgbClr val="FF00FF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75574" name="Text Box 118"/>
          <p:cNvSpPr txBox="1">
            <a:spLocks noChangeArrowheads="1"/>
          </p:cNvSpPr>
          <p:nvPr/>
        </p:nvSpPr>
        <p:spPr bwMode="auto">
          <a:xfrm>
            <a:off x="1835150" y="1341438"/>
            <a:ext cx="593725" cy="579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lang="zh-CN" altLang="en-US" sz="3200">
                <a:solidFill>
                  <a:srgbClr val="FF9900"/>
                </a:solidFill>
                <a:latin typeface="Times New Roman" pitchFamily="18" charset="0"/>
                <a:ea typeface="宋体" pitchFamily="2" charset="-122"/>
              </a:rPr>
              <a:t>卷</a:t>
            </a:r>
            <a:endParaRPr lang="zh-CN" altLang="en-US" sz="1800">
              <a:solidFill>
                <a:srgbClr val="FF9900"/>
              </a:solidFill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275576" name="Text Box 120"/>
          <p:cNvSpPr txBox="1">
            <a:spLocks noChangeArrowheads="1"/>
          </p:cNvSpPr>
          <p:nvPr/>
        </p:nvSpPr>
        <p:spPr bwMode="auto">
          <a:xfrm>
            <a:off x="612775" y="3789363"/>
            <a:ext cx="592138" cy="579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lang="zh-CN" altLang="en-US" sz="3200">
                <a:solidFill>
                  <a:srgbClr val="FF9900"/>
                </a:solidFill>
                <a:latin typeface="Times New Roman" pitchFamily="18" charset="0"/>
                <a:ea typeface="宋体" pitchFamily="2" charset="-122"/>
              </a:rPr>
              <a:t>积</a:t>
            </a:r>
            <a:endParaRPr lang="zh-CN" altLang="en-US" sz="1800">
              <a:solidFill>
                <a:srgbClr val="FF9900"/>
              </a:solidFill>
              <a:latin typeface="Times New Roman" pitchFamily="18" charset="0"/>
              <a:ea typeface="宋体" pitchFamily="2" charset="-122"/>
            </a:endParaRPr>
          </a:p>
        </p:txBody>
      </p:sp>
      <p:grpSp>
        <p:nvGrpSpPr>
          <p:cNvPr id="176172" name="Group 121"/>
          <p:cNvGrpSpPr>
            <a:grpSpLocks/>
          </p:cNvGrpSpPr>
          <p:nvPr/>
        </p:nvGrpSpPr>
        <p:grpSpPr bwMode="auto">
          <a:xfrm>
            <a:off x="6588125" y="6446838"/>
            <a:ext cx="792163" cy="366712"/>
            <a:chOff x="4649" y="4020"/>
            <a:chExt cx="499" cy="231"/>
          </a:xfrm>
        </p:grpSpPr>
        <p:pic>
          <p:nvPicPr>
            <p:cNvPr id="176173" name="Picture 122" descr="78900"/>
            <p:cNvPicPr>
              <a:picLocks noChangeAspect="1" noChangeArrowheads="1"/>
            </p:cNvPicPr>
            <p:nvPr/>
          </p:nvPicPr>
          <p:blipFill>
            <a:blip r:embed="rId5"/>
            <a:srcRect/>
            <a:stretch>
              <a:fillRect/>
            </a:stretch>
          </p:blipFill>
          <p:spPr bwMode="auto"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76174" name="Text Box 123">
              <a:hlinkClick r:id="rId7" action="ppaction://hlinksldjump"/>
            </p:cNvPr>
            <p:cNvSpPr txBox="1">
              <a:spLocks noChangeArrowheads="1"/>
            </p:cNvSpPr>
            <p:nvPr/>
          </p:nvSpPr>
          <p:spPr bwMode="auto"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0">
                  <a:solidFill>
                    <a:schemeClr val="bg1"/>
                  </a:solidFill>
                  <a:latin typeface="隶书" pitchFamily="49" charset="-122"/>
                  <a:ea typeface="隶书" pitchFamily="49" charset="-122"/>
                </a:rPr>
                <a:t>返 回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755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755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2755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5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2755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5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2755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2755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2755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2755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1000"/>
                                        <p:tgtEl>
                                          <p:spTgt spid="2754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5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1000"/>
                                        <p:tgtEl>
                                          <p:spTgt spid="2755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4" dur="500"/>
                                        <p:tgtEl>
                                          <p:spTgt spid="2754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5566" grpId="0"/>
      <p:bldP spid="275574" grpId="0"/>
      <p:bldP spid="275576" grpId="0"/>
    </p:bldLst>
  </p:timing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153" name="Text Box 2"/>
          <p:cNvSpPr txBox="1">
            <a:spLocks noChangeArrowheads="1"/>
          </p:cNvSpPr>
          <p:nvPr/>
        </p:nvSpPr>
        <p:spPr bwMode="auto">
          <a:xfrm>
            <a:off x="1279525" y="1438275"/>
            <a:ext cx="1841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endParaRPr lang="zh-CN" altLang="zh-CN" sz="2400"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288771" name="Text Box 3"/>
          <p:cNvSpPr txBox="1">
            <a:spLocks noChangeArrowheads="1"/>
          </p:cNvSpPr>
          <p:nvPr/>
        </p:nvSpPr>
        <p:spPr bwMode="auto">
          <a:xfrm>
            <a:off x="395288" y="981075"/>
            <a:ext cx="4673600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3200">
                <a:solidFill>
                  <a:schemeClr val="bg1"/>
                </a:solidFill>
                <a:latin typeface="楷体_GB2312" pitchFamily="49" charset="-122"/>
              </a:rPr>
              <a:t>1.</a:t>
            </a:r>
            <a:r>
              <a:rPr lang="zh-CN" altLang="en-US" sz="3200">
                <a:solidFill>
                  <a:schemeClr val="bg1"/>
                </a:solidFill>
                <a:latin typeface="楷体_GB2312" pitchFamily="49" charset="-122"/>
              </a:rPr>
              <a:t>网络的状态与状态变量</a:t>
            </a:r>
          </a:p>
        </p:txBody>
      </p:sp>
      <p:sp>
        <p:nvSpPr>
          <p:cNvPr id="288772" name="Text Box 4"/>
          <p:cNvSpPr txBox="1">
            <a:spLocks noChangeArrowheads="1"/>
          </p:cNvSpPr>
          <p:nvPr/>
        </p:nvSpPr>
        <p:spPr bwMode="auto">
          <a:xfrm>
            <a:off x="684213" y="1628775"/>
            <a:ext cx="2047875" cy="547688"/>
          </a:xfrm>
          <a:prstGeom prst="rect">
            <a:avLst/>
          </a:prstGeom>
          <a:noFill/>
          <a:ln w="28575">
            <a:solidFill>
              <a:srgbClr val="00FFFF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buSzPct val="85000"/>
              <a:buFont typeface="Wingdings" pitchFamily="2" charset="2"/>
              <a:buChar char="l"/>
            </a:pPr>
            <a:r>
              <a:rPr lang="en-US" altLang="zh-CN">
                <a:solidFill>
                  <a:srgbClr val="FF9900"/>
                </a:solidFill>
                <a:latin typeface="楷体_GB2312" pitchFamily="49" charset="-122"/>
              </a:rPr>
              <a:t> </a:t>
            </a:r>
            <a:r>
              <a:rPr lang="zh-CN" altLang="en-US">
                <a:solidFill>
                  <a:srgbClr val="FF9900"/>
                </a:solidFill>
                <a:latin typeface="楷体_GB2312" pitchFamily="49" charset="-122"/>
              </a:rPr>
              <a:t>网络状态</a:t>
            </a:r>
          </a:p>
        </p:txBody>
      </p:sp>
      <p:sp>
        <p:nvSpPr>
          <p:cNvPr id="288773" name="Rectangle 5"/>
          <p:cNvSpPr>
            <a:spLocks noChangeArrowheads="1"/>
          </p:cNvSpPr>
          <p:nvPr/>
        </p:nvSpPr>
        <p:spPr bwMode="auto">
          <a:xfrm>
            <a:off x="755650" y="2205038"/>
            <a:ext cx="7993063" cy="1117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>
                <a:latin typeface="楷体_GB2312" pitchFamily="49" charset="-122"/>
              </a:rPr>
              <a:t>    </a:t>
            </a:r>
            <a:r>
              <a:rPr lang="zh-CN" altLang="en-US">
                <a:latin typeface="楷体_GB2312" pitchFamily="49" charset="-122"/>
              </a:rPr>
              <a:t>指能和激励一道唯一确定网络现时和未来行为的最少量的一组信息。</a:t>
            </a:r>
          </a:p>
        </p:txBody>
      </p:sp>
      <p:sp>
        <p:nvSpPr>
          <p:cNvPr id="288774" name="Text Box 6"/>
          <p:cNvSpPr txBox="1">
            <a:spLocks noChangeArrowheads="1"/>
          </p:cNvSpPr>
          <p:nvPr/>
        </p:nvSpPr>
        <p:spPr bwMode="auto">
          <a:xfrm>
            <a:off x="684213" y="3357563"/>
            <a:ext cx="2047875" cy="547687"/>
          </a:xfrm>
          <a:prstGeom prst="rect">
            <a:avLst/>
          </a:prstGeom>
          <a:noFill/>
          <a:ln w="28575">
            <a:solidFill>
              <a:srgbClr val="00FFFF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buSzPct val="85000"/>
              <a:buFont typeface="Wingdings" pitchFamily="2" charset="2"/>
              <a:buChar char="l"/>
            </a:pPr>
            <a:r>
              <a:rPr lang="en-US" altLang="zh-CN">
                <a:solidFill>
                  <a:srgbClr val="FF9900"/>
                </a:solidFill>
                <a:latin typeface="楷体_GB2312" pitchFamily="49" charset="-122"/>
              </a:rPr>
              <a:t> </a:t>
            </a:r>
            <a:r>
              <a:rPr lang="zh-CN" altLang="en-US">
                <a:solidFill>
                  <a:srgbClr val="FF9900"/>
                </a:solidFill>
                <a:latin typeface="楷体_GB2312" pitchFamily="49" charset="-122"/>
              </a:rPr>
              <a:t>状态变量</a:t>
            </a:r>
          </a:p>
        </p:txBody>
      </p:sp>
      <p:sp>
        <p:nvSpPr>
          <p:cNvPr id="288775" name="Text Box 7"/>
          <p:cNvSpPr txBox="1">
            <a:spLocks noChangeArrowheads="1"/>
          </p:cNvSpPr>
          <p:nvPr/>
        </p:nvSpPr>
        <p:spPr bwMode="auto">
          <a:xfrm>
            <a:off x="395288" y="3933825"/>
            <a:ext cx="8229600" cy="2655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>
                <a:latin typeface="楷体_GB2312" pitchFamily="49" charset="-122"/>
              </a:rPr>
              <a:t>    </a:t>
            </a:r>
            <a:r>
              <a:rPr lang="zh-CN" altLang="en-US">
                <a:latin typeface="楷体_GB2312" pitchFamily="49" charset="-122"/>
              </a:rPr>
              <a:t>电路的一组独立的动态变量</a:t>
            </a:r>
            <a:r>
              <a:rPr lang="en-US" altLang="zh-CN" b="0">
                <a:solidFill>
                  <a:schemeClr val="bg1"/>
                </a:solidFill>
                <a:latin typeface="Times New Roman" pitchFamily="18" charset="0"/>
              </a:rPr>
              <a:t>X</a:t>
            </a:r>
            <a:r>
              <a:rPr lang="zh-CN" altLang="en-US">
                <a:latin typeface="楷体_GB2312" pitchFamily="49" charset="-122"/>
              </a:rPr>
              <a:t>，</a:t>
            </a:r>
          </a:p>
          <a:p>
            <a:pPr>
              <a:lnSpc>
                <a:spcPct val="120000"/>
              </a:lnSpc>
            </a:pPr>
            <a:r>
              <a:rPr lang="zh-CN" altLang="en-US">
                <a:latin typeface="楷体_GB2312" pitchFamily="49" charset="-122"/>
              </a:rPr>
              <a:t>         </a:t>
            </a:r>
            <a:r>
              <a:rPr lang="en-US" altLang="zh-CN" b="0">
                <a:solidFill>
                  <a:schemeClr val="bg1"/>
                </a:solidFill>
                <a:latin typeface="Times New Roman" pitchFamily="18" charset="0"/>
              </a:rPr>
              <a:t>X=[</a:t>
            </a:r>
            <a:r>
              <a:rPr lang="en-US" altLang="zh-CN" b="0" i="1">
                <a:solidFill>
                  <a:schemeClr val="bg1"/>
                </a:solidFill>
                <a:latin typeface="Times New Roman" pitchFamily="18" charset="0"/>
              </a:rPr>
              <a:t>x</a:t>
            </a:r>
            <a:r>
              <a:rPr lang="en-US" altLang="zh-CN" b="0" baseline="-25000">
                <a:solidFill>
                  <a:schemeClr val="bg1"/>
                </a:solidFill>
                <a:latin typeface="Times New Roman" pitchFamily="18" charset="0"/>
              </a:rPr>
              <a:t>1</a:t>
            </a:r>
            <a:r>
              <a:rPr lang="en-US" altLang="zh-CN" b="0">
                <a:solidFill>
                  <a:schemeClr val="bg1"/>
                </a:solidFill>
                <a:latin typeface="Times New Roman" pitchFamily="18" charset="0"/>
              </a:rPr>
              <a:t>, </a:t>
            </a:r>
            <a:r>
              <a:rPr lang="en-US" altLang="zh-CN" b="0" i="1">
                <a:solidFill>
                  <a:schemeClr val="bg1"/>
                </a:solidFill>
                <a:latin typeface="Times New Roman" pitchFamily="18" charset="0"/>
              </a:rPr>
              <a:t>x</a:t>
            </a:r>
            <a:r>
              <a:rPr lang="en-US" altLang="zh-CN" b="0" baseline="-25000">
                <a:solidFill>
                  <a:schemeClr val="bg1"/>
                </a:solidFill>
                <a:latin typeface="Times New Roman" pitchFamily="18" charset="0"/>
              </a:rPr>
              <a:t>2</a:t>
            </a:r>
            <a:r>
              <a:rPr lang="en-US" altLang="zh-CN" b="0">
                <a:solidFill>
                  <a:schemeClr val="bg1"/>
                </a:solidFill>
                <a:latin typeface="Times New Roman" pitchFamily="18" charset="0"/>
              </a:rPr>
              <a:t>…… </a:t>
            </a:r>
            <a:r>
              <a:rPr lang="en-US" altLang="zh-CN" b="0" i="1">
                <a:solidFill>
                  <a:schemeClr val="bg1"/>
                </a:solidFill>
                <a:latin typeface="Times New Roman" pitchFamily="18" charset="0"/>
              </a:rPr>
              <a:t>x</a:t>
            </a:r>
            <a:r>
              <a:rPr lang="en-US" altLang="zh-CN" b="0" baseline="-25000">
                <a:solidFill>
                  <a:schemeClr val="bg1"/>
                </a:solidFill>
                <a:latin typeface="Times New Roman" pitchFamily="18" charset="0"/>
              </a:rPr>
              <a:t>n</a:t>
            </a:r>
            <a:r>
              <a:rPr lang="en-US" altLang="zh-CN" b="0">
                <a:solidFill>
                  <a:schemeClr val="bg1"/>
                </a:solidFill>
                <a:latin typeface="Times New Roman" pitchFamily="18" charset="0"/>
              </a:rPr>
              <a:t>]</a:t>
            </a:r>
            <a:r>
              <a:rPr lang="en-US" altLang="zh-CN" b="0" baseline="30000">
                <a:solidFill>
                  <a:schemeClr val="bg1"/>
                </a:solidFill>
                <a:latin typeface="Times New Roman" pitchFamily="18" charset="0"/>
              </a:rPr>
              <a:t>T </a:t>
            </a:r>
            <a:r>
              <a:rPr lang="zh-CN" altLang="en-US" b="0">
                <a:solidFill>
                  <a:schemeClr val="bg1"/>
                </a:solidFill>
                <a:latin typeface="Times New Roman" pitchFamily="18" charset="0"/>
              </a:rPr>
              <a:t>，</a:t>
            </a:r>
          </a:p>
          <a:p>
            <a:pPr>
              <a:lnSpc>
                <a:spcPct val="120000"/>
              </a:lnSpc>
            </a:pPr>
            <a:r>
              <a:rPr lang="zh-CN" altLang="en-US"/>
              <a:t>它们在任何时刻的值组成了该时刻的状态，如独立的电容电压（或电荷），电感电流（或磁通链）就是电路的状态变量。</a:t>
            </a:r>
          </a:p>
        </p:txBody>
      </p:sp>
      <p:grpSp>
        <p:nvGrpSpPr>
          <p:cNvPr id="177159" name="Group 8"/>
          <p:cNvGrpSpPr>
            <a:grpSpLocks/>
          </p:cNvGrpSpPr>
          <p:nvPr/>
        </p:nvGrpSpPr>
        <p:grpSpPr bwMode="auto"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177160" name="Picture 9" descr="78900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77161" name="Text Box 10">
              <a:hlinkClick r:id="" action="ppaction://hlinkshowjump?jump=nextslide"/>
            </p:cNvPr>
            <p:cNvSpPr txBox="1">
              <a:spLocks noChangeArrowheads="1"/>
            </p:cNvSpPr>
            <p:nvPr/>
          </p:nvSpPr>
          <p:spPr bwMode="auto"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0">
                  <a:solidFill>
                    <a:schemeClr val="bg1"/>
                  </a:solidFill>
                  <a:latin typeface="隶书" pitchFamily="49" charset="-122"/>
                  <a:ea typeface="隶书" pitchFamily="49" charset="-122"/>
                </a:rPr>
                <a:t>下 页</a:t>
              </a:r>
            </a:p>
          </p:txBody>
        </p:sp>
      </p:grpSp>
      <p:grpSp>
        <p:nvGrpSpPr>
          <p:cNvPr id="177162" name="Group 11"/>
          <p:cNvGrpSpPr>
            <a:grpSpLocks/>
          </p:cNvGrpSpPr>
          <p:nvPr/>
        </p:nvGrpSpPr>
        <p:grpSpPr bwMode="auto">
          <a:xfrm>
            <a:off x="7453313" y="6446838"/>
            <a:ext cx="792162" cy="366712"/>
            <a:chOff x="4649" y="4020"/>
            <a:chExt cx="499" cy="231"/>
          </a:xfrm>
        </p:grpSpPr>
        <p:pic>
          <p:nvPicPr>
            <p:cNvPr id="177163" name="Picture 12" descr="78900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77164" name="Text Box 13">
              <a:hlinkClick r:id="" action="ppaction://hlinkshowjump?jump=previousslide"/>
            </p:cNvPr>
            <p:cNvSpPr txBox="1">
              <a:spLocks noChangeArrowheads="1"/>
            </p:cNvSpPr>
            <p:nvPr/>
          </p:nvSpPr>
          <p:spPr bwMode="auto"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0">
                  <a:solidFill>
                    <a:schemeClr val="bg1"/>
                  </a:solidFill>
                  <a:latin typeface="隶书" pitchFamily="49" charset="-122"/>
                  <a:ea typeface="隶书" pitchFamily="49" charset="-122"/>
                </a:rPr>
                <a:t>上 页</a:t>
              </a:r>
            </a:p>
          </p:txBody>
        </p:sp>
      </p:grpSp>
      <p:sp>
        <p:nvSpPr>
          <p:cNvPr id="177165" name="Rectangle 14"/>
          <p:cNvSpPr>
            <a:spLocks noChangeArrowheads="1"/>
          </p:cNvSpPr>
          <p:nvPr/>
        </p:nvSpPr>
        <p:spPr bwMode="auto">
          <a:xfrm>
            <a:off x="2339975" y="333375"/>
            <a:ext cx="3929063" cy="701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4000">
                <a:solidFill>
                  <a:schemeClr val="bg1"/>
                </a:solidFill>
                <a:latin typeface="楷体_GB2312" pitchFamily="49" charset="-122"/>
              </a:rPr>
              <a:t>7.10</a:t>
            </a:r>
            <a:r>
              <a:rPr lang="en-US" altLang="zh-CN" sz="4000" baseline="30000">
                <a:solidFill>
                  <a:schemeClr val="bg1"/>
                </a:solidFill>
                <a:latin typeface="楷体_GB2312" pitchFamily="49" charset="-122"/>
              </a:rPr>
              <a:t>*</a:t>
            </a:r>
            <a:r>
              <a:rPr lang="en-US" altLang="zh-CN" sz="4000">
                <a:solidFill>
                  <a:schemeClr val="bg1"/>
                </a:solidFill>
                <a:latin typeface="楷体_GB2312" pitchFamily="49" charset="-122"/>
              </a:rPr>
              <a:t>  </a:t>
            </a:r>
            <a:r>
              <a:rPr lang="zh-CN" altLang="en-US" sz="4000">
                <a:solidFill>
                  <a:schemeClr val="bg1"/>
                </a:solidFill>
                <a:latin typeface="楷体_GB2312" pitchFamily="49" charset="-122"/>
              </a:rPr>
              <a:t>状态方程</a:t>
            </a:r>
          </a:p>
        </p:txBody>
      </p:sp>
      <p:grpSp>
        <p:nvGrpSpPr>
          <p:cNvPr id="177166" name="Group 16"/>
          <p:cNvGrpSpPr>
            <a:grpSpLocks/>
          </p:cNvGrpSpPr>
          <p:nvPr/>
        </p:nvGrpSpPr>
        <p:grpSpPr bwMode="auto">
          <a:xfrm>
            <a:off x="6588125" y="6446838"/>
            <a:ext cx="792163" cy="366712"/>
            <a:chOff x="4649" y="4020"/>
            <a:chExt cx="499" cy="231"/>
          </a:xfrm>
        </p:grpSpPr>
        <p:pic>
          <p:nvPicPr>
            <p:cNvPr id="177167" name="Picture 17" descr="78900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77168" name="Text Box 18">
              <a:hlinkClick r:id="rId3" action="ppaction://hlinksldjump"/>
            </p:cNvPr>
            <p:cNvSpPr txBox="1">
              <a:spLocks noChangeArrowheads="1"/>
            </p:cNvSpPr>
            <p:nvPr/>
          </p:nvSpPr>
          <p:spPr bwMode="auto"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0">
                  <a:solidFill>
                    <a:schemeClr val="bg1"/>
                  </a:solidFill>
                  <a:latin typeface="隶书" pitchFamily="49" charset="-122"/>
                  <a:ea typeface="隶书" pitchFamily="49" charset="-122"/>
                </a:rPr>
                <a:t>返 回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7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887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887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77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8877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7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887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7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1" dur="1000"/>
                                        <p:tgtEl>
                                          <p:spTgt spid="2887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77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28877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7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2887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7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1000"/>
                                        <p:tgtEl>
                                          <p:spTgt spid="2887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7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1000"/>
                                        <p:tgtEl>
                                          <p:spTgt spid="2887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7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1000"/>
                                        <p:tgtEl>
                                          <p:spTgt spid="2887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8771" grpId="0"/>
      <p:bldP spid="288772" grpId="0" build="allAtOnce" animBg="1"/>
      <p:bldP spid="288773" grpId="0"/>
      <p:bldP spid="288774" grpId="0" build="allAtOnce" animBg="1"/>
      <p:bldP spid="288775" grpId="0" build="p"/>
    </p:bldLst>
  </p:timing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494" name="Text Box 6"/>
          <p:cNvSpPr txBox="1">
            <a:spLocks noChangeArrowheads="1"/>
          </p:cNvSpPr>
          <p:nvPr/>
        </p:nvSpPr>
        <p:spPr bwMode="auto">
          <a:xfrm>
            <a:off x="539750" y="476250"/>
            <a:ext cx="2406650" cy="547688"/>
          </a:xfrm>
          <a:prstGeom prst="rect">
            <a:avLst/>
          </a:prstGeom>
          <a:noFill/>
          <a:ln w="28575">
            <a:solidFill>
              <a:srgbClr val="00FFFF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buSzPct val="85000"/>
              <a:buFont typeface="Wingdings" pitchFamily="2" charset="2"/>
              <a:buChar char="l"/>
            </a:pPr>
            <a:r>
              <a:rPr lang="en-US" altLang="zh-CN">
                <a:solidFill>
                  <a:srgbClr val="FF9900"/>
                </a:solidFill>
                <a:latin typeface="楷体_GB2312" pitchFamily="49" charset="-122"/>
              </a:rPr>
              <a:t> </a:t>
            </a:r>
            <a:r>
              <a:rPr lang="zh-CN" altLang="en-US">
                <a:solidFill>
                  <a:srgbClr val="FF9900"/>
                </a:solidFill>
                <a:latin typeface="楷体_GB2312" pitchFamily="49" charset="-122"/>
              </a:rPr>
              <a:t>状态变量法</a:t>
            </a:r>
          </a:p>
        </p:txBody>
      </p:sp>
      <p:grpSp>
        <p:nvGrpSpPr>
          <p:cNvPr id="178178" name="Group 8"/>
          <p:cNvGrpSpPr>
            <a:grpSpLocks/>
          </p:cNvGrpSpPr>
          <p:nvPr/>
        </p:nvGrpSpPr>
        <p:grpSpPr bwMode="auto"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178179" name="Picture 9" descr="78900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78180" name="Text Box 10">
              <a:hlinkClick r:id="" action="ppaction://hlinkshowjump?jump=nextslide"/>
            </p:cNvPr>
            <p:cNvSpPr txBox="1">
              <a:spLocks noChangeArrowheads="1"/>
            </p:cNvSpPr>
            <p:nvPr/>
          </p:nvSpPr>
          <p:spPr bwMode="auto"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0">
                  <a:solidFill>
                    <a:schemeClr val="bg1"/>
                  </a:solidFill>
                  <a:latin typeface="隶书" pitchFamily="49" charset="-122"/>
                  <a:ea typeface="隶书" pitchFamily="49" charset="-122"/>
                </a:rPr>
                <a:t>下 页</a:t>
              </a:r>
            </a:p>
          </p:txBody>
        </p:sp>
      </p:grpSp>
      <p:grpSp>
        <p:nvGrpSpPr>
          <p:cNvPr id="178181" name="Group 11"/>
          <p:cNvGrpSpPr>
            <a:grpSpLocks/>
          </p:cNvGrpSpPr>
          <p:nvPr/>
        </p:nvGrpSpPr>
        <p:grpSpPr bwMode="auto">
          <a:xfrm>
            <a:off x="7453313" y="6446838"/>
            <a:ext cx="792162" cy="366712"/>
            <a:chOff x="4649" y="4020"/>
            <a:chExt cx="499" cy="231"/>
          </a:xfrm>
        </p:grpSpPr>
        <p:pic>
          <p:nvPicPr>
            <p:cNvPr id="178182" name="Picture 12" descr="78900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78183" name="Text Box 13">
              <a:hlinkClick r:id="" action="ppaction://hlinkshowjump?jump=previousslide"/>
            </p:cNvPr>
            <p:cNvSpPr txBox="1">
              <a:spLocks noChangeArrowheads="1"/>
            </p:cNvSpPr>
            <p:nvPr/>
          </p:nvSpPr>
          <p:spPr bwMode="auto"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0">
                  <a:solidFill>
                    <a:schemeClr val="bg1"/>
                  </a:solidFill>
                  <a:latin typeface="隶书" pitchFamily="49" charset="-122"/>
                  <a:ea typeface="隶书" pitchFamily="49" charset="-122"/>
                </a:rPr>
                <a:t>上 页</a:t>
              </a:r>
            </a:p>
          </p:txBody>
        </p:sp>
      </p:grpSp>
      <p:sp>
        <p:nvSpPr>
          <p:cNvPr id="319505" name="Text Box 17"/>
          <p:cNvSpPr txBox="1">
            <a:spLocks noChangeArrowheads="1"/>
          </p:cNvSpPr>
          <p:nvPr/>
        </p:nvSpPr>
        <p:spPr bwMode="auto">
          <a:xfrm>
            <a:off x="539750" y="1125538"/>
            <a:ext cx="7993063" cy="2143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>
                <a:latin typeface="楷体_GB2312" pitchFamily="49" charset="-122"/>
              </a:rPr>
              <a:t>    </a:t>
            </a:r>
            <a:r>
              <a:rPr lang="zh-CN" altLang="en-US">
                <a:latin typeface="楷体_GB2312" pitchFamily="49" charset="-122"/>
              </a:rPr>
              <a:t>借助于</a:t>
            </a:r>
            <a:r>
              <a:rPr lang="zh-CN" altLang="en-US">
                <a:latin typeface="Times New Roman" pitchFamily="18" charset="0"/>
              </a:rPr>
              <a:t>状态变量，建立一组联系状态变量和激励函数的一阶微分方程组，称为状态方程。</a:t>
            </a:r>
            <a:r>
              <a:rPr lang="zh-CN" altLang="en-US"/>
              <a:t>只要知道状态变量在某一时刻值</a:t>
            </a:r>
            <a:r>
              <a:rPr lang="en-US" altLang="zh-CN" b="0">
                <a:solidFill>
                  <a:schemeClr val="bg1"/>
                </a:solidFill>
                <a:latin typeface="Times New Roman" pitchFamily="18" charset="0"/>
              </a:rPr>
              <a:t>X(</a:t>
            </a:r>
            <a:r>
              <a:rPr lang="en-US" altLang="zh-CN" b="0" i="1">
                <a:solidFill>
                  <a:schemeClr val="bg1"/>
                </a:solidFill>
                <a:latin typeface="Times New Roman" pitchFamily="18" charset="0"/>
              </a:rPr>
              <a:t>t</a:t>
            </a:r>
            <a:r>
              <a:rPr lang="en-US" altLang="zh-CN" b="0" baseline="-25000">
                <a:solidFill>
                  <a:schemeClr val="bg1"/>
                </a:solidFill>
                <a:latin typeface="Times New Roman" pitchFamily="18" charset="0"/>
              </a:rPr>
              <a:t>0</a:t>
            </a:r>
            <a:r>
              <a:rPr lang="en-US" altLang="zh-CN" b="0">
                <a:solidFill>
                  <a:schemeClr val="bg1"/>
                </a:solidFill>
                <a:latin typeface="Times New Roman" pitchFamily="18" charset="0"/>
              </a:rPr>
              <a:t>),</a:t>
            </a:r>
            <a:r>
              <a:rPr lang="zh-CN" altLang="en-US"/>
              <a:t>再知道输入激励</a:t>
            </a:r>
            <a:r>
              <a:rPr lang="en-US" altLang="zh-CN" b="0" i="1">
                <a:solidFill>
                  <a:schemeClr val="bg1"/>
                </a:solidFill>
                <a:latin typeface="Times New Roman" pitchFamily="18" charset="0"/>
              </a:rPr>
              <a:t>e</a:t>
            </a:r>
            <a:r>
              <a:rPr lang="en-US" altLang="zh-CN" b="0">
                <a:solidFill>
                  <a:schemeClr val="bg1"/>
                </a:solidFill>
                <a:latin typeface="Times New Roman" pitchFamily="18" charset="0"/>
              </a:rPr>
              <a:t>(</a:t>
            </a:r>
            <a:r>
              <a:rPr lang="en-US" altLang="zh-CN" b="0" i="1">
                <a:solidFill>
                  <a:schemeClr val="bg1"/>
                </a:solidFill>
                <a:latin typeface="Times New Roman" pitchFamily="18" charset="0"/>
              </a:rPr>
              <a:t>t</a:t>
            </a:r>
            <a:r>
              <a:rPr lang="en-US" altLang="zh-CN" b="0">
                <a:solidFill>
                  <a:schemeClr val="bg1"/>
                </a:solidFill>
                <a:latin typeface="Times New Roman" pitchFamily="18" charset="0"/>
              </a:rPr>
              <a:t>)</a:t>
            </a:r>
            <a:r>
              <a:rPr lang="zh-CN" altLang="en-US" b="0">
                <a:solidFill>
                  <a:schemeClr val="bg1"/>
                </a:solidFill>
                <a:latin typeface="Times New Roman" pitchFamily="18" charset="0"/>
              </a:rPr>
              <a:t>，</a:t>
            </a:r>
            <a:r>
              <a:rPr lang="zh-CN" altLang="en-US"/>
              <a:t>就可以确定</a:t>
            </a:r>
            <a:r>
              <a:rPr lang="en-US" altLang="zh-CN" b="0" i="1">
                <a:solidFill>
                  <a:schemeClr val="bg1"/>
                </a:solidFill>
                <a:latin typeface="Times New Roman" pitchFamily="18" charset="0"/>
              </a:rPr>
              <a:t>t&gt;t</a:t>
            </a:r>
            <a:r>
              <a:rPr lang="en-US" altLang="zh-CN" b="0" baseline="-25000">
                <a:solidFill>
                  <a:schemeClr val="bg1"/>
                </a:solidFill>
                <a:latin typeface="Times New Roman" pitchFamily="18" charset="0"/>
              </a:rPr>
              <a:t>0</a:t>
            </a:r>
            <a:r>
              <a:rPr lang="zh-CN" altLang="en-US"/>
              <a:t>后电路的全部性状</a:t>
            </a:r>
            <a:r>
              <a:rPr lang="en-US" altLang="zh-CN" b="0"/>
              <a:t>(</a:t>
            </a:r>
            <a:r>
              <a:rPr lang="zh-CN" altLang="en-US"/>
              <a:t>响应</a:t>
            </a:r>
            <a:r>
              <a:rPr lang="en-US" altLang="zh-CN" b="0"/>
              <a:t>)</a:t>
            </a:r>
            <a:r>
              <a:rPr lang="zh-CN" altLang="en-US"/>
              <a:t>。</a:t>
            </a:r>
            <a:endParaRPr lang="zh-CN" altLang="en-US">
              <a:latin typeface="Times New Roman" pitchFamily="18" charset="0"/>
            </a:endParaRPr>
          </a:p>
        </p:txBody>
      </p:sp>
      <p:grpSp>
        <p:nvGrpSpPr>
          <p:cNvPr id="319512" name="Group 24"/>
          <p:cNvGrpSpPr>
            <a:grpSpLocks/>
          </p:cNvGrpSpPr>
          <p:nvPr/>
        </p:nvGrpSpPr>
        <p:grpSpPr bwMode="auto">
          <a:xfrm>
            <a:off x="611188" y="3429000"/>
            <a:ext cx="8062912" cy="1260475"/>
            <a:chOff x="431" y="2387"/>
            <a:chExt cx="5079" cy="794"/>
          </a:xfrm>
        </p:grpSpPr>
        <p:sp>
          <p:nvSpPr>
            <p:cNvPr id="178186" name="Text Box 19"/>
            <p:cNvSpPr txBox="1">
              <a:spLocks noChangeArrowheads="1"/>
            </p:cNvSpPr>
            <p:nvPr/>
          </p:nvSpPr>
          <p:spPr bwMode="auto">
            <a:xfrm>
              <a:off x="431" y="2387"/>
              <a:ext cx="2540" cy="794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just" eaLnBrk="0" hangingPunct="0">
                <a:lnSpc>
                  <a:spcPct val="120000"/>
                </a:lnSpc>
              </a:pPr>
              <a:r>
                <a:rPr lang="zh-CN" altLang="en-US">
                  <a:latin typeface="Times New Roman" pitchFamily="18" charset="0"/>
                </a:rPr>
                <a:t>状态变量    </a:t>
              </a:r>
              <a:r>
                <a:rPr lang="en-US" altLang="zh-CN" sz="3200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X(</a:t>
              </a:r>
              <a:r>
                <a:rPr lang="en-US" altLang="zh-CN" sz="3200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t</a:t>
              </a:r>
              <a:r>
                <a:rPr lang="en-US" altLang="zh-CN" sz="3200" b="0" baseline="-2500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0</a:t>
              </a:r>
              <a:r>
                <a:rPr lang="en-US" altLang="zh-CN" sz="3200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)</a:t>
              </a:r>
            </a:p>
            <a:p>
              <a:pPr algn="just" eaLnBrk="0" hangingPunct="0">
                <a:lnSpc>
                  <a:spcPct val="120000"/>
                </a:lnSpc>
              </a:pPr>
              <a:r>
                <a:rPr lang="zh-CN" altLang="en-US">
                  <a:latin typeface="Times New Roman" pitchFamily="18" charset="0"/>
                </a:rPr>
                <a:t>激   励         </a:t>
              </a:r>
              <a:r>
                <a:rPr lang="en-US" altLang="zh-CN" sz="3200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e</a:t>
              </a:r>
              <a:r>
                <a:rPr lang="en-US" altLang="zh-CN" sz="3200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(</a:t>
              </a:r>
              <a:r>
                <a:rPr lang="en-US" altLang="zh-CN" sz="3200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t</a:t>
              </a:r>
              <a:r>
                <a:rPr lang="en-US" altLang="zh-CN" sz="3200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)  (</a:t>
              </a:r>
              <a:r>
                <a:rPr lang="en-US" altLang="zh-CN" sz="3200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t</a:t>
              </a:r>
              <a:r>
                <a:rPr lang="en-US" altLang="zh-CN" sz="3200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  <a:sym typeface="Symbol" pitchFamily="18" charset="2"/>
                </a:rPr>
                <a:t></a:t>
              </a:r>
              <a:r>
                <a:rPr lang="en-US" altLang="zh-CN" sz="3200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  <a:sym typeface="Symbol" pitchFamily="18" charset="2"/>
                </a:rPr>
                <a:t>t</a:t>
              </a:r>
              <a:r>
                <a:rPr lang="en-US" altLang="zh-CN" sz="3200" b="0" baseline="-2500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  <a:sym typeface="Symbol" pitchFamily="18" charset="2"/>
                </a:rPr>
                <a:t>0</a:t>
              </a:r>
              <a:r>
                <a:rPr lang="en-US" altLang="zh-CN" sz="3200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  <a:sym typeface="Symbol" pitchFamily="18" charset="2"/>
                </a:rPr>
                <a:t>)</a:t>
              </a:r>
              <a:r>
                <a:rPr lang="en-US" altLang="zh-CN" sz="3200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 </a:t>
              </a:r>
            </a:p>
          </p:txBody>
        </p:sp>
        <p:sp>
          <p:nvSpPr>
            <p:cNvPr id="178187" name="Line 20"/>
            <p:cNvSpPr>
              <a:spLocks noChangeShapeType="1"/>
            </p:cNvSpPr>
            <p:nvPr/>
          </p:nvSpPr>
          <p:spPr bwMode="auto">
            <a:xfrm>
              <a:off x="2745" y="2569"/>
              <a:ext cx="465" cy="209"/>
            </a:xfrm>
            <a:prstGeom prst="line">
              <a:avLst/>
            </a:prstGeom>
            <a:noFill/>
            <a:ln w="57150">
              <a:solidFill>
                <a:srgbClr val="00CCFF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8188" name="Line 21"/>
            <p:cNvSpPr>
              <a:spLocks noChangeShapeType="1"/>
            </p:cNvSpPr>
            <p:nvPr/>
          </p:nvSpPr>
          <p:spPr bwMode="auto">
            <a:xfrm flipH="1">
              <a:off x="2745" y="2795"/>
              <a:ext cx="453" cy="111"/>
            </a:xfrm>
            <a:prstGeom prst="line">
              <a:avLst/>
            </a:prstGeom>
            <a:noFill/>
            <a:ln w="57150">
              <a:solidFill>
                <a:srgbClr val="00CCFF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8189" name="Line 22"/>
            <p:cNvSpPr>
              <a:spLocks noChangeShapeType="1"/>
            </p:cNvSpPr>
            <p:nvPr/>
          </p:nvSpPr>
          <p:spPr bwMode="auto">
            <a:xfrm>
              <a:off x="3198" y="2795"/>
              <a:ext cx="524" cy="1"/>
            </a:xfrm>
            <a:prstGeom prst="line">
              <a:avLst/>
            </a:prstGeom>
            <a:noFill/>
            <a:ln w="76200">
              <a:solidFill>
                <a:srgbClr val="00CCFF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8190" name="Text Box 23"/>
            <p:cNvSpPr txBox="1">
              <a:spLocks noChangeArrowheads="1"/>
            </p:cNvSpPr>
            <p:nvPr/>
          </p:nvSpPr>
          <p:spPr bwMode="auto">
            <a:xfrm>
              <a:off x="3696" y="2614"/>
              <a:ext cx="1814" cy="365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3200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Y(</a:t>
              </a:r>
              <a:r>
                <a:rPr lang="en-US" altLang="zh-CN" sz="3200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t</a:t>
              </a:r>
              <a:r>
                <a:rPr lang="en-US" altLang="zh-CN" sz="3200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) (</a:t>
              </a:r>
              <a:r>
                <a:rPr lang="en-US" altLang="zh-CN" sz="3200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t</a:t>
              </a:r>
              <a:r>
                <a:rPr lang="en-US" altLang="zh-CN" sz="3200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  <a:sym typeface="Symbol" pitchFamily="18" charset="2"/>
                </a:rPr>
                <a:t></a:t>
              </a:r>
              <a:r>
                <a:rPr lang="en-US" altLang="zh-CN" sz="3200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  <a:sym typeface="Symbol" pitchFamily="18" charset="2"/>
                </a:rPr>
                <a:t>t</a:t>
              </a:r>
              <a:r>
                <a:rPr lang="en-US" altLang="zh-CN" sz="3200" b="0" baseline="-2500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  <a:sym typeface="Symbol" pitchFamily="18" charset="2"/>
                </a:rPr>
                <a:t>0</a:t>
              </a:r>
              <a:r>
                <a:rPr lang="en-US" altLang="zh-CN" sz="3200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  <a:sym typeface="Symbol" pitchFamily="18" charset="2"/>
                </a:rPr>
                <a:t>)  </a:t>
              </a:r>
              <a:r>
                <a:rPr lang="zh-CN" altLang="en-US">
                  <a:latin typeface="Times New Roman" pitchFamily="18" charset="0"/>
                  <a:sym typeface="Symbol" pitchFamily="18" charset="2"/>
                </a:rPr>
                <a:t>响应</a:t>
              </a:r>
              <a:endParaRPr lang="zh-CN" altLang="en-US">
                <a:latin typeface="Times New Roman" pitchFamily="18" charset="0"/>
              </a:endParaRPr>
            </a:p>
          </p:txBody>
        </p:sp>
      </p:grpSp>
      <p:grpSp>
        <p:nvGrpSpPr>
          <p:cNvPr id="319513" name="Group 25"/>
          <p:cNvGrpSpPr>
            <a:grpSpLocks/>
          </p:cNvGrpSpPr>
          <p:nvPr/>
        </p:nvGrpSpPr>
        <p:grpSpPr bwMode="auto">
          <a:xfrm>
            <a:off x="611188" y="4724400"/>
            <a:ext cx="1644650" cy="850900"/>
            <a:chOff x="385" y="3022"/>
            <a:chExt cx="1036" cy="536"/>
          </a:xfrm>
        </p:grpSpPr>
        <p:pic>
          <p:nvPicPr>
            <p:cNvPr id="178192" name="Picture 26" descr="123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385" y="3022"/>
              <a:ext cx="590" cy="53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78193" name="Text Box 27"/>
            <p:cNvSpPr txBox="1">
              <a:spLocks noChangeArrowheads="1"/>
            </p:cNvSpPr>
            <p:nvPr/>
          </p:nvSpPr>
          <p:spPr bwMode="auto">
            <a:xfrm>
              <a:off x="793" y="3125"/>
              <a:ext cx="628" cy="3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zh-CN" altLang="en-US" sz="3200" b="0">
                  <a:solidFill>
                    <a:srgbClr val="FA7748"/>
                  </a:solidFill>
                  <a:latin typeface="Times New Roman" pitchFamily="18" charset="0"/>
                  <a:ea typeface="华文行楷" pitchFamily="2" charset="-122"/>
                </a:rPr>
                <a:t>注意</a:t>
              </a:r>
            </a:p>
          </p:txBody>
        </p:sp>
      </p:grpSp>
      <p:sp>
        <p:nvSpPr>
          <p:cNvPr id="319516" name="Rectangle 28"/>
          <p:cNvSpPr>
            <a:spLocks noChangeArrowheads="1"/>
          </p:cNvSpPr>
          <p:nvPr/>
        </p:nvSpPr>
        <p:spPr bwMode="auto">
          <a:xfrm>
            <a:off x="971550" y="5516563"/>
            <a:ext cx="7327900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>
                <a:solidFill>
                  <a:schemeClr val="bg1"/>
                </a:solidFill>
                <a:latin typeface="Times New Roman" pitchFamily="18" charset="0"/>
              </a:rPr>
              <a:t>这里讲的为数最少的变量必须是互相独立的。</a:t>
            </a:r>
          </a:p>
        </p:txBody>
      </p:sp>
      <p:grpSp>
        <p:nvGrpSpPr>
          <p:cNvPr id="178195" name="Group 29"/>
          <p:cNvGrpSpPr>
            <a:grpSpLocks/>
          </p:cNvGrpSpPr>
          <p:nvPr/>
        </p:nvGrpSpPr>
        <p:grpSpPr bwMode="auto">
          <a:xfrm>
            <a:off x="6588125" y="6446838"/>
            <a:ext cx="792163" cy="366712"/>
            <a:chOff x="4649" y="4020"/>
            <a:chExt cx="499" cy="231"/>
          </a:xfrm>
        </p:grpSpPr>
        <p:pic>
          <p:nvPicPr>
            <p:cNvPr id="178196" name="Picture 30" descr="78900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78197" name="Text Box 31">
              <a:hlinkClick r:id="rId4" action="ppaction://hlinksldjump"/>
            </p:cNvPr>
            <p:cNvSpPr txBox="1">
              <a:spLocks noChangeArrowheads="1"/>
            </p:cNvSpPr>
            <p:nvPr/>
          </p:nvSpPr>
          <p:spPr bwMode="auto"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0">
                  <a:solidFill>
                    <a:schemeClr val="bg1"/>
                  </a:solidFill>
                  <a:latin typeface="隶书" pitchFamily="49" charset="-122"/>
                  <a:ea typeface="隶书" pitchFamily="49" charset="-122"/>
                </a:rPr>
                <a:t>返 回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194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50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1000"/>
                                        <p:tgtEl>
                                          <p:spTgt spid="31950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5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3195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5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195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1000"/>
                                        <p:tgtEl>
                                          <p:spTgt spid="3195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9494" grpId="0" animBg="1"/>
      <p:bldP spid="319505" grpId="0" build="p"/>
      <p:bldP spid="319516" grpId="0"/>
    </p:bldLst>
  </p:timing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842" name="Text Box 2"/>
          <p:cNvSpPr txBox="1">
            <a:spLocks noChangeArrowheads="1"/>
          </p:cNvSpPr>
          <p:nvPr/>
        </p:nvSpPr>
        <p:spPr bwMode="auto">
          <a:xfrm>
            <a:off x="4932363" y="404813"/>
            <a:ext cx="1077912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>
                <a:latin typeface="楷体_GB2312" pitchFamily="49" charset="-122"/>
              </a:rPr>
              <a:t>已知</a:t>
            </a:r>
            <a:r>
              <a:rPr lang="en-US" altLang="zh-CN">
                <a:latin typeface="楷体_GB2312" pitchFamily="49" charset="-122"/>
              </a:rPr>
              <a:t>:</a:t>
            </a:r>
            <a:endParaRPr lang="en-US" altLang="zh-CN" sz="2400">
              <a:latin typeface="楷体_GB2312" pitchFamily="49" charset="-122"/>
            </a:endParaRPr>
          </a:p>
        </p:txBody>
      </p:sp>
      <p:graphicFrame>
        <p:nvGraphicFramePr>
          <p:cNvPr id="291843" name="Object 3"/>
          <p:cNvGraphicFramePr>
            <a:graphicFrameLocks noChangeAspect="1"/>
          </p:cNvGraphicFramePr>
          <p:nvPr/>
        </p:nvGraphicFramePr>
        <p:xfrm>
          <a:off x="5219700" y="908050"/>
          <a:ext cx="3600450" cy="1679575"/>
        </p:xfrm>
        <a:graphic>
          <a:graphicData uri="http://schemas.openxmlformats.org/presentationml/2006/ole">
            <p:oleObj spid="_x0000_s179202" r:id="rId3" imgW="1448280" imgH="726480" progId="Equation.3">
              <p:embed/>
            </p:oleObj>
          </a:graphicData>
        </a:graphic>
      </p:graphicFrame>
      <p:grpSp>
        <p:nvGrpSpPr>
          <p:cNvPr id="291936" name="Group 96"/>
          <p:cNvGrpSpPr>
            <a:grpSpLocks/>
          </p:cNvGrpSpPr>
          <p:nvPr/>
        </p:nvGrpSpPr>
        <p:grpSpPr bwMode="auto">
          <a:xfrm>
            <a:off x="755650" y="2708275"/>
            <a:ext cx="5414963" cy="519113"/>
            <a:chOff x="476" y="1706"/>
            <a:chExt cx="3411" cy="327"/>
          </a:xfrm>
        </p:grpSpPr>
        <p:sp>
          <p:nvSpPr>
            <p:cNvPr id="179204" name="Text Box 5"/>
            <p:cNvSpPr txBox="1">
              <a:spLocks noChangeArrowheads="1"/>
            </p:cNvSpPr>
            <p:nvPr/>
          </p:nvSpPr>
          <p:spPr bwMode="auto">
            <a:xfrm>
              <a:off x="476" y="1706"/>
              <a:ext cx="604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CN" baseline="-25000">
                  <a:latin typeface="Times New Roman" pitchFamily="18" charset="0"/>
                  <a:ea typeface="宋体" pitchFamily="2" charset="-122"/>
                </a:rPr>
                <a:t> </a:t>
              </a:r>
              <a:r>
                <a:rPr lang="zh-CN" altLang="en-US">
                  <a:latin typeface="Times New Roman" pitchFamily="18" charset="0"/>
                </a:rPr>
                <a:t>求：</a:t>
              </a:r>
            </a:p>
          </p:txBody>
        </p:sp>
        <p:graphicFrame>
          <p:nvGraphicFramePr>
            <p:cNvPr id="179205" name="Object 6"/>
            <p:cNvGraphicFramePr>
              <a:graphicFrameLocks noChangeAspect="1"/>
            </p:cNvGraphicFramePr>
            <p:nvPr/>
          </p:nvGraphicFramePr>
          <p:xfrm>
            <a:off x="1011" y="1706"/>
            <a:ext cx="2876" cy="310"/>
          </p:xfrm>
          <a:graphic>
            <a:graphicData uri="http://schemas.openxmlformats.org/presentationml/2006/ole">
              <p:oleObj spid="_x0000_s179205" r:id="rId4" imgW="1865520" imgH="207720" progId="Equation.3">
                <p:embed/>
              </p:oleObj>
            </a:graphicData>
          </a:graphic>
        </p:graphicFrame>
      </p:grpSp>
      <p:sp>
        <p:nvSpPr>
          <p:cNvPr id="291847" name="Text Box 7"/>
          <p:cNvSpPr txBox="1">
            <a:spLocks noChangeArrowheads="1"/>
          </p:cNvSpPr>
          <p:nvPr/>
        </p:nvSpPr>
        <p:spPr bwMode="auto">
          <a:xfrm>
            <a:off x="323850" y="3500438"/>
            <a:ext cx="661988" cy="519112"/>
          </a:xfrm>
          <a:prstGeom prst="rect">
            <a:avLst/>
          </a:prstGeom>
          <a:solidFill>
            <a:srgbClr val="660033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解</a:t>
            </a:r>
          </a:p>
        </p:txBody>
      </p:sp>
      <p:graphicFrame>
        <p:nvGraphicFramePr>
          <p:cNvPr id="291848" name="Object 8"/>
          <p:cNvGraphicFramePr>
            <a:graphicFrameLocks noChangeAspect="1"/>
          </p:cNvGraphicFramePr>
          <p:nvPr/>
        </p:nvGraphicFramePr>
        <p:xfrm>
          <a:off x="4514850" y="3321050"/>
          <a:ext cx="112713" cy="214313"/>
        </p:xfrm>
        <a:graphic>
          <a:graphicData uri="http://schemas.openxmlformats.org/presentationml/2006/ole">
            <p:oleObj spid="_x0000_s179207" r:id="rId5" imgW="114151" imgH="215619" progId="Equation.3">
              <p:embed/>
            </p:oleObj>
          </a:graphicData>
        </a:graphic>
      </p:graphicFrame>
      <p:graphicFrame>
        <p:nvGraphicFramePr>
          <p:cNvPr id="291849" name="Object 9"/>
          <p:cNvGraphicFramePr>
            <a:graphicFrameLocks noChangeAspect="1"/>
          </p:cNvGraphicFramePr>
          <p:nvPr/>
        </p:nvGraphicFramePr>
        <p:xfrm>
          <a:off x="5062538" y="4005263"/>
          <a:ext cx="2068512" cy="592137"/>
        </p:xfrm>
        <a:graphic>
          <a:graphicData uri="http://schemas.openxmlformats.org/presentationml/2006/ole">
            <p:oleObj spid="_x0000_s179208" r:id="rId6" imgW="834480" imgH="230760" progId="Equation.3">
              <p:embed/>
            </p:oleObj>
          </a:graphicData>
        </a:graphic>
      </p:graphicFrame>
      <p:graphicFrame>
        <p:nvGraphicFramePr>
          <p:cNvPr id="291850" name="Object 10"/>
          <p:cNvGraphicFramePr>
            <a:graphicFrameLocks noChangeAspect="1"/>
          </p:cNvGraphicFramePr>
          <p:nvPr/>
        </p:nvGraphicFramePr>
        <p:xfrm>
          <a:off x="5048250" y="3429000"/>
          <a:ext cx="2074863" cy="563563"/>
        </p:xfrm>
        <a:graphic>
          <a:graphicData uri="http://schemas.openxmlformats.org/presentationml/2006/ole">
            <p:oleObj spid="_x0000_s179209" r:id="rId7" imgW="799560" imgH="207720" progId="Equation.3">
              <p:embed/>
            </p:oleObj>
          </a:graphicData>
        </a:graphic>
      </p:graphicFrame>
      <p:graphicFrame>
        <p:nvGraphicFramePr>
          <p:cNvPr id="291851" name="Object 11"/>
          <p:cNvGraphicFramePr>
            <a:graphicFrameLocks noChangeAspect="1"/>
          </p:cNvGraphicFramePr>
          <p:nvPr/>
        </p:nvGraphicFramePr>
        <p:xfrm>
          <a:off x="4951413" y="4724400"/>
          <a:ext cx="2643187" cy="1125538"/>
        </p:xfrm>
        <a:graphic>
          <a:graphicData uri="http://schemas.openxmlformats.org/presentationml/2006/ole">
            <p:oleObj spid="_x0000_s179210" r:id="rId8" imgW="857520" imgH="461160" progId="Equation.3">
              <p:embed/>
            </p:oleObj>
          </a:graphicData>
        </a:graphic>
      </p:graphicFrame>
      <p:sp>
        <p:nvSpPr>
          <p:cNvPr id="291853" name="Text Box 13"/>
          <p:cNvSpPr txBox="1">
            <a:spLocks noChangeArrowheads="1"/>
          </p:cNvSpPr>
          <p:nvPr/>
        </p:nvSpPr>
        <p:spPr bwMode="auto">
          <a:xfrm>
            <a:off x="1331913" y="4797425"/>
            <a:ext cx="1828800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sz="3200" b="0" i="1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e</a:t>
            </a:r>
            <a:r>
              <a:rPr lang="en-US" altLang="zh-CN" sz="3200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(0)=10V</a:t>
            </a:r>
            <a:endParaRPr lang="en-US" altLang="zh-CN" sz="3200" b="0" baseline="-25000">
              <a:solidFill>
                <a:schemeClr val="bg1"/>
              </a:solidFill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291856" name="AutoShape 16"/>
          <p:cNvSpPr>
            <a:spLocks/>
          </p:cNvSpPr>
          <p:nvPr/>
        </p:nvSpPr>
        <p:spPr bwMode="auto">
          <a:xfrm>
            <a:off x="4643438" y="3644900"/>
            <a:ext cx="144462" cy="2160588"/>
          </a:xfrm>
          <a:prstGeom prst="leftBrace">
            <a:avLst>
              <a:gd name="adj1" fmla="val 124426"/>
              <a:gd name="adj2" fmla="val 50000"/>
            </a:avLst>
          </a:prstGeom>
          <a:noFill/>
          <a:ln w="28575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291937" name="Group 97"/>
          <p:cNvGrpSpPr>
            <a:grpSpLocks/>
          </p:cNvGrpSpPr>
          <p:nvPr/>
        </p:nvGrpSpPr>
        <p:grpSpPr bwMode="auto">
          <a:xfrm>
            <a:off x="1292225" y="3500438"/>
            <a:ext cx="2011363" cy="1109662"/>
            <a:chOff x="847" y="2512"/>
            <a:chExt cx="1267" cy="699"/>
          </a:xfrm>
        </p:grpSpPr>
        <p:graphicFrame>
          <p:nvGraphicFramePr>
            <p:cNvPr id="179214" name="Object 12"/>
            <p:cNvGraphicFramePr>
              <a:graphicFrameLocks noChangeAspect="1"/>
            </p:cNvGraphicFramePr>
            <p:nvPr/>
          </p:nvGraphicFramePr>
          <p:xfrm>
            <a:off x="847" y="2512"/>
            <a:ext cx="1191" cy="699"/>
          </p:xfrm>
          <a:graphic>
            <a:graphicData uri="http://schemas.openxmlformats.org/presentationml/2006/ole">
              <p:oleObj spid="_x0000_s179214" r:id="rId9" imgW="822600" imgH="461160" progId="Equation.3">
                <p:embed/>
              </p:oleObj>
            </a:graphicData>
          </a:graphic>
        </p:graphicFrame>
        <p:sp>
          <p:nvSpPr>
            <p:cNvPr id="179215" name="AutoShape 17"/>
            <p:cNvSpPr>
              <a:spLocks/>
            </p:cNvSpPr>
            <p:nvPr/>
          </p:nvSpPr>
          <p:spPr bwMode="auto">
            <a:xfrm>
              <a:off x="2018" y="2523"/>
              <a:ext cx="96" cy="672"/>
            </a:xfrm>
            <a:prstGeom prst="rightBrace">
              <a:avLst>
                <a:gd name="adj1" fmla="val 58236"/>
                <a:gd name="adj2" fmla="val 50000"/>
              </a:avLst>
            </a:prstGeom>
            <a:noFill/>
            <a:ln w="28575">
              <a:solidFill>
                <a:schemeClr val="bg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291898" name="Text Box 58"/>
          <p:cNvSpPr txBox="1">
            <a:spLocks noChangeArrowheads="1"/>
          </p:cNvSpPr>
          <p:nvPr/>
        </p:nvSpPr>
        <p:spPr bwMode="auto">
          <a:xfrm>
            <a:off x="250825" y="476250"/>
            <a:ext cx="647700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320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例</a:t>
            </a:r>
          </a:p>
        </p:txBody>
      </p:sp>
      <p:grpSp>
        <p:nvGrpSpPr>
          <p:cNvPr id="179217" name="Group 59"/>
          <p:cNvGrpSpPr>
            <a:grpSpLocks/>
          </p:cNvGrpSpPr>
          <p:nvPr/>
        </p:nvGrpSpPr>
        <p:grpSpPr bwMode="auto"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179218" name="Picture 60" descr="78900"/>
            <p:cNvPicPr>
              <a:picLocks noChangeAspect="1" noChangeArrowheads="1"/>
            </p:cNvPicPr>
            <p:nvPr/>
          </p:nvPicPr>
          <p:blipFill>
            <a:blip r:embed="rId10"/>
            <a:srcRect/>
            <a:stretch>
              <a:fillRect/>
            </a:stretch>
          </p:blipFill>
          <p:spPr bwMode="auto"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79219" name="Text Box 61">
              <a:hlinkClick r:id="" action="ppaction://hlinkshowjump?jump=nextslide"/>
            </p:cNvPr>
            <p:cNvSpPr txBox="1">
              <a:spLocks noChangeArrowheads="1"/>
            </p:cNvSpPr>
            <p:nvPr/>
          </p:nvSpPr>
          <p:spPr bwMode="auto"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0">
                  <a:solidFill>
                    <a:schemeClr val="bg1"/>
                  </a:solidFill>
                  <a:latin typeface="隶书" pitchFamily="49" charset="-122"/>
                  <a:ea typeface="隶书" pitchFamily="49" charset="-122"/>
                </a:rPr>
                <a:t>下 页</a:t>
              </a:r>
            </a:p>
          </p:txBody>
        </p:sp>
      </p:grpSp>
      <p:grpSp>
        <p:nvGrpSpPr>
          <p:cNvPr id="179220" name="Group 62"/>
          <p:cNvGrpSpPr>
            <a:grpSpLocks/>
          </p:cNvGrpSpPr>
          <p:nvPr/>
        </p:nvGrpSpPr>
        <p:grpSpPr bwMode="auto">
          <a:xfrm>
            <a:off x="7453313" y="6446838"/>
            <a:ext cx="792162" cy="366712"/>
            <a:chOff x="4649" y="4020"/>
            <a:chExt cx="499" cy="231"/>
          </a:xfrm>
        </p:grpSpPr>
        <p:pic>
          <p:nvPicPr>
            <p:cNvPr id="179221" name="Picture 63" descr="78900"/>
            <p:cNvPicPr>
              <a:picLocks noChangeAspect="1" noChangeArrowheads="1"/>
            </p:cNvPicPr>
            <p:nvPr/>
          </p:nvPicPr>
          <p:blipFill>
            <a:blip r:embed="rId10"/>
            <a:srcRect/>
            <a:stretch>
              <a:fillRect/>
            </a:stretch>
          </p:blipFill>
          <p:spPr bwMode="auto"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79222" name="Text Box 64">
              <a:hlinkClick r:id="" action="ppaction://hlinkshowjump?jump=previousslide"/>
            </p:cNvPr>
            <p:cNvSpPr txBox="1">
              <a:spLocks noChangeArrowheads="1"/>
            </p:cNvSpPr>
            <p:nvPr/>
          </p:nvSpPr>
          <p:spPr bwMode="auto"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0">
                  <a:solidFill>
                    <a:schemeClr val="bg1"/>
                  </a:solidFill>
                  <a:latin typeface="隶书" pitchFamily="49" charset="-122"/>
                  <a:ea typeface="隶书" pitchFamily="49" charset="-122"/>
                </a:rPr>
                <a:t>上 页</a:t>
              </a:r>
            </a:p>
          </p:txBody>
        </p:sp>
      </p:grpSp>
      <p:grpSp>
        <p:nvGrpSpPr>
          <p:cNvPr id="291939" name="Group 99"/>
          <p:cNvGrpSpPr>
            <a:grpSpLocks/>
          </p:cNvGrpSpPr>
          <p:nvPr/>
        </p:nvGrpSpPr>
        <p:grpSpPr bwMode="auto">
          <a:xfrm>
            <a:off x="900113" y="476250"/>
            <a:ext cx="4249737" cy="2089150"/>
            <a:chOff x="567" y="255"/>
            <a:chExt cx="2677" cy="1316"/>
          </a:xfrm>
        </p:grpSpPr>
        <p:sp>
          <p:nvSpPr>
            <p:cNvPr id="179224" name="Oval 66"/>
            <p:cNvSpPr>
              <a:spLocks noChangeArrowheads="1"/>
            </p:cNvSpPr>
            <p:nvPr/>
          </p:nvSpPr>
          <p:spPr bwMode="auto">
            <a:xfrm>
              <a:off x="567" y="754"/>
              <a:ext cx="363" cy="363"/>
            </a:xfrm>
            <a:prstGeom prst="ellipse">
              <a:avLst/>
            </a:prstGeom>
            <a:gradFill rotWithShape="1">
              <a:gsLst>
                <a:gs pos="0">
                  <a:srgbClr val="0099FF"/>
                </a:gs>
                <a:gs pos="100000">
                  <a:srgbClr val="004776"/>
                </a:gs>
              </a:gsLst>
              <a:path path="shape">
                <a:fillToRect l="50000" t="50000" r="50000" b="50000"/>
              </a:path>
            </a:gradFill>
            <a:ln w="38100">
              <a:solidFill>
                <a:srgbClr val="FF99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endParaRPr lang="zh-CN" altLang="zh-CN" sz="2400" b="0">
                <a:ea typeface="仿宋_GB2312" pitchFamily="49" charset="-122"/>
              </a:endParaRPr>
            </a:p>
          </p:txBody>
        </p:sp>
        <p:sp>
          <p:nvSpPr>
            <p:cNvPr id="179225" name="Line 67"/>
            <p:cNvSpPr>
              <a:spLocks noChangeShapeType="1"/>
            </p:cNvSpPr>
            <p:nvPr/>
          </p:nvSpPr>
          <p:spPr bwMode="auto">
            <a:xfrm>
              <a:off x="744" y="702"/>
              <a:ext cx="1" cy="543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9226" name="Line 68"/>
            <p:cNvSpPr>
              <a:spLocks noChangeShapeType="1"/>
            </p:cNvSpPr>
            <p:nvPr/>
          </p:nvSpPr>
          <p:spPr bwMode="auto">
            <a:xfrm>
              <a:off x="1566" y="346"/>
              <a:ext cx="1270" cy="0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9227" name="Line 69"/>
            <p:cNvSpPr>
              <a:spLocks noChangeShapeType="1"/>
            </p:cNvSpPr>
            <p:nvPr/>
          </p:nvSpPr>
          <p:spPr bwMode="auto">
            <a:xfrm>
              <a:off x="2018" y="1026"/>
              <a:ext cx="0" cy="545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 type="oval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9228" name="Freeform 70"/>
            <p:cNvSpPr>
              <a:spLocks noChangeArrowheads="1"/>
            </p:cNvSpPr>
            <p:nvPr/>
          </p:nvSpPr>
          <p:spPr bwMode="auto">
            <a:xfrm>
              <a:off x="749" y="346"/>
              <a:ext cx="2087" cy="1225"/>
            </a:xfrm>
            <a:custGeom>
              <a:avLst/>
              <a:gdLst/>
              <a:ahLst/>
              <a:cxnLst>
                <a:cxn ang="0">
                  <a:pos x="402" y="0"/>
                </a:cxn>
                <a:cxn ang="0">
                  <a:pos x="0" y="0"/>
                </a:cxn>
                <a:cxn ang="0">
                  <a:pos x="0" y="1246"/>
                </a:cxn>
                <a:cxn ang="0">
                  <a:pos x="2065" y="1246"/>
                </a:cxn>
              </a:cxnLst>
              <a:rect l="0" t="0" r="r" b="b"/>
              <a:pathLst>
                <a:path w="2065" h="1246">
                  <a:moveTo>
                    <a:pt x="402" y="0"/>
                  </a:moveTo>
                  <a:lnTo>
                    <a:pt x="0" y="0"/>
                  </a:lnTo>
                  <a:lnTo>
                    <a:pt x="0" y="1246"/>
                  </a:lnTo>
                  <a:lnTo>
                    <a:pt x="2065" y="1246"/>
                  </a:lnTo>
                </a:path>
              </a:pathLst>
            </a:cu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9229" name="Line 71"/>
            <p:cNvSpPr>
              <a:spLocks noChangeShapeType="1"/>
            </p:cNvSpPr>
            <p:nvPr/>
          </p:nvSpPr>
          <p:spPr bwMode="auto">
            <a:xfrm flipH="1">
              <a:off x="2836" y="346"/>
              <a:ext cx="0" cy="1225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9230" name="Line 72"/>
            <p:cNvSpPr>
              <a:spLocks noChangeShapeType="1"/>
            </p:cNvSpPr>
            <p:nvPr/>
          </p:nvSpPr>
          <p:spPr bwMode="auto">
            <a:xfrm>
              <a:off x="2018" y="346"/>
              <a:ext cx="1" cy="584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 type="oval" w="med" len="med"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9231" name="Rectangle 73"/>
            <p:cNvSpPr>
              <a:spLocks noChangeArrowheads="1"/>
            </p:cNvSpPr>
            <p:nvPr/>
          </p:nvSpPr>
          <p:spPr bwMode="auto">
            <a:xfrm>
              <a:off x="2426" y="799"/>
              <a:ext cx="284" cy="269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3</a:t>
              </a:r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  <a:sym typeface="Symbol" pitchFamily="18" charset="2"/>
                </a:rPr>
                <a:t></a:t>
              </a:r>
            </a:p>
          </p:txBody>
        </p:sp>
        <p:sp>
          <p:nvSpPr>
            <p:cNvPr id="179232" name="Rectangle 74"/>
            <p:cNvSpPr>
              <a:spLocks noChangeArrowheads="1"/>
            </p:cNvSpPr>
            <p:nvPr/>
          </p:nvSpPr>
          <p:spPr bwMode="auto">
            <a:xfrm>
              <a:off x="1301" y="386"/>
              <a:ext cx="125" cy="269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L</a:t>
              </a:r>
              <a:endParaRPr lang="en-US" altLang="zh-CN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179233" name="Rectangle 75"/>
            <p:cNvSpPr>
              <a:spLocks noChangeArrowheads="1"/>
            </p:cNvSpPr>
            <p:nvPr/>
          </p:nvSpPr>
          <p:spPr bwMode="auto">
            <a:xfrm>
              <a:off x="1701" y="800"/>
              <a:ext cx="149" cy="269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C</a:t>
              </a:r>
              <a:endParaRPr lang="en-US" altLang="zh-CN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179234" name="Rectangle 76"/>
            <p:cNvSpPr>
              <a:spLocks noChangeArrowheads="1"/>
            </p:cNvSpPr>
            <p:nvPr/>
          </p:nvSpPr>
          <p:spPr bwMode="auto">
            <a:xfrm>
              <a:off x="1021" y="845"/>
              <a:ext cx="311" cy="269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e</a:t>
              </a:r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(</a:t>
              </a:r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t</a:t>
              </a:r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)</a:t>
              </a:r>
            </a:p>
          </p:txBody>
        </p:sp>
        <p:sp>
          <p:nvSpPr>
            <p:cNvPr id="179235" name="Rectangle 77"/>
            <p:cNvSpPr>
              <a:spLocks noChangeArrowheads="1"/>
            </p:cNvSpPr>
            <p:nvPr/>
          </p:nvSpPr>
          <p:spPr bwMode="auto">
            <a:xfrm>
              <a:off x="2154" y="664"/>
              <a:ext cx="126" cy="269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+</a:t>
              </a:r>
            </a:p>
          </p:txBody>
        </p:sp>
        <p:sp>
          <p:nvSpPr>
            <p:cNvPr id="179236" name="Rectangle 78"/>
            <p:cNvSpPr>
              <a:spLocks noChangeArrowheads="1"/>
            </p:cNvSpPr>
            <p:nvPr/>
          </p:nvSpPr>
          <p:spPr bwMode="auto">
            <a:xfrm>
              <a:off x="1702" y="346"/>
              <a:ext cx="272" cy="269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i</a:t>
              </a:r>
              <a:r>
                <a:rPr lang="en-US" altLang="zh-CN" b="0" baseline="-2500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L</a:t>
              </a:r>
            </a:p>
          </p:txBody>
        </p:sp>
        <p:sp>
          <p:nvSpPr>
            <p:cNvPr id="179237" name="Line 79"/>
            <p:cNvSpPr>
              <a:spLocks noChangeShapeType="1"/>
            </p:cNvSpPr>
            <p:nvPr/>
          </p:nvSpPr>
          <p:spPr bwMode="auto">
            <a:xfrm>
              <a:off x="2925" y="664"/>
              <a:ext cx="1" cy="578"/>
            </a:xfrm>
            <a:prstGeom prst="line">
              <a:avLst/>
            </a:prstGeom>
            <a:noFill/>
            <a:ln w="28575">
              <a:solidFill>
                <a:srgbClr val="00FFFF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9238" name="Line 80"/>
            <p:cNvSpPr>
              <a:spLocks noChangeShapeType="1"/>
            </p:cNvSpPr>
            <p:nvPr/>
          </p:nvSpPr>
          <p:spPr bwMode="auto">
            <a:xfrm>
              <a:off x="1610" y="300"/>
              <a:ext cx="317" cy="0"/>
            </a:xfrm>
            <a:prstGeom prst="line">
              <a:avLst/>
            </a:prstGeom>
            <a:noFill/>
            <a:ln w="28575">
              <a:solidFill>
                <a:srgbClr val="00FFFF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79239" name="Group 81"/>
            <p:cNvGrpSpPr>
              <a:grpSpLocks/>
            </p:cNvGrpSpPr>
            <p:nvPr/>
          </p:nvGrpSpPr>
          <p:grpSpPr bwMode="auto">
            <a:xfrm rot="-5400000">
              <a:off x="1316" y="96"/>
              <a:ext cx="90" cy="408"/>
              <a:chOff x="2744" y="2931"/>
              <a:chExt cx="57" cy="283"/>
            </a:xfrm>
          </p:grpSpPr>
          <p:sp>
            <p:nvSpPr>
              <p:cNvPr id="179240" name="Arc 82"/>
              <p:cNvSpPr>
                <a:spLocks noChangeArrowheads="1"/>
              </p:cNvSpPr>
              <p:nvPr/>
            </p:nvSpPr>
            <p:spPr bwMode="auto">
              <a:xfrm rot="10800000" flipH="1" flipV="1">
                <a:off x="2744" y="2931"/>
                <a:ext cx="57" cy="91"/>
              </a:xfrm>
              <a:custGeom>
                <a:avLst/>
                <a:gdLst/>
                <a:ahLst/>
                <a:cxnLst>
                  <a:cxn ang="0">
                    <a:pos x="1123" y="0"/>
                  </a:cxn>
                  <a:cxn ang="0">
                    <a:pos x="22723" y="21600"/>
                  </a:cxn>
                  <a:cxn ang="0">
                    <a:pos x="1123" y="43200"/>
                  </a:cxn>
                  <a:cxn ang="0">
                    <a:pos x="0" y="43170"/>
                  </a:cxn>
                  <a:cxn ang="0">
                    <a:pos x="1123" y="0"/>
                  </a:cxn>
                  <a:cxn ang="0">
                    <a:pos x="22723" y="21600"/>
                  </a:cxn>
                  <a:cxn ang="0">
                    <a:pos x="1123" y="43200"/>
                  </a:cxn>
                  <a:cxn ang="0">
                    <a:pos x="0" y="43170"/>
                  </a:cxn>
                  <a:cxn ang="0">
                    <a:pos x="1123" y="21600"/>
                  </a:cxn>
                  <a:cxn ang="0">
                    <a:pos x="1123" y="0"/>
                  </a:cxn>
                </a:cxnLst>
                <a:rect l="0" t="0" r="r" b="b"/>
                <a:pathLst>
                  <a:path w="22723" h="43200" fill="none">
                    <a:moveTo>
                      <a:pt x="1123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>
                    <a:moveTo>
                      <a:pt x="1123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lnTo>
                      <a:pt x="1123" y="0"/>
                    </a:lnTo>
                    <a:close/>
                  </a:path>
                </a:pathLst>
              </a:custGeom>
              <a:noFill/>
              <a:ln w="38100">
                <a:solidFill>
                  <a:srgbClr val="FF99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9241" name="Arc 83"/>
              <p:cNvSpPr>
                <a:spLocks noChangeArrowheads="1"/>
              </p:cNvSpPr>
              <p:nvPr/>
            </p:nvSpPr>
            <p:spPr bwMode="auto">
              <a:xfrm rot="10800000" flipH="1" flipV="1">
                <a:off x="2744" y="3027"/>
                <a:ext cx="57" cy="91"/>
              </a:xfrm>
              <a:custGeom>
                <a:avLst/>
                <a:gdLst/>
                <a:ahLst/>
                <a:cxnLst>
                  <a:cxn ang="0">
                    <a:pos x="1123" y="0"/>
                  </a:cxn>
                  <a:cxn ang="0">
                    <a:pos x="22723" y="21600"/>
                  </a:cxn>
                  <a:cxn ang="0">
                    <a:pos x="1123" y="43200"/>
                  </a:cxn>
                  <a:cxn ang="0">
                    <a:pos x="0" y="43170"/>
                  </a:cxn>
                  <a:cxn ang="0">
                    <a:pos x="1123" y="0"/>
                  </a:cxn>
                  <a:cxn ang="0">
                    <a:pos x="22723" y="21600"/>
                  </a:cxn>
                  <a:cxn ang="0">
                    <a:pos x="1123" y="43200"/>
                  </a:cxn>
                  <a:cxn ang="0">
                    <a:pos x="0" y="43170"/>
                  </a:cxn>
                  <a:cxn ang="0">
                    <a:pos x="1123" y="21600"/>
                  </a:cxn>
                  <a:cxn ang="0">
                    <a:pos x="1123" y="0"/>
                  </a:cxn>
                </a:cxnLst>
                <a:rect l="0" t="0" r="r" b="b"/>
                <a:pathLst>
                  <a:path w="22723" h="43200" fill="none">
                    <a:moveTo>
                      <a:pt x="1123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>
                    <a:moveTo>
                      <a:pt x="1123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lnTo>
                      <a:pt x="1123" y="0"/>
                    </a:lnTo>
                    <a:close/>
                  </a:path>
                </a:pathLst>
              </a:custGeom>
              <a:noFill/>
              <a:ln w="38100">
                <a:solidFill>
                  <a:srgbClr val="FF99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9242" name="Arc 84"/>
              <p:cNvSpPr>
                <a:spLocks noChangeArrowheads="1"/>
              </p:cNvSpPr>
              <p:nvPr/>
            </p:nvSpPr>
            <p:spPr bwMode="auto">
              <a:xfrm rot="10800000" flipH="1" flipV="1">
                <a:off x="2744" y="3123"/>
                <a:ext cx="57" cy="91"/>
              </a:xfrm>
              <a:custGeom>
                <a:avLst/>
                <a:gdLst/>
                <a:ahLst/>
                <a:cxnLst>
                  <a:cxn ang="0">
                    <a:pos x="1123" y="0"/>
                  </a:cxn>
                  <a:cxn ang="0">
                    <a:pos x="22723" y="21600"/>
                  </a:cxn>
                  <a:cxn ang="0">
                    <a:pos x="1123" y="43200"/>
                  </a:cxn>
                  <a:cxn ang="0">
                    <a:pos x="0" y="43170"/>
                  </a:cxn>
                  <a:cxn ang="0">
                    <a:pos x="1123" y="0"/>
                  </a:cxn>
                  <a:cxn ang="0">
                    <a:pos x="22723" y="21600"/>
                  </a:cxn>
                  <a:cxn ang="0">
                    <a:pos x="1123" y="43200"/>
                  </a:cxn>
                  <a:cxn ang="0">
                    <a:pos x="0" y="43170"/>
                  </a:cxn>
                  <a:cxn ang="0">
                    <a:pos x="1123" y="21600"/>
                  </a:cxn>
                  <a:cxn ang="0">
                    <a:pos x="1123" y="0"/>
                  </a:cxn>
                </a:cxnLst>
                <a:rect l="0" t="0" r="r" b="b"/>
                <a:pathLst>
                  <a:path w="22723" h="43200" fill="none">
                    <a:moveTo>
                      <a:pt x="1123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>
                    <a:moveTo>
                      <a:pt x="1123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lnTo>
                      <a:pt x="1123" y="0"/>
                    </a:lnTo>
                    <a:close/>
                  </a:path>
                </a:pathLst>
              </a:custGeom>
              <a:noFill/>
              <a:ln w="38100">
                <a:solidFill>
                  <a:srgbClr val="FF99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79243" name="Line 85"/>
            <p:cNvSpPr>
              <a:spLocks noChangeShapeType="1"/>
            </p:cNvSpPr>
            <p:nvPr/>
          </p:nvSpPr>
          <p:spPr bwMode="auto">
            <a:xfrm>
              <a:off x="1973" y="437"/>
              <a:ext cx="0" cy="227"/>
            </a:xfrm>
            <a:prstGeom prst="line">
              <a:avLst/>
            </a:prstGeom>
            <a:noFill/>
            <a:ln w="28575">
              <a:solidFill>
                <a:srgbClr val="00FFFF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9244" name="Rectangle 86"/>
            <p:cNvSpPr>
              <a:spLocks noChangeArrowheads="1"/>
            </p:cNvSpPr>
            <p:nvPr/>
          </p:nvSpPr>
          <p:spPr bwMode="auto">
            <a:xfrm>
              <a:off x="2064" y="391"/>
              <a:ext cx="272" cy="269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i</a:t>
              </a:r>
              <a:r>
                <a:rPr lang="en-US" altLang="zh-CN" b="0" baseline="-2500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C</a:t>
              </a:r>
            </a:p>
          </p:txBody>
        </p:sp>
        <p:sp>
          <p:nvSpPr>
            <p:cNvPr id="179245" name="Rectangle 87"/>
            <p:cNvSpPr>
              <a:spLocks noChangeArrowheads="1"/>
            </p:cNvSpPr>
            <p:nvPr/>
          </p:nvSpPr>
          <p:spPr bwMode="auto">
            <a:xfrm>
              <a:off x="840" y="527"/>
              <a:ext cx="126" cy="269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+</a:t>
              </a:r>
            </a:p>
          </p:txBody>
        </p:sp>
        <p:sp>
          <p:nvSpPr>
            <p:cNvPr id="179246" name="Rectangle 88"/>
            <p:cNvSpPr>
              <a:spLocks noChangeArrowheads="1"/>
            </p:cNvSpPr>
            <p:nvPr/>
          </p:nvSpPr>
          <p:spPr bwMode="auto">
            <a:xfrm>
              <a:off x="794" y="1162"/>
              <a:ext cx="112" cy="269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b="0">
                  <a:solidFill>
                    <a:schemeClr val="bg1"/>
                  </a:solidFill>
                  <a:latin typeface="宋体" pitchFamily="2" charset="-122"/>
                  <a:ea typeface="宋体" pitchFamily="2" charset="-122"/>
                </a:rPr>
                <a:t>-</a:t>
              </a:r>
            </a:p>
          </p:txBody>
        </p:sp>
        <p:sp>
          <p:nvSpPr>
            <p:cNvPr id="179247" name="Rectangle 89"/>
            <p:cNvSpPr>
              <a:spLocks noChangeArrowheads="1"/>
            </p:cNvSpPr>
            <p:nvPr/>
          </p:nvSpPr>
          <p:spPr bwMode="auto">
            <a:xfrm>
              <a:off x="2154" y="890"/>
              <a:ext cx="272" cy="269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u</a:t>
              </a:r>
              <a:r>
                <a:rPr lang="en-US" altLang="zh-CN" b="0" baseline="-2500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C</a:t>
              </a:r>
            </a:p>
          </p:txBody>
        </p:sp>
        <p:sp>
          <p:nvSpPr>
            <p:cNvPr id="179248" name="Rectangle 90"/>
            <p:cNvSpPr>
              <a:spLocks noChangeArrowheads="1"/>
            </p:cNvSpPr>
            <p:nvPr/>
          </p:nvSpPr>
          <p:spPr bwMode="auto">
            <a:xfrm>
              <a:off x="2109" y="1162"/>
              <a:ext cx="112" cy="269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b="0">
                  <a:solidFill>
                    <a:schemeClr val="bg1"/>
                  </a:solidFill>
                  <a:latin typeface="宋体" pitchFamily="2" charset="-122"/>
                  <a:ea typeface="宋体" pitchFamily="2" charset="-122"/>
                </a:rPr>
                <a:t>-</a:t>
              </a:r>
            </a:p>
          </p:txBody>
        </p:sp>
        <p:grpSp>
          <p:nvGrpSpPr>
            <p:cNvPr id="179249" name="Group 91"/>
            <p:cNvGrpSpPr>
              <a:grpSpLocks/>
            </p:cNvGrpSpPr>
            <p:nvPr/>
          </p:nvGrpSpPr>
          <p:grpSpPr bwMode="auto">
            <a:xfrm>
              <a:off x="1882" y="936"/>
              <a:ext cx="240" cy="93"/>
              <a:chOff x="3787" y="2478"/>
              <a:chExt cx="240" cy="93"/>
            </a:xfrm>
          </p:grpSpPr>
          <p:sp>
            <p:nvSpPr>
              <p:cNvPr id="179250" name="Line 92"/>
              <p:cNvSpPr>
                <a:spLocks noChangeShapeType="1"/>
              </p:cNvSpPr>
              <p:nvPr/>
            </p:nvSpPr>
            <p:spPr bwMode="auto">
              <a:xfrm flipV="1">
                <a:off x="3787" y="2568"/>
                <a:ext cx="240" cy="3"/>
              </a:xfrm>
              <a:prstGeom prst="line">
                <a:avLst/>
              </a:prstGeom>
              <a:noFill/>
              <a:ln w="57150">
                <a:solidFill>
                  <a:srgbClr val="FF99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9251" name="Line 93"/>
              <p:cNvSpPr>
                <a:spLocks noChangeShapeType="1"/>
              </p:cNvSpPr>
              <p:nvPr/>
            </p:nvSpPr>
            <p:spPr bwMode="auto">
              <a:xfrm>
                <a:off x="3787" y="2478"/>
                <a:ext cx="240" cy="1"/>
              </a:xfrm>
              <a:prstGeom prst="line">
                <a:avLst/>
              </a:prstGeom>
              <a:noFill/>
              <a:ln w="57150">
                <a:solidFill>
                  <a:srgbClr val="FF99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79252" name="Rectangle 94"/>
            <p:cNvSpPr>
              <a:spLocks noChangeArrowheads="1"/>
            </p:cNvSpPr>
            <p:nvPr/>
          </p:nvSpPr>
          <p:spPr bwMode="auto">
            <a:xfrm>
              <a:off x="2745" y="800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</a:gradFill>
            <a:ln w="2857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9253" name="Rectangle 95"/>
            <p:cNvSpPr>
              <a:spLocks noChangeArrowheads="1"/>
            </p:cNvSpPr>
            <p:nvPr/>
          </p:nvSpPr>
          <p:spPr bwMode="auto">
            <a:xfrm>
              <a:off x="2972" y="754"/>
              <a:ext cx="272" cy="269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u</a:t>
              </a:r>
              <a:r>
                <a:rPr lang="en-US" altLang="zh-CN" b="0" baseline="-2500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o</a:t>
              </a:r>
            </a:p>
          </p:txBody>
        </p:sp>
      </p:grpSp>
      <p:sp>
        <p:nvSpPr>
          <p:cNvPr id="291938" name="Line 98"/>
          <p:cNvSpPr>
            <a:spLocks noChangeShapeType="1"/>
          </p:cNvSpPr>
          <p:nvPr/>
        </p:nvSpPr>
        <p:spPr bwMode="auto">
          <a:xfrm>
            <a:off x="3635375" y="4076700"/>
            <a:ext cx="792163" cy="0"/>
          </a:xfrm>
          <a:prstGeom prst="line">
            <a:avLst/>
          </a:prstGeom>
          <a:noFill/>
          <a:ln w="57150">
            <a:solidFill>
              <a:srgbClr val="00CCFF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grpSp>
        <p:nvGrpSpPr>
          <p:cNvPr id="179255" name="Group 100"/>
          <p:cNvGrpSpPr>
            <a:grpSpLocks/>
          </p:cNvGrpSpPr>
          <p:nvPr/>
        </p:nvGrpSpPr>
        <p:grpSpPr bwMode="auto">
          <a:xfrm>
            <a:off x="6588125" y="6446838"/>
            <a:ext cx="792163" cy="366712"/>
            <a:chOff x="4649" y="4020"/>
            <a:chExt cx="499" cy="231"/>
          </a:xfrm>
        </p:grpSpPr>
        <p:pic>
          <p:nvPicPr>
            <p:cNvPr id="179256" name="Picture 101" descr="78900"/>
            <p:cNvPicPr>
              <a:picLocks noChangeAspect="1" noChangeArrowheads="1"/>
            </p:cNvPicPr>
            <p:nvPr/>
          </p:nvPicPr>
          <p:blipFill>
            <a:blip r:embed="rId10"/>
            <a:srcRect/>
            <a:stretch>
              <a:fillRect/>
            </a:stretch>
          </p:blipFill>
          <p:spPr bwMode="auto"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79257" name="Text Box 102">
              <a:hlinkClick r:id="rId11" action="ppaction://hlinksldjump"/>
            </p:cNvPr>
            <p:cNvSpPr txBox="1">
              <a:spLocks noChangeArrowheads="1"/>
            </p:cNvSpPr>
            <p:nvPr/>
          </p:nvSpPr>
          <p:spPr bwMode="auto"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0">
                  <a:solidFill>
                    <a:schemeClr val="bg1"/>
                  </a:solidFill>
                  <a:latin typeface="隶书" pitchFamily="49" charset="-122"/>
                  <a:ea typeface="隶书" pitchFamily="49" charset="-122"/>
                </a:rPr>
                <a:t>返 回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8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9189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9189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918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2918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9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" dur="500"/>
                                        <p:tgtEl>
                                          <p:spTgt spid="2919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500"/>
                            </p:stCondLst>
                            <p:childTnLst>
                              <p:par>
                                <p:cTn id="1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2918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2000"/>
                            </p:stCondLst>
                            <p:childTnLst>
                              <p:par>
                                <p:cTn id="20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2" dur="1000"/>
                                        <p:tgtEl>
                                          <p:spTgt spid="2918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3000"/>
                            </p:stCondLst>
                            <p:childTnLst>
                              <p:par>
                                <p:cTn id="24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9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2919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8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2918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2918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2918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2918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9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2919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8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2918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9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49" dur="500"/>
                                        <p:tgtEl>
                                          <p:spTgt spid="2919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500"/>
                            </p:stCondLst>
                            <p:childTnLst>
                              <p:par>
                                <p:cTn id="51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8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3" dur="500"/>
                                        <p:tgtEl>
                                          <p:spTgt spid="2918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1000"/>
                            </p:stCondLst>
                            <p:childTnLst>
                              <p:par>
                                <p:cTn id="5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8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918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8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2918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8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2918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8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2918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1842" grpId="0"/>
      <p:bldP spid="291847" grpId="0" animBg="1"/>
      <p:bldP spid="291853" grpId="0" build="p" advAuto="0"/>
      <p:bldP spid="291856" grpId="0" animBg="1"/>
      <p:bldP spid="291898" grpId="0"/>
      <p:bldP spid="291938" grpId="0" animBg="1"/>
    </p:bldLst>
  </p:timing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866" name="Text Box 2"/>
          <p:cNvSpPr txBox="1">
            <a:spLocks noChangeArrowheads="1"/>
          </p:cNvSpPr>
          <p:nvPr/>
        </p:nvSpPr>
        <p:spPr bwMode="auto">
          <a:xfrm>
            <a:off x="755650" y="549275"/>
            <a:ext cx="4002088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>
                <a:latin typeface="楷体_GB2312" pitchFamily="49" charset="-122"/>
              </a:rPr>
              <a:t>同理可推广至任一时刻</a:t>
            </a:r>
            <a:r>
              <a:rPr lang="en-US" altLang="zh-CN" sz="3200" b="0" i="1">
                <a:solidFill>
                  <a:schemeClr val="bg1"/>
                </a:solidFill>
                <a:latin typeface="Times New Roman" pitchFamily="18" charset="0"/>
              </a:rPr>
              <a:t>t</a:t>
            </a:r>
            <a:r>
              <a:rPr lang="en-US" altLang="zh-CN" sz="3200" b="0" baseline="-25000">
                <a:solidFill>
                  <a:schemeClr val="bg1"/>
                </a:solidFill>
                <a:latin typeface="Times New Roman" pitchFamily="18" charset="0"/>
              </a:rPr>
              <a:t>1</a:t>
            </a:r>
          </a:p>
        </p:txBody>
      </p:sp>
      <p:grpSp>
        <p:nvGrpSpPr>
          <p:cNvPr id="292881" name="Group 17"/>
          <p:cNvGrpSpPr>
            <a:grpSpLocks/>
          </p:cNvGrpSpPr>
          <p:nvPr/>
        </p:nvGrpSpPr>
        <p:grpSpPr bwMode="auto">
          <a:xfrm>
            <a:off x="1042988" y="1444625"/>
            <a:ext cx="1638300" cy="1811338"/>
            <a:chOff x="657" y="910"/>
            <a:chExt cx="1032" cy="1141"/>
          </a:xfrm>
        </p:grpSpPr>
        <p:sp>
          <p:nvSpPr>
            <p:cNvPr id="180227" name="Text Box 4"/>
            <p:cNvSpPr txBox="1">
              <a:spLocks noChangeArrowheads="1"/>
            </p:cNvSpPr>
            <p:nvPr/>
          </p:nvSpPr>
          <p:spPr bwMode="auto">
            <a:xfrm>
              <a:off x="657" y="935"/>
              <a:ext cx="341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zh-CN" altLang="en-US">
                  <a:latin typeface="Times New Roman" pitchFamily="18" charset="0"/>
                </a:rPr>
                <a:t>由</a:t>
              </a:r>
              <a:endParaRPr lang="zh-CN" altLang="en-US" baseline="-25000">
                <a:latin typeface="Times New Roman" pitchFamily="18" charset="0"/>
              </a:endParaRPr>
            </a:p>
          </p:txBody>
        </p:sp>
        <p:graphicFrame>
          <p:nvGraphicFramePr>
            <p:cNvPr id="180228" name="Object 5"/>
            <p:cNvGraphicFramePr>
              <a:graphicFrameLocks noChangeAspect="1"/>
            </p:cNvGraphicFramePr>
            <p:nvPr/>
          </p:nvGraphicFramePr>
          <p:xfrm>
            <a:off x="1039" y="910"/>
            <a:ext cx="650" cy="1141"/>
          </p:xfrm>
          <a:graphic>
            <a:graphicData uri="http://schemas.openxmlformats.org/presentationml/2006/ole">
              <p:oleObj spid="_x0000_s180228" r:id="rId3" imgW="405720" imgH="714960" progId="Equation.3">
                <p:embed/>
              </p:oleObj>
            </a:graphicData>
          </a:graphic>
        </p:graphicFrame>
      </p:grpSp>
      <p:graphicFrame>
        <p:nvGraphicFramePr>
          <p:cNvPr id="292870" name="Object 6"/>
          <p:cNvGraphicFramePr>
            <a:graphicFrameLocks noChangeAspect="1"/>
          </p:cNvGraphicFramePr>
          <p:nvPr/>
        </p:nvGraphicFramePr>
        <p:xfrm>
          <a:off x="4762500" y="1374775"/>
          <a:ext cx="960438" cy="2211388"/>
        </p:xfrm>
        <a:graphic>
          <a:graphicData uri="http://schemas.openxmlformats.org/presentationml/2006/ole">
            <p:oleObj spid="_x0000_s180229" r:id="rId4" imgW="417240" imgH="968760" progId="Equation.3">
              <p:embed/>
            </p:oleObj>
          </a:graphicData>
        </a:graphic>
      </p:graphicFrame>
      <p:sp>
        <p:nvSpPr>
          <p:cNvPr id="292871" name="Text Box 7"/>
          <p:cNvSpPr txBox="1">
            <a:spLocks noChangeArrowheads="1"/>
          </p:cNvSpPr>
          <p:nvPr/>
        </p:nvSpPr>
        <p:spPr bwMode="auto">
          <a:xfrm>
            <a:off x="611188" y="3933825"/>
            <a:ext cx="8245475" cy="1630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>
                <a:latin typeface="楷体_GB2312" pitchFamily="49" charset="-122"/>
              </a:rPr>
              <a:t> </a:t>
            </a:r>
            <a:r>
              <a:rPr lang="en-US" altLang="zh-CN" b="0">
                <a:latin typeface="楷体_GB2312" pitchFamily="49" charset="-122"/>
              </a:rPr>
              <a:t>(1)</a:t>
            </a:r>
            <a:r>
              <a:rPr lang="zh-CN" altLang="en-US">
                <a:latin typeface="楷体_GB2312" pitchFamily="49" charset="-122"/>
              </a:rPr>
              <a:t>状态变量和储能元件有关                      </a:t>
            </a:r>
          </a:p>
          <a:p>
            <a:pPr>
              <a:lnSpc>
                <a:spcPct val="120000"/>
              </a:lnSpc>
            </a:pPr>
            <a:r>
              <a:rPr lang="zh-CN" altLang="en-US">
                <a:latin typeface="楷体_GB2312" pitchFamily="49" charset="-122"/>
              </a:rPr>
              <a:t> </a:t>
            </a:r>
            <a:r>
              <a:rPr lang="en-US" altLang="zh-CN" b="0">
                <a:latin typeface="楷体_GB2312" pitchFamily="49" charset="-122"/>
              </a:rPr>
              <a:t>(2)</a:t>
            </a:r>
            <a:r>
              <a:rPr lang="zh-CN" altLang="en-US">
                <a:latin typeface="楷体_GB2312" pitchFamily="49" charset="-122"/>
              </a:rPr>
              <a:t>有几个独立的储能元件，就有几个状态变量</a:t>
            </a:r>
          </a:p>
          <a:p>
            <a:pPr>
              <a:lnSpc>
                <a:spcPct val="120000"/>
              </a:lnSpc>
            </a:pPr>
            <a:r>
              <a:rPr lang="zh-CN" altLang="en-US">
                <a:latin typeface="楷体_GB2312" pitchFamily="49" charset="-122"/>
              </a:rPr>
              <a:t> </a:t>
            </a:r>
            <a:r>
              <a:rPr lang="en-US" altLang="zh-CN" b="0">
                <a:latin typeface="楷体_GB2312" pitchFamily="49" charset="-122"/>
              </a:rPr>
              <a:t>(3)</a:t>
            </a:r>
            <a:r>
              <a:rPr lang="zh-CN" altLang="en-US">
                <a:latin typeface="楷体_GB2312" pitchFamily="49" charset="-122"/>
              </a:rPr>
              <a:t>状态变量的选择不唯一。</a:t>
            </a:r>
          </a:p>
        </p:txBody>
      </p:sp>
      <p:grpSp>
        <p:nvGrpSpPr>
          <p:cNvPr id="292872" name="Group 8"/>
          <p:cNvGrpSpPr>
            <a:grpSpLocks/>
          </p:cNvGrpSpPr>
          <p:nvPr/>
        </p:nvGrpSpPr>
        <p:grpSpPr bwMode="auto">
          <a:xfrm>
            <a:off x="3276600" y="1647825"/>
            <a:ext cx="936625" cy="701675"/>
            <a:chOff x="2381" y="1038"/>
            <a:chExt cx="590" cy="442"/>
          </a:xfrm>
        </p:grpSpPr>
        <p:sp>
          <p:nvSpPr>
            <p:cNvPr id="180232" name="Text Box 9"/>
            <p:cNvSpPr txBox="1">
              <a:spLocks noChangeArrowheads="1"/>
            </p:cNvSpPr>
            <p:nvPr/>
          </p:nvSpPr>
          <p:spPr bwMode="auto">
            <a:xfrm>
              <a:off x="2381" y="1038"/>
              <a:ext cx="566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zh-CN" altLang="en-US">
                  <a:latin typeface="Times New Roman" pitchFamily="18" charset="0"/>
                </a:rPr>
                <a:t>求出</a:t>
              </a:r>
              <a:endParaRPr lang="zh-CN" altLang="en-US" baseline="-25000">
                <a:latin typeface="Times New Roman" pitchFamily="18" charset="0"/>
              </a:endParaRPr>
            </a:p>
          </p:txBody>
        </p:sp>
        <p:sp>
          <p:nvSpPr>
            <p:cNvPr id="180233" name="Line 10"/>
            <p:cNvSpPr>
              <a:spLocks noChangeShapeType="1"/>
            </p:cNvSpPr>
            <p:nvPr/>
          </p:nvSpPr>
          <p:spPr bwMode="auto">
            <a:xfrm>
              <a:off x="2426" y="1480"/>
              <a:ext cx="545" cy="0"/>
            </a:xfrm>
            <a:prstGeom prst="line">
              <a:avLst/>
            </a:prstGeom>
            <a:noFill/>
            <a:ln w="76200">
              <a:solidFill>
                <a:srgbClr val="00FFFF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80234" name="Group 11"/>
          <p:cNvGrpSpPr>
            <a:grpSpLocks/>
          </p:cNvGrpSpPr>
          <p:nvPr/>
        </p:nvGrpSpPr>
        <p:grpSpPr bwMode="auto"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180235" name="Picture 12" descr="78900"/>
            <p:cNvPicPr>
              <a:picLocks noChangeAspect="1" noChangeArrowheads="1"/>
            </p:cNvPicPr>
            <p:nvPr/>
          </p:nvPicPr>
          <p:blipFill>
            <a:blip r:embed="rId5"/>
            <a:srcRect/>
            <a:stretch>
              <a:fillRect/>
            </a:stretch>
          </p:blipFill>
          <p:spPr bwMode="auto"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80236" name="Text Box 13">
              <a:hlinkClick r:id="" action="ppaction://hlinkshowjump?jump=nextslide"/>
            </p:cNvPr>
            <p:cNvSpPr txBox="1">
              <a:spLocks noChangeArrowheads="1"/>
            </p:cNvSpPr>
            <p:nvPr/>
          </p:nvSpPr>
          <p:spPr bwMode="auto"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0">
                  <a:solidFill>
                    <a:schemeClr val="bg1"/>
                  </a:solidFill>
                  <a:latin typeface="隶书" pitchFamily="49" charset="-122"/>
                  <a:ea typeface="隶书" pitchFamily="49" charset="-122"/>
                </a:rPr>
                <a:t>下 页</a:t>
              </a:r>
            </a:p>
          </p:txBody>
        </p:sp>
      </p:grpSp>
      <p:grpSp>
        <p:nvGrpSpPr>
          <p:cNvPr id="180237" name="Group 14"/>
          <p:cNvGrpSpPr>
            <a:grpSpLocks/>
          </p:cNvGrpSpPr>
          <p:nvPr/>
        </p:nvGrpSpPr>
        <p:grpSpPr bwMode="auto">
          <a:xfrm>
            <a:off x="7453313" y="6446838"/>
            <a:ext cx="792162" cy="366712"/>
            <a:chOff x="4649" y="4020"/>
            <a:chExt cx="499" cy="231"/>
          </a:xfrm>
        </p:grpSpPr>
        <p:pic>
          <p:nvPicPr>
            <p:cNvPr id="180238" name="Picture 15" descr="78900"/>
            <p:cNvPicPr>
              <a:picLocks noChangeAspect="1" noChangeArrowheads="1"/>
            </p:cNvPicPr>
            <p:nvPr/>
          </p:nvPicPr>
          <p:blipFill>
            <a:blip r:embed="rId5"/>
            <a:srcRect/>
            <a:stretch>
              <a:fillRect/>
            </a:stretch>
          </p:blipFill>
          <p:spPr bwMode="auto"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80239" name="Text Box 16">
              <a:hlinkClick r:id="" action="ppaction://hlinkshowjump?jump=previousslide"/>
            </p:cNvPr>
            <p:cNvSpPr txBox="1">
              <a:spLocks noChangeArrowheads="1"/>
            </p:cNvSpPr>
            <p:nvPr/>
          </p:nvSpPr>
          <p:spPr bwMode="auto"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0">
                  <a:solidFill>
                    <a:schemeClr val="bg1"/>
                  </a:solidFill>
                  <a:latin typeface="隶书" pitchFamily="49" charset="-122"/>
                  <a:ea typeface="隶书" pitchFamily="49" charset="-122"/>
                </a:rPr>
                <a:t>上 页</a:t>
              </a:r>
            </a:p>
          </p:txBody>
        </p:sp>
      </p:grpSp>
      <p:grpSp>
        <p:nvGrpSpPr>
          <p:cNvPr id="292882" name="Group 18"/>
          <p:cNvGrpSpPr>
            <a:grpSpLocks/>
          </p:cNvGrpSpPr>
          <p:nvPr/>
        </p:nvGrpSpPr>
        <p:grpSpPr bwMode="auto">
          <a:xfrm>
            <a:off x="611188" y="3213100"/>
            <a:ext cx="1644650" cy="850900"/>
            <a:chOff x="385" y="3022"/>
            <a:chExt cx="1036" cy="536"/>
          </a:xfrm>
        </p:grpSpPr>
        <p:pic>
          <p:nvPicPr>
            <p:cNvPr id="180241" name="Picture 19" descr="123"/>
            <p:cNvPicPr>
              <a:picLocks noChangeAspect="1" noChangeArrowheads="1"/>
            </p:cNvPicPr>
            <p:nvPr/>
          </p:nvPicPr>
          <p:blipFill>
            <a:blip r:embed="rId6"/>
            <a:srcRect/>
            <a:stretch>
              <a:fillRect/>
            </a:stretch>
          </p:blipFill>
          <p:spPr bwMode="auto">
            <a:xfrm>
              <a:off x="385" y="3022"/>
              <a:ext cx="590" cy="53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80242" name="Text Box 20"/>
            <p:cNvSpPr txBox="1">
              <a:spLocks noChangeArrowheads="1"/>
            </p:cNvSpPr>
            <p:nvPr/>
          </p:nvSpPr>
          <p:spPr bwMode="auto">
            <a:xfrm>
              <a:off x="793" y="3125"/>
              <a:ext cx="628" cy="3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zh-CN" altLang="en-US" sz="3200" b="0">
                  <a:solidFill>
                    <a:srgbClr val="FA7748"/>
                  </a:solidFill>
                  <a:latin typeface="Times New Roman" pitchFamily="18" charset="0"/>
                  <a:ea typeface="华文行楷" pitchFamily="2" charset="-122"/>
                </a:rPr>
                <a:t>表明</a:t>
              </a:r>
            </a:p>
          </p:txBody>
        </p:sp>
      </p:grpSp>
      <p:grpSp>
        <p:nvGrpSpPr>
          <p:cNvPr id="180243" name="Group 21"/>
          <p:cNvGrpSpPr>
            <a:grpSpLocks/>
          </p:cNvGrpSpPr>
          <p:nvPr/>
        </p:nvGrpSpPr>
        <p:grpSpPr bwMode="auto">
          <a:xfrm>
            <a:off x="6588125" y="6446838"/>
            <a:ext cx="792163" cy="366712"/>
            <a:chOff x="4649" y="4020"/>
            <a:chExt cx="499" cy="231"/>
          </a:xfrm>
        </p:grpSpPr>
        <p:pic>
          <p:nvPicPr>
            <p:cNvPr id="180244" name="Picture 22" descr="78900"/>
            <p:cNvPicPr>
              <a:picLocks noChangeAspect="1" noChangeArrowheads="1"/>
            </p:cNvPicPr>
            <p:nvPr/>
          </p:nvPicPr>
          <p:blipFill>
            <a:blip r:embed="rId5"/>
            <a:srcRect/>
            <a:stretch>
              <a:fillRect/>
            </a:stretch>
          </p:blipFill>
          <p:spPr bwMode="auto"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80245" name="Text Box 23">
              <a:hlinkClick r:id="rId7" action="ppaction://hlinksldjump"/>
            </p:cNvPr>
            <p:cNvSpPr txBox="1">
              <a:spLocks noChangeArrowheads="1"/>
            </p:cNvSpPr>
            <p:nvPr/>
          </p:nvSpPr>
          <p:spPr bwMode="auto"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0">
                  <a:solidFill>
                    <a:schemeClr val="bg1"/>
                  </a:solidFill>
                  <a:latin typeface="隶书" pitchFamily="49" charset="-122"/>
                  <a:ea typeface="隶书" pitchFamily="49" charset="-122"/>
                </a:rPr>
                <a:t>返 回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8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2928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8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928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2928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8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7" dur="500"/>
                                        <p:tgtEl>
                                          <p:spTgt spid="2928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500"/>
                            </p:stCondLst>
                            <p:childTnLst>
                              <p:par>
                                <p:cTn id="1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8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1000"/>
                                        <p:tgtEl>
                                          <p:spTgt spid="2928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8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2928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8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1" dur="500"/>
                                        <p:tgtEl>
                                          <p:spTgt spid="2928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2866" grpId="0"/>
      <p:bldP spid="292871" grpId="0"/>
    </p:bldLst>
  </p:timing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890" name="Text Box 2"/>
          <p:cNvSpPr txBox="1">
            <a:spLocks noChangeArrowheads="1"/>
          </p:cNvSpPr>
          <p:nvPr/>
        </p:nvSpPr>
        <p:spPr bwMode="auto">
          <a:xfrm>
            <a:off x="5003800" y="1916113"/>
            <a:ext cx="3498850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>
                <a:solidFill>
                  <a:schemeClr val="bg1"/>
                </a:solidFill>
                <a:latin typeface="Times New Roman" pitchFamily="18" charset="0"/>
              </a:rPr>
              <a:t>设</a:t>
            </a:r>
            <a:r>
              <a:rPr lang="zh-CN" altLang="en-US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  </a:t>
            </a:r>
            <a:r>
              <a:rPr lang="en-US" altLang="zh-CN" b="0" i="1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u</a:t>
            </a:r>
            <a:r>
              <a:rPr lang="en-US" altLang="zh-CN" b="0" i="1" baseline="-2500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c</a:t>
            </a:r>
            <a:r>
              <a:rPr lang="zh-CN" altLang="en-US" b="0" i="1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、</a:t>
            </a:r>
            <a:r>
              <a:rPr lang="en-US" altLang="zh-CN" b="0" i="1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i</a:t>
            </a:r>
            <a:r>
              <a:rPr lang="en-US" altLang="zh-CN" b="0" i="1" baseline="-2500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L  </a:t>
            </a:r>
            <a:r>
              <a:rPr lang="zh-CN" altLang="en-US">
                <a:solidFill>
                  <a:schemeClr val="bg1"/>
                </a:solidFill>
                <a:latin typeface="Times New Roman" pitchFamily="18" charset="0"/>
              </a:rPr>
              <a:t>为状态变量</a:t>
            </a:r>
          </a:p>
        </p:txBody>
      </p:sp>
      <p:graphicFrame>
        <p:nvGraphicFramePr>
          <p:cNvPr id="293892" name="Object 4"/>
          <p:cNvGraphicFramePr>
            <a:graphicFrameLocks noChangeAspect="1"/>
          </p:cNvGraphicFramePr>
          <p:nvPr/>
        </p:nvGraphicFramePr>
        <p:xfrm>
          <a:off x="4932363" y="2565400"/>
          <a:ext cx="3373437" cy="1100138"/>
        </p:xfrm>
        <a:graphic>
          <a:graphicData uri="http://schemas.openxmlformats.org/presentationml/2006/ole">
            <p:oleObj spid="_x0000_s181250" r:id="rId3" imgW="1262880" imgH="403560" progId="Equation.3">
              <p:embed/>
            </p:oleObj>
          </a:graphicData>
        </a:graphic>
      </p:graphicFrame>
      <p:graphicFrame>
        <p:nvGraphicFramePr>
          <p:cNvPr id="293894" name="Object 6"/>
          <p:cNvGraphicFramePr>
            <a:graphicFrameLocks noChangeAspect="1"/>
          </p:cNvGraphicFramePr>
          <p:nvPr/>
        </p:nvGraphicFramePr>
        <p:xfrm>
          <a:off x="2555875" y="4292600"/>
          <a:ext cx="2493963" cy="1052513"/>
        </p:xfrm>
        <a:graphic>
          <a:graphicData uri="http://schemas.openxmlformats.org/presentationml/2006/ole">
            <p:oleObj spid="_x0000_s181251" r:id="rId4" imgW="973440" imgH="403560" progId="Equation.3">
              <p:embed/>
            </p:oleObj>
          </a:graphicData>
        </a:graphic>
      </p:graphicFrame>
      <p:graphicFrame>
        <p:nvGraphicFramePr>
          <p:cNvPr id="293895" name="Object 7"/>
          <p:cNvGraphicFramePr>
            <a:graphicFrameLocks noChangeAspect="1"/>
          </p:cNvGraphicFramePr>
          <p:nvPr/>
        </p:nvGraphicFramePr>
        <p:xfrm>
          <a:off x="2700338" y="5445125"/>
          <a:ext cx="2376487" cy="989013"/>
        </p:xfrm>
        <a:graphic>
          <a:graphicData uri="http://schemas.openxmlformats.org/presentationml/2006/ole">
            <p:oleObj spid="_x0000_s181252" r:id="rId5" imgW="984960" imgH="403560" progId="Equation.3">
              <p:embed/>
            </p:oleObj>
          </a:graphicData>
        </a:graphic>
      </p:graphicFrame>
      <p:sp>
        <p:nvSpPr>
          <p:cNvPr id="181253" name="Text Box 8"/>
          <p:cNvSpPr txBox="1">
            <a:spLocks noChangeArrowheads="1"/>
          </p:cNvSpPr>
          <p:nvPr/>
        </p:nvSpPr>
        <p:spPr bwMode="auto">
          <a:xfrm>
            <a:off x="4079875" y="5810250"/>
            <a:ext cx="18415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endParaRPr lang="zh-CN" altLang="zh-CN" sz="2400" baseline="-25000"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293897" name="Text Box 9"/>
          <p:cNvSpPr txBox="1">
            <a:spLocks noChangeArrowheads="1"/>
          </p:cNvSpPr>
          <p:nvPr/>
        </p:nvSpPr>
        <p:spPr bwMode="auto">
          <a:xfrm>
            <a:off x="468313" y="4292600"/>
            <a:ext cx="1255712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>
                <a:latin typeface="楷体_GB2312" pitchFamily="49" charset="-122"/>
              </a:rPr>
              <a:t>整理得</a:t>
            </a:r>
            <a:endParaRPr lang="zh-CN" altLang="en-US" baseline="-25000">
              <a:latin typeface="楷体_GB2312" pitchFamily="49" charset="-122"/>
            </a:endParaRPr>
          </a:p>
        </p:txBody>
      </p:sp>
      <p:sp>
        <p:nvSpPr>
          <p:cNvPr id="293939" name="Text Box 51"/>
          <p:cNvSpPr txBox="1">
            <a:spLocks noChangeArrowheads="1"/>
          </p:cNvSpPr>
          <p:nvPr/>
        </p:nvSpPr>
        <p:spPr bwMode="auto">
          <a:xfrm>
            <a:off x="250825" y="908050"/>
            <a:ext cx="8280400" cy="946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/>
            <a:r>
              <a:rPr lang="en-US" altLang="zh-CN">
                <a:latin typeface="楷体_GB2312" pitchFamily="49" charset="-122"/>
              </a:rPr>
              <a:t>      </a:t>
            </a:r>
            <a:r>
              <a:rPr lang="zh-CN" altLang="en-US">
                <a:latin typeface="楷体_GB2312" pitchFamily="49" charset="-122"/>
              </a:rPr>
              <a:t>每一个状态方程中只含有一个状态变量的一阶导数。对简单电路采用</a:t>
            </a:r>
            <a:r>
              <a:rPr lang="zh-CN" altLang="en-US"/>
              <a:t>直观编写法。</a:t>
            </a:r>
            <a:endParaRPr lang="zh-CN" altLang="en-US">
              <a:latin typeface="楷体_GB2312" pitchFamily="49" charset="-122"/>
            </a:endParaRPr>
          </a:p>
        </p:txBody>
      </p:sp>
      <p:sp>
        <p:nvSpPr>
          <p:cNvPr id="293940" name="AutoShape 52"/>
          <p:cNvSpPr>
            <a:spLocks/>
          </p:cNvSpPr>
          <p:nvPr/>
        </p:nvSpPr>
        <p:spPr bwMode="auto">
          <a:xfrm>
            <a:off x="2339975" y="4508500"/>
            <a:ext cx="215900" cy="1873250"/>
          </a:xfrm>
          <a:prstGeom prst="leftBrace">
            <a:avLst>
              <a:gd name="adj1" fmla="val 72183"/>
              <a:gd name="adj2" fmla="val 50000"/>
            </a:avLst>
          </a:prstGeom>
          <a:noFill/>
          <a:ln w="28575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93941" name="AutoShape 53" descr="羊皮纸"/>
          <p:cNvSpPr>
            <a:spLocks noChangeArrowheads="1"/>
          </p:cNvSpPr>
          <p:nvPr/>
        </p:nvSpPr>
        <p:spPr bwMode="auto">
          <a:xfrm>
            <a:off x="6443663" y="5084763"/>
            <a:ext cx="1800225" cy="504825"/>
          </a:xfrm>
          <a:prstGeom prst="wedgeRoundRectCallout">
            <a:avLst>
              <a:gd name="adj1" fmla="val -126542"/>
              <a:gd name="adj2" fmla="val 41509"/>
              <a:gd name="adj3" fmla="val 16667"/>
            </a:avLst>
          </a:prstGeom>
          <a:blipFill dpi="0" rotWithShape="1">
            <a:blip r:embed="rId6"/>
            <a:srcRect/>
            <a:tile tx="0" ty="0" sx="100000" sy="100000" flip="none" algn="tl"/>
          </a:blipFill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/>
            <a:r>
              <a:rPr lang="zh-CN" altLang="en-US">
                <a:solidFill>
                  <a:schemeClr val="tx1"/>
                </a:solidFill>
                <a:latin typeface="Times New Roman" pitchFamily="18" charset="0"/>
              </a:rPr>
              <a:t>状态方程</a:t>
            </a:r>
          </a:p>
        </p:txBody>
      </p:sp>
      <p:grpSp>
        <p:nvGrpSpPr>
          <p:cNvPr id="181258" name="Group 54"/>
          <p:cNvGrpSpPr>
            <a:grpSpLocks/>
          </p:cNvGrpSpPr>
          <p:nvPr/>
        </p:nvGrpSpPr>
        <p:grpSpPr bwMode="auto"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181259" name="Picture 55" descr="78900"/>
            <p:cNvPicPr>
              <a:picLocks noChangeAspect="1" noChangeArrowheads="1"/>
            </p:cNvPicPr>
            <p:nvPr/>
          </p:nvPicPr>
          <p:blipFill>
            <a:blip r:embed="rId7"/>
            <a:srcRect/>
            <a:stretch>
              <a:fillRect/>
            </a:stretch>
          </p:blipFill>
          <p:spPr bwMode="auto"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81260" name="Text Box 56">
              <a:hlinkClick r:id="" action="ppaction://hlinkshowjump?jump=nextslide"/>
            </p:cNvPr>
            <p:cNvSpPr txBox="1">
              <a:spLocks noChangeArrowheads="1"/>
            </p:cNvSpPr>
            <p:nvPr/>
          </p:nvSpPr>
          <p:spPr bwMode="auto"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0">
                  <a:solidFill>
                    <a:schemeClr val="bg1"/>
                  </a:solidFill>
                  <a:latin typeface="隶书" pitchFamily="49" charset="-122"/>
                  <a:ea typeface="隶书" pitchFamily="49" charset="-122"/>
                </a:rPr>
                <a:t>下 页</a:t>
              </a:r>
            </a:p>
          </p:txBody>
        </p:sp>
      </p:grpSp>
      <p:grpSp>
        <p:nvGrpSpPr>
          <p:cNvPr id="181261" name="Group 57"/>
          <p:cNvGrpSpPr>
            <a:grpSpLocks/>
          </p:cNvGrpSpPr>
          <p:nvPr/>
        </p:nvGrpSpPr>
        <p:grpSpPr bwMode="auto">
          <a:xfrm>
            <a:off x="7453313" y="6446838"/>
            <a:ext cx="792162" cy="366712"/>
            <a:chOff x="4649" y="4020"/>
            <a:chExt cx="499" cy="231"/>
          </a:xfrm>
        </p:grpSpPr>
        <p:pic>
          <p:nvPicPr>
            <p:cNvPr id="181262" name="Picture 58" descr="78900"/>
            <p:cNvPicPr>
              <a:picLocks noChangeAspect="1" noChangeArrowheads="1"/>
            </p:cNvPicPr>
            <p:nvPr/>
          </p:nvPicPr>
          <p:blipFill>
            <a:blip r:embed="rId7"/>
            <a:srcRect/>
            <a:stretch>
              <a:fillRect/>
            </a:stretch>
          </p:blipFill>
          <p:spPr bwMode="auto"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81263" name="Text Box 59">
              <a:hlinkClick r:id="" action="ppaction://hlinkshowjump?jump=previousslide"/>
            </p:cNvPr>
            <p:cNvSpPr txBox="1">
              <a:spLocks noChangeArrowheads="1"/>
            </p:cNvSpPr>
            <p:nvPr/>
          </p:nvSpPr>
          <p:spPr bwMode="auto"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0">
                  <a:solidFill>
                    <a:schemeClr val="bg1"/>
                  </a:solidFill>
                  <a:latin typeface="隶书" pitchFamily="49" charset="-122"/>
                  <a:ea typeface="隶书" pitchFamily="49" charset="-122"/>
                </a:rPr>
                <a:t>上 页</a:t>
              </a:r>
            </a:p>
          </p:txBody>
        </p:sp>
      </p:grpSp>
      <p:sp>
        <p:nvSpPr>
          <p:cNvPr id="293949" name="Text Box 61"/>
          <p:cNvSpPr txBox="1">
            <a:spLocks noChangeArrowheads="1"/>
          </p:cNvSpPr>
          <p:nvPr/>
        </p:nvSpPr>
        <p:spPr bwMode="auto">
          <a:xfrm>
            <a:off x="468313" y="333375"/>
            <a:ext cx="3754437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sz="3200">
                <a:solidFill>
                  <a:schemeClr val="bg1"/>
                </a:solidFill>
                <a:latin typeface="楷体_GB2312" pitchFamily="49" charset="-122"/>
              </a:rPr>
              <a:t>2. </a:t>
            </a:r>
            <a:r>
              <a:rPr lang="zh-CN" altLang="en-US" sz="3200">
                <a:solidFill>
                  <a:schemeClr val="bg1"/>
                </a:solidFill>
                <a:latin typeface="楷体_GB2312" pitchFamily="49" charset="-122"/>
              </a:rPr>
              <a:t>状态方程的列写</a:t>
            </a:r>
          </a:p>
        </p:txBody>
      </p:sp>
      <p:grpSp>
        <p:nvGrpSpPr>
          <p:cNvPr id="293950" name="Group 62"/>
          <p:cNvGrpSpPr>
            <a:grpSpLocks/>
          </p:cNvGrpSpPr>
          <p:nvPr/>
        </p:nvGrpSpPr>
        <p:grpSpPr bwMode="auto">
          <a:xfrm>
            <a:off x="539750" y="1989138"/>
            <a:ext cx="4249738" cy="2089150"/>
            <a:chOff x="567" y="255"/>
            <a:chExt cx="2677" cy="1316"/>
          </a:xfrm>
        </p:grpSpPr>
        <p:sp>
          <p:nvSpPr>
            <p:cNvPr id="181266" name="Oval 63"/>
            <p:cNvSpPr>
              <a:spLocks noChangeArrowheads="1"/>
            </p:cNvSpPr>
            <p:nvPr/>
          </p:nvSpPr>
          <p:spPr bwMode="auto">
            <a:xfrm>
              <a:off x="567" y="754"/>
              <a:ext cx="363" cy="363"/>
            </a:xfrm>
            <a:prstGeom prst="ellipse">
              <a:avLst/>
            </a:prstGeom>
            <a:gradFill rotWithShape="1">
              <a:gsLst>
                <a:gs pos="0">
                  <a:srgbClr val="0099FF"/>
                </a:gs>
                <a:gs pos="100000">
                  <a:srgbClr val="004776"/>
                </a:gs>
              </a:gsLst>
              <a:path path="shape">
                <a:fillToRect l="50000" t="50000" r="50000" b="50000"/>
              </a:path>
            </a:gradFill>
            <a:ln w="38100">
              <a:solidFill>
                <a:srgbClr val="FF99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endParaRPr lang="zh-CN" altLang="zh-CN" sz="2400" b="0">
                <a:ea typeface="仿宋_GB2312" pitchFamily="49" charset="-122"/>
              </a:endParaRPr>
            </a:p>
          </p:txBody>
        </p:sp>
        <p:sp>
          <p:nvSpPr>
            <p:cNvPr id="181267" name="Line 64"/>
            <p:cNvSpPr>
              <a:spLocks noChangeShapeType="1"/>
            </p:cNvSpPr>
            <p:nvPr/>
          </p:nvSpPr>
          <p:spPr bwMode="auto">
            <a:xfrm>
              <a:off x="744" y="702"/>
              <a:ext cx="1" cy="543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1268" name="Line 65"/>
            <p:cNvSpPr>
              <a:spLocks noChangeShapeType="1"/>
            </p:cNvSpPr>
            <p:nvPr/>
          </p:nvSpPr>
          <p:spPr bwMode="auto">
            <a:xfrm>
              <a:off x="1566" y="346"/>
              <a:ext cx="1270" cy="0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1269" name="Line 66"/>
            <p:cNvSpPr>
              <a:spLocks noChangeShapeType="1"/>
            </p:cNvSpPr>
            <p:nvPr/>
          </p:nvSpPr>
          <p:spPr bwMode="auto">
            <a:xfrm>
              <a:off x="2018" y="1026"/>
              <a:ext cx="0" cy="545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 type="oval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1270" name="Freeform 67"/>
            <p:cNvSpPr>
              <a:spLocks noChangeArrowheads="1"/>
            </p:cNvSpPr>
            <p:nvPr/>
          </p:nvSpPr>
          <p:spPr bwMode="auto">
            <a:xfrm>
              <a:off x="749" y="346"/>
              <a:ext cx="2087" cy="1225"/>
            </a:xfrm>
            <a:custGeom>
              <a:avLst/>
              <a:gdLst/>
              <a:ahLst/>
              <a:cxnLst>
                <a:cxn ang="0">
                  <a:pos x="402" y="0"/>
                </a:cxn>
                <a:cxn ang="0">
                  <a:pos x="0" y="0"/>
                </a:cxn>
                <a:cxn ang="0">
                  <a:pos x="0" y="1246"/>
                </a:cxn>
                <a:cxn ang="0">
                  <a:pos x="2065" y="1246"/>
                </a:cxn>
              </a:cxnLst>
              <a:rect l="0" t="0" r="r" b="b"/>
              <a:pathLst>
                <a:path w="2065" h="1246">
                  <a:moveTo>
                    <a:pt x="402" y="0"/>
                  </a:moveTo>
                  <a:lnTo>
                    <a:pt x="0" y="0"/>
                  </a:lnTo>
                  <a:lnTo>
                    <a:pt x="0" y="1246"/>
                  </a:lnTo>
                  <a:lnTo>
                    <a:pt x="2065" y="1246"/>
                  </a:lnTo>
                </a:path>
              </a:pathLst>
            </a:cu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1271" name="Line 68"/>
            <p:cNvSpPr>
              <a:spLocks noChangeShapeType="1"/>
            </p:cNvSpPr>
            <p:nvPr/>
          </p:nvSpPr>
          <p:spPr bwMode="auto">
            <a:xfrm flipH="1">
              <a:off x="2836" y="346"/>
              <a:ext cx="0" cy="1225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1272" name="Line 69"/>
            <p:cNvSpPr>
              <a:spLocks noChangeShapeType="1"/>
            </p:cNvSpPr>
            <p:nvPr/>
          </p:nvSpPr>
          <p:spPr bwMode="auto">
            <a:xfrm>
              <a:off x="2018" y="346"/>
              <a:ext cx="1" cy="584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 type="oval" w="med" len="med"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1273" name="Rectangle 70"/>
            <p:cNvSpPr>
              <a:spLocks noChangeArrowheads="1"/>
            </p:cNvSpPr>
            <p:nvPr/>
          </p:nvSpPr>
          <p:spPr bwMode="auto">
            <a:xfrm>
              <a:off x="2426" y="799"/>
              <a:ext cx="284" cy="269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3</a:t>
              </a:r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  <a:sym typeface="Symbol" pitchFamily="18" charset="2"/>
                </a:rPr>
                <a:t></a:t>
              </a:r>
            </a:p>
          </p:txBody>
        </p:sp>
        <p:sp>
          <p:nvSpPr>
            <p:cNvPr id="181274" name="Rectangle 71"/>
            <p:cNvSpPr>
              <a:spLocks noChangeArrowheads="1"/>
            </p:cNvSpPr>
            <p:nvPr/>
          </p:nvSpPr>
          <p:spPr bwMode="auto">
            <a:xfrm>
              <a:off x="1301" y="386"/>
              <a:ext cx="125" cy="269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L</a:t>
              </a:r>
              <a:endParaRPr lang="en-US" altLang="zh-CN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181275" name="Rectangle 72"/>
            <p:cNvSpPr>
              <a:spLocks noChangeArrowheads="1"/>
            </p:cNvSpPr>
            <p:nvPr/>
          </p:nvSpPr>
          <p:spPr bwMode="auto">
            <a:xfrm>
              <a:off x="1701" y="800"/>
              <a:ext cx="149" cy="269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C</a:t>
              </a:r>
              <a:endParaRPr lang="en-US" altLang="zh-CN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181276" name="Rectangle 73"/>
            <p:cNvSpPr>
              <a:spLocks noChangeArrowheads="1"/>
            </p:cNvSpPr>
            <p:nvPr/>
          </p:nvSpPr>
          <p:spPr bwMode="auto">
            <a:xfrm>
              <a:off x="1021" y="845"/>
              <a:ext cx="311" cy="269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e</a:t>
              </a:r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(</a:t>
              </a:r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t</a:t>
              </a:r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)</a:t>
              </a:r>
            </a:p>
          </p:txBody>
        </p:sp>
        <p:sp>
          <p:nvSpPr>
            <p:cNvPr id="181277" name="Rectangle 74"/>
            <p:cNvSpPr>
              <a:spLocks noChangeArrowheads="1"/>
            </p:cNvSpPr>
            <p:nvPr/>
          </p:nvSpPr>
          <p:spPr bwMode="auto">
            <a:xfrm>
              <a:off x="2154" y="664"/>
              <a:ext cx="126" cy="269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+</a:t>
              </a:r>
            </a:p>
          </p:txBody>
        </p:sp>
        <p:sp>
          <p:nvSpPr>
            <p:cNvPr id="181278" name="Rectangle 75"/>
            <p:cNvSpPr>
              <a:spLocks noChangeArrowheads="1"/>
            </p:cNvSpPr>
            <p:nvPr/>
          </p:nvSpPr>
          <p:spPr bwMode="auto">
            <a:xfrm>
              <a:off x="1702" y="346"/>
              <a:ext cx="272" cy="269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i</a:t>
              </a:r>
              <a:r>
                <a:rPr lang="en-US" altLang="zh-CN" b="0" baseline="-2500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L</a:t>
              </a:r>
            </a:p>
          </p:txBody>
        </p:sp>
        <p:sp>
          <p:nvSpPr>
            <p:cNvPr id="181279" name="Line 76"/>
            <p:cNvSpPr>
              <a:spLocks noChangeShapeType="1"/>
            </p:cNvSpPr>
            <p:nvPr/>
          </p:nvSpPr>
          <p:spPr bwMode="auto">
            <a:xfrm>
              <a:off x="2925" y="664"/>
              <a:ext cx="1" cy="578"/>
            </a:xfrm>
            <a:prstGeom prst="line">
              <a:avLst/>
            </a:prstGeom>
            <a:noFill/>
            <a:ln w="28575">
              <a:solidFill>
                <a:srgbClr val="00FFFF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1280" name="Line 77"/>
            <p:cNvSpPr>
              <a:spLocks noChangeShapeType="1"/>
            </p:cNvSpPr>
            <p:nvPr/>
          </p:nvSpPr>
          <p:spPr bwMode="auto">
            <a:xfrm>
              <a:off x="1610" y="300"/>
              <a:ext cx="317" cy="0"/>
            </a:xfrm>
            <a:prstGeom prst="line">
              <a:avLst/>
            </a:prstGeom>
            <a:noFill/>
            <a:ln w="28575">
              <a:solidFill>
                <a:srgbClr val="00FFFF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81281" name="Group 78"/>
            <p:cNvGrpSpPr>
              <a:grpSpLocks/>
            </p:cNvGrpSpPr>
            <p:nvPr/>
          </p:nvGrpSpPr>
          <p:grpSpPr bwMode="auto">
            <a:xfrm rot="-5400000">
              <a:off x="1316" y="96"/>
              <a:ext cx="90" cy="408"/>
              <a:chOff x="2744" y="2931"/>
              <a:chExt cx="57" cy="283"/>
            </a:xfrm>
          </p:grpSpPr>
          <p:sp>
            <p:nvSpPr>
              <p:cNvPr id="181282" name="Arc 79"/>
              <p:cNvSpPr>
                <a:spLocks noChangeArrowheads="1"/>
              </p:cNvSpPr>
              <p:nvPr/>
            </p:nvSpPr>
            <p:spPr bwMode="auto">
              <a:xfrm rot="10800000" flipH="1" flipV="1">
                <a:off x="2744" y="2931"/>
                <a:ext cx="57" cy="91"/>
              </a:xfrm>
              <a:custGeom>
                <a:avLst/>
                <a:gdLst/>
                <a:ahLst/>
                <a:cxnLst>
                  <a:cxn ang="0">
                    <a:pos x="1123" y="0"/>
                  </a:cxn>
                  <a:cxn ang="0">
                    <a:pos x="22723" y="21600"/>
                  </a:cxn>
                  <a:cxn ang="0">
                    <a:pos x="1123" y="43200"/>
                  </a:cxn>
                  <a:cxn ang="0">
                    <a:pos x="0" y="43170"/>
                  </a:cxn>
                  <a:cxn ang="0">
                    <a:pos x="1123" y="0"/>
                  </a:cxn>
                  <a:cxn ang="0">
                    <a:pos x="22723" y="21600"/>
                  </a:cxn>
                  <a:cxn ang="0">
                    <a:pos x="1123" y="43200"/>
                  </a:cxn>
                  <a:cxn ang="0">
                    <a:pos x="0" y="43170"/>
                  </a:cxn>
                  <a:cxn ang="0">
                    <a:pos x="1123" y="21600"/>
                  </a:cxn>
                  <a:cxn ang="0">
                    <a:pos x="1123" y="0"/>
                  </a:cxn>
                </a:cxnLst>
                <a:rect l="0" t="0" r="r" b="b"/>
                <a:pathLst>
                  <a:path w="22723" h="43200" fill="none">
                    <a:moveTo>
                      <a:pt x="1123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>
                    <a:moveTo>
                      <a:pt x="1123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lnTo>
                      <a:pt x="1123" y="0"/>
                    </a:lnTo>
                    <a:close/>
                  </a:path>
                </a:pathLst>
              </a:custGeom>
              <a:noFill/>
              <a:ln w="38100">
                <a:solidFill>
                  <a:srgbClr val="FF99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81283" name="Arc 80"/>
              <p:cNvSpPr>
                <a:spLocks noChangeArrowheads="1"/>
              </p:cNvSpPr>
              <p:nvPr/>
            </p:nvSpPr>
            <p:spPr bwMode="auto">
              <a:xfrm rot="10800000" flipH="1" flipV="1">
                <a:off x="2744" y="3027"/>
                <a:ext cx="57" cy="91"/>
              </a:xfrm>
              <a:custGeom>
                <a:avLst/>
                <a:gdLst/>
                <a:ahLst/>
                <a:cxnLst>
                  <a:cxn ang="0">
                    <a:pos x="1123" y="0"/>
                  </a:cxn>
                  <a:cxn ang="0">
                    <a:pos x="22723" y="21600"/>
                  </a:cxn>
                  <a:cxn ang="0">
                    <a:pos x="1123" y="43200"/>
                  </a:cxn>
                  <a:cxn ang="0">
                    <a:pos x="0" y="43170"/>
                  </a:cxn>
                  <a:cxn ang="0">
                    <a:pos x="1123" y="0"/>
                  </a:cxn>
                  <a:cxn ang="0">
                    <a:pos x="22723" y="21600"/>
                  </a:cxn>
                  <a:cxn ang="0">
                    <a:pos x="1123" y="43200"/>
                  </a:cxn>
                  <a:cxn ang="0">
                    <a:pos x="0" y="43170"/>
                  </a:cxn>
                  <a:cxn ang="0">
                    <a:pos x="1123" y="21600"/>
                  </a:cxn>
                  <a:cxn ang="0">
                    <a:pos x="1123" y="0"/>
                  </a:cxn>
                </a:cxnLst>
                <a:rect l="0" t="0" r="r" b="b"/>
                <a:pathLst>
                  <a:path w="22723" h="43200" fill="none">
                    <a:moveTo>
                      <a:pt x="1123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>
                    <a:moveTo>
                      <a:pt x="1123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lnTo>
                      <a:pt x="1123" y="0"/>
                    </a:lnTo>
                    <a:close/>
                  </a:path>
                </a:pathLst>
              </a:custGeom>
              <a:noFill/>
              <a:ln w="38100">
                <a:solidFill>
                  <a:srgbClr val="FF99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81284" name="Arc 81"/>
              <p:cNvSpPr>
                <a:spLocks noChangeArrowheads="1"/>
              </p:cNvSpPr>
              <p:nvPr/>
            </p:nvSpPr>
            <p:spPr bwMode="auto">
              <a:xfrm rot="10800000" flipH="1" flipV="1">
                <a:off x="2744" y="3123"/>
                <a:ext cx="57" cy="91"/>
              </a:xfrm>
              <a:custGeom>
                <a:avLst/>
                <a:gdLst/>
                <a:ahLst/>
                <a:cxnLst>
                  <a:cxn ang="0">
                    <a:pos x="1123" y="0"/>
                  </a:cxn>
                  <a:cxn ang="0">
                    <a:pos x="22723" y="21600"/>
                  </a:cxn>
                  <a:cxn ang="0">
                    <a:pos x="1123" y="43200"/>
                  </a:cxn>
                  <a:cxn ang="0">
                    <a:pos x="0" y="43170"/>
                  </a:cxn>
                  <a:cxn ang="0">
                    <a:pos x="1123" y="0"/>
                  </a:cxn>
                  <a:cxn ang="0">
                    <a:pos x="22723" y="21600"/>
                  </a:cxn>
                  <a:cxn ang="0">
                    <a:pos x="1123" y="43200"/>
                  </a:cxn>
                  <a:cxn ang="0">
                    <a:pos x="0" y="43170"/>
                  </a:cxn>
                  <a:cxn ang="0">
                    <a:pos x="1123" y="21600"/>
                  </a:cxn>
                  <a:cxn ang="0">
                    <a:pos x="1123" y="0"/>
                  </a:cxn>
                </a:cxnLst>
                <a:rect l="0" t="0" r="r" b="b"/>
                <a:pathLst>
                  <a:path w="22723" h="43200" fill="none">
                    <a:moveTo>
                      <a:pt x="1123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>
                    <a:moveTo>
                      <a:pt x="1123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lnTo>
                      <a:pt x="1123" y="0"/>
                    </a:lnTo>
                    <a:close/>
                  </a:path>
                </a:pathLst>
              </a:custGeom>
              <a:noFill/>
              <a:ln w="38100">
                <a:solidFill>
                  <a:srgbClr val="FF99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81285" name="Line 82"/>
            <p:cNvSpPr>
              <a:spLocks noChangeShapeType="1"/>
            </p:cNvSpPr>
            <p:nvPr/>
          </p:nvSpPr>
          <p:spPr bwMode="auto">
            <a:xfrm>
              <a:off x="1973" y="437"/>
              <a:ext cx="0" cy="227"/>
            </a:xfrm>
            <a:prstGeom prst="line">
              <a:avLst/>
            </a:prstGeom>
            <a:noFill/>
            <a:ln w="28575">
              <a:solidFill>
                <a:srgbClr val="00FFFF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1286" name="Rectangle 83"/>
            <p:cNvSpPr>
              <a:spLocks noChangeArrowheads="1"/>
            </p:cNvSpPr>
            <p:nvPr/>
          </p:nvSpPr>
          <p:spPr bwMode="auto">
            <a:xfrm>
              <a:off x="2064" y="391"/>
              <a:ext cx="272" cy="269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i</a:t>
              </a:r>
              <a:r>
                <a:rPr lang="en-US" altLang="zh-CN" b="0" baseline="-2500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C</a:t>
              </a:r>
            </a:p>
          </p:txBody>
        </p:sp>
        <p:sp>
          <p:nvSpPr>
            <p:cNvPr id="181287" name="Rectangle 84"/>
            <p:cNvSpPr>
              <a:spLocks noChangeArrowheads="1"/>
            </p:cNvSpPr>
            <p:nvPr/>
          </p:nvSpPr>
          <p:spPr bwMode="auto">
            <a:xfrm>
              <a:off x="840" y="527"/>
              <a:ext cx="126" cy="269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+</a:t>
              </a:r>
            </a:p>
          </p:txBody>
        </p:sp>
        <p:sp>
          <p:nvSpPr>
            <p:cNvPr id="181288" name="Rectangle 85"/>
            <p:cNvSpPr>
              <a:spLocks noChangeArrowheads="1"/>
            </p:cNvSpPr>
            <p:nvPr/>
          </p:nvSpPr>
          <p:spPr bwMode="auto">
            <a:xfrm>
              <a:off x="794" y="1162"/>
              <a:ext cx="112" cy="269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b="0">
                  <a:solidFill>
                    <a:schemeClr val="bg1"/>
                  </a:solidFill>
                  <a:latin typeface="宋体" pitchFamily="2" charset="-122"/>
                  <a:ea typeface="宋体" pitchFamily="2" charset="-122"/>
                </a:rPr>
                <a:t>-</a:t>
              </a:r>
            </a:p>
          </p:txBody>
        </p:sp>
        <p:sp>
          <p:nvSpPr>
            <p:cNvPr id="181289" name="Rectangle 86"/>
            <p:cNvSpPr>
              <a:spLocks noChangeArrowheads="1"/>
            </p:cNvSpPr>
            <p:nvPr/>
          </p:nvSpPr>
          <p:spPr bwMode="auto">
            <a:xfrm>
              <a:off x="2154" y="890"/>
              <a:ext cx="272" cy="269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u</a:t>
              </a:r>
              <a:r>
                <a:rPr lang="en-US" altLang="zh-CN" b="0" baseline="-2500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C</a:t>
              </a:r>
            </a:p>
          </p:txBody>
        </p:sp>
        <p:sp>
          <p:nvSpPr>
            <p:cNvPr id="181290" name="Rectangle 87"/>
            <p:cNvSpPr>
              <a:spLocks noChangeArrowheads="1"/>
            </p:cNvSpPr>
            <p:nvPr/>
          </p:nvSpPr>
          <p:spPr bwMode="auto">
            <a:xfrm>
              <a:off x="2109" y="1162"/>
              <a:ext cx="112" cy="269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b="0">
                  <a:solidFill>
                    <a:schemeClr val="bg1"/>
                  </a:solidFill>
                  <a:latin typeface="宋体" pitchFamily="2" charset="-122"/>
                  <a:ea typeface="宋体" pitchFamily="2" charset="-122"/>
                </a:rPr>
                <a:t>-</a:t>
              </a:r>
            </a:p>
          </p:txBody>
        </p:sp>
        <p:grpSp>
          <p:nvGrpSpPr>
            <p:cNvPr id="181291" name="Group 88"/>
            <p:cNvGrpSpPr>
              <a:grpSpLocks/>
            </p:cNvGrpSpPr>
            <p:nvPr/>
          </p:nvGrpSpPr>
          <p:grpSpPr bwMode="auto">
            <a:xfrm>
              <a:off x="1882" y="936"/>
              <a:ext cx="240" cy="93"/>
              <a:chOff x="3787" y="2478"/>
              <a:chExt cx="240" cy="93"/>
            </a:xfrm>
          </p:grpSpPr>
          <p:sp>
            <p:nvSpPr>
              <p:cNvPr id="181292" name="Line 89"/>
              <p:cNvSpPr>
                <a:spLocks noChangeShapeType="1"/>
              </p:cNvSpPr>
              <p:nvPr/>
            </p:nvSpPr>
            <p:spPr bwMode="auto">
              <a:xfrm flipV="1">
                <a:off x="3787" y="2568"/>
                <a:ext cx="240" cy="3"/>
              </a:xfrm>
              <a:prstGeom prst="line">
                <a:avLst/>
              </a:prstGeom>
              <a:noFill/>
              <a:ln w="57150">
                <a:solidFill>
                  <a:srgbClr val="FF99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81293" name="Line 90"/>
              <p:cNvSpPr>
                <a:spLocks noChangeShapeType="1"/>
              </p:cNvSpPr>
              <p:nvPr/>
            </p:nvSpPr>
            <p:spPr bwMode="auto">
              <a:xfrm>
                <a:off x="3787" y="2478"/>
                <a:ext cx="240" cy="1"/>
              </a:xfrm>
              <a:prstGeom prst="line">
                <a:avLst/>
              </a:prstGeom>
              <a:noFill/>
              <a:ln w="57150">
                <a:solidFill>
                  <a:srgbClr val="FF99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81294" name="Rectangle 91"/>
            <p:cNvSpPr>
              <a:spLocks noChangeArrowheads="1"/>
            </p:cNvSpPr>
            <p:nvPr/>
          </p:nvSpPr>
          <p:spPr bwMode="auto">
            <a:xfrm>
              <a:off x="2745" y="800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</a:gradFill>
            <a:ln w="2857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1295" name="Rectangle 92"/>
            <p:cNvSpPr>
              <a:spLocks noChangeArrowheads="1"/>
            </p:cNvSpPr>
            <p:nvPr/>
          </p:nvSpPr>
          <p:spPr bwMode="auto">
            <a:xfrm>
              <a:off x="2972" y="754"/>
              <a:ext cx="272" cy="269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u</a:t>
              </a:r>
              <a:r>
                <a:rPr lang="en-US" altLang="zh-CN" b="0" baseline="-2500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o</a:t>
              </a:r>
            </a:p>
          </p:txBody>
        </p:sp>
      </p:grpSp>
      <p:graphicFrame>
        <p:nvGraphicFramePr>
          <p:cNvPr id="293981" name="Object 93"/>
          <p:cNvGraphicFramePr>
            <a:graphicFrameLocks noChangeAspect="1"/>
          </p:cNvGraphicFramePr>
          <p:nvPr/>
        </p:nvGraphicFramePr>
        <p:xfrm>
          <a:off x="4932363" y="3644900"/>
          <a:ext cx="3587750" cy="1100138"/>
        </p:xfrm>
        <a:graphic>
          <a:graphicData uri="http://schemas.openxmlformats.org/presentationml/2006/ole">
            <p:oleObj spid="_x0000_s181296" r:id="rId8" imgW="1344240" imgH="403560" progId="Equation.3">
              <p:embed/>
            </p:oleObj>
          </a:graphicData>
        </a:graphic>
      </p:graphicFrame>
      <p:grpSp>
        <p:nvGrpSpPr>
          <p:cNvPr id="181297" name="Group 94"/>
          <p:cNvGrpSpPr>
            <a:grpSpLocks/>
          </p:cNvGrpSpPr>
          <p:nvPr/>
        </p:nvGrpSpPr>
        <p:grpSpPr bwMode="auto">
          <a:xfrm>
            <a:off x="6588125" y="6446838"/>
            <a:ext cx="792163" cy="366712"/>
            <a:chOff x="4649" y="4020"/>
            <a:chExt cx="499" cy="231"/>
          </a:xfrm>
        </p:grpSpPr>
        <p:pic>
          <p:nvPicPr>
            <p:cNvPr id="181298" name="Picture 95" descr="78900"/>
            <p:cNvPicPr>
              <a:picLocks noChangeAspect="1" noChangeArrowheads="1"/>
            </p:cNvPicPr>
            <p:nvPr/>
          </p:nvPicPr>
          <p:blipFill>
            <a:blip r:embed="rId7"/>
            <a:srcRect/>
            <a:stretch>
              <a:fillRect/>
            </a:stretch>
          </p:blipFill>
          <p:spPr bwMode="auto"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81299" name="Text Box 96">
              <a:hlinkClick r:id="rId9" action="ppaction://hlinksldjump"/>
            </p:cNvPr>
            <p:cNvSpPr txBox="1">
              <a:spLocks noChangeArrowheads="1"/>
            </p:cNvSpPr>
            <p:nvPr/>
          </p:nvSpPr>
          <p:spPr bwMode="auto"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0">
                  <a:solidFill>
                    <a:schemeClr val="bg1"/>
                  </a:solidFill>
                  <a:latin typeface="隶书" pitchFamily="49" charset="-122"/>
                  <a:ea typeface="隶书" pitchFamily="49" charset="-122"/>
                </a:rPr>
                <a:t>返 回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9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939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939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9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3" dur="1000"/>
                                        <p:tgtEl>
                                          <p:spTgt spid="2939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9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2939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8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2938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2938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9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939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89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9389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9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500"/>
                                        <p:tgtEl>
                                          <p:spTgt spid="2939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1000"/>
                            </p:stCondLst>
                            <p:childTnLst>
                              <p:par>
                                <p:cTn id="4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8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2938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8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2938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500"/>
                            </p:stCondLst>
                            <p:childTnLst>
                              <p:par>
                                <p:cTn id="52" presetID="2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9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54" dur="2000"/>
                                        <p:tgtEl>
                                          <p:spTgt spid="2939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3890" grpId="0" build="p"/>
      <p:bldP spid="293897" grpId="0" build="p"/>
      <p:bldP spid="293939" grpId="0"/>
      <p:bldP spid="293940" grpId="0" animBg="1"/>
      <p:bldP spid="293941" grpId="0" animBg="1"/>
      <p:bldP spid="293949" grpId="0"/>
    </p:bldLst>
  </p:timing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914" name="Rectangle 2"/>
          <p:cNvSpPr>
            <a:spLocks noChangeArrowheads="1"/>
          </p:cNvSpPr>
          <p:nvPr/>
        </p:nvSpPr>
        <p:spPr bwMode="auto">
          <a:xfrm>
            <a:off x="684213" y="549275"/>
            <a:ext cx="2303462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>
                <a:latin typeface="Times New Roman" pitchFamily="18" charset="0"/>
              </a:rPr>
              <a:t>矩阵形式</a:t>
            </a:r>
          </a:p>
        </p:txBody>
      </p:sp>
      <p:graphicFrame>
        <p:nvGraphicFramePr>
          <p:cNvPr id="294915" name="Object 3"/>
          <p:cNvGraphicFramePr>
            <a:graphicFrameLocks noChangeAspect="1"/>
          </p:cNvGraphicFramePr>
          <p:nvPr/>
        </p:nvGraphicFramePr>
        <p:xfrm>
          <a:off x="485775" y="1125538"/>
          <a:ext cx="5584825" cy="1925637"/>
        </p:xfrm>
        <a:graphic>
          <a:graphicData uri="http://schemas.openxmlformats.org/presentationml/2006/ole">
            <p:oleObj spid="_x0000_s182274" r:id="rId3" imgW="2375280" imgH="807480" progId="Equation.3">
              <p:embed/>
            </p:oleObj>
          </a:graphicData>
        </a:graphic>
      </p:graphicFrame>
      <p:graphicFrame>
        <p:nvGraphicFramePr>
          <p:cNvPr id="294916" name="Object 4"/>
          <p:cNvGraphicFramePr>
            <a:graphicFrameLocks noChangeAspect="1"/>
          </p:cNvGraphicFramePr>
          <p:nvPr/>
        </p:nvGraphicFramePr>
        <p:xfrm>
          <a:off x="6516688" y="1341438"/>
          <a:ext cx="1946275" cy="1104900"/>
        </p:xfrm>
        <a:graphic>
          <a:graphicData uri="http://schemas.openxmlformats.org/presentationml/2006/ole">
            <p:oleObj spid="_x0000_s182275" r:id="rId4" imgW="822600" imgH="461160" progId="Equation.3">
              <p:embed/>
            </p:oleObj>
          </a:graphicData>
        </a:graphic>
      </p:graphicFrame>
      <p:sp>
        <p:nvSpPr>
          <p:cNvPr id="294918" name="Text Box 6"/>
          <p:cNvSpPr txBox="1">
            <a:spLocks noChangeArrowheads="1"/>
          </p:cNvSpPr>
          <p:nvPr/>
        </p:nvSpPr>
        <p:spPr bwMode="auto">
          <a:xfrm>
            <a:off x="2484438" y="3357563"/>
            <a:ext cx="5688012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>
              <a:buFontTx/>
              <a:buAutoNum type="circleNumDbPlain"/>
            </a:pPr>
            <a:r>
              <a:rPr lang="en-US" altLang="zh-CN">
                <a:latin typeface="楷体_GB2312" pitchFamily="49" charset="-122"/>
              </a:rPr>
              <a:t> </a:t>
            </a:r>
            <a:r>
              <a:rPr lang="zh-CN" altLang="en-US">
                <a:latin typeface="楷体_GB2312" pitchFamily="49" charset="-122"/>
              </a:rPr>
              <a:t>联立的一阶微分方程组</a:t>
            </a:r>
            <a:endParaRPr lang="zh-CN" altLang="en-US" baseline="-25000">
              <a:latin typeface="楷体_GB2312" pitchFamily="49" charset="-122"/>
            </a:endParaRPr>
          </a:p>
        </p:txBody>
      </p:sp>
      <p:sp>
        <p:nvSpPr>
          <p:cNvPr id="294919" name="Text Box 7"/>
          <p:cNvSpPr txBox="1">
            <a:spLocks noChangeArrowheads="1"/>
          </p:cNvSpPr>
          <p:nvPr/>
        </p:nvSpPr>
        <p:spPr bwMode="auto">
          <a:xfrm>
            <a:off x="2484438" y="3933825"/>
            <a:ext cx="5903912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>
              <a:buFontTx/>
              <a:buAutoNum type="circleNumDbPlain" startAt="2"/>
            </a:pPr>
            <a:r>
              <a:rPr lang="en-US" altLang="zh-CN">
                <a:latin typeface="楷体_GB2312" pitchFamily="49" charset="-122"/>
              </a:rPr>
              <a:t> </a:t>
            </a:r>
            <a:r>
              <a:rPr lang="zh-CN" altLang="en-US">
                <a:latin typeface="楷体_GB2312" pitchFamily="49" charset="-122"/>
              </a:rPr>
              <a:t>左端为状态变量的一阶导数</a:t>
            </a:r>
            <a:endParaRPr lang="zh-CN" altLang="en-US" baseline="-25000">
              <a:latin typeface="楷体_GB2312" pitchFamily="49" charset="-122"/>
            </a:endParaRPr>
          </a:p>
        </p:txBody>
      </p:sp>
      <p:sp>
        <p:nvSpPr>
          <p:cNvPr id="294920" name="Text Box 8"/>
          <p:cNvSpPr txBox="1">
            <a:spLocks noChangeArrowheads="1"/>
          </p:cNvSpPr>
          <p:nvPr/>
        </p:nvSpPr>
        <p:spPr bwMode="auto">
          <a:xfrm>
            <a:off x="2484438" y="4508500"/>
            <a:ext cx="5688012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>
              <a:buFontTx/>
              <a:buAutoNum type="circleNumDbPlain" startAt="3"/>
            </a:pPr>
            <a:r>
              <a:rPr lang="en-US" altLang="zh-CN">
                <a:latin typeface="楷体_GB2312" pitchFamily="49" charset="-122"/>
              </a:rPr>
              <a:t> </a:t>
            </a:r>
            <a:r>
              <a:rPr lang="zh-CN" altLang="en-US">
                <a:latin typeface="楷体_GB2312" pitchFamily="49" charset="-122"/>
              </a:rPr>
              <a:t>右端含状态变量和输入量</a:t>
            </a:r>
            <a:endParaRPr lang="zh-CN" altLang="en-US" baseline="-25000">
              <a:latin typeface="楷体_GB2312" pitchFamily="49" charset="-122"/>
            </a:endParaRPr>
          </a:p>
        </p:txBody>
      </p:sp>
      <p:grpSp>
        <p:nvGrpSpPr>
          <p:cNvPr id="182279" name="Group 9"/>
          <p:cNvGrpSpPr>
            <a:grpSpLocks/>
          </p:cNvGrpSpPr>
          <p:nvPr/>
        </p:nvGrpSpPr>
        <p:grpSpPr bwMode="auto"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182280" name="Picture 10" descr="78900"/>
            <p:cNvPicPr>
              <a:picLocks noChangeAspect="1" noChangeArrowheads="1"/>
            </p:cNvPicPr>
            <p:nvPr/>
          </p:nvPicPr>
          <p:blipFill>
            <a:blip r:embed="rId5"/>
            <a:srcRect/>
            <a:stretch>
              <a:fillRect/>
            </a:stretch>
          </p:blipFill>
          <p:spPr bwMode="auto"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82281" name="Text Box 11">
              <a:hlinkClick r:id="" action="ppaction://hlinkshowjump?jump=nextslide"/>
            </p:cNvPr>
            <p:cNvSpPr txBox="1">
              <a:spLocks noChangeArrowheads="1"/>
            </p:cNvSpPr>
            <p:nvPr/>
          </p:nvSpPr>
          <p:spPr bwMode="auto"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0">
                  <a:solidFill>
                    <a:schemeClr val="bg1"/>
                  </a:solidFill>
                  <a:latin typeface="隶书" pitchFamily="49" charset="-122"/>
                  <a:ea typeface="隶书" pitchFamily="49" charset="-122"/>
                </a:rPr>
                <a:t>下 页</a:t>
              </a:r>
            </a:p>
          </p:txBody>
        </p:sp>
      </p:grpSp>
      <p:grpSp>
        <p:nvGrpSpPr>
          <p:cNvPr id="182282" name="Group 12"/>
          <p:cNvGrpSpPr>
            <a:grpSpLocks/>
          </p:cNvGrpSpPr>
          <p:nvPr/>
        </p:nvGrpSpPr>
        <p:grpSpPr bwMode="auto">
          <a:xfrm>
            <a:off x="7453313" y="6446838"/>
            <a:ext cx="792162" cy="366712"/>
            <a:chOff x="4649" y="4020"/>
            <a:chExt cx="499" cy="231"/>
          </a:xfrm>
        </p:grpSpPr>
        <p:pic>
          <p:nvPicPr>
            <p:cNvPr id="182283" name="Picture 13" descr="78900"/>
            <p:cNvPicPr>
              <a:picLocks noChangeAspect="1" noChangeArrowheads="1"/>
            </p:cNvPicPr>
            <p:nvPr/>
          </p:nvPicPr>
          <p:blipFill>
            <a:blip r:embed="rId5"/>
            <a:srcRect/>
            <a:stretch>
              <a:fillRect/>
            </a:stretch>
          </p:blipFill>
          <p:spPr bwMode="auto"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82284" name="Text Box 14">
              <a:hlinkClick r:id="" action="ppaction://hlinkshowjump?jump=previousslide"/>
            </p:cNvPr>
            <p:cNvSpPr txBox="1">
              <a:spLocks noChangeArrowheads="1"/>
            </p:cNvSpPr>
            <p:nvPr/>
          </p:nvSpPr>
          <p:spPr bwMode="auto"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0">
                  <a:solidFill>
                    <a:schemeClr val="bg1"/>
                  </a:solidFill>
                  <a:latin typeface="隶书" pitchFamily="49" charset="-122"/>
                  <a:ea typeface="隶书" pitchFamily="49" charset="-122"/>
                </a:rPr>
                <a:t>上 页</a:t>
              </a:r>
            </a:p>
          </p:txBody>
        </p:sp>
      </p:grpSp>
      <p:grpSp>
        <p:nvGrpSpPr>
          <p:cNvPr id="294927" name="Group 15"/>
          <p:cNvGrpSpPr>
            <a:grpSpLocks/>
          </p:cNvGrpSpPr>
          <p:nvPr/>
        </p:nvGrpSpPr>
        <p:grpSpPr bwMode="auto">
          <a:xfrm>
            <a:off x="611188" y="3213100"/>
            <a:ext cx="1644650" cy="850900"/>
            <a:chOff x="385" y="3022"/>
            <a:chExt cx="1036" cy="536"/>
          </a:xfrm>
        </p:grpSpPr>
        <p:pic>
          <p:nvPicPr>
            <p:cNvPr id="182286" name="Picture 16" descr="123"/>
            <p:cNvPicPr>
              <a:picLocks noChangeAspect="1" noChangeArrowheads="1"/>
            </p:cNvPicPr>
            <p:nvPr/>
          </p:nvPicPr>
          <p:blipFill>
            <a:blip r:embed="rId6"/>
            <a:srcRect/>
            <a:stretch>
              <a:fillRect/>
            </a:stretch>
          </p:blipFill>
          <p:spPr bwMode="auto">
            <a:xfrm>
              <a:off x="385" y="3022"/>
              <a:ext cx="590" cy="53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82287" name="Text Box 17"/>
            <p:cNvSpPr txBox="1">
              <a:spLocks noChangeArrowheads="1"/>
            </p:cNvSpPr>
            <p:nvPr/>
          </p:nvSpPr>
          <p:spPr bwMode="auto">
            <a:xfrm>
              <a:off x="793" y="3125"/>
              <a:ext cx="628" cy="3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zh-CN" altLang="en-US" sz="3200" b="0">
                  <a:solidFill>
                    <a:srgbClr val="FA7748"/>
                  </a:solidFill>
                  <a:latin typeface="Times New Roman" pitchFamily="18" charset="0"/>
                  <a:ea typeface="华文行楷" pitchFamily="2" charset="-122"/>
                </a:rPr>
                <a:t>特点</a:t>
              </a:r>
            </a:p>
          </p:txBody>
        </p:sp>
      </p:grpSp>
      <p:grpSp>
        <p:nvGrpSpPr>
          <p:cNvPr id="182288" name="Group 18"/>
          <p:cNvGrpSpPr>
            <a:grpSpLocks/>
          </p:cNvGrpSpPr>
          <p:nvPr/>
        </p:nvGrpSpPr>
        <p:grpSpPr bwMode="auto">
          <a:xfrm>
            <a:off x="6588125" y="6446838"/>
            <a:ext cx="792163" cy="366712"/>
            <a:chOff x="4649" y="4020"/>
            <a:chExt cx="499" cy="231"/>
          </a:xfrm>
        </p:grpSpPr>
        <p:pic>
          <p:nvPicPr>
            <p:cNvPr id="182289" name="Picture 19" descr="78900"/>
            <p:cNvPicPr>
              <a:picLocks noChangeAspect="1" noChangeArrowheads="1"/>
            </p:cNvPicPr>
            <p:nvPr/>
          </p:nvPicPr>
          <p:blipFill>
            <a:blip r:embed="rId5"/>
            <a:srcRect/>
            <a:stretch>
              <a:fillRect/>
            </a:stretch>
          </p:blipFill>
          <p:spPr bwMode="auto"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82290" name="Text Box 20">
              <a:hlinkClick r:id="rId7" action="ppaction://hlinksldjump"/>
            </p:cNvPr>
            <p:cNvSpPr txBox="1">
              <a:spLocks noChangeArrowheads="1"/>
            </p:cNvSpPr>
            <p:nvPr/>
          </p:nvSpPr>
          <p:spPr bwMode="auto"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0">
                  <a:solidFill>
                    <a:schemeClr val="bg1"/>
                  </a:solidFill>
                  <a:latin typeface="隶书" pitchFamily="49" charset="-122"/>
                  <a:ea typeface="隶书" pitchFamily="49" charset="-122"/>
                </a:rPr>
                <a:t>返 回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2949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9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949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949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949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9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949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9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1000"/>
                                        <p:tgtEl>
                                          <p:spTgt spid="2949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9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1000"/>
                                        <p:tgtEl>
                                          <p:spTgt spid="2949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9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1000"/>
                                        <p:tgtEl>
                                          <p:spTgt spid="2949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4914" grpId="0"/>
      <p:bldP spid="294918" grpId="0"/>
      <p:bldP spid="294919" grpId="0"/>
      <p:bldP spid="294920" grpId="0"/>
    </p:bldLst>
  </p:timing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95938" name="Object 2"/>
          <p:cNvGraphicFramePr>
            <a:graphicFrameLocks noChangeAspect="1"/>
          </p:cNvGraphicFramePr>
          <p:nvPr/>
        </p:nvGraphicFramePr>
        <p:xfrm>
          <a:off x="1236663" y="1236663"/>
          <a:ext cx="6335712" cy="1196975"/>
        </p:xfrm>
        <a:graphic>
          <a:graphicData uri="http://schemas.openxmlformats.org/presentationml/2006/ole">
            <p:oleObj spid="_x0000_s183297" r:id="rId3" imgW="1494720" imgH="345960" progId="Equation.DSMT4">
              <p:embed/>
            </p:oleObj>
          </a:graphicData>
        </a:graphic>
      </p:graphicFrame>
      <p:sp>
        <p:nvSpPr>
          <p:cNvPr id="295939" name="Text Box 3"/>
          <p:cNvSpPr txBox="1">
            <a:spLocks noChangeArrowheads="1"/>
          </p:cNvSpPr>
          <p:nvPr/>
        </p:nvSpPr>
        <p:spPr bwMode="auto">
          <a:xfrm>
            <a:off x="611188" y="476250"/>
            <a:ext cx="2592387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>
                <a:latin typeface="Times New Roman" pitchFamily="18" charset="0"/>
              </a:rPr>
              <a:t>一般形式</a:t>
            </a:r>
            <a:endParaRPr lang="zh-CN" altLang="en-US" baseline="-25000">
              <a:latin typeface="Times New Roman" pitchFamily="18" charset="0"/>
            </a:endParaRPr>
          </a:p>
        </p:txBody>
      </p:sp>
      <p:grpSp>
        <p:nvGrpSpPr>
          <p:cNvPr id="183299" name="Group 9"/>
          <p:cNvGrpSpPr>
            <a:grpSpLocks/>
          </p:cNvGrpSpPr>
          <p:nvPr/>
        </p:nvGrpSpPr>
        <p:grpSpPr bwMode="auto"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183300" name="Picture 10" descr="78900"/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83301" name="Text Box 11">
              <a:hlinkClick r:id="" action="ppaction://hlinkshowjump?jump=nextslide"/>
            </p:cNvPr>
            <p:cNvSpPr txBox="1">
              <a:spLocks noChangeArrowheads="1"/>
            </p:cNvSpPr>
            <p:nvPr/>
          </p:nvSpPr>
          <p:spPr bwMode="auto"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0">
                  <a:solidFill>
                    <a:schemeClr val="bg1"/>
                  </a:solidFill>
                  <a:latin typeface="隶书" pitchFamily="49" charset="-122"/>
                  <a:ea typeface="隶书" pitchFamily="49" charset="-122"/>
                </a:rPr>
                <a:t>下 页</a:t>
              </a:r>
            </a:p>
          </p:txBody>
        </p:sp>
      </p:grpSp>
      <p:grpSp>
        <p:nvGrpSpPr>
          <p:cNvPr id="183302" name="Group 12"/>
          <p:cNvGrpSpPr>
            <a:grpSpLocks/>
          </p:cNvGrpSpPr>
          <p:nvPr/>
        </p:nvGrpSpPr>
        <p:grpSpPr bwMode="auto">
          <a:xfrm>
            <a:off x="7453313" y="6446838"/>
            <a:ext cx="792162" cy="366712"/>
            <a:chOff x="4649" y="4020"/>
            <a:chExt cx="499" cy="231"/>
          </a:xfrm>
        </p:grpSpPr>
        <p:pic>
          <p:nvPicPr>
            <p:cNvPr id="183303" name="Picture 13" descr="78900"/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83304" name="Text Box 14">
              <a:hlinkClick r:id="" action="ppaction://hlinkshowjump?jump=previousslide"/>
            </p:cNvPr>
            <p:cNvSpPr txBox="1">
              <a:spLocks noChangeArrowheads="1"/>
            </p:cNvSpPr>
            <p:nvPr/>
          </p:nvSpPr>
          <p:spPr bwMode="auto"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0">
                  <a:solidFill>
                    <a:schemeClr val="bg1"/>
                  </a:solidFill>
                  <a:latin typeface="隶书" pitchFamily="49" charset="-122"/>
                  <a:ea typeface="隶书" pitchFamily="49" charset="-122"/>
                </a:rPr>
                <a:t>上 页</a:t>
              </a:r>
            </a:p>
          </p:txBody>
        </p:sp>
      </p:grpSp>
      <p:grpSp>
        <p:nvGrpSpPr>
          <p:cNvPr id="183305" name="Group 15"/>
          <p:cNvGrpSpPr>
            <a:grpSpLocks/>
          </p:cNvGrpSpPr>
          <p:nvPr/>
        </p:nvGrpSpPr>
        <p:grpSpPr bwMode="auto">
          <a:xfrm>
            <a:off x="6588125" y="6446838"/>
            <a:ext cx="792163" cy="366712"/>
            <a:chOff x="4649" y="4020"/>
            <a:chExt cx="499" cy="231"/>
          </a:xfrm>
        </p:grpSpPr>
        <p:pic>
          <p:nvPicPr>
            <p:cNvPr id="183306" name="Picture 16" descr="78900"/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83307" name="Text Box 17">
              <a:hlinkClick r:id="rId5" action="ppaction://hlinksldjump"/>
            </p:cNvPr>
            <p:cNvSpPr txBox="1">
              <a:spLocks noChangeArrowheads="1"/>
            </p:cNvSpPr>
            <p:nvPr/>
          </p:nvSpPr>
          <p:spPr bwMode="auto"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0">
                  <a:solidFill>
                    <a:schemeClr val="bg1"/>
                  </a:solidFill>
                  <a:latin typeface="隶书" pitchFamily="49" charset="-122"/>
                  <a:ea typeface="隶书" pitchFamily="49" charset="-122"/>
                </a:rPr>
                <a:t>返 回</a:t>
              </a:r>
            </a:p>
          </p:txBody>
        </p:sp>
      </p:grpSp>
      <p:graphicFrame>
        <p:nvGraphicFramePr>
          <p:cNvPr id="295954" name="Object 18"/>
          <p:cNvGraphicFramePr>
            <a:graphicFrameLocks noChangeAspect="1"/>
          </p:cNvGraphicFramePr>
          <p:nvPr/>
        </p:nvGraphicFramePr>
        <p:xfrm>
          <a:off x="1547813" y="3830638"/>
          <a:ext cx="5932487" cy="1470025"/>
        </p:xfrm>
        <a:graphic>
          <a:graphicData uri="http://schemas.openxmlformats.org/presentationml/2006/ole">
            <p:oleObj spid="_x0000_s183308" r:id="rId6" imgW="2667000" imgH="660400" progId="Equation.DSMT4">
              <p:embed/>
            </p:oleObj>
          </a:graphicData>
        </a:graphic>
      </p:graphicFrame>
      <p:graphicFrame>
        <p:nvGraphicFramePr>
          <p:cNvPr id="295955" name="Object 19"/>
          <p:cNvGraphicFramePr>
            <a:graphicFrameLocks noChangeAspect="1"/>
          </p:cNvGraphicFramePr>
          <p:nvPr/>
        </p:nvGraphicFramePr>
        <p:xfrm>
          <a:off x="2493963" y="2781300"/>
          <a:ext cx="3806825" cy="890588"/>
        </p:xfrm>
        <a:graphic>
          <a:graphicData uri="http://schemas.openxmlformats.org/presentationml/2006/ole">
            <p:oleObj spid="_x0000_s183309" r:id="rId7" imgW="1193800" imgH="279400" progId="Equation.DSMT4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9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2959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9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2959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9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959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9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959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5939" grpId="0" build="p"/>
    </p:bldLst>
  </p:timing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62" name="Text Box 2"/>
          <p:cNvSpPr txBox="1">
            <a:spLocks noChangeArrowheads="1"/>
          </p:cNvSpPr>
          <p:nvPr/>
        </p:nvSpPr>
        <p:spPr bwMode="auto">
          <a:xfrm>
            <a:off x="323850" y="476250"/>
            <a:ext cx="3529013" cy="519113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>
                <a:latin typeface="楷体_GB2312" pitchFamily="49" charset="-122"/>
              </a:rPr>
              <a:t>电路的输出方程</a:t>
            </a:r>
            <a:endParaRPr lang="zh-CN" altLang="en-US" baseline="-25000">
              <a:latin typeface="楷体_GB2312" pitchFamily="49" charset="-122"/>
            </a:endParaRPr>
          </a:p>
        </p:txBody>
      </p:sp>
      <p:graphicFrame>
        <p:nvGraphicFramePr>
          <p:cNvPr id="296963" name="Object 3"/>
          <p:cNvGraphicFramePr>
            <a:graphicFrameLocks noChangeAspect="1"/>
          </p:cNvGraphicFramePr>
          <p:nvPr/>
        </p:nvGraphicFramePr>
        <p:xfrm>
          <a:off x="300038" y="1557338"/>
          <a:ext cx="4452937" cy="2311400"/>
        </p:xfrm>
        <a:graphic>
          <a:graphicData uri="http://schemas.openxmlformats.org/presentationml/2006/ole">
            <p:oleObj spid="_x0000_s184322" r:id="rId3" imgW="2108880" imgH="1083960" progId="Equation.3">
              <p:embed/>
            </p:oleObj>
          </a:graphicData>
        </a:graphic>
      </p:graphicFrame>
      <p:sp>
        <p:nvSpPr>
          <p:cNvPr id="296964" name="Text Box 4"/>
          <p:cNvSpPr txBox="1">
            <a:spLocks noChangeArrowheads="1"/>
          </p:cNvSpPr>
          <p:nvPr/>
        </p:nvSpPr>
        <p:spPr bwMode="auto">
          <a:xfrm>
            <a:off x="2339975" y="4076700"/>
            <a:ext cx="5541963" cy="1117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342900" indent="-342900">
              <a:lnSpc>
                <a:spcPct val="120000"/>
              </a:lnSpc>
              <a:buFontTx/>
              <a:buAutoNum type="circleNumDbPlain"/>
            </a:pPr>
            <a:r>
              <a:rPr lang="zh-CN" altLang="en-US">
                <a:latin typeface="楷体_GB2312" pitchFamily="49" charset="-122"/>
              </a:rPr>
              <a:t>代数方程 </a:t>
            </a:r>
          </a:p>
          <a:p>
            <a:pPr marL="342900" indent="-342900">
              <a:lnSpc>
                <a:spcPct val="120000"/>
              </a:lnSpc>
              <a:buFontTx/>
              <a:buAutoNum type="circleNumDbPlain"/>
            </a:pPr>
            <a:r>
              <a:rPr lang="zh-CN" altLang="en-US">
                <a:latin typeface="楷体_GB2312" pitchFamily="49" charset="-122"/>
              </a:rPr>
              <a:t>用状态变量和输入量表示输出量</a:t>
            </a:r>
            <a:endParaRPr lang="zh-CN" altLang="en-US" baseline="-25000">
              <a:latin typeface="楷体_GB2312" pitchFamily="49" charset="-122"/>
            </a:endParaRPr>
          </a:p>
        </p:txBody>
      </p:sp>
      <p:sp>
        <p:nvSpPr>
          <p:cNvPr id="296965" name="Text Box 5"/>
          <p:cNvSpPr txBox="1">
            <a:spLocks noChangeArrowheads="1"/>
          </p:cNvSpPr>
          <p:nvPr/>
        </p:nvSpPr>
        <p:spPr bwMode="auto">
          <a:xfrm>
            <a:off x="827088" y="5300663"/>
            <a:ext cx="2232025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>
                <a:latin typeface="Times New Roman" pitchFamily="18" charset="0"/>
              </a:rPr>
              <a:t>一般形式</a:t>
            </a:r>
            <a:endParaRPr lang="zh-CN" altLang="en-US" baseline="-25000">
              <a:latin typeface="Times New Roman" pitchFamily="18" charset="0"/>
            </a:endParaRPr>
          </a:p>
        </p:txBody>
      </p:sp>
      <p:sp>
        <p:nvSpPr>
          <p:cNvPr id="296966" name="Text Box 6"/>
          <p:cNvSpPr txBox="1">
            <a:spLocks noChangeArrowheads="1"/>
          </p:cNvSpPr>
          <p:nvPr/>
        </p:nvSpPr>
        <p:spPr bwMode="auto">
          <a:xfrm>
            <a:off x="2916238" y="5300663"/>
            <a:ext cx="3276600" cy="579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3200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[</a:t>
            </a:r>
            <a:r>
              <a:rPr lang="en-US" altLang="zh-CN" sz="3200" b="0" i="1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Y</a:t>
            </a:r>
            <a:r>
              <a:rPr lang="en-US" altLang="zh-CN" sz="3200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]=[</a:t>
            </a:r>
            <a:r>
              <a:rPr lang="en-US" altLang="zh-CN" sz="3200" b="0" i="1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C</a:t>
            </a:r>
            <a:r>
              <a:rPr lang="en-US" altLang="zh-CN" sz="3200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][</a:t>
            </a:r>
            <a:r>
              <a:rPr lang="en-US" altLang="zh-CN" sz="3200" b="0" i="1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X</a:t>
            </a:r>
            <a:r>
              <a:rPr lang="en-US" altLang="zh-CN" sz="3200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]+[</a:t>
            </a:r>
            <a:r>
              <a:rPr lang="en-US" altLang="zh-CN" sz="3200" b="0" i="1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D</a:t>
            </a:r>
            <a:r>
              <a:rPr lang="en-US" altLang="zh-CN" sz="3200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][</a:t>
            </a:r>
            <a:r>
              <a:rPr lang="en-US" altLang="zh-CN" sz="3200" b="0" i="1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V</a:t>
            </a:r>
            <a:r>
              <a:rPr lang="en-US" altLang="zh-CN" sz="3200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]</a:t>
            </a:r>
            <a:endParaRPr lang="en-US" altLang="zh-CN" sz="3200" b="0" baseline="-25000">
              <a:solidFill>
                <a:schemeClr val="bg1"/>
              </a:solidFill>
              <a:latin typeface="Times New Roman" pitchFamily="18" charset="0"/>
              <a:ea typeface="宋体" pitchFamily="2" charset="-122"/>
            </a:endParaRPr>
          </a:p>
        </p:txBody>
      </p:sp>
      <p:grpSp>
        <p:nvGrpSpPr>
          <p:cNvPr id="184326" name="Group 48"/>
          <p:cNvGrpSpPr>
            <a:grpSpLocks/>
          </p:cNvGrpSpPr>
          <p:nvPr/>
        </p:nvGrpSpPr>
        <p:grpSpPr bwMode="auto"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184327" name="Picture 49" descr="78900"/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84328" name="Text Box 50">
              <a:hlinkClick r:id="" action="ppaction://hlinkshowjump?jump=nextslide"/>
            </p:cNvPr>
            <p:cNvSpPr txBox="1">
              <a:spLocks noChangeArrowheads="1"/>
            </p:cNvSpPr>
            <p:nvPr/>
          </p:nvSpPr>
          <p:spPr bwMode="auto"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0">
                  <a:solidFill>
                    <a:schemeClr val="bg1"/>
                  </a:solidFill>
                  <a:latin typeface="隶书" pitchFamily="49" charset="-122"/>
                  <a:ea typeface="隶书" pitchFamily="49" charset="-122"/>
                </a:rPr>
                <a:t>下 页</a:t>
              </a:r>
            </a:p>
          </p:txBody>
        </p:sp>
      </p:grpSp>
      <p:grpSp>
        <p:nvGrpSpPr>
          <p:cNvPr id="184329" name="Group 51"/>
          <p:cNvGrpSpPr>
            <a:grpSpLocks/>
          </p:cNvGrpSpPr>
          <p:nvPr/>
        </p:nvGrpSpPr>
        <p:grpSpPr bwMode="auto">
          <a:xfrm>
            <a:off x="7453313" y="6446838"/>
            <a:ext cx="792162" cy="366712"/>
            <a:chOff x="4649" y="4020"/>
            <a:chExt cx="499" cy="231"/>
          </a:xfrm>
        </p:grpSpPr>
        <p:pic>
          <p:nvPicPr>
            <p:cNvPr id="184330" name="Picture 52" descr="78900"/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84331" name="Text Box 53">
              <a:hlinkClick r:id="" action="ppaction://hlinkshowjump?jump=previousslide"/>
            </p:cNvPr>
            <p:cNvSpPr txBox="1">
              <a:spLocks noChangeArrowheads="1"/>
            </p:cNvSpPr>
            <p:nvPr/>
          </p:nvSpPr>
          <p:spPr bwMode="auto"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0">
                  <a:solidFill>
                    <a:schemeClr val="bg1"/>
                  </a:solidFill>
                  <a:latin typeface="隶书" pitchFamily="49" charset="-122"/>
                  <a:ea typeface="隶书" pitchFamily="49" charset="-122"/>
                </a:rPr>
                <a:t>上 页</a:t>
              </a:r>
            </a:p>
          </p:txBody>
        </p:sp>
      </p:grpSp>
      <p:grpSp>
        <p:nvGrpSpPr>
          <p:cNvPr id="297014" name="Group 54"/>
          <p:cNvGrpSpPr>
            <a:grpSpLocks/>
          </p:cNvGrpSpPr>
          <p:nvPr/>
        </p:nvGrpSpPr>
        <p:grpSpPr bwMode="auto">
          <a:xfrm>
            <a:off x="4894263" y="1628775"/>
            <a:ext cx="4249737" cy="2089150"/>
            <a:chOff x="567" y="255"/>
            <a:chExt cx="2677" cy="1316"/>
          </a:xfrm>
        </p:grpSpPr>
        <p:sp>
          <p:nvSpPr>
            <p:cNvPr id="184333" name="Oval 55"/>
            <p:cNvSpPr>
              <a:spLocks noChangeArrowheads="1"/>
            </p:cNvSpPr>
            <p:nvPr/>
          </p:nvSpPr>
          <p:spPr bwMode="auto">
            <a:xfrm>
              <a:off x="567" y="754"/>
              <a:ext cx="363" cy="363"/>
            </a:xfrm>
            <a:prstGeom prst="ellipse">
              <a:avLst/>
            </a:prstGeom>
            <a:gradFill rotWithShape="1">
              <a:gsLst>
                <a:gs pos="0">
                  <a:srgbClr val="0099FF"/>
                </a:gs>
                <a:gs pos="100000">
                  <a:srgbClr val="004776"/>
                </a:gs>
              </a:gsLst>
              <a:path path="shape">
                <a:fillToRect l="50000" t="50000" r="50000" b="50000"/>
              </a:path>
            </a:gradFill>
            <a:ln w="38100">
              <a:solidFill>
                <a:srgbClr val="FF99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endParaRPr lang="zh-CN" altLang="zh-CN" sz="2400" b="0">
                <a:ea typeface="仿宋_GB2312" pitchFamily="49" charset="-122"/>
              </a:endParaRPr>
            </a:p>
          </p:txBody>
        </p:sp>
        <p:sp>
          <p:nvSpPr>
            <p:cNvPr id="184334" name="Line 56"/>
            <p:cNvSpPr>
              <a:spLocks noChangeShapeType="1"/>
            </p:cNvSpPr>
            <p:nvPr/>
          </p:nvSpPr>
          <p:spPr bwMode="auto">
            <a:xfrm>
              <a:off x="744" y="702"/>
              <a:ext cx="1" cy="543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335" name="Line 57"/>
            <p:cNvSpPr>
              <a:spLocks noChangeShapeType="1"/>
            </p:cNvSpPr>
            <p:nvPr/>
          </p:nvSpPr>
          <p:spPr bwMode="auto">
            <a:xfrm>
              <a:off x="1566" y="346"/>
              <a:ext cx="1270" cy="0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336" name="Line 58"/>
            <p:cNvSpPr>
              <a:spLocks noChangeShapeType="1"/>
            </p:cNvSpPr>
            <p:nvPr/>
          </p:nvSpPr>
          <p:spPr bwMode="auto">
            <a:xfrm>
              <a:off x="2018" y="1026"/>
              <a:ext cx="0" cy="545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 type="oval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337" name="Freeform 59"/>
            <p:cNvSpPr>
              <a:spLocks noChangeArrowheads="1"/>
            </p:cNvSpPr>
            <p:nvPr/>
          </p:nvSpPr>
          <p:spPr bwMode="auto">
            <a:xfrm>
              <a:off x="749" y="346"/>
              <a:ext cx="2087" cy="1225"/>
            </a:xfrm>
            <a:custGeom>
              <a:avLst/>
              <a:gdLst/>
              <a:ahLst/>
              <a:cxnLst>
                <a:cxn ang="0">
                  <a:pos x="402" y="0"/>
                </a:cxn>
                <a:cxn ang="0">
                  <a:pos x="0" y="0"/>
                </a:cxn>
                <a:cxn ang="0">
                  <a:pos x="0" y="1246"/>
                </a:cxn>
                <a:cxn ang="0">
                  <a:pos x="2065" y="1246"/>
                </a:cxn>
              </a:cxnLst>
              <a:rect l="0" t="0" r="r" b="b"/>
              <a:pathLst>
                <a:path w="2065" h="1246">
                  <a:moveTo>
                    <a:pt x="402" y="0"/>
                  </a:moveTo>
                  <a:lnTo>
                    <a:pt x="0" y="0"/>
                  </a:lnTo>
                  <a:lnTo>
                    <a:pt x="0" y="1246"/>
                  </a:lnTo>
                  <a:lnTo>
                    <a:pt x="2065" y="1246"/>
                  </a:lnTo>
                </a:path>
              </a:pathLst>
            </a:cu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338" name="Line 60"/>
            <p:cNvSpPr>
              <a:spLocks noChangeShapeType="1"/>
            </p:cNvSpPr>
            <p:nvPr/>
          </p:nvSpPr>
          <p:spPr bwMode="auto">
            <a:xfrm flipH="1">
              <a:off x="2836" y="346"/>
              <a:ext cx="0" cy="1225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339" name="Line 61"/>
            <p:cNvSpPr>
              <a:spLocks noChangeShapeType="1"/>
            </p:cNvSpPr>
            <p:nvPr/>
          </p:nvSpPr>
          <p:spPr bwMode="auto">
            <a:xfrm>
              <a:off x="2018" y="346"/>
              <a:ext cx="1" cy="584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 type="oval" w="med" len="med"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340" name="Rectangle 62"/>
            <p:cNvSpPr>
              <a:spLocks noChangeArrowheads="1"/>
            </p:cNvSpPr>
            <p:nvPr/>
          </p:nvSpPr>
          <p:spPr bwMode="auto">
            <a:xfrm>
              <a:off x="2426" y="799"/>
              <a:ext cx="284" cy="269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3</a:t>
              </a:r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  <a:sym typeface="Symbol" pitchFamily="18" charset="2"/>
                </a:rPr>
                <a:t></a:t>
              </a:r>
            </a:p>
          </p:txBody>
        </p:sp>
        <p:sp>
          <p:nvSpPr>
            <p:cNvPr id="184341" name="Rectangle 63"/>
            <p:cNvSpPr>
              <a:spLocks noChangeArrowheads="1"/>
            </p:cNvSpPr>
            <p:nvPr/>
          </p:nvSpPr>
          <p:spPr bwMode="auto">
            <a:xfrm>
              <a:off x="1301" y="386"/>
              <a:ext cx="125" cy="269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L</a:t>
              </a:r>
              <a:endParaRPr lang="en-US" altLang="zh-CN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184342" name="Rectangle 64"/>
            <p:cNvSpPr>
              <a:spLocks noChangeArrowheads="1"/>
            </p:cNvSpPr>
            <p:nvPr/>
          </p:nvSpPr>
          <p:spPr bwMode="auto">
            <a:xfrm>
              <a:off x="1701" y="800"/>
              <a:ext cx="149" cy="269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C</a:t>
              </a:r>
              <a:endParaRPr lang="en-US" altLang="zh-CN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184343" name="Rectangle 65"/>
            <p:cNvSpPr>
              <a:spLocks noChangeArrowheads="1"/>
            </p:cNvSpPr>
            <p:nvPr/>
          </p:nvSpPr>
          <p:spPr bwMode="auto">
            <a:xfrm>
              <a:off x="1021" y="845"/>
              <a:ext cx="311" cy="269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e</a:t>
              </a:r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(</a:t>
              </a:r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t</a:t>
              </a:r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)</a:t>
              </a:r>
            </a:p>
          </p:txBody>
        </p:sp>
        <p:sp>
          <p:nvSpPr>
            <p:cNvPr id="184344" name="Rectangle 66"/>
            <p:cNvSpPr>
              <a:spLocks noChangeArrowheads="1"/>
            </p:cNvSpPr>
            <p:nvPr/>
          </p:nvSpPr>
          <p:spPr bwMode="auto">
            <a:xfrm>
              <a:off x="2154" y="664"/>
              <a:ext cx="126" cy="269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+</a:t>
              </a:r>
            </a:p>
          </p:txBody>
        </p:sp>
        <p:sp>
          <p:nvSpPr>
            <p:cNvPr id="184345" name="Rectangle 67"/>
            <p:cNvSpPr>
              <a:spLocks noChangeArrowheads="1"/>
            </p:cNvSpPr>
            <p:nvPr/>
          </p:nvSpPr>
          <p:spPr bwMode="auto">
            <a:xfrm>
              <a:off x="1702" y="346"/>
              <a:ext cx="272" cy="269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i</a:t>
              </a:r>
              <a:r>
                <a:rPr lang="en-US" altLang="zh-CN" b="0" baseline="-2500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L</a:t>
              </a:r>
            </a:p>
          </p:txBody>
        </p:sp>
        <p:sp>
          <p:nvSpPr>
            <p:cNvPr id="184346" name="Line 68"/>
            <p:cNvSpPr>
              <a:spLocks noChangeShapeType="1"/>
            </p:cNvSpPr>
            <p:nvPr/>
          </p:nvSpPr>
          <p:spPr bwMode="auto">
            <a:xfrm>
              <a:off x="2925" y="664"/>
              <a:ext cx="1" cy="578"/>
            </a:xfrm>
            <a:prstGeom prst="line">
              <a:avLst/>
            </a:prstGeom>
            <a:noFill/>
            <a:ln w="28575">
              <a:solidFill>
                <a:srgbClr val="00FFFF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347" name="Line 69"/>
            <p:cNvSpPr>
              <a:spLocks noChangeShapeType="1"/>
            </p:cNvSpPr>
            <p:nvPr/>
          </p:nvSpPr>
          <p:spPr bwMode="auto">
            <a:xfrm>
              <a:off x="1610" y="300"/>
              <a:ext cx="317" cy="0"/>
            </a:xfrm>
            <a:prstGeom prst="line">
              <a:avLst/>
            </a:prstGeom>
            <a:noFill/>
            <a:ln w="28575">
              <a:solidFill>
                <a:srgbClr val="00FFFF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84348" name="Group 70"/>
            <p:cNvGrpSpPr>
              <a:grpSpLocks/>
            </p:cNvGrpSpPr>
            <p:nvPr/>
          </p:nvGrpSpPr>
          <p:grpSpPr bwMode="auto">
            <a:xfrm rot="-5400000">
              <a:off x="1316" y="96"/>
              <a:ext cx="90" cy="408"/>
              <a:chOff x="2744" y="2931"/>
              <a:chExt cx="57" cy="283"/>
            </a:xfrm>
          </p:grpSpPr>
          <p:sp>
            <p:nvSpPr>
              <p:cNvPr id="184349" name="Arc 71"/>
              <p:cNvSpPr>
                <a:spLocks noChangeArrowheads="1"/>
              </p:cNvSpPr>
              <p:nvPr/>
            </p:nvSpPr>
            <p:spPr bwMode="auto">
              <a:xfrm rot="10800000" flipH="1" flipV="1">
                <a:off x="2744" y="2931"/>
                <a:ext cx="57" cy="91"/>
              </a:xfrm>
              <a:custGeom>
                <a:avLst/>
                <a:gdLst/>
                <a:ahLst/>
                <a:cxnLst>
                  <a:cxn ang="0">
                    <a:pos x="1123" y="0"/>
                  </a:cxn>
                  <a:cxn ang="0">
                    <a:pos x="22723" y="21600"/>
                  </a:cxn>
                  <a:cxn ang="0">
                    <a:pos x="1123" y="43200"/>
                  </a:cxn>
                  <a:cxn ang="0">
                    <a:pos x="0" y="43170"/>
                  </a:cxn>
                  <a:cxn ang="0">
                    <a:pos x="1123" y="0"/>
                  </a:cxn>
                  <a:cxn ang="0">
                    <a:pos x="22723" y="21600"/>
                  </a:cxn>
                  <a:cxn ang="0">
                    <a:pos x="1123" y="43200"/>
                  </a:cxn>
                  <a:cxn ang="0">
                    <a:pos x="0" y="43170"/>
                  </a:cxn>
                  <a:cxn ang="0">
                    <a:pos x="1123" y="21600"/>
                  </a:cxn>
                  <a:cxn ang="0">
                    <a:pos x="1123" y="0"/>
                  </a:cxn>
                </a:cxnLst>
                <a:rect l="0" t="0" r="r" b="b"/>
                <a:pathLst>
                  <a:path w="22723" h="43200" fill="none">
                    <a:moveTo>
                      <a:pt x="1123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>
                    <a:moveTo>
                      <a:pt x="1123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lnTo>
                      <a:pt x="1123" y="0"/>
                    </a:lnTo>
                    <a:close/>
                  </a:path>
                </a:pathLst>
              </a:custGeom>
              <a:noFill/>
              <a:ln w="38100">
                <a:solidFill>
                  <a:srgbClr val="FF99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84350" name="Arc 72"/>
              <p:cNvSpPr>
                <a:spLocks noChangeArrowheads="1"/>
              </p:cNvSpPr>
              <p:nvPr/>
            </p:nvSpPr>
            <p:spPr bwMode="auto">
              <a:xfrm rot="10800000" flipH="1" flipV="1">
                <a:off x="2744" y="3027"/>
                <a:ext cx="57" cy="91"/>
              </a:xfrm>
              <a:custGeom>
                <a:avLst/>
                <a:gdLst/>
                <a:ahLst/>
                <a:cxnLst>
                  <a:cxn ang="0">
                    <a:pos x="1123" y="0"/>
                  </a:cxn>
                  <a:cxn ang="0">
                    <a:pos x="22723" y="21600"/>
                  </a:cxn>
                  <a:cxn ang="0">
                    <a:pos x="1123" y="43200"/>
                  </a:cxn>
                  <a:cxn ang="0">
                    <a:pos x="0" y="43170"/>
                  </a:cxn>
                  <a:cxn ang="0">
                    <a:pos x="1123" y="0"/>
                  </a:cxn>
                  <a:cxn ang="0">
                    <a:pos x="22723" y="21600"/>
                  </a:cxn>
                  <a:cxn ang="0">
                    <a:pos x="1123" y="43200"/>
                  </a:cxn>
                  <a:cxn ang="0">
                    <a:pos x="0" y="43170"/>
                  </a:cxn>
                  <a:cxn ang="0">
                    <a:pos x="1123" y="21600"/>
                  </a:cxn>
                  <a:cxn ang="0">
                    <a:pos x="1123" y="0"/>
                  </a:cxn>
                </a:cxnLst>
                <a:rect l="0" t="0" r="r" b="b"/>
                <a:pathLst>
                  <a:path w="22723" h="43200" fill="none">
                    <a:moveTo>
                      <a:pt x="1123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>
                    <a:moveTo>
                      <a:pt x="1123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lnTo>
                      <a:pt x="1123" y="0"/>
                    </a:lnTo>
                    <a:close/>
                  </a:path>
                </a:pathLst>
              </a:custGeom>
              <a:noFill/>
              <a:ln w="38100">
                <a:solidFill>
                  <a:srgbClr val="FF99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84351" name="Arc 73"/>
              <p:cNvSpPr>
                <a:spLocks noChangeArrowheads="1"/>
              </p:cNvSpPr>
              <p:nvPr/>
            </p:nvSpPr>
            <p:spPr bwMode="auto">
              <a:xfrm rot="10800000" flipH="1" flipV="1">
                <a:off x="2744" y="3123"/>
                <a:ext cx="57" cy="91"/>
              </a:xfrm>
              <a:custGeom>
                <a:avLst/>
                <a:gdLst/>
                <a:ahLst/>
                <a:cxnLst>
                  <a:cxn ang="0">
                    <a:pos x="1123" y="0"/>
                  </a:cxn>
                  <a:cxn ang="0">
                    <a:pos x="22723" y="21600"/>
                  </a:cxn>
                  <a:cxn ang="0">
                    <a:pos x="1123" y="43200"/>
                  </a:cxn>
                  <a:cxn ang="0">
                    <a:pos x="0" y="43170"/>
                  </a:cxn>
                  <a:cxn ang="0">
                    <a:pos x="1123" y="0"/>
                  </a:cxn>
                  <a:cxn ang="0">
                    <a:pos x="22723" y="21600"/>
                  </a:cxn>
                  <a:cxn ang="0">
                    <a:pos x="1123" y="43200"/>
                  </a:cxn>
                  <a:cxn ang="0">
                    <a:pos x="0" y="43170"/>
                  </a:cxn>
                  <a:cxn ang="0">
                    <a:pos x="1123" y="21600"/>
                  </a:cxn>
                  <a:cxn ang="0">
                    <a:pos x="1123" y="0"/>
                  </a:cxn>
                </a:cxnLst>
                <a:rect l="0" t="0" r="r" b="b"/>
                <a:pathLst>
                  <a:path w="22723" h="43200" fill="none">
                    <a:moveTo>
                      <a:pt x="1123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>
                    <a:moveTo>
                      <a:pt x="1123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lnTo>
                      <a:pt x="1123" y="0"/>
                    </a:lnTo>
                    <a:close/>
                  </a:path>
                </a:pathLst>
              </a:custGeom>
              <a:noFill/>
              <a:ln w="38100">
                <a:solidFill>
                  <a:srgbClr val="FF99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84352" name="Line 74"/>
            <p:cNvSpPr>
              <a:spLocks noChangeShapeType="1"/>
            </p:cNvSpPr>
            <p:nvPr/>
          </p:nvSpPr>
          <p:spPr bwMode="auto">
            <a:xfrm>
              <a:off x="1973" y="437"/>
              <a:ext cx="0" cy="227"/>
            </a:xfrm>
            <a:prstGeom prst="line">
              <a:avLst/>
            </a:prstGeom>
            <a:noFill/>
            <a:ln w="28575">
              <a:solidFill>
                <a:srgbClr val="00FFFF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353" name="Rectangle 75"/>
            <p:cNvSpPr>
              <a:spLocks noChangeArrowheads="1"/>
            </p:cNvSpPr>
            <p:nvPr/>
          </p:nvSpPr>
          <p:spPr bwMode="auto">
            <a:xfrm>
              <a:off x="2064" y="391"/>
              <a:ext cx="272" cy="269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i</a:t>
              </a:r>
              <a:r>
                <a:rPr lang="en-US" altLang="zh-CN" b="0" baseline="-2500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C</a:t>
              </a:r>
            </a:p>
          </p:txBody>
        </p:sp>
        <p:sp>
          <p:nvSpPr>
            <p:cNvPr id="184354" name="Rectangle 76"/>
            <p:cNvSpPr>
              <a:spLocks noChangeArrowheads="1"/>
            </p:cNvSpPr>
            <p:nvPr/>
          </p:nvSpPr>
          <p:spPr bwMode="auto">
            <a:xfrm>
              <a:off x="840" y="527"/>
              <a:ext cx="126" cy="269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+</a:t>
              </a:r>
            </a:p>
          </p:txBody>
        </p:sp>
        <p:sp>
          <p:nvSpPr>
            <p:cNvPr id="184355" name="Rectangle 77"/>
            <p:cNvSpPr>
              <a:spLocks noChangeArrowheads="1"/>
            </p:cNvSpPr>
            <p:nvPr/>
          </p:nvSpPr>
          <p:spPr bwMode="auto">
            <a:xfrm>
              <a:off x="794" y="1162"/>
              <a:ext cx="112" cy="269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b="0">
                  <a:solidFill>
                    <a:schemeClr val="bg1"/>
                  </a:solidFill>
                  <a:latin typeface="宋体" pitchFamily="2" charset="-122"/>
                  <a:ea typeface="宋体" pitchFamily="2" charset="-122"/>
                </a:rPr>
                <a:t>-</a:t>
              </a:r>
            </a:p>
          </p:txBody>
        </p:sp>
        <p:sp>
          <p:nvSpPr>
            <p:cNvPr id="184356" name="Rectangle 78"/>
            <p:cNvSpPr>
              <a:spLocks noChangeArrowheads="1"/>
            </p:cNvSpPr>
            <p:nvPr/>
          </p:nvSpPr>
          <p:spPr bwMode="auto">
            <a:xfrm>
              <a:off x="2154" y="890"/>
              <a:ext cx="272" cy="269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u</a:t>
              </a:r>
              <a:r>
                <a:rPr lang="en-US" altLang="zh-CN" b="0" baseline="-2500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C</a:t>
              </a:r>
            </a:p>
          </p:txBody>
        </p:sp>
        <p:sp>
          <p:nvSpPr>
            <p:cNvPr id="184357" name="Rectangle 79"/>
            <p:cNvSpPr>
              <a:spLocks noChangeArrowheads="1"/>
            </p:cNvSpPr>
            <p:nvPr/>
          </p:nvSpPr>
          <p:spPr bwMode="auto">
            <a:xfrm>
              <a:off x="2109" y="1162"/>
              <a:ext cx="112" cy="269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b="0">
                  <a:solidFill>
                    <a:schemeClr val="bg1"/>
                  </a:solidFill>
                  <a:latin typeface="宋体" pitchFamily="2" charset="-122"/>
                  <a:ea typeface="宋体" pitchFamily="2" charset="-122"/>
                </a:rPr>
                <a:t>-</a:t>
              </a:r>
            </a:p>
          </p:txBody>
        </p:sp>
        <p:grpSp>
          <p:nvGrpSpPr>
            <p:cNvPr id="184358" name="Group 80"/>
            <p:cNvGrpSpPr>
              <a:grpSpLocks/>
            </p:cNvGrpSpPr>
            <p:nvPr/>
          </p:nvGrpSpPr>
          <p:grpSpPr bwMode="auto">
            <a:xfrm>
              <a:off x="1882" y="936"/>
              <a:ext cx="240" cy="93"/>
              <a:chOff x="3787" y="2478"/>
              <a:chExt cx="240" cy="93"/>
            </a:xfrm>
          </p:grpSpPr>
          <p:sp>
            <p:nvSpPr>
              <p:cNvPr id="184359" name="Line 81"/>
              <p:cNvSpPr>
                <a:spLocks noChangeShapeType="1"/>
              </p:cNvSpPr>
              <p:nvPr/>
            </p:nvSpPr>
            <p:spPr bwMode="auto">
              <a:xfrm flipV="1">
                <a:off x="3787" y="2568"/>
                <a:ext cx="240" cy="3"/>
              </a:xfrm>
              <a:prstGeom prst="line">
                <a:avLst/>
              </a:prstGeom>
              <a:noFill/>
              <a:ln w="57150">
                <a:solidFill>
                  <a:srgbClr val="FF99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84360" name="Line 82"/>
              <p:cNvSpPr>
                <a:spLocks noChangeShapeType="1"/>
              </p:cNvSpPr>
              <p:nvPr/>
            </p:nvSpPr>
            <p:spPr bwMode="auto">
              <a:xfrm>
                <a:off x="3787" y="2478"/>
                <a:ext cx="240" cy="1"/>
              </a:xfrm>
              <a:prstGeom prst="line">
                <a:avLst/>
              </a:prstGeom>
              <a:noFill/>
              <a:ln w="57150">
                <a:solidFill>
                  <a:srgbClr val="FF99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84361" name="Rectangle 83"/>
            <p:cNvSpPr>
              <a:spLocks noChangeArrowheads="1"/>
            </p:cNvSpPr>
            <p:nvPr/>
          </p:nvSpPr>
          <p:spPr bwMode="auto">
            <a:xfrm>
              <a:off x="2745" y="800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</a:gradFill>
            <a:ln w="2857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4362" name="Rectangle 84"/>
            <p:cNvSpPr>
              <a:spLocks noChangeArrowheads="1"/>
            </p:cNvSpPr>
            <p:nvPr/>
          </p:nvSpPr>
          <p:spPr bwMode="auto">
            <a:xfrm>
              <a:off x="2972" y="754"/>
              <a:ext cx="272" cy="269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u</a:t>
              </a:r>
              <a:r>
                <a:rPr lang="en-US" altLang="zh-CN" b="0" baseline="-2500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C</a:t>
              </a:r>
            </a:p>
          </p:txBody>
        </p:sp>
      </p:grpSp>
      <p:grpSp>
        <p:nvGrpSpPr>
          <p:cNvPr id="297045" name="Group 85"/>
          <p:cNvGrpSpPr>
            <a:grpSpLocks/>
          </p:cNvGrpSpPr>
          <p:nvPr/>
        </p:nvGrpSpPr>
        <p:grpSpPr bwMode="auto">
          <a:xfrm>
            <a:off x="468313" y="4076700"/>
            <a:ext cx="1644650" cy="850900"/>
            <a:chOff x="385" y="3022"/>
            <a:chExt cx="1036" cy="536"/>
          </a:xfrm>
        </p:grpSpPr>
        <p:pic>
          <p:nvPicPr>
            <p:cNvPr id="184364" name="Picture 86" descr="123"/>
            <p:cNvPicPr>
              <a:picLocks noChangeAspect="1" noChangeArrowheads="1"/>
            </p:cNvPicPr>
            <p:nvPr/>
          </p:nvPicPr>
          <p:blipFill>
            <a:blip r:embed="rId5"/>
            <a:srcRect/>
            <a:stretch>
              <a:fillRect/>
            </a:stretch>
          </p:blipFill>
          <p:spPr bwMode="auto">
            <a:xfrm>
              <a:off x="385" y="3022"/>
              <a:ext cx="590" cy="53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84365" name="Text Box 87"/>
            <p:cNvSpPr txBox="1">
              <a:spLocks noChangeArrowheads="1"/>
            </p:cNvSpPr>
            <p:nvPr/>
          </p:nvSpPr>
          <p:spPr bwMode="auto">
            <a:xfrm>
              <a:off x="793" y="3125"/>
              <a:ext cx="628" cy="3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zh-CN" altLang="en-US" sz="3200" b="0">
                  <a:solidFill>
                    <a:srgbClr val="FA7748"/>
                  </a:solidFill>
                  <a:latin typeface="Times New Roman" pitchFamily="18" charset="0"/>
                  <a:ea typeface="华文行楷" pitchFamily="2" charset="-122"/>
                </a:rPr>
                <a:t>特点</a:t>
              </a:r>
            </a:p>
          </p:txBody>
        </p:sp>
      </p:grpSp>
      <p:sp>
        <p:nvSpPr>
          <p:cNvPr id="297048" name="Line 88"/>
          <p:cNvSpPr>
            <a:spLocks noChangeShapeType="1"/>
          </p:cNvSpPr>
          <p:nvPr/>
        </p:nvSpPr>
        <p:spPr bwMode="auto">
          <a:xfrm>
            <a:off x="3132138" y="765175"/>
            <a:ext cx="576262" cy="0"/>
          </a:xfrm>
          <a:prstGeom prst="line">
            <a:avLst/>
          </a:prstGeom>
          <a:noFill/>
          <a:ln w="57150">
            <a:solidFill>
              <a:srgbClr val="00CCFF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7049" name="Rectangle 89"/>
          <p:cNvSpPr>
            <a:spLocks noChangeArrowheads="1"/>
          </p:cNvSpPr>
          <p:nvPr/>
        </p:nvSpPr>
        <p:spPr bwMode="auto">
          <a:xfrm>
            <a:off x="3779838" y="404813"/>
            <a:ext cx="4968875" cy="1117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/>
              <a:t>电路中某些感兴趣的量与状态变量和输入量之间的关系 </a:t>
            </a:r>
          </a:p>
        </p:txBody>
      </p:sp>
      <p:grpSp>
        <p:nvGrpSpPr>
          <p:cNvPr id="184368" name="Group 90"/>
          <p:cNvGrpSpPr>
            <a:grpSpLocks/>
          </p:cNvGrpSpPr>
          <p:nvPr/>
        </p:nvGrpSpPr>
        <p:grpSpPr bwMode="auto">
          <a:xfrm>
            <a:off x="6588125" y="6446838"/>
            <a:ext cx="792163" cy="366712"/>
            <a:chOff x="4649" y="4020"/>
            <a:chExt cx="499" cy="231"/>
          </a:xfrm>
        </p:grpSpPr>
        <p:pic>
          <p:nvPicPr>
            <p:cNvPr id="184369" name="Picture 91" descr="78900"/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84370" name="Text Box 92">
              <a:hlinkClick r:id="rId6" action="ppaction://hlinksldjump"/>
            </p:cNvPr>
            <p:cNvSpPr txBox="1">
              <a:spLocks noChangeArrowheads="1"/>
            </p:cNvSpPr>
            <p:nvPr/>
          </p:nvSpPr>
          <p:spPr bwMode="auto"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0">
                  <a:solidFill>
                    <a:schemeClr val="bg1"/>
                  </a:solidFill>
                  <a:latin typeface="隶书" pitchFamily="49" charset="-122"/>
                  <a:ea typeface="隶书" pitchFamily="49" charset="-122"/>
                </a:rPr>
                <a:t>返 回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969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2" dur="500"/>
                                        <p:tgtEl>
                                          <p:spTgt spid="2970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2970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2970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2969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2970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6" dur="500"/>
                                        <p:tgtEl>
                                          <p:spTgt spid="2969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6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1" dur="500"/>
                                        <p:tgtEl>
                                          <p:spTgt spid="29696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1000"/>
                                        <p:tgtEl>
                                          <p:spTgt spid="2969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51" dur="1000"/>
                                        <p:tgtEl>
                                          <p:spTgt spid="2969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6962" grpId="0"/>
      <p:bldP spid="296964" grpId="0" build="p"/>
      <p:bldP spid="296965" grpId="0" build="p"/>
      <p:bldP spid="296966" grpId="0" build="p"/>
      <p:bldP spid="297048" grpId="0" animBg="1"/>
      <p:bldP spid="297049" grpId="0"/>
    </p:bldLst>
  </p:timing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5345" name="Group 48"/>
          <p:cNvGrpSpPr>
            <a:grpSpLocks/>
          </p:cNvGrpSpPr>
          <p:nvPr/>
        </p:nvGrpSpPr>
        <p:grpSpPr bwMode="auto"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185346" name="Picture 49" descr="78900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85347" name="Text Box 50">
              <a:hlinkClick r:id="" action="ppaction://hlinkshowjump?jump=nextslide"/>
            </p:cNvPr>
            <p:cNvSpPr txBox="1">
              <a:spLocks noChangeArrowheads="1"/>
            </p:cNvSpPr>
            <p:nvPr/>
          </p:nvSpPr>
          <p:spPr bwMode="auto"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0">
                  <a:solidFill>
                    <a:schemeClr val="bg1"/>
                  </a:solidFill>
                  <a:latin typeface="隶书" pitchFamily="49" charset="-122"/>
                  <a:ea typeface="隶书" pitchFamily="49" charset="-122"/>
                </a:rPr>
                <a:t>下 页</a:t>
              </a:r>
            </a:p>
          </p:txBody>
        </p:sp>
      </p:grpSp>
      <p:grpSp>
        <p:nvGrpSpPr>
          <p:cNvPr id="185348" name="Group 51"/>
          <p:cNvGrpSpPr>
            <a:grpSpLocks/>
          </p:cNvGrpSpPr>
          <p:nvPr/>
        </p:nvGrpSpPr>
        <p:grpSpPr bwMode="auto">
          <a:xfrm>
            <a:off x="7453313" y="6446838"/>
            <a:ext cx="792162" cy="366712"/>
            <a:chOff x="4649" y="4020"/>
            <a:chExt cx="499" cy="231"/>
          </a:xfrm>
        </p:grpSpPr>
        <p:pic>
          <p:nvPicPr>
            <p:cNvPr id="185349" name="Picture 52" descr="78900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85350" name="Text Box 53">
              <a:hlinkClick r:id="" action="ppaction://hlinkshowjump?jump=previousslide"/>
            </p:cNvPr>
            <p:cNvSpPr txBox="1">
              <a:spLocks noChangeArrowheads="1"/>
            </p:cNvSpPr>
            <p:nvPr/>
          </p:nvSpPr>
          <p:spPr bwMode="auto"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0">
                  <a:solidFill>
                    <a:schemeClr val="bg1"/>
                  </a:solidFill>
                  <a:latin typeface="隶书" pitchFamily="49" charset="-122"/>
                  <a:ea typeface="隶书" pitchFamily="49" charset="-122"/>
                </a:rPr>
                <a:t>上 页</a:t>
              </a:r>
            </a:p>
          </p:txBody>
        </p:sp>
      </p:grpSp>
      <p:sp>
        <p:nvSpPr>
          <p:cNvPr id="321642" name="Text Box 106"/>
          <p:cNvSpPr txBox="1">
            <a:spLocks noChangeArrowheads="1"/>
          </p:cNvSpPr>
          <p:nvPr/>
        </p:nvSpPr>
        <p:spPr bwMode="auto">
          <a:xfrm>
            <a:off x="250825" y="404813"/>
            <a:ext cx="720725" cy="579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3200">
                <a:solidFill>
                  <a:schemeClr val="bg1"/>
                </a:solidFill>
                <a:ea typeface="宋体" pitchFamily="2" charset="-122"/>
              </a:rPr>
              <a:t>例</a:t>
            </a:r>
          </a:p>
        </p:txBody>
      </p:sp>
      <p:sp>
        <p:nvSpPr>
          <p:cNvPr id="321643" name="Text Box 107"/>
          <p:cNvSpPr txBox="1">
            <a:spLocks noChangeArrowheads="1"/>
          </p:cNvSpPr>
          <p:nvPr/>
        </p:nvSpPr>
        <p:spPr bwMode="auto">
          <a:xfrm>
            <a:off x="898525" y="461963"/>
            <a:ext cx="4105275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/>
            <a:r>
              <a:rPr lang="zh-CN" altLang="en-US">
                <a:latin typeface="楷体_GB2312" pitchFamily="49" charset="-122"/>
              </a:rPr>
              <a:t>列出电路的状态方程</a:t>
            </a:r>
          </a:p>
        </p:txBody>
      </p:sp>
      <p:grpSp>
        <p:nvGrpSpPr>
          <p:cNvPr id="321654" name="Group 118"/>
          <p:cNvGrpSpPr>
            <a:grpSpLocks/>
          </p:cNvGrpSpPr>
          <p:nvPr/>
        </p:nvGrpSpPr>
        <p:grpSpPr bwMode="auto">
          <a:xfrm>
            <a:off x="1331913" y="836613"/>
            <a:ext cx="6048375" cy="2881312"/>
            <a:chOff x="839" y="527"/>
            <a:chExt cx="3810" cy="1815"/>
          </a:xfrm>
        </p:grpSpPr>
        <p:sp>
          <p:nvSpPr>
            <p:cNvPr id="185354" name="Oval 60"/>
            <p:cNvSpPr>
              <a:spLocks noChangeArrowheads="1"/>
            </p:cNvSpPr>
            <p:nvPr/>
          </p:nvSpPr>
          <p:spPr bwMode="auto">
            <a:xfrm>
              <a:off x="839" y="1389"/>
              <a:ext cx="363" cy="363"/>
            </a:xfrm>
            <a:prstGeom prst="ellipse">
              <a:avLst/>
            </a:prstGeom>
            <a:gradFill rotWithShape="1">
              <a:gsLst>
                <a:gs pos="0">
                  <a:srgbClr val="0099FF"/>
                </a:gs>
                <a:gs pos="100000">
                  <a:srgbClr val="004776"/>
                </a:gs>
              </a:gsLst>
              <a:path path="shape">
                <a:fillToRect l="50000" t="50000" r="50000" b="50000"/>
              </a:path>
            </a:gradFill>
            <a:ln w="38100">
              <a:solidFill>
                <a:srgbClr val="FF99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endParaRPr lang="zh-CN" altLang="zh-CN" sz="2400" b="0">
                <a:ea typeface="仿宋_GB2312" pitchFamily="49" charset="-122"/>
              </a:endParaRPr>
            </a:p>
          </p:txBody>
        </p:sp>
        <p:sp>
          <p:nvSpPr>
            <p:cNvPr id="185355" name="Rectangle 55"/>
            <p:cNvSpPr>
              <a:spLocks noChangeArrowheads="1"/>
            </p:cNvSpPr>
            <p:nvPr/>
          </p:nvSpPr>
          <p:spPr bwMode="auto">
            <a:xfrm>
              <a:off x="3788" y="1208"/>
              <a:ext cx="499" cy="862"/>
            </a:xfrm>
            <a:prstGeom prst="rect">
              <a:avLst/>
            </a:prstGeom>
            <a:noFill/>
            <a:ln w="28575">
              <a:solidFill>
                <a:srgbClr val="FFCC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185356" name="Group 56"/>
            <p:cNvGrpSpPr>
              <a:grpSpLocks/>
            </p:cNvGrpSpPr>
            <p:nvPr/>
          </p:nvGrpSpPr>
          <p:grpSpPr bwMode="auto">
            <a:xfrm rot="-5400000">
              <a:off x="3266" y="686"/>
              <a:ext cx="90" cy="408"/>
              <a:chOff x="2744" y="2931"/>
              <a:chExt cx="57" cy="283"/>
            </a:xfrm>
          </p:grpSpPr>
          <p:sp>
            <p:nvSpPr>
              <p:cNvPr id="185357" name="Arc 57"/>
              <p:cNvSpPr>
                <a:spLocks noChangeArrowheads="1"/>
              </p:cNvSpPr>
              <p:nvPr/>
            </p:nvSpPr>
            <p:spPr bwMode="auto">
              <a:xfrm rot="10800000" flipH="1" flipV="1">
                <a:off x="2744" y="2931"/>
                <a:ext cx="57" cy="91"/>
              </a:xfrm>
              <a:custGeom>
                <a:avLst/>
                <a:gdLst/>
                <a:ahLst/>
                <a:cxnLst>
                  <a:cxn ang="0">
                    <a:pos x="1123" y="0"/>
                  </a:cxn>
                  <a:cxn ang="0">
                    <a:pos x="22723" y="21600"/>
                  </a:cxn>
                  <a:cxn ang="0">
                    <a:pos x="1123" y="43200"/>
                  </a:cxn>
                  <a:cxn ang="0">
                    <a:pos x="0" y="43170"/>
                  </a:cxn>
                  <a:cxn ang="0">
                    <a:pos x="1123" y="0"/>
                  </a:cxn>
                  <a:cxn ang="0">
                    <a:pos x="22723" y="21600"/>
                  </a:cxn>
                  <a:cxn ang="0">
                    <a:pos x="1123" y="43200"/>
                  </a:cxn>
                  <a:cxn ang="0">
                    <a:pos x="0" y="43170"/>
                  </a:cxn>
                  <a:cxn ang="0">
                    <a:pos x="1123" y="21600"/>
                  </a:cxn>
                  <a:cxn ang="0">
                    <a:pos x="1123" y="0"/>
                  </a:cxn>
                </a:cxnLst>
                <a:rect l="0" t="0" r="r" b="b"/>
                <a:pathLst>
                  <a:path w="22723" h="43200" fill="none">
                    <a:moveTo>
                      <a:pt x="1123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>
                    <a:moveTo>
                      <a:pt x="1123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lnTo>
                      <a:pt x="1123" y="0"/>
                    </a:lnTo>
                    <a:close/>
                  </a:path>
                </a:pathLst>
              </a:custGeom>
              <a:noFill/>
              <a:ln w="38100">
                <a:solidFill>
                  <a:srgbClr val="FF99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85358" name="Arc 58"/>
              <p:cNvSpPr>
                <a:spLocks noChangeArrowheads="1"/>
              </p:cNvSpPr>
              <p:nvPr/>
            </p:nvSpPr>
            <p:spPr bwMode="auto">
              <a:xfrm rot="10800000" flipH="1" flipV="1">
                <a:off x="2744" y="3027"/>
                <a:ext cx="57" cy="91"/>
              </a:xfrm>
              <a:custGeom>
                <a:avLst/>
                <a:gdLst/>
                <a:ahLst/>
                <a:cxnLst>
                  <a:cxn ang="0">
                    <a:pos x="1123" y="0"/>
                  </a:cxn>
                  <a:cxn ang="0">
                    <a:pos x="22723" y="21600"/>
                  </a:cxn>
                  <a:cxn ang="0">
                    <a:pos x="1123" y="43200"/>
                  </a:cxn>
                  <a:cxn ang="0">
                    <a:pos x="0" y="43170"/>
                  </a:cxn>
                  <a:cxn ang="0">
                    <a:pos x="1123" y="0"/>
                  </a:cxn>
                  <a:cxn ang="0">
                    <a:pos x="22723" y="21600"/>
                  </a:cxn>
                  <a:cxn ang="0">
                    <a:pos x="1123" y="43200"/>
                  </a:cxn>
                  <a:cxn ang="0">
                    <a:pos x="0" y="43170"/>
                  </a:cxn>
                  <a:cxn ang="0">
                    <a:pos x="1123" y="21600"/>
                  </a:cxn>
                  <a:cxn ang="0">
                    <a:pos x="1123" y="0"/>
                  </a:cxn>
                </a:cxnLst>
                <a:rect l="0" t="0" r="r" b="b"/>
                <a:pathLst>
                  <a:path w="22723" h="43200" fill="none">
                    <a:moveTo>
                      <a:pt x="1123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>
                    <a:moveTo>
                      <a:pt x="1123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lnTo>
                      <a:pt x="1123" y="0"/>
                    </a:lnTo>
                    <a:close/>
                  </a:path>
                </a:pathLst>
              </a:custGeom>
              <a:noFill/>
              <a:ln w="38100">
                <a:solidFill>
                  <a:srgbClr val="FF99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85359" name="Arc 59"/>
              <p:cNvSpPr>
                <a:spLocks noChangeArrowheads="1"/>
              </p:cNvSpPr>
              <p:nvPr/>
            </p:nvSpPr>
            <p:spPr bwMode="auto">
              <a:xfrm rot="10800000" flipH="1" flipV="1">
                <a:off x="2744" y="3123"/>
                <a:ext cx="57" cy="91"/>
              </a:xfrm>
              <a:custGeom>
                <a:avLst/>
                <a:gdLst/>
                <a:ahLst/>
                <a:cxnLst>
                  <a:cxn ang="0">
                    <a:pos x="1123" y="0"/>
                  </a:cxn>
                  <a:cxn ang="0">
                    <a:pos x="22723" y="21600"/>
                  </a:cxn>
                  <a:cxn ang="0">
                    <a:pos x="1123" y="43200"/>
                  </a:cxn>
                  <a:cxn ang="0">
                    <a:pos x="0" y="43170"/>
                  </a:cxn>
                  <a:cxn ang="0">
                    <a:pos x="1123" y="0"/>
                  </a:cxn>
                  <a:cxn ang="0">
                    <a:pos x="22723" y="21600"/>
                  </a:cxn>
                  <a:cxn ang="0">
                    <a:pos x="1123" y="43200"/>
                  </a:cxn>
                  <a:cxn ang="0">
                    <a:pos x="0" y="43170"/>
                  </a:cxn>
                  <a:cxn ang="0">
                    <a:pos x="1123" y="21600"/>
                  </a:cxn>
                  <a:cxn ang="0">
                    <a:pos x="1123" y="0"/>
                  </a:cxn>
                </a:cxnLst>
                <a:rect l="0" t="0" r="r" b="b"/>
                <a:pathLst>
                  <a:path w="22723" h="43200" fill="none">
                    <a:moveTo>
                      <a:pt x="1123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>
                    <a:moveTo>
                      <a:pt x="1123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lnTo>
                      <a:pt x="1123" y="0"/>
                    </a:lnTo>
                    <a:close/>
                  </a:path>
                </a:pathLst>
              </a:custGeom>
              <a:noFill/>
              <a:ln w="38100">
                <a:solidFill>
                  <a:srgbClr val="FF99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85360" name="Line 61"/>
            <p:cNvSpPr>
              <a:spLocks noChangeShapeType="1"/>
            </p:cNvSpPr>
            <p:nvPr/>
          </p:nvSpPr>
          <p:spPr bwMode="auto">
            <a:xfrm flipH="1">
              <a:off x="1020" y="936"/>
              <a:ext cx="0" cy="1224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5361" name="Line 62"/>
            <p:cNvSpPr>
              <a:spLocks noChangeShapeType="1"/>
            </p:cNvSpPr>
            <p:nvPr/>
          </p:nvSpPr>
          <p:spPr bwMode="auto">
            <a:xfrm>
              <a:off x="1838" y="936"/>
              <a:ext cx="1269" cy="0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5362" name="Line 63"/>
            <p:cNvSpPr>
              <a:spLocks noChangeShapeType="1"/>
            </p:cNvSpPr>
            <p:nvPr/>
          </p:nvSpPr>
          <p:spPr bwMode="auto">
            <a:xfrm>
              <a:off x="2652" y="1616"/>
              <a:ext cx="0" cy="545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 type="oval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5363" name="Line 65"/>
            <p:cNvSpPr>
              <a:spLocks noChangeShapeType="1"/>
            </p:cNvSpPr>
            <p:nvPr/>
          </p:nvSpPr>
          <p:spPr bwMode="auto">
            <a:xfrm flipH="1">
              <a:off x="4015" y="936"/>
              <a:ext cx="0" cy="272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 type="oval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5364" name="Line 66"/>
            <p:cNvSpPr>
              <a:spLocks noChangeShapeType="1"/>
            </p:cNvSpPr>
            <p:nvPr/>
          </p:nvSpPr>
          <p:spPr bwMode="auto">
            <a:xfrm>
              <a:off x="2652" y="936"/>
              <a:ext cx="1" cy="584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 type="oval" w="med" len="med"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5365" name="Rectangle 67"/>
            <p:cNvSpPr>
              <a:spLocks noChangeArrowheads="1"/>
            </p:cNvSpPr>
            <p:nvPr/>
          </p:nvSpPr>
          <p:spPr bwMode="auto">
            <a:xfrm>
              <a:off x="1520" y="573"/>
              <a:ext cx="310" cy="269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L</a:t>
              </a:r>
              <a:r>
                <a:rPr lang="en-US" altLang="zh-CN" b="0" baseline="-2500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1</a:t>
              </a:r>
              <a:endParaRPr lang="en-US" altLang="zh-CN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185366" name="Rectangle 68"/>
            <p:cNvSpPr>
              <a:spLocks noChangeArrowheads="1"/>
            </p:cNvSpPr>
            <p:nvPr/>
          </p:nvSpPr>
          <p:spPr bwMode="auto">
            <a:xfrm>
              <a:off x="2336" y="1435"/>
              <a:ext cx="149" cy="269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C</a:t>
              </a:r>
              <a:endParaRPr lang="en-US" altLang="zh-CN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185367" name="Rectangle 69"/>
            <p:cNvSpPr>
              <a:spLocks noChangeArrowheads="1"/>
            </p:cNvSpPr>
            <p:nvPr/>
          </p:nvSpPr>
          <p:spPr bwMode="auto">
            <a:xfrm>
              <a:off x="1293" y="1435"/>
              <a:ext cx="197" cy="269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u</a:t>
              </a:r>
              <a:r>
                <a:rPr lang="en-US" altLang="zh-CN" b="0" baseline="-2500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S</a:t>
              </a:r>
            </a:p>
          </p:txBody>
        </p:sp>
        <p:sp>
          <p:nvSpPr>
            <p:cNvPr id="185368" name="Rectangle 70"/>
            <p:cNvSpPr>
              <a:spLocks noChangeArrowheads="1"/>
            </p:cNvSpPr>
            <p:nvPr/>
          </p:nvSpPr>
          <p:spPr bwMode="auto">
            <a:xfrm>
              <a:off x="2788" y="1254"/>
              <a:ext cx="126" cy="269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+</a:t>
              </a:r>
            </a:p>
          </p:txBody>
        </p:sp>
        <p:sp>
          <p:nvSpPr>
            <p:cNvPr id="185369" name="Rectangle 71"/>
            <p:cNvSpPr>
              <a:spLocks noChangeArrowheads="1"/>
            </p:cNvSpPr>
            <p:nvPr/>
          </p:nvSpPr>
          <p:spPr bwMode="auto">
            <a:xfrm>
              <a:off x="1112" y="890"/>
              <a:ext cx="272" cy="269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i</a:t>
              </a:r>
              <a:r>
                <a:rPr lang="en-US" altLang="zh-CN" b="0" baseline="-2500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L1</a:t>
              </a:r>
            </a:p>
          </p:txBody>
        </p:sp>
        <p:sp>
          <p:nvSpPr>
            <p:cNvPr id="185370" name="Line 72"/>
            <p:cNvSpPr>
              <a:spLocks noChangeShapeType="1"/>
            </p:cNvSpPr>
            <p:nvPr/>
          </p:nvSpPr>
          <p:spPr bwMode="auto">
            <a:xfrm>
              <a:off x="4286" y="1616"/>
              <a:ext cx="0" cy="363"/>
            </a:xfrm>
            <a:prstGeom prst="line">
              <a:avLst/>
            </a:prstGeom>
            <a:noFill/>
            <a:ln w="28575">
              <a:solidFill>
                <a:srgbClr val="00FFFF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5371" name="Line 73"/>
            <p:cNvSpPr>
              <a:spLocks noChangeShapeType="1"/>
            </p:cNvSpPr>
            <p:nvPr/>
          </p:nvSpPr>
          <p:spPr bwMode="auto">
            <a:xfrm>
              <a:off x="1066" y="890"/>
              <a:ext cx="317" cy="0"/>
            </a:xfrm>
            <a:prstGeom prst="line">
              <a:avLst/>
            </a:prstGeom>
            <a:noFill/>
            <a:ln w="28575">
              <a:solidFill>
                <a:srgbClr val="00FFFF"/>
              </a:solidFill>
              <a:round/>
              <a:headEnd type="triangle" w="med" len="med"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85372" name="Group 74"/>
            <p:cNvGrpSpPr>
              <a:grpSpLocks/>
            </p:cNvGrpSpPr>
            <p:nvPr/>
          </p:nvGrpSpPr>
          <p:grpSpPr bwMode="auto">
            <a:xfrm rot="-5400000">
              <a:off x="1588" y="686"/>
              <a:ext cx="90" cy="408"/>
              <a:chOff x="2744" y="2931"/>
              <a:chExt cx="57" cy="283"/>
            </a:xfrm>
          </p:grpSpPr>
          <p:sp>
            <p:nvSpPr>
              <p:cNvPr id="185373" name="Arc 75"/>
              <p:cNvSpPr>
                <a:spLocks noChangeArrowheads="1"/>
              </p:cNvSpPr>
              <p:nvPr/>
            </p:nvSpPr>
            <p:spPr bwMode="auto">
              <a:xfrm rot="10800000" flipH="1" flipV="1">
                <a:off x="2744" y="2931"/>
                <a:ext cx="57" cy="91"/>
              </a:xfrm>
              <a:custGeom>
                <a:avLst/>
                <a:gdLst/>
                <a:ahLst/>
                <a:cxnLst>
                  <a:cxn ang="0">
                    <a:pos x="1123" y="0"/>
                  </a:cxn>
                  <a:cxn ang="0">
                    <a:pos x="22723" y="21600"/>
                  </a:cxn>
                  <a:cxn ang="0">
                    <a:pos x="1123" y="43200"/>
                  </a:cxn>
                  <a:cxn ang="0">
                    <a:pos x="0" y="43170"/>
                  </a:cxn>
                  <a:cxn ang="0">
                    <a:pos x="1123" y="0"/>
                  </a:cxn>
                  <a:cxn ang="0">
                    <a:pos x="22723" y="21600"/>
                  </a:cxn>
                  <a:cxn ang="0">
                    <a:pos x="1123" y="43200"/>
                  </a:cxn>
                  <a:cxn ang="0">
                    <a:pos x="0" y="43170"/>
                  </a:cxn>
                  <a:cxn ang="0">
                    <a:pos x="1123" y="21600"/>
                  </a:cxn>
                  <a:cxn ang="0">
                    <a:pos x="1123" y="0"/>
                  </a:cxn>
                </a:cxnLst>
                <a:rect l="0" t="0" r="r" b="b"/>
                <a:pathLst>
                  <a:path w="22723" h="43200" fill="none">
                    <a:moveTo>
                      <a:pt x="1123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>
                    <a:moveTo>
                      <a:pt x="1123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lnTo>
                      <a:pt x="1123" y="0"/>
                    </a:lnTo>
                    <a:close/>
                  </a:path>
                </a:pathLst>
              </a:custGeom>
              <a:noFill/>
              <a:ln w="38100">
                <a:solidFill>
                  <a:srgbClr val="FF99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85374" name="Arc 76"/>
              <p:cNvSpPr>
                <a:spLocks noChangeArrowheads="1"/>
              </p:cNvSpPr>
              <p:nvPr/>
            </p:nvSpPr>
            <p:spPr bwMode="auto">
              <a:xfrm rot="10800000" flipH="1" flipV="1">
                <a:off x="2744" y="3027"/>
                <a:ext cx="57" cy="91"/>
              </a:xfrm>
              <a:custGeom>
                <a:avLst/>
                <a:gdLst/>
                <a:ahLst/>
                <a:cxnLst>
                  <a:cxn ang="0">
                    <a:pos x="1123" y="0"/>
                  </a:cxn>
                  <a:cxn ang="0">
                    <a:pos x="22723" y="21600"/>
                  </a:cxn>
                  <a:cxn ang="0">
                    <a:pos x="1123" y="43200"/>
                  </a:cxn>
                  <a:cxn ang="0">
                    <a:pos x="0" y="43170"/>
                  </a:cxn>
                  <a:cxn ang="0">
                    <a:pos x="1123" y="0"/>
                  </a:cxn>
                  <a:cxn ang="0">
                    <a:pos x="22723" y="21600"/>
                  </a:cxn>
                  <a:cxn ang="0">
                    <a:pos x="1123" y="43200"/>
                  </a:cxn>
                  <a:cxn ang="0">
                    <a:pos x="0" y="43170"/>
                  </a:cxn>
                  <a:cxn ang="0">
                    <a:pos x="1123" y="21600"/>
                  </a:cxn>
                  <a:cxn ang="0">
                    <a:pos x="1123" y="0"/>
                  </a:cxn>
                </a:cxnLst>
                <a:rect l="0" t="0" r="r" b="b"/>
                <a:pathLst>
                  <a:path w="22723" h="43200" fill="none">
                    <a:moveTo>
                      <a:pt x="1123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>
                    <a:moveTo>
                      <a:pt x="1123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lnTo>
                      <a:pt x="1123" y="0"/>
                    </a:lnTo>
                    <a:close/>
                  </a:path>
                </a:pathLst>
              </a:custGeom>
              <a:noFill/>
              <a:ln w="38100">
                <a:solidFill>
                  <a:srgbClr val="FF99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85375" name="Arc 77"/>
              <p:cNvSpPr>
                <a:spLocks noChangeArrowheads="1"/>
              </p:cNvSpPr>
              <p:nvPr/>
            </p:nvSpPr>
            <p:spPr bwMode="auto">
              <a:xfrm rot="10800000" flipH="1" flipV="1">
                <a:off x="2744" y="3123"/>
                <a:ext cx="57" cy="91"/>
              </a:xfrm>
              <a:custGeom>
                <a:avLst/>
                <a:gdLst/>
                <a:ahLst/>
                <a:cxnLst>
                  <a:cxn ang="0">
                    <a:pos x="1123" y="0"/>
                  </a:cxn>
                  <a:cxn ang="0">
                    <a:pos x="22723" y="21600"/>
                  </a:cxn>
                  <a:cxn ang="0">
                    <a:pos x="1123" y="43200"/>
                  </a:cxn>
                  <a:cxn ang="0">
                    <a:pos x="0" y="43170"/>
                  </a:cxn>
                  <a:cxn ang="0">
                    <a:pos x="1123" y="0"/>
                  </a:cxn>
                  <a:cxn ang="0">
                    <a:pos x="22723" y="21600"/>
                  </a:cxn>
                  <a:cxn ang="0">
                    <a:pos x="1123" y="43200"/>
                  </a:cxn>
                  <a:cxn ang="0">
                    <a:pos x="0" y="43170"/>
                  </a:cxn>
                  <a:cxn ang="0">
                    <a:pos x="1123" y="21600"/>
                  </a:cxn>
                  <a:cxn ang="0">
                    <a:pos x="1123" y="0"/>
                  </a:cxn>
                </a:cxnLst>
                <a:rect l="0" t="0" r="r" b="b"/>
                <a:pathLst>
                  <a:path w="22723" h="43200" fill="none">
                    <a:moveTo>
                      <a:pt x="1123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>
                    <a:moveTo>
                      <a:pt x="1123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lnTo>
                      <a:pt x="1123" y="0"/>
                    </a:lnTo>
                    <a:close/>
                  </a:path>
                </a:pathLst>
              </a:custGeom>
              <a:noFill/>
              <a:ln w="38100">
                <a:solidFill>
                  <a:srgbClr val="FF99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85376" name="Rectangle 78"/>
            <p:cNvSpPr>
              <a:spLocks noChangeArrowheads="1"/>
            </p:cNvSpPr>
            <p:nvPr/>
          </p:nvSpPr>
          <p:spPr bwMode="auto">
            <a:xfrm>
              <a:off x="4377" y="1664"/>
              <a:ext cx="272" cy="269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i</a:t>
              </a:r>
              <a:r>
                <a:rPr lang="en-US" altLang="zh-CN" b="0" baseline="-2500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S</a:t>
              </a:r>
            </a:p>
          </p:txBody>
        </p:sp>
        <p:sp>
          <p:nvSpPr>
            <p:cNvPr id="185377" name="Rectangle 79"/>
            <p:cNvSpPr>
              <a:spLocks noChangeArrowheads="1"/>
            </p:cNvSpPr>
            <p:nvPr/>
          </p:nvSpPr>
          <p:spPr bwMode="auto">
            <a:xfrm>
              <a:off x="1112" y="1117"/>
              <a:ext cx="126" cy="269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+</a:t>
              </a:r>
            </a:p>
          </p:txBody>
        </p:sp>
        <p:sp>
          <p:nvSpPr>
            <p:cNvPr id="185378" name="Rectangle 80"/>
            <p:cNvSpPr>
              <a:spLocks noChangeArrowheads="1"/>
            </p:cNvSpPr>
            <p:nvPr/>
          </p:nvSpPr>
          <p:spPr bwMode="auto">
            <a:xfrm>
              <a:off x="1066" y="1752"/>
              <a:ext cx="112" cy="269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b="0">
                  <a:solidFill>
                    <a:schemeClr val="bg1"/>
                  </a:solidFill>
                  <a:latin typeface="宋体" pitchFamily="2" charset="-122"/>
                  <a:ea typeface="宋体" pitchFamily="2" charset="-122"/>
                </a:rPr>
                <a:t>-</a:t>
              </a:r>
            </a:p>
          </p:txBody>
        </p:sp>
        <p:sp>
          <p:nvSpPr>
            <p:cNvPr id="185379" name="Rectangle 81"/>
            <p:cNvSpPr>
              <a:spLocks noChangeArrowheads="1"/>
            </p:cNvSpPr>
            <p:nvPr/>
          </p:nvSpPr>
          <p:spPr bwMode="auto">
            <a:xfrm>
              <a:off x="2788" y="1480"/>
              <a:ext cx="272" cy="269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u</a:t>
              </a:r>
              <a:r>
                <a:rPr lang="en-US" altLang="zh-CN" b="0" baseline="-2500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C</a:t>
              </a:r>
            </a:p>
          </p:txBody>
        </p:sp>
        <p:sp>
          <p:nvSpPr>
            <p:cNvPr id="185380" name="Rectangle 82"/>
            <p:cNvSpPr>
              <a:spLocks noChangeArrowheads="1"/>
            </p:cNvSpPr>
            <p:nvPr/>
          </p:nvSpPr>
          <p:spPr bwMode="auto">
            <a:xfrm>
              <a:off x="2743" y="1752"/>
              <a:ext cx="112" cy="269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b="0">
                  <a:solidFill>
                    <a:schemeClr val="bg1"/>
                  </a:solidFill>
                  <a:latin typeface="宋体" pitchFamily="2" charset="-122"/>
                  <a:ea typeface="宋体" pitchFamily="2" charset="-122"/>
                </a:rPr>
                <a:t>-</a:t>
              </a:r>
            </a:p>
          </p:txBody>
        </p:sp>
        <p:grpSp>
          <p:nvGrpSpPr>
            <p:cNvPr id="185381" name="Group 83"/>
            <p:cNvGrpSpPr>
              <a:grpSpLocks/>
            </p:cNvGrpSpPr>
            <p:nvPr/>
          </p:nvGrpSpPr>
          <p:grpSpPr bwMode="auto">
            <a:xfrm>
              <a:off x="2516" y="1526"/>
              <a:ext cx="240" cy="93"/>
              <a:chOff x="3787" y="2478"/>
              <a:chExt cx="240" cy="93"/>
            </a:xfrm>
          </p:grpSpPr>
          <p:sp>
            <p:nvSpPr>
              <p:cNvPr id="185382" name="Line 84"/>
              <p:cNvSpPr>
                <a:spLocks noChangeShapeType="1"/>
              </p:cNvSpPr>
              <p:nvPr/>
            </p:nvSpPr>
            <p:spPr bwMode="auto">
              <a:xfrm flipV="1">
                <a:off x="3787" y="2568"/>
                <a:ext cx="240" cy="3"/>
              </a:xfrm>
              <a:prstGeom prst="line">
                <a:avLst/>
              </a:prstGeom>
              <a:noFill/>
              <a:ln w="57150">
                <a:solidFill>
                  <a:srgbClr val="FF99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85383" name="Line 85"/>
              <p:cNvSpPr>
                <a:spLocks noChangeShapeType="1"/>
              </p:cNvSpPr>
              <p:nvPr/>
            </p:nvSpPr>
            <p:spPr bwMode="auto">
              <a:xfrm>
                <a:off x="3787" y="2478"/>
                <a:ext cx="240" cy="1"/>
              </a:xfrm>
              <a:prstGeom prst="line">
                <a:avLst/>
              </a:prstGeom>
              <a:noFill/>
              <a:ln w="57150">
                <a:solidFill>
                  <a:srgbClr val="FF99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85384" name="Rectangle 86"/>
            <p:cNvSpPr>
              <a:spLocks noChangeArrowheads="1"/>
            </p:cNvSpPr>
            <p:nvPr/>
          </p:nvSpPr>
          <p:spPr bwMode="auto">
            <a:xfrm>
              <a:off x="3706" y="1435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</a:gradFill>
            <a:ln w="2857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5385" name="Rectangle 87"/>
            <p:cNvSpPr>
              <a:spLocks noChangeArrowheads="1"/>
            </p:cNvSpPr>
            <p:nvPr/>
          </p:nvSpPr>
          <p:spPr bwMode="auto">
            <a:xfrm>
              <a:off x="2109" y="890"/>
              <a:ext cx="317" cy="136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</a:gradFill>
            <a:ln w="2857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5386" name="Rectangle 88"/>
            <p:cNvSpPr>
              <a:spLocks noChangeArrowheads="1"/>
            </p:cNvSpPr>
            <p:nvPr/>
          </p:nvSpPr>
          <p:spPr bwMode="auto">
            <a:xfrm>
              <a:off x="2155" y="618"/>
              <a:ext cx="310" cy="269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R</a:t>
              </a:r>
              <a:r>
                <a:rPr lang="en-US" altLang="zh-CN" b="0" baseline="-2500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1</a:t>
              </a:r>
              <a:endParaRPr lang="en-US" altLang="zh-CN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185387" name="Line 89"/>
            <p:cNvSpPr>
              <a:spLocks noChangeShapeType="1"/>
            </p:cNvSpPr>
            <p:nvPr/>
          </p:nvSpPr>
          <p:spPr bwMode="auto">
            <a:xfrm>
              <a:off x="3516" y="936"/>
              <a:ext cx="499" cy="0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85388" name="Group 90"/>
            <p:cNvGrpSpPr>
              <a:grpSpLocks/>
            </p:cNvGrpSpPr>
            <p:nvPr/>
          </p:nvGrpSpPr>
          <p:grpSpPr bwMode="auto">
            <a:xfrm>
              <a:off x="4105" y="1343"/>
              <a:ext cx="363" cy="363"/>
              <a:chOff x="4785" y="709"/>
              <a:chExt cx="363" cy="363"/>
            </a:xfrm>
          </p:grpSpPr>
          <p:sp>
            <p:nvSpPr>
              <p:cNvPr id="185389" name="Oval 91"/>
              <p:cNvSpPr>
                <a:spLocks noChangeArrowheads="1"/>
              </p:cNvSpPr>
              <p:nvPr/>
            </p:nvSpPr>
            <p:spPr bwMode="auto">
              <a:xfrm>
                <a:off x="4785" y="709"/>
                <a:ext cx="363" cy="363"/>
              </a:xfrm>
              <a:prstGeom prst="ellipse">
                <a:avLst/>
              </a:prstGeom>
              <a:gradFill rotWithShape="1">
                <a:gsLst>
                  <a:gs pos="0">
                    <a:srgbClr val="0099FF"/>
                  </a:gs>
                  <a:gs pos="100000">
                    <a:srgbClr val="004776"/>
                  </a:gs>
                </a:gsLst>
                <a:path path="shape">
                  <a:fillToRect l="50000" t="50000" r="50000" b="50000"/>
                </a:path>
              </a:gradFill>
              <a:ln w="38100">
                <a:solidFill>
                  <a:srgbClr val="FF99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endParaRPr lang="zh-CN" altLang="zh-CN" sz="2400" b="0">
                  <a:ea typeface="仿宋_GB2312" pitchFamily="49" charset="-122"/>
                </a:endParaRPr>
              </a:p>
            </p:txBody>
          </p:sp>
          <p:sp>
            <p:nvSpPr>
              <p:cNvPr id="185390" name="Line 92"/>
              <p:cNvSpPr>
                <a:spLocks noChangeShapeType="1"/>
              </p:cNvSpPr>
              <p:nvPr/>
            </p:nvSpPr>
            <p:spPr bwMode="auto">
              <a:xfrm>
                <a:off x="4785" y="890"/>
                <a:ext cx="363" cy="0"/>
              </a:xfrm>
              <a:prstGeom prst="line">
                <a:avLst/>
              </a:prstGeom>
              <a:noFill/>
              <a:ln w="38100">
                <a:solidFill>
                  <a:srgbClr val="FF99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85391" name="Rectangle 93"/>
            <p:cNvSpPr>
              <a:spLocks noChangeArrowheads="1"/>
            </p:cNvSpPr>
            <p:nvPr/>
          </p:nvSpPr>
          <p:spPr bwMode="auto">
            <a:xfrm>
              <a:off x="3879" y="1480"/>
              <a:ext cx="310" cy="269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R</a:t>
              </a:r>
              <a:r>
                <a:rPr lang="en-US" altLang="zh-CN" b="0" baseline="-2500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2</a:t>
              </a:r>
              <a:endParaRPr lang="en-US" altLang="zh-CN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185392" name="Line 94"/>
            <p:cNvSpPr>
              <a:spLocks noChangeShapeType="1"/>
            </p:cNvSpPr>
            <p:nvPr/>
          </p:nvSpPr>
          <p:spPr bwMode="auto">
            <a:xfrm>
              <a:off x="3606" y="890"/>
              <a:ext cx="317" cy="0"/>
            </a:xfrm>
            <a:prstGeom prst="line">
              <a:avLst/>
            </a:prstGeom>
            <a:noFill/>
            <a:ln w="28575">
              <a:solidFill>
                <a:srgbClr val="00FFFF"/>
              </a:solidFill>
              <a:round/>
              <a:headEnd type="triangle" w="med" len="med"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5393" name="Rectangle 95"/>
            <p:cNvSpPr>
              <a:spLocks noChangeArrowheads="1"/>
            </p:cNvSpPr>
            <p:nvPr/>
          </p:nvSpPr>
          <p:spPr bwMode="auto">
            <a:xfrm>
              <a:off x="3652" y="573"/>
              <a:ext cx="272" cy="269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i</a:t>
              </a:r>
              <a:r>
                <a:rPr lang="en-US" altLang="zh-CN" b="0" baseline="-2500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L2</a:t>
              </a:r>
            </a:p>
          </p:txBody>
        </p:sp>
        <p:sp>
          <p:nvSpPr>
            <p:cNvPr id="185394" name="Rectangle 96"/>
            <p:cNvSpPr>
              <a:spLocks noChangeArrowheads="1"/>
            </p:cNvSpPr>
            <p:nvPr/>
          </p:nvSpPr>
          <p:spPr bwMode="auto">
            <a:xfrm>
              <a:off x="3153" y="527"/>
              <a:ext cx="310" cy="269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L</a:t>
              </a:r>
              <a:r>
                <a:rPr lang="en-US" altLang="zh-CN" b="0" baseline="-2500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2</a:t>
              </a:r>
              <a:endParaRPr lang="en-US" altLang="zh-CN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185395" name="Oval 97"/>
            <p:cNvSpPr>
              <a:spLocks noChangeArrowheads="1"/>
            </p:cNvSpPr>
            <p:nvPr/>
          </p:nvSpPr>
          <p:spPr bwMode="auto">
            <a:xfrm>
              <a:off x="2563" y="709"/>
              <a:ext cx="181" cy="182"/>
            </a:xfrm>
            <a:prstGeom prst="ellipse">
              <a:avLst/>
            </a:prstGeom>
            <a:noFill/>
            <a:ln w="28575">
              <a:solidFill>
                <a:srgbClr val="00FF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</a:rPr>
                <a:t>1</a:t>
              </a:r>
            </a:p>
          </p:txBody>
        </p:sp>
        <p:sp>
          <p:nvSpPr>
            <p:cNvPr id="185396" name="Oval 98"/>
            <p:cNvSpPr>
              <a:spLocks noChangeArrowheads="1"/>
            </p:cNvSpPr>
            <p:nvPr/>
          </p:nvSpPr>
          <p:spPr bwMode="auto">
            <a:xfrm>
              <a:off x="4060" y="981"/>
              <a:ext cx="181" cy="182"/>
            </a:xfrm>
            <a:prstGeom prst="ellipse">
              <a:avLst/>
            </a:prstGeom>
            <a:noFill/>
            <a:ln w="28575">
              <a:solidFill>
                <a:srgbClr val="00FF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</a:rPr>
                <a:t>2</a:t>
              </a:r>
            </a:p>
          </p:txBody>
        </p:sp>
        <p:sp>
          <p:nvSpPr>
            <p:cNvPr id="185397" name="Line 99"/>
            <p:cNvSpPr>
              <a:spLocks noChangeShapeType="1"/>
            </p:cNvSpPr>
            <p:nvPr/>
          </p:nvSpPr>
          <p:spPr bwMode="auto">
            <a:xfrm flipH="1">
              <a:off x="4060" y="2070"/>
              <a:ext cx="0" cy="90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 type="oval" w="med" len="med"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5398" name="Line 100"/>
            <p:cNvSpPr>
              <a:spLocks noChangeShapeType="1"/>
            </p:cNvSpPr>
            <p:nvPr/>
          </p:nvSpPr>
          <p:spPr bwMode="auto">
            <a:xfrm flipH="1">
              <a:off x="2654" y="2160"/>
              <a:ext cx="0" cy="181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 type="oval" w="med" len="med"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5399" name="Line 101"/>
            <p:cNvSpPr>
              <a:spLocks noChangeShapeType="1"/>
            </p:cNvSpPr>
            <p:nvPr/>
          </p:nvSpPr>
          <p:spPr bwMode="auto">
            <a:xfrm>
              <a:off x="2518" y="2342"/>
              <a:ext cx="272" cy="0"/>
            </a:xfrm>
            <a:prstGeom prst="line">
              <a:avLst/>
            </a:prstGeom>
            <a:noFill/>
            <a:ln w="38100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5400" name="Freeform 102"/>
            <p:cNvSpPr>
              <a:spLocks noChangeArrowheads="1"/>
            </p:cNvSpPr>
            <p:nvPr/>
          </p:nvSpPr>
          <p:spPr bwMode="auto">
            <a:xfrm>
              <a:off x="1656" y="1253"/>
              <a:ext cx="522" cy="590"/>
            </a:xfrm>
            <a:custGeom>
              <a:avLst/>
              <a:gdLst/>
              <a:ahLst/>
              <a:cxnLst>
                <a:cxn ang="0">
                  <a:pos x="522" y="159"/>
                </a:cxn>
                <a:cxn ang="0">
                  <a:pos x="431" y="23"/>
                </a:cxn>
                <a:cxn ang="0">
                  <a:pos x="159" y="23"/>
                </a:cxn>
                <a:cxn ang="0">
                  <a:pos x="23" y="159"/>
                </a:cxn>
                <a:cxn ang="0">
                  <a:pos x="23" y="431"/>
                </a:cxn>
                <a:cxn ang="0">
                  <a:pos x="159" y="567"/>
                </a:cxn>
                <a:cxn ang="0">
                  <a:pos x="386" y="567"/>
                </a:cxn>
                <a:cxn ang="0">
                  <a:pos x="477" y="521"/>
                </a:cxn>
                <a:cxn ang="0">
                  <a:pos x="522" y="385"/>
                </a:cxn>
              </a:cxnLst>
              <a:rect l="0" t="0" r="r" b="b"/>
              <a:pathLst>
                <a:path w="522" h="590">
                  <a:moveTo>
                    <a:pt x="522" y="159"/>
                  </a:moveTo>
                  <a:cubicBezTo>
                    <a:pt x="506" y="102"/>
                    <a:pt x="491" y="46"/>
                    <a:pt x="431" y="23"/>
                  </a:cubicBezTo>
                  <a:cubicBezTo>
                    <a:pt x="371" y="0"/>
                    <a:pt x="227" y="0"/>
                    <a:pt x="159" y="23"/>
                  </a:cubicBezTo>
                  <a:cubicBezTo>
                    <a:pt x="91" y="46"/>
                    <a:pt x="46" y="91"/>
                    <a:pt x="23" y="159"/>
                  </a:cubicBezTo>
                  <a:cubicBezTo>
                    <a:pt x="0" y="227"/>
                    <a:pt x="0" y="363"/>
                    <a:pt x="23" y="431"/>
                  </a:cubicBezTo>
                  <a:cubicBezTo>
                    <a:pt x="46" y="499"/>
                    <a:pt x="99" y="544"/>
                    <a:pt x="159" y="567"/>
                  </a:cubicBezTo>
                  <a:cubicBezTo>
                    <a:pt x="219" y="590"/>
                    <a:pt x="333" y="575"/>
                    <a:pt x="386" y="567"/>
                  </a:cubicBezTo>
                  <a:cubicBezTo>
                    <a:pt x="439" y="559"/>
                    <a:pt x="454" y="551"/>
                    <a:pt x="477" y="521"/>
                  </a:cubicBezTo>
                  <a:cubicBezTo>
                    <a:pt x="500" y="491"/>
                    <a:pt x="515" y="408"/>
                    <a:pt x="522" y="385"/>
                  </a:cubicBezTo>
                </a:path>
              </a:pathLst>
            </a:custGeom>
            <a:noFill/>
            <a:ln w="28575">
              <a:solidFill>
                <a:srgbClr val="FF33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5401" name="Freeform 103"/>
            <p:cNvSpPr>
              <a:spLocks noChangeArrowheads="1"/>
            </p:cNvSpPr>
            <p:nvPr/>
          </p:nvSpPr>
          <p:spPr bwMode="auto">
            <a:xfrm>
              <a:off x="3062" y="1253"/>
              <a:ext cx="522" cy="590"/>
            </a:xfrm>
            <a:custGeom>
              <a:avLst/>
              <a:gdLst/>
              <a:ahLst/>
              <a:cxnLst>
                <a:cxn ang="0">
                  <a:pos x="522" y="159"/>
                </a:cxn>
                <a:cxn ang="0">
                  <a:pos x="431" y="23"/>
                </a:cxn>
                <a:cxn ang="0">
                  <a:pos x="159" y="23"/>
                </a:cxn>
                <a:cxn ang="0">
                  <a:pos x="23" y="159"/>
                </a:cxn>
                <a:cxn ang="0">
                  <a:pos x="23" y="431"/>
                </a:cxn>
                <a:cxn ang="0">
                  <a:pos x="159" y="567"/>
                </a:cxn>
                <a:cxn ang="0">
                  <a:pos x="386" y="567"/>
                </a:cxn>
                <a:cxn ang="0">
                  <a:pos x="477" y="521"/>
                </a:cxn>
                <a:cxn ang="0">
                  <a:pos x="522" y="385"/>
                </a:cxn>
              </a:cxnLst>
              <a:rect l="0" t="0" r="r" b="b"/>
              <a:pathLst>
                <a:path w="522" h="590">
                  <a:moveTo>
                    <a:pt x="522" y="159"/>
                  </a:moveTo>
                  <a:cubicBezTo>
                    <a:pt x="506" y="102"/>
                    <a:pt x="491" y="46"/>
                    <a:pt x="431" y="23"/>
                  </a:cubicBezTo>
                  <a:cubicBezTo>
                    <a:pt x="371" y="0"/>
                    <a:pt x="227" y="0"/>
                    <a:pt x="159" y="23"/>
                  </a:cubicBezTo>
                  <a:cubicBezTo>
                    <a:pt x="91" y="46"/>
                    <a:pt x="46" y="91"/>
                    <a:pt x="23" y="159"/>
                  </a:cubicBezTo>
                  <a:cubicBezTo>
                    <a:pt x="0" y="227"/>
                    <a:pt x="0" y="363"/>
                    <a:pt x="23" y="431"/>
                  </a:cubicBezTo>
                  <a:cubicBezTo>
                    <a:pt x="46" y="499"/>
                    <a:pt x="99" y="544"/>
                    <a:pt x="159" y="567"/>
                  </a:cubicBezTo>
                  <a:cubicBezTo>
                    <a:pt x="219" y="590"/>
                    <a:pt x="333" y="575"/>
                    <a:pt x="386" y="567"/>
                  </a:cubicBezTo>
                  <a:cubicBezTo>
                    <a:pt x="439" y="559"/>
                    <a:pt x="454" y="551"/>
                    <a:pt x="477" y="521"/>
                  </a:cubicBezTo>
                  <a:cubicBezTo>
                    <a:pt x="500" y="491"/>
                    <a:pt x="515" y="408"/>
                    <a:pt x="522" y="385"/>
                  </a:cubicBezTo>
                </a:path>
              </a:pathLst>
            </a:custGeom>
            <a:noFill/>
            <a:ln w="28575">
              <a:solidFill>
                <a:srgbClr val="FF33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5402" name="Text Box 104"/>
            <p:cNvSpPr txBox="1">
              <a:spLocks noChangeArrowheads="1"/>
            </p:cNvSpPr>
            <p:nvPr/>
          </p:nvSpPr>
          <p:spPr bwMode="auto">
            <a:xfrm>
              <a:off x="1747" y="1344"/>
              <a:ext cx="408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</a:rPr>
                <a:t>1</a:t>
              </a:r>
            </a:p>
          </p:txBody>
        </p:sp>
        <p:sp>
          <p:nvSpPr>
            <p:cNvPr id="185403" name="Text Box 105"/>
            <p:cNvSpPr txBox="1">
              <a:spLocks noChangeArrowheads="1"/>
            </p:cNvSpPr>
            <p:nvPr/>
          </p:nvSpPr>
          <p:spPr bwMode="auto">
            <a:xfrm>
              <a:off x="3153" y="1389"/>
              <a:ext cx="408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</a:rPr>
                <a:t>2</a:t>
              </a:r>
            </a:p>
          </p:txBody>
        </p:sp>
        <p:sp>
          <p:nvSpPr>
            <p:cNvPr id="185404" name="Line 108"/>
            <p:cNvSpPr>
              <a:spLocks noChangeShapeType="1"/>
            </p:cNvSpPr>
            <p:nvPr/>
          </p:nvSpPr>
          <p:spPr bwMode="auto">
            <a:xfrm>
              <a:off x="1020" y="2160"/>
              <a:ext cx="3039" cy="0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5405" name="Line 109"/>
            <p:cNvSpPr>
              <a:spLocks noChangeShapeType="1"/>
            </p:cNvSpPr>
            <p:nvPr/>
          </p:nvSpPr>
          <p:spPr bwMode="auto">
            <a:xfrm>
              <a:off x="1020" y="936"/>
              <a:ext cx="409" cy="0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321647" name="Text Box 111"/>
          <p:cNvSpPr txBox="1">
            <a:spLocks noChangeArrowheads="1"/>
          </p:cNvSpPr>
          <p:nvPr/>
        </p:nvSpPr>
        <p:spPr bwMode="auto">
          <a:xfrm>
            <a:off x="755650" y="3644900"/>
            <a:ext cx="661988" cy="519113"/>
          </a:xfrm>
          <a:prstGeom prst="rect">
            <a:avLst/>
          </a:prstGeom>
          <a:solidFill>
            <a:srgbClr val="993300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解</a:t>
            </a:r>
          </a:p>
        </p:txBody>
      </p:sp>
      <p:sp>
        <p:nvSpPr>
          <p:cNvPr id="321648" name="Rectangle 112"/>
          <p:cNvSpPr>
            <a:spLocks noChangeArrowheads="1"/>
          </p:cNvSpPr>
          <p:nvPr/>
        </p:nvSpPr>
        <p:spPr bwMode="auto">
          <a:xfrm>
            <a:off x="1403350" y="3789363"/>
            <a:ext cx="4608513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indent="266700"/>
            <a:r>
              <a:rPr lang="zh-CN" altLang="en-US">
                <a:solidFill>
                  <a:schemeClr val="bg1"/>
                </a:solidFill>
                <a:latin typeface="楷体_GB2312" pitchFamily="49" charset="-122"/>
              </a:rPr>
              <a:t>对结点①列出</a:t>
            </a:r>
            <a:r>
              <a:rPr lang="en-US" altLang="zh-CN" b="0">
                <a:solidFill>
                  <a:schemeClr val="bg1"/>
                </a:solidFill>
                <a:latin typeface="Times New Roman" pitchFamily="18" charset="0"/>
              </a:rPr>
              <a:t>KCL</a:t>
            </a:r>
            <a:r>
              <a:rPr lang="zh-CN" altLang="en-US">
                <a:solidFill>
                  <a:schemeClr val="bg1"/>
                </a:solidFill>
                <a:latin typeface="楷体_GB2312" pitchFamily="49" charset="-122"/>
              </a:rPr>
              <a:t>方程</a:t>
            </a:r>
            <a:endParaRPr lang="zh-CN" altLang="en-US">
              <a:solidFill>
                <a:schemeClr val="bg1"/>
              </a:solidFill>
              <a:latin typeface="楷体_GB2312" pitchFamily="49" charset="-122"/>
              <a:cs typeface="Times New Roman" pitchFamily="18" charset="0"/>
            </a:endParaRPr>
          </a:p>
        </p:txBody>
      </p:sp>
      <p:graphicFrame>
        <p:nvGraphicFramePr>
          <p:cNvPr id="321649" name="Object 113"/>
          <p:cNvGraphicFramePr>
            <a:graphicFrameLocks noChangeAspect="1"/>
          </p:cNvGraphicFramePr>
          <p:nvPr/>
        </p:nvGraphicFramePr>
        <p:xfrm>
          <a:off x="1763713" y="4292600"/>
          <a:ext cx="3097212" cy="1220788"/>
        </p:xfrm>
        <a:graphic>
          <a:graphicData uri="http://schemas.openxmlformats.org/presentationml/2006/ole">
            <p:oleObj spid="_x0000_s185408" r:id="rId4" imgW="938520" imgH="357480" progId="Equation.3">
              <p:embed/>
            </p:oleObj>
          </a:graphicData>
        </a:graphic>
      </p:graphicFrame>
      <p:grpSp>
        <p:nvGrpSpPr>
          <p:cNvPr id="185409" name="Group 115"/>
          <p:cNvGrpSpPr>
            <a:grpSpLocks/>
          </p:cNvGrpSpPr>
          <p:nvPr/>
        </p:nvGrpSpPr>
        <p:grpSpPr bwMode="auto">
          <a:xfrm>
            <a:off x="6588125" y="6446838"/>
            <a:ext cx="792163" cy="366712"/>
            <a:chOff x="4649" y="4020"/>
            <a:chExt cx="499" cy="231"/>
          </a:xfrm>
        </p:grpSpPr>
        <p:pic>
          <p:nvPicPr>
            <p:cNvPr id="185410" name="Picture 116" descr="78900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85411" name="Text Box 117">
              <a:hlinkClick r:id="rId5" action="ppaction://hlinksldjump"/>
            </p:cNvPr>
            <p:cNvSpPr txBox="1">
              <a:spLocks noChangeArrowheads="1"/>
            </p:cNvSpPr>
            <p:nvPr/>
          </p:nvSpPr>
          <p:spPr bwMode="auto"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0">
                  <a:solidFill>
                    <a:schemeClr val="bg1"/>
                  </a:solidFill>
                  <a:latin typeface="隶书" pitchFamily="49" charset="-122"/>
                  <a:ea typeface="隶书" pitchFamily="49" charset="-122"/>
                </a:rPr>
                <a:t>返 回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6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3216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216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216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3216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" dur="500"/>
                                        <p:tgtEl>
                                          <p:spTgt spid="3216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500"/>
                            </p:stCondLst>
                            <p:childTnLst>
                              <p:par>
                                <p:cTn id="16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6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8" dur="1000"/>
                                        <p:tgtEl>
                                          <p:spTgt spid="3216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6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216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216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216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216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6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3216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6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3216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1642" grpId="0"/>
      <p:bldP spid="321643" grpId="0"/>
      <p:bldP spid="321647" grpId="0" animBg="1"/>
      <p:bldP spid="321648" grpId="0"/>
    </p:bldLst>
  </p:timing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6369" name="Group 48"/>
          <p:cNvGrpSpPr>
            <a:grpSpLocks/>
          </p:cNvGrpSpPr>
          <p:nvPr/>
        </p:nvGrpSpPr>
        <p:grpSpPr bwMode="auto"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186370" name="Picture 49" descr="78900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86371" name="Text Box 50">
              <a:hlinkClick r:id="" action="ppaction://hlinkshowjump?jump=nextslide"/>
            </p:cNvPr>
            <p:cNvSpPr txBox="1">
              <a:spLocks noChangeArrowheads="1"/>
            </p:cNvSpPr>
            <p:nvPr/>
          </p:nvSpPr>
          <p:spPr bwMode="auto"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0">
                  <a:solidFill>
                    <a:schemeClr val="bg1"/>
                  </a:solidFill>
                  <a:latin typeface="隶书" pitchFamily="49" charset="-122"/>
                  <a:ea typeface="隶书" pitchFamily="49" charset="-122"/>
                </a:rPr>
                <a:t>下 页</a:t>
              </a:r>
            </a:p>
          </p:txBody>
        </p:sp>
      </p:grpSp>
      <p:grpSp>
        <p:nvGrpSpPr>
          <p:cNvPr id="186372" name="Group 51"/>
          <p:cNvGrpSpPr>
            <a:grpSpLocks/>
          </p:cNvGrpSpPr>
          <p:nvPr/>
        </p:nvGrpSpPr>
        <p:grpSpPr bwMode="auto">
          <a:xfrm>
            <a:off x="7453313" y="6446838"/>
            <a:ext cx="792162" cy="366712"/>
            <a:chOff x="4649" y="4020"/>
            <a:chExt cx="499" cy="231"/>
          </a:xfrm>
        </p:grpSpPr>
        <p:pic>
          <p:nvPicPr>
            <p:cNvPr id="186373" name="Picture 52" descr="78900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86374" name="Text Box 53">
              <a:hlinkClick r:id="" action="ppaction://hlinkshowjump?jump=previousslide"/>
            </p:cNvPr>
            <p:cNvSpPr txBox="1">
              <a:spLocks noChangeArrowheads="1"/>
            </p:cNvSpPr>
            <p:nvPr/>
          </p:nvSpPr>
          <p:spPr bwMode="auto"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0">
                  <a:solidFill>
                    <a:schemeClr val="bg1"/>
                  </a:solidFill>
                  <a:latin typeface="隶书" pitchFamily="49" charset="-122"/>
                  <a:ea typeface="隶书" pitchFamily="49" charset="-122"/>
                </a:rPr>
                <a:t>上 页</a:t>
              </a:r>
            </a:p>
          </p:txBody>
        </p:sp>
      </p:grpSp>
      <p:graphicFrame>
        <p:nvGraphicFramePr>
          <p:cNvPr id="320571" name="Object 59"/>
          <p:cNvGraphicFramePr>
            <a:graphicFrameLocks noChangeAspect="1"/>
          </p:cNvGraphicFramePr>
          <p:nvPr/>
        </p:nvGraphicFramePr>
        <p:xfrm>
          <a:off x="900113" y="1052513"/>
          <a:ext cx="3887787" cy="2011362"/>
        </p:xfrm>
        <a:graphic>
          <a:graphicData uri="http://schemas.openxmlformats.org/presentationml/2006/ole">
            <p:oleObj spid="_x0000_s186375" r:id="rId4" imgW="1448280" imgH="703440" progId="Equation.3">
              <p:embed/>
            </p:oleObj>
          </a:graphicData>
        </a:graphic>
      </p:graphicFrame>
      <p:graphicFrame>
        <p:nvGraphicFramePr>
          <p:cNvPr id="320570" name="Object 58"/>
          <p:cNvGraphicFramePr>
            <a:graphicFrameLocks noChangeAspect="1"/>
          </p:cNvGraphicFramePr>
          <p:nvPr/>
        </p:nvGraphicFramePr>
        <p:xfrm>
          <a:off x="827088" y="3716338"/>
          <a:ext cx="7200900" cy="2736850"/>
        </p:xfrm>
        <a:graphic>
          <a:graphicData uri="http://schemas.openxmlformats.org/presentationml/2006/ole">
            <p:oleObj spid="_x0000_s186376" r:id="rId5" imgW="2943360" imgH="1095840" progId="Equation.3">
              <p:embed/>
            </p:oleObj>
          </a:graphicData>
        </a:graphic>
      </p:graphicFrame>
      <p:sp>
        <p:nvSpPr>
          <p:cNvPr id="320574" name="Rectangle 62"/>
          <p:cNvSpPr>
            <a:spLocks noChangeArrowheads="1"/>
          </p:cNvSpPr>
          <p:nvPr/>
        </p:nvSpPr>
        <p:spPr bwMode="auto">
          <a:xfrm>
            <a:off x="468313" y="549275"/>
            <a:ext cx="5094287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indent="266700"/>
            <a:r>
              <a:rPr lang="zh-CN" altLang="en-US">
                <a:solidFill>
                  <a:schemeClr val="bg1"/>
                </a:solidFill>
                <a:latin typeface="楷体_GB2312" pitchFamily="49" charset="-122"/>
              </a:rPr>
              <a:t>对回路</a:t>
            </a:r>
            <a:r>
              <a:rPr lang="en-US" altLang="zh-CN" b="0">
                <a:solidFill>
                  <a:schemeClr val="bg1"/>
                </a:solidFill>
                <a:latin typeface="Times New Roman" pitchFamily="18" charset="0"/>
              </a:rPr>
              <a:t>1</a:t>
            </a:r>
            <a:r>
              <a:rPr lang="zh-CN" altLang="en-US">
                <a:solidFill>
                  <a:schemeClr val="bg1"/>
                </a:solidFill>
                <a:latin typeface="楷体_GB2312" pitchFamily="49" charset="-122"/>
              </a:rPr>
              <a:t>和回路</a:t>
            </a:r>
            <a:r>
              <a:rPr lang="en-US" altLang="zh-CN" b="0">
                <a:solidFill>
                  <a:schemeClr val="bg1"/>
                </a:solidFill>
                <a:latin typeface="Times New Roman" pitchFamily="18" charset="0"/>
              </a:rPr>
              <a:t>2</a:t>
            </a:r>
            <a:r>
              <a:rPr lang="zh-CN" altLang="en-US">
                <a:solidFill>
                  <a:schemeClr val="bg1"/>
                </a:solidFill>
                <a:latin typeface="楷体_GB2312" pitchFamily="49" charset="-122"/>
              </a:rPr>
              <a:t>列出</a:t>
            </a:r>
            <a:r>
              <a:rPr lang="en-US" altLang="zh-CN" b="0">
                <a:solidFill>
                  <a:schemeClr val="bg1"/>
                </a:solidFill>
                <a:latin typeface="Times New Roman" pitchFamily="18" charset="0"/>
              </a:rPr>
              <a:t>KVL</a:t>
            </a:r>
            <a:r>
              <a:rPr lang="zh-CN" altLang="en-US">
                <a:solidFill>
                  <a:schemeClr val="bg1"/>
                </a:solidFill>
                <a:latin typeface="楷体_GB2312" pitchFamily="49" charset="-122"/>
              </a:rPr>
              <a:t>方程</a:t>
            </a:r>
            <a:endParaRPr lang="zh-CN" altLang="en-US">
              <a:solidFill>
                <a:schemeClr val="bg1"/>
              </a:solidFill>
              <a:latin typeface="楷体_GB2312" pitchFamily="49" charset="-122"/>
              <a:cs typeface="Times New Roman" pitchFamily="18" charset="0"/>
            </a:endParaRPr>
          </a:p>
        </p:txBody>
      </p:sp>
      <p:sp>
        <p:nvSpPr>
          <p:cNvPr id="320575" name="Rectangle 63"/>
          <p:cNvSpPr>
            <a:spLocks noChangeArrowheads="1"/>
          </p:cNvSpPr>
          <p:nvPr/>
        </p:nvSpPr>
        <p:spPr bwMode="auto">
          <a:xfrm>
            <a:off x="755650" y="3068638"/>
            <a:ext cx="5073650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indent="266700"/>
            <a:r>
              <a:rPr lang="zh-CN" altLang="en-US">
                <a:solidFill>
                  <a:schemeClr val="bg1"/>
                </a:solidFill>
                <a:latin typeface="Times New Roman" pitchFamily="18" charset="0"/>
              </a:rPr>
              <a:t>把以上方程整理成矩阵形式有</a:t>
            </a:r>
            <a:endParaRPr lang="zh-CN" altLang="en-US">
              <a:solidFill>
                <a:schemeClr val="bg1"/>
              </a:solidFill>
              <a:cs typeface="Times New Roman" pitchFamily="18" charset="0"/>
            </a:endParaRPr>
          </a:p>
        </p:txBody>
      </p:sp>
      <p:grpSp>
        <p:nvGrpSpPr>
          <p:cNvPr id="186379" name="Group 101"/>
          <p:cNvGrpSpPr>
            <a:grpSpLocks/>
          </p:cNvGrpSpPr>
          <p:nvPr/>
        </p:nvGrpSpPr>
        <p:grpSpPr bwMode="auto">
          <a:xfrm>
            <a:off x="6588125" y="6446838"/>
            <a:ext cx="792163" cy="366712"/>
            <a:chOff x="4649" y="4020"/>
            <a:chExt cx="499" cy="231"/>
          </a:xfrm>
        </p:grpSpPr>
        <p:pic>
          <p:nvPicPr>
            <p:cNvPr id="186380" name="Picture 102" descr="78900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86381" name="Text Box 103">
              <a:hlinkClick r:id="rId6" action="ppaction://hlinksldjump"/>
            </p:cNvPr>
            <p:cNvSpPr txBox="1">
              <a:spLocks noChangeArrowheads="1"/>
            </p:cNvSpPr>
            <p:nvPr/>
          </p:nvSpPr>
          <p:spPr bwMode="auto"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0">
                  <a:solidFill>
                    <a:schemeClr val="bg1"/>
                  </a:solidFill>
                  <a:latin typeface="隶书" pitchFamily="49" charset="-122"/>
                  <a:ea typeface="隶书" pitchFamily="49" charset="-122"/>
                </a:rPr>
                <a:t>返 回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5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205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205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5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205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5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205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0574" grpId="0"/>
      <p:bldP spid="320575" grpId="0"/>
    </p:bldLst>
  </p:timing>
</p:sld>
</file>

<file path=ppt/slides/slide1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7393" name="Group 2"/>
          <p:cNvGrpSpPr>
            <a:grpSpLocks/>
          </p:cNvGrpSpPr>
          <p:nvPr/>
        </p:nvGrpSpPr>
        <p:grpSpPr bwMode="auto"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187394" name="Picture 3" descr="78900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87395" name="Text Box 4">
              <a:hlinkClick r:id="" action="ppaction://hlinkshowjump?jump=nextslide"/>
            </p:cNvPr>
            <p:cNvSpPr txBox="1">
              <a:spLocks noChangeArrowheads="1"/>
            </p:cNvSpPr>
            <p:nvPr/>
          </p:nvSpPr>
          <p:spPr bwMode="auto"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0">
                  <a:solidFill>
                    <a:schemeClr val="bg1"/>
                  </a:solidFill>
                  <a:latin typeface="隶书" pitchFamily="49" charset="-122"/>
                  <a:ea typeface="隶书" pitchFamily="49" charset="-122"/>
                </a:rPr>
                <a:t>下 页</a:t>
              </a:r>
            </a:p>
          </p:txBody>
        </p:sp>
      </p:grpSp>
      <p:grpSp>
        <p:nvGrpSpPr>
          <p:cNvPr id="187396" name="Group 5"/>
          <p:cNvGrpSpPr>
            <a:grpSpLocks/>
          </p:cNvGrpSpPr>
          <p:nvPr/>
        </p:nvGrpSpPr>
        <p:grpSpPr bwMode="auto">
          <a:xfrm>
            <a:off x="7453313" y="6446838"/>
            <a:ext cx="792162" cy="366712"/>
            <a:chOff x="4649" y="4020"/>
            <a:chExt cx="499" cy="231"/>
          </a:xfrm>
        </p:grpSpPr>
        <p:pic>
          <p:nvPicPr>
            <p:cNvPr id="187397" name="Picture 6" descr="78900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87398" name="Text Box 7">
              <a:hlinkClick r:id="" action="ppaction://hlinkshowjump?jump=previousslide"/>
            </p:cNvPr>
            <p:cNvSpPr txBox="1">
              <a:spLocks noChangeArrowheads="1"/>
            </p:cNvSpPr>
            <p:nvPr/>
          </p:nvSpPr>
          <p:spPr bwMode="auto"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0">
                  <a:solidFill>
                    <a:schemeClr val="bg1"/>
                  </a:solidFill>
                  <a:latin typeface="隶书" pitchFamily="49" charset="-122"/>
                  <a:ea typeface="隶书" pitchFamily="49" charset="-122"/>
                </a:rPr>
                <a:t>上 页</a:t>
              </a:r>
            </a:p>
          </p:txBody>
        </p:sp>
      </p:grpSp>
      <p:graphicFrame>
        <p:nvGraphicFramePr>
          <p:cNvPr id="322583" name="Object 23"/>
          <p:cNvGraphicFramePr>
            <a:graphicFrameLocks noChangeAspect="1"/>
          </p:cNvGraphicFramePr>
          <p:nvPr/>
        </p:nvGraphicFramePr>
        <p:xfrm>
          <a:off x="1403350" y="1125538"/>
          <a:ext cx="1368425" cy="619125"/>
        </p:xfrm>
        <a:graphic>
          <a:graphicData uri="http://schemas.openxmlformats.org/presentationml/2006/ole">
            <p:oleObj spid="_x0000_s187399" r:id="rId4" imgW="451800" imgH="196200" progId="Equation.3">
              <p:embed/>
            </p:oleObj>
          </a:graphicData>
        </a:graphic>
      </p:graphicFrame>
      <p:graphicFrame>
        <p:nvGraphicFramePr>
          <p:cNvPr id="322582" name="Object 22"/>
          <p:cNvGraphicFramePr>
            <a:graphicFrameLocks noChangeAspect="1"/>
          </p:cNvGraphicFramePr>
          <p:nvPr/>
        </p:nvGraphicFramePr>
        <p:xfrm>
          <a:off x="1331913" y="1773238"/>
          <a:ext cx="2663825" cy="635000"/>
        </p:xfrm>
        <a:graphic>
          <a:graphicData uri="http://schemas.openxmlformats.org/presentationml/2006/ole">
            <p:oleObj spid="_x0000_s187400" r:id="rId5" imgW="903960" imgH="207720" progId="Equation.DSMT4">
              <p:embed/>
            </p:oleObj>
          </a:graphicData>
        </a:graphic>
      </p:graphicFrame>
      <p:graphicFrame>
        <p:nvGraphicFramePr>
          <p:cNvPr id="322581" name="Object 21"/>
          <p:cNvGraphicFramePr>
            <a:graphicFrameLocks noChangeAspect="1"/>
          </p:cNvGraphicFramePr>
          <p:nvPr/>
        </p:nvGraphicFramePr>
        <p:xfrm>
          <a:off x="971550" y="3213100"/>
          <a:ext cx="6337300" cy="1198563"/>
        </p:xfrm>
        <a:graphic>
          <a:graphicData uri="http://schemas.openxmlformats.org/presentationml/2006/ole">
            <p:oleObj spid="_x0000_s187401" r:id="rId6" imgW="2062440" imgH="380520" progId="Equation.3">
              <p:embed/>
            </p:oleObj>
          </a:graphicData>
        </a:graphic>
      </p:graphicFrame>
      <p:sp>
        <p:nvSpPr>
          <p:cNvPr id="322584" name="Rectangle 24"/>
          <p:cNvSpPr>
            <a:spLocks noChangeArrowheads="1"/>
          </p:cNvSpPr>
          <p:nvPr/>
        </p:nvSpPr>
        <p:spPr bwMode="auto">
          <a:xfrm>
            <a:off x="468313" y="549275"/>
            <a:ext cx="763270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indent="266700"/>
            <a:r>
              <a:rPr lang="zh-CN" altLang="en-US">
                <a:solidFill>
                  <a:schemeClr val="bg1"/>
                </a:solidFill>
                <a:latin typeface="楷体_GB2312" pitchFamily="49" charset="-122"/>
              </a:rPr>
              <a:t>若以结点①、②的电压作为输出，则有	</a:t>
            </a:r>
            <a:endParaRPr lang="zh-CN" altLang="en-US">
              <a:solidFill>
                <a:schemeClr val="bg1"/>
              </a:solidFill>
              <a:latin typeface="楷体_GB2312" pitchFamily="49" charset="-122"/>
              <a:cs typeface="Times New Roman" pitchFamily="18" charset="0"/>
            </a:endParaRPr>
          </a:p>
        </p:txBody>
      </p:sp>
      <p:sp>
        <p:nvSpPr>
          <p:cNvPr id="322586" name="Rectangle 26"/>
          <p:cNvSpPr>
            <a:spLocks noChangeArrowheads="1"/>
          </p:cNvSpPr>
          <p:nvPr/>
        </p:nvSpPr>
        <p:spPr bwMode="auto">
          <a:xfrm>
            <a:off x="900113" y="2565400"/>
            <a:ext cx="658495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zh-CN" altLang="en-US">
                <a:solidFill>
                  <a:schemeClr val="bg1"/>
                </a:solidFill>
                <a:latin typeface="楷体_GB2312" pitchFamily="49" charset="-122"/>
              </a:rPr>
              <a:t>整理并写成矩阵形式有				</a:t>
            </a:r>
            <a:endParaRPr lang="zh-CN" altLang="en-US">
              <a:solidFill>
                <a:schemeClr val="bg1"/>
              </a:solidFill>
              <a:latin typeface="楷体_GB2312" pitchFamily="49" charset="-122"/>
              <a:cs typeface="Times New Roman" pitchFamily="18" charset="0"/>
            </a:endParaRPr>
          </a:p>
        </p:txBody>
      </p:sp>
      <p:grpSp>
        <p:nvGrpSpPr>
          <p:cNvPr id="187404" name="Group 27"/>
          <p:cNvGrpSpPr>
            <a:grpSpLocks/>
          </p:cNvGrpSpPr>
          <p:nvPr/>
        </p:nvGrpSpPr>
        <p:grpSpPr bwMode="auto">
          <a:xfrm>
            <a:off x="6588125" y="6446838"/>
            <a:ext cx="792163" cy="366712"/>
            <a:chOff x="4649" y="4020"/>
            <a:chExt cx="499" cy="231"/>
          </a:xfrm>
        </p:grpSpPr>
        <p:pic>
          <p:nvPicPr>
            <p:cNvPr id="187405" name="Picture 28" descr="78900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87406" name="Text Box 29">
              <a:hlinkClick r:id="rId7" action="ppaction://hlinksldjump"/>
            </p:cNvPr>
            <p:cNvSpPr txBox="1">
              <a:spLocks noChangeArrowheads="1"/>
            </p:cNvSpPr>
            <p:nvPr/>
          </p:nvSpPr>
          <p:spPr bwMode="auto"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0">
                  <a:solidFill>
                    <a:schemeClr val="bg1"/>
                  </a:solidFill>
                  <a:latin typeface="隶书" pitchFamily="49" charset="-122"/>
                  <a:ea typeface="隶书" pitchFamily="49" charset="-122"/>
                </a:rPr>
                <a:t>返 回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225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225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3225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3225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3225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2584" grpId="0"/>
      <p:bldP spid="322586" grpId="0"/>
    </p:bldLst>
  </p:timing>
</p:sld>
</file>

<file path=ppt/slides/slide1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417" name="Text Box 2"/>
          <p:cNvSpPr txBox="1">
            <a:spLocks noChangeArrowheads="1"/>
          </p:cNvSpPr>
          <p:nvPr/>
        </p:nvSpPr>
        <p:spPr bwMode="auto">
          <a:xfrm>
            <a:off x="1279525" y="1438275"/>
            <a:ext cx="1841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endParaRPr lang="zh-CN" altLang="zh-CN" sz="2400"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323587" name="Text Box 3"/>
          <p:cNvSpPr txBox="1">
            <a:spLocks noChangeArrowheads="1"/>
          </p:cNvSpPr>
          <p:nvPr/>
        </p:nvSpPr>
        <p:spPr bwMode="auto">
          <a:xfrm>
            <a:off x="395288" y="1125538"/>
            <a:ext cx="8345487" cy="579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3200">
                <a:solidFill>
                  <a:schemeClr val="bg1"/>
                </a:solidFill>
                <a:latin typeface="楷体_GB2312" pitchFamily="49" charset="-122"/>
              </a:rPr>
              <a:t>1.</a:t>
            </a:r>
            <a:r>
              <a:rPr lang="zh-CN" altLang="en-US" sz="3200">
                <a:solidFill>
                  <a:schemeClr val="bg1"/>
                </a:solidFill>
                <a:latin typeface="楷体_GB2312" pitchFamily="49" charset="-122"/>
              </a:rPr>
              <a:t>动态电路微分方程的阶数与电路结构的关系</a:t>
            </a:r>
          </a:p>
        </p:txBody>
      </p:sp>
      <p:sp>
        <p:nvSpPr>
          <p:cNvPr id="323591" name="Text Box 7"/>
          <p:cNvSpPr txBox="1">
            <a:spLocks noChangeArrowheads="1"/>
          </p:cNvSpPr>
          <p:nvPr/>
        </p:nvSpPr>
        <p:spPr bwMode="auto">
          <a:xfrm>
            <a:off x="323850" y="1557338"/>
            <a:ext cx="8229600" cy="1117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>
                <a:latin typeface="楷体_GB2312" pitchFamily="49" charset="-122"/>
              </a:rPr>
              <a:t>    </a:t>
            </a:r>
            <a:r>
              <a:rPr lang="zh-CN" altLang="en-US">
                <a:latin typeface="楷体_GB2312" pitchFamily="49" charset="-122"/>
              </a:rPr>
              <a:t>动态电路微分方程的阶数与电路中所含的独立动态元件的个数相等。</a:t>
            </a:r>
            <a:endParaRPr lang="zh-CN" altLang="en-US"/>
          </a:p>
        </p:txBody>
      </p:sp>
      <p:grpSp>
        <p:nvGrpSpPr>
          <p:cNvPr id="188420" name="Group 8"/>
          <p:cNvGrpSpPr>
            <a:grpSpLocks/>
          </p:cNvGrpSpPr>
          <p:nvPr/>
        </p:nvGrpSpPr>
        <p:grpSpPr bwMode="auto"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188421" name="Picture 9" descr="78900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88422" name="Text Box 10">
              <a:hlinkClick r:id="" action="ppaction://hlinkshowjump?jump=nextslide"/>
            </p:cNvPr>
            <p:cNvSpPr txBox="1">
              <a:spLocks noChangeArrowheads="1"/>
            </p:cNvSpPr>
            <p:nvPr/>
          </p:nvSpPr>
          <p:spPr bwMode="auto"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0">
                  <a:solidFill>
                    <a:schemeClr val="bg1"/>
                  </a:solidFill>
                  <a:latin typeface="隶书" pitchFamily="49" charset="-122"/>
                  <a:ea typeface="隶书" pitchFamily="49" charset="-122"/>
                </a:rPr>
                <a:t>下 页</a:t>
              </a:r>
            </a:p>
          </p:txBody>
        </p:sp>
      </p:grpSp>
      <p:grpSp>
        <p:nvGrpSpPr>
          <p:cNvPr id="188423" name="Group 11"/>
          <p:cNvGrpSpPr>
            <a:grpSpLocks/>
          </p:cNvGrpSpPr>
          <p:nvPr/>
        </p:nvGrpSpPr>
        <p:grpSpPr bwMode="auto">
          <a:xfrm>
            <a:off x="7453313" y="6446838"/>
            <a:ext cx="792162" cy="366712"/>
            <a:chOff x="4649" y="4020"/>
            <a:chExt cx="499" cy="231"/>
          </a:xfrm>
        </p:grpSpPr>
        <p:pic>
          <p:nvPicPr>
            <p:cNvPr id="188424" name="Picture 12" descr="78900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88425" name="Text Box 13">
              <a:hlinkClick r:id="" action="ppaction://hlinkshowjump?jump=previousslide"/>
            </p:cNvPr>
            <p:cNvSpPr txBox="1">
              <a:spLocks noChangeArrowheads="1"/>
            </p:cNvSpPr>
            <p:nvPr/>
          </p:nvSpPr>
          <p:spPr bwMode="auto"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0">
                  <a:solidFill>
                    <a:schemeClr val="bg1"/>
                  </a:solidFill>
                  <a:latin typeface="隶书" pitchFamily="49" charset="-122"/>
                  <a:ea typeface="隶书" pitchFamily="49" charset="-122"/>
                </a:rPr>
                <a:t>上 页</a:t>
              </a:r>
            </a:p>
          </p:txBody>
        </p:sp>
      </p:grpSp>
      <p:sp>
        <p:nvSpPr>
          <p:cNvPr id="323598" name="Rectangle 14"/>
          <p:cNvSpPr>
            <a:spLocks noChangeArrowheads="1"/>
          </p:cNvSpPr>
          <p:nvPr/>
        </p:nvSpPr>
        <p:spPr bwMode="auto">
          <a:xfrm>
            <a:off x="684213" y="404813"/>
            <a:ext cx="791210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3600">
                <a:solidFill>
                  <a:schemeClr val="bg1"/>
                </a:solidFill>
                <a:latin typeface="楷体_GB2312" pitchFamily="49" charset="-122"/>
              </a:rPr>
              <a:t>7.11</a:t>
            </a:r>
            <a:r>
              <a:rPr lang="en-US" altLang="zh-CN" sz="3600" baseline="30000">
                <a:solidFill>
                  <a:schemeClr val="bg1"/>
                </a:solidFill>
                <a:latin typeface="楷体_GB2312" pitchFamily="49" charset="-122"/>
              </a:rPr>
              <a:t>*</a:t>
            </a:r>
            <a:r>
              <a:rPr lang="en-US" altLang="zh-CN" sz="3600">
                <a:solidFill>
                  <a:schemeClr val="bg1"/>
                </a:solidFill>
                <a:latin typeface="楷体_GB2312" pitchFamily="49" charset="-122"/>
              </a:rPr>
              <a:t> </a:t>
            </a:r>
            <a:r>
              <a:rPr lang="zh-CN" altLang="en-US" sz="3600">
                <a:solidFill>
                  <a:schemeClr val="bg1"/>
                </a:solidFill>
                <a:latin typeface="楷体_GB2312" pitchFamily="49" charset="-122"/>
              </a:rPr>
              <a:t>动态电路时域分析中的几个问题</a:t>
            </a:r>
          </a:p>
        </p:txBody>
      </p:sp>
      <p:sp>
        <p:nvSpPr>
          <p:cNvPr id="188427" name="Text Box 15"/>
          <p:cNvSpPr txBox="1">
            <a:spLocks noChangeArrowheads="1"/>
          </p:cNvSpPr>
          <p:nvPr/>
        </p:nvSpPr>
        <p:spPr bwMode="auto">
          <a:xfrm>
            <a:off x="1279525" y="2994025"/>
            <a:ext cx="1841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endParaRPr lang="zh-CN" altLang="zh-CN" sz="2400"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323600" name="Rectangle 16"/>
          <p:cNvSpPr>
            <a:spLocks noChangeArrowheads="1"/>
          </p:cNvSpPr>
          <p:nvPr/>
        </p:nvSpPr>
        <p:spPr bwMode="auto">
          <a:xfrm>
            <a:off x="755650" y="2781300"/>
            <a:ext cx="8137525" cy="1630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>
              <a:lnSpc>
                <a:spcPct val="120000"/>
              </a:lnSpc>
              <a:buFontTx/>
              <a:buAutoNum type="circleNumDbPlain"/>
            </a:pPr>
            <a:r>
              <a:rPr lang="zh-CN" altLang="en-US">
                <a:latin typeface="Times New Roman" pitchFamily="18" charset="0"/>
              </a:rPr>
              <a:t>当一个网络中存在纯电容回路，由</a:t>
            </a:r>
            <a:r>
              <a:rPr lang="en-US" altLang="zh-CN" b="0">
                <a:latin typeface="Times New Roman" pitchFamily="18" charset="0"/>
              </a:rPr>
              <a:t>KVL</a:t>
            </a:r>
            <a:r>
              <a:rPr lang="zh-CN" altLang="en-US">
                <a:latin typeface="Times New Roman" pitchFamily="18" charset="0"/>
              </a:rPr>
              <a:t>可知其中必有一个电容电压可由回路中其它元件的电压求出，此电容电压为非独立的电容电压。</a:t>
            </a:r>
          </a:p>
        </p:txBody>
      </p:sp>
      <p:sp>
        <p:nvSpPr>
          <p:cNvPr id="323601" name="Text Box 17"/>
          <p:cNvSpPr txBox="1">
            <a:spLocks noChangeArrowheads="1"/>
          </p:cNvSpPr>
          <p:nvPr/>
        </p:nvSpPr>
        <p:spPr bwMode="auto">
          <a:xfrm>
            <a:off x="250825" y="2781300"/>
            <a:ext cx="720725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3200">
                <a:solidFill>
                  <a:schemeClr val="bg1"/>
                </a:solidFill>
                <a:ea typeface="宋体" pitchFamily="2" charset="-122"/>
              </a:rPr>
              <a:t>例</a:t>
            </a:r>
          </a:p>
        </p:txBody>
      </p:sp>
      <p:grpSp>
        <p:nvGrpSpPr>
          <p:cNvPr id="323602" name="Group 18"/>
          <p:cNvGrpSpPr>
            <a:grpSpLocks/>
          </p:cNvGrpSpPr>
          <p:nvPr/>
        </p:nvGrpSpPr>
        <p:grpSpPr bwMode="auto">
          <a:xfrm>
            <a:off x="2339975" y="4437063"/>
            <a:ext cx="2735263" cy="2233612"/>
            <a:chOff x="3152" y="799"/>
            <a:chExt cx="1723" cy="1407"/>
          </a:xfrm>
        </p:grpSpPr>
        <p:sp>
          <p:nvSpPr>
            <p:cNvPr id="188431" name="Oval 19" descr="斜纹布"/>
            <p:cNvSpPr>
              <a:spLocks noChangeArrowheads="1"/>
            </p:cNvSpPr>
            <p:nvPr/>
          </p:nvSpPr>
          <p:spPr bwMode="auto">
            <a:xfrm>
              <a:off x="4785" y="890"/>
              <a:ext cx="90" cy="91"/>
            </a:xfrm>
            <a:prstGeom prst="ellipse">
              <a:avLst/>
            </a:prstGeom>
            <a:noFill/>
            <a:ln w="28575" cap="sq">
              <a:solidFill>
                <a:srgbClr val="FFCC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8432" name="Line 20"/>
            <p:cNvSpPr>
              <a:spLocks noChangeShapeType="1"/>
            </p:cNvSpPr>
            <p:nvPr/>
          </p:nvSpPr>
          <p:spPr bwMode="auto">
            <a:xfrm flipV="1">
              <a:off x="3243" y="935"/>
              <a:ext cx="726" cy="0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8433" name="Line 21"/>
            <p:cNvSpPr>
              <a:spLocks noChangeShapeType="1"/>
            </p:cNvSpPr>
            <p:nvPr/>
          </p:nvSpPr>
          <p:spPr bwMode="auto">
            <a:xfrm flipV="1">
              <a:off x="4059" y="935"/>
              <a:ext cx="726" cy="0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8434" name="Line 22"/>
            <p:cNvSpPr>
              <a:spLocks noChangeShapeType="1"/>
            </p:cNvSpPr>
            <p:nvPr/>
          </p:nvSpPr>
          <p:spPr bwMode="auto">
            <a:xfrm>
              <a:off x="3560" y="1344"/>
              <a:ext cx="0" cy="272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8435" name="Line 23"/>
            <p:cNvSpPr>
              <a:spLocks noChangeShapeType="1"/>
            </p:cNvSpPr>
            <p:nvPr/>
          </p:nvSpPr>
          <p:spPr bwMode="auto">
            <a:xfrm flipH="1" flipV="1">
              <a:off x="4468" y="935"/>
              <a:ext cx="0" cy="318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 type="oval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8436" name="Line 24"/>
            <p:cNvSpPr>
              <a:spLocks noChangeShapeType="1"/>
            </p:cNvSpPr>
            <p:nvPr/>
          </p:nvSpPr>
          <p:spPr bwMode="auto">
            <a:xfrm flipV="1">
              <a:off x="3560" y="1616"/>
              <a:ext cx="908" cy="0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8437" name="Line 25"/>
            <p:cNvSpPr>
              <a:spLocks noChangeShapeType="1"/>
            </p:cNvSpPr>
            <p:nvPr/>
          </p:nvSpPr>
          <p:spPr bwMode="auto">
            <a:xfrm flipH="1">
              <a:off x="4468" y="1344"/>
              <a:ext cx="0" cy="272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8438" name="Line 26"/>
            <p:cNvSpPr>
              <a:spLocks noChangeShapeType="1"/>
            </p:cNvSpPr>
            <p:nvPr/>
          </p:nvSpPr>
          <p:spPr bwMode="auto">
            <a:xfrm>
              <a:off x="4014" y="1616"/>
              <a:ext cx="0" cy="499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 type="oval" w="med" len="med"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88439" name="Group 27"/>
            <p:cNvGrpSpPr>
              <a:grpSpLocks/>
            </p:cNvGrpSpPr>
            <p:nvPr/>
          </p:nvGrpSpPr>
          <p:grpSpPr bwMode="auto">
            <a:xfrm rot="5400000">
              <a:off x="3893" y="869"/>
              <a:ext cx="240" cy="93"/>
              <a:chOff x="3787" y="2478"/>
              <a:chExt cx="240" cy="93"/>
            </a:xfrm>
          </p:grpSpPr>
          <p:sp>
            <p:nvSpPr>
              <p:cNvPr id="188440" name="Line 28"/>
              <p:cNvSpPr>
                <a:spLocks noChangeShapeType="1"/>
              </p:cNvSpPr>
              <p:nvPr/>
            </p:nvSpPr>
            <p:spPr bwMode="auto">
              <a:xfrm flipV="1">
                <a:off x="3787" y="2568"/>
                <a:ext cx="240" cy="3"/>
              </a:xfrm>
              <a:prstGeom prst="line">
                <a:avLst/>
              </a:prstGeom>
              <a:noFill/>
              <a:ln w="57150">
                <a:solidFill>
                  <a:srgbClr val="FF99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88441" name="Line 29"/>
              <p:cNvSpPr>
                <a:spLocks noChangeShapeType="1"/>
              </p:cNvSpPr>
              <p:nvPr/>
            </p:nvSpPr>
            <p:spPr bwMode="auto">
              <a:xfrm>
                <a:off x="3787" y="2478"/>
                <a:ext cx="240" cy="1"/>
              </a:xfrm>
              <a:prstGeom prst="line">
                <a:avLst/>
              </a:prstGeom>
              <a:noFill/>
              <a:ln w="57150">
                <a:solidFill>
                  <a:srgbClr val="FF99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188442" name="Group 30"/>
            <p:cNvGrpSpPr>
              <a:grpSpLocks/>
            </p:cNvGrpSpPr>
            <p:nvPr/>
          </p:nvGrpSpPr>
          <p:grpSpPr bwMode="auto">
            <a:xfrm>
              <a:off x="3424" y="1253"/>
              <a:ext cx="240" cy="93"/>
              <a:chOff x="3787" y="2478"/>
              <a:chExt cx="240" cy="93"/>
            </a:xfrm>
          </p:grpSpPr>
          <p:sp>
            <p:nvSpPr>
              <p:cNvPr id="188443" name="Line 31"/>
              <p:cNvSpPr>
                <a:spLocks noChangeShapeType="1"/>
              </p:cNvSpPr>
              <p:nvPr/>
            </p:nvSpPr>
            <p:spPr bwMode="auto">
              <a:xfrm flipV="1">
                <a:off x="3787" y="2568"/>
                <a:ext cx="240" cy="3"/>
              </a:xfrm>
              <a:prstGeom prst="line">
                <a:avLst/>
              </a:prstGeom>
              <a:noFill/>
              <a:ln w="57150">
                <a:solidFill>
                  <a:srgbClr val="FF99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88444" name="Line 32"/>
              <p:cNvSpPr>
                <a:spLocks noChangeShapeType="1"/>
              </p:cNvSpPr>
              <p:nvPr/>
            </p:nvSpPr>
            <p:spPr bwMode="auto">
              <a:xfrm>
                <a:off x="3787" y="2478"/>
                <a:ext cx="240" cy="1"/>
              </a:xfrm>
              <a:prstGeom prst="line">
                <a:avLst/>
              </a:prstGeom>
              <a:noFill/>
              <a:ln w="57150">
                <a:solidFill>
                  <a:srgbClr val="FF99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188445" name="Group 33"/>
            <p:cNvGrpSpPr>
              <a:grpSpLocks/>
            </p:cNvGrpSpPr>
            <p:nvPr/>
          </p:nvGrpSpPr>
          <p:grpSpPr bwMode="auto">
            <a:xfrm>
              <a:off x="4332" y="1253"/>
              <a:ext cx="240" cy="93"/>
              <a:chOff x="3787" y="2478"/>
              <a:chExt cx="240" cy="93"/>
            </a:xfrm>
          </p:grpSpPr>
          <p:sp>
            <p:nvSpPr>
              <p:cNvPr id="188446" name="Line 34"/>
              <p:cNvSpPr>
                <a:spLocks noChangeShapeType="1"/>
              </p:cNvSpPr>
              <p:nvPr/>
            </p:nvSpPr>
            <p:spPr bwMode="auto">
              <a:xfrm flipV="1">
                <a:off x="3787" y="2568"/>
                <a:ext cx="240" cy="3"/>
              </a:xfrm>
              <a:prstGeom prst="line">
                <a:avLst/>
              </a:prstGeom>
              <a:noFill/>
              <a:ln w="57150">
                <a:solidFill>
                  <a:srgbClr val="FF99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88447" name="Line 35"/>
              <p:cNvSpPr>
                <a:spLocks noChangeShapeType="1"/>
              </p:cNvSpPr>
              <p:nvPr/>
            </p:nvSpPr>
            <p:spPr bwMode="auto">
              <a:xfrm>
                <a:off x="3787" y="2478"/>
                <a:ext cx="240" cy="1"/>
              </a:xfrm>
              <a:prstGeom prst="line">
                <a:avLst/>
              </a:prstGeom>
              <a:noFill/>
              <a:ln w="57150">
                <a:solidFill>
                  <a:srgbClr val="FF99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88448" name="Line 36"/>
            <p:cNvSpPr>
              <a:spLocks noChangeShapeType="1"/>
            </p:cNvSpPr>
            <p:nvPr/>
          </p:nvSpPr>
          <p:spPr bwMode="auto">
            <a:xfrm flipH="1" flipV="1">
              <a:off x="3560" y="935"/>
              <a:ext cx="0" cy="318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 type="oval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8449" name="Oval 37" descr="斜纹布"/>
            <p:cNvSpPr>
              <a:spLocks noChangeArrowheads="1"/>
            </p:cNvSpPr>
            <p:nvPr/>
          </p:nvSpPr>
          <p:spPr bwMode="auto">
            <a:xfrm>
              <a:off x="3152" y="890"/>
              <a:ext cx="90" cy="91"/>
            </a:xfrm>
            <a:prstGeom prst="ellipse">
              <a:avLst/>
            </a:prstGeom>
            <a:noFill/>
            <a:ln w="28575" cap="sq">
              <a:solidFill>
                <a:srgbClr val="FFCC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8450" name="Oval 38" descr="斜纹布"/>
            <p:cNvSpPr>
              <a:spLocks noChangeArrowheads="1"/>
            </p:cNvSpPr>
            <p:nvPr/>
          </p:nvSpPr>
          <p:spPr bwMode="auto">
            <a:xfrm>
              <a:off x="3969" y="2115"/>
              <a:ext cx="90" cy="91"/>
            </a:xfrm>
            <a:prstGeom prst="ellipse">
              <a:avLst/>
            </a:prstGeom>
            <a:noFill/>
            <a:ln w="28575" cap="sq">
              <a:solidFill>
                <a:srgbClr val="FFCC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88451" name="Group 39"/>
          <p:cNvGrpSpPr>
            <a:grpSpLocks/>
          </p:cNvGrpSpPr>
          <p:nvPr/>
        </p:nvGrpSpPr>
        <p:grpSpPr bwMode="auto">
          <a:xfrm>
            <a:off x="6588125" y="6446838"/>
            <a:ext cx="792163" cy="366712"/>
            <a:chOff x="4649" y="4020"/>
            <a:chExt cx="499" cy="231"/>
          </a:xfrm>
        </p:grpSpPr>
        <p:pic>
          <p:nvPicPr>
            <p:cNvPr id="188452" name="Picture 40" descr="78900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88453" name="Text Box 41">
              <a:hlinkClick r:id="rId3" action="ppaction://hlinksldjump"/>
            </p:cNvPr>
            <p:cNvSpPr txBox="1">
              <a:spLocks noChangeArrowheads="1"/>
            </p:cNvSpPr>
            <p:nvPr/>
          </p:nvSpPr>
          <p:spPr bwMode="auto"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0">
                  <a:solidFill>
                    <a:schemeClr val="bg1"/>
                  </a:solidFill>
                  <a:latin typeface="隶书" pitchFamily="49" charset="-122"/>
                  <a:ea typeface="隶书" pitchFamily="49" charset="-122"/>
                </a:rPr>
                <a:t>返 回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9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5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235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235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235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235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5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1000"/>
                                        <p:tgtEl>
                                          <p:spTgt spid="3235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6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2360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2360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236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236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6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236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3236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3587" grpId="0"/>
      <p:bldP spid="323591" grpId="0" build="p"/>
      <p:bldP spid="323598" grpId="0"/>
      <p:bldP spid="323600" grpId="0"/>
      <p:bldP spid="323601" grpId="0"/>
    </p:bldLst>
  </p:timing>
</p:sld>
</file>

<file path=ppt/slides/slide1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9441" name="Group 32"/>
          <p:cNvGrpSpPr>
            <a:grpSpLocks/>
          </p:cNvGrpSpPr>
          <p:nvPr/>
        </p:nvGrpSpPr>
        <p:grpSpPr bwMode="auto"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189442" name="Picture 33" descr="78900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89443" name="Text Box 34">
              <a:hlinkClick r:id="" action="ppaction://hlinkshowjump?jump=nextslide"/>
            </p:cNvPr>
            <p:cNvSpPr txBox="1">
              <a:spLocks noChangeArrowheads="1"/>
            </p:cNvSpPr>
            <p:nvPr/>
          </p:nvSpPr>
          <p:spPr bwMode="auto"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0">
                  <a:solidFill>
                    <a:schemeClr val="bg1"/>
                  </a:solidFill>
                  <a:latin typeface="隶书" pitchFamily="49" charset="-122"/>
                  <a:ea typeface="隶书" pitchFamily="49" charset="-122"/>
                </a:rPr>
                <a:t>下 页</a:t>
              </a:r>
            </a:p>
          </p:txBody>
        </p:sp>
      </p:grpSp>
      <p:grpSp>
        <p:nvGrpSpPr>
          <p:cNvPr id="189444" name="Group 35"/>
          <p:cNvGrpSpPr>
            <a:grpSpLocks/>
          </p:cNvGrpSpPr>
          <p:nvPr/>
        </p:nvGrpSpPr>
        <p:grpSpPr bwMode="auto">
          <a:xfrm>
            <a:off x="7453313" y="6446838"/>
            <a:ext cx="792162" cy="366712"/>
            <a:chOff x="4649" y="4020"/>
            <a:chExt cx="499" cy="231"/>
          </a:xfrm>
        </p:grpSpPr>
        <p:pic>
          <p:nvPicPr>
            <p:cNvPr id="189445" name="Picture 36" descr="78900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89446" name="Text Box 37">
              <a:hlinkClick r:id="" action="ppaction://hlinkshowjump?jump=previousslide"/>
            </p:cNvPr>
            <p:cNvSpPr txBox="1">
              <a:spLocks noChangeArrowheads="1"/>
            </p:cNvSpPr>
            <p:nvPr/>
          </p:nvSpPr>
          <p:spPr bwMode="auto"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0">
                  <a:solidFill>
                    <a:schemeClr val="bg1"/>
                  </a:solidFill>
                  <a:latin typeface="隶书" pitchFamily="49" charset="-122"/>
                  <a:ea typeface="隶书" pitchFamily="49" charset="-122"/>
                </a:rPr>
                <a:t>上 页</a:t>
              </a:r>
            </a:p>
          </p:txBody>
        </p:sp>
      </p:grpSp>
      <p:sp>
        <p:nvSpPr>
          <p:cNvPr id="289832" name="Rectangle 40"/>
          <p:cNvSpPr>
            <a:spLocks noChangeArrowheads="1"/>
          </p:cNvSpPr>
          <p:nvPr/>
        </p:nvSpPr>
        <p:spPr bwMode="auto">
          <a:xfrm>
            <a:off x="684213" y="549275"/>
            <a:ext cx="7705725" cy="1630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>
              <a:lnSpc>
                <a:spcPct val="120000"/>
              </a:lnSpc>
              <a:buFontTx/>
              <a:buAutoNum type="circleNumDbPlain" startAt="2"/>
            </a:pPr>
            <a:r>
              <a:rPr lang="zh-CN" altLang="en-US">
                <a:latin typeface="Times New Roman" pitchFamily="18" charset="0"/>
              </a:rPr>
              <a:t>当网络中存在纯电感结点，由</a:t>
            </a:r>
            <a:r>
              <a:rPr lang="en-US" altLang="zh-CN" b="0">
                <a:latin typeface="Times New Roman" pitchFamily="18" charset="0"/>
              </a:rPr>
              <a:t>KCL</a:t>
            </a:r>
            <a:r>
              <a:rPr lang="zh-CN" altLang="en-US">
                <a:latin typeface="Times New Roman" pitchFamily="18" charset="0"/>
              </a:rPr>
              <a:t>可知其中必有一个电感电流可由其它元件的电流求出，此电感电流时非独立的。</a:t>
            </a:r>
          </a:p>
        </p:txBody>
      </p:sp>
      <p:grpSp>
        <p:nvGrpSpPr>
          <p:cNvPr id="289854" name="Group 62"/>
          <p:cNvGrpSpPr>
            <a:grpSpLocks/>
          </p:cNvGrpSpPr>
          <p:nvPr/>
        </p:nvGrpSpPr>
        <p:grpSpPr bwMode="auto">
          <a:xfrm>
            <a:off x="2771775" y="2276475"/>
            <a:ext cx="3024188" cy="1800225"/>
            <a:chOff x="2789" y="2614"/>
            <a:chExt cx="1905" cy="1134"/>
          </a:xfrm>
        </p:grpSpPr>
        <p:sp>
          <p:nvSpPr>
            <p:cNvPr id="189449" name="Line 63"/>
            <p:cNvSpPr>
              <a:spLocks noChangeShapeType="1"/>
            </p:cNvSpPr>
            <p:nvPr/>
          </p:nvSpPr>
          <p:spPr bwMode="auto">
            <a:xfrm>
              <a:off x="3651" y="2704"/>
              <a:ext cx="272" cy="0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9450" name="Line 64"/>
            <p:cNvSpPr>
              <a:spLocks noChangeShapeType="1"/>
            </p:cNvSpPr>
            <p:nvPr/>
          </p:nvSpPr>
          <p:spPr bwMode="auto">
            <a:xfrm>
              <a:off x="3787" y="2704"/>
              <a:ext cx="0" cy="318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 type="oval" w="med" len="med"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9451" name="Line 65"/>
            <p:cNvSpPr>
              <a:spLocks noChangeShapeType="1"/>
            </p:cNvSpPr>
            <p:nvPr/>
          </p:nvSpPr>
          <p:spPr bwMode="auto">
            <a:xfrm flipH="1" flipV="1">
              <a:off x="3787" y="3385"/>
              <a:ext cx="0" cy="272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9452" name="Line 66"/>
            <p:cNvSpPr>
              <a:spLocks noChangeShapeType="1"/>
            </p:cNvSpPr>
            <p:nvPr/>
          </p:nvSpPr>
          <p:spPr bwMode="auto">
            <a:xfrm>
              <a:off x="2880" y="2704"/>
              <a:ext cx="363" cy="0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9453" name="Line 67"/>
            <p:cNvSpPr>
              <a:spLocks noChangeShapeType="1"/>
            </p:cNvSpPr>
            <p:nvPr/>
          </p:nvSpPr>
          <p:spPr bwMode="auto">
            <a:xfrm>
              <a:off x="4332" y="2704"/>
              <a:ext cx="272" cy="0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89454" name="Group 68"/>
            <p:cNvGrpSpPr>
              <a:grpSpLocks/>
            </p:cNvGrpSpPr>
            <p:nvPr/>
          </p:nvGrpSpPr>
          <p:grpSpPr bwMode="auto">
            <a:xfrm rot="-5400000">
              <a:off x="4082" y="2455"/>
              <a:ext cx="90" cy="408"/>
              <a:chOff x="2744" y="2931"/>
              <a:chExt cx="57" cy="283"/>
            </a:xfrm>
          </p:grpSpPr>
          <p:sp>
            <p:nvSpPr>
              <p:cNvPr id="189455" name="Arc 69"/>
              <p:cNvSpPr>
                <a:spLocks noChangeArrowheads="1"/>
              </p:cNvSpPr>
              <p:nvPr/>
            </p:nvSpPr>
            <p:spPr bwMode="auto">
              <a:xfrm rot="10800000" flipH="1" flipV="1">
                <a:off x="2744" y="2931"/>
                <a:ext cx="57" cy="91"/>
              </a:xfrm>
              <a:custGeom>
                <a:avLst/>
                <a:gdLst/>
                <a:ahLst/>
                <a:cxnLst>
                  <a:cxn ang="0">
                    <a:pos x="1123" y="0"/>
                  </a:cxn>
                  <a:cxn ang="0">
                    <a:pos x="22723" y="21600"/>
                  </a:cxn>
                  <a:cxn ang="0">
                    <a:pos x="1123" y="43200"/>
                  </a:cxn>
                  <a:cxn ang="0">
                    <a:pos x="0" y="43170"/>
                  </a:cxn>
                  <a:cxn ang="0">
                    <a:pos x="1123" y="0"/>
                  </a:cxn>
                  <a:cxn ang="0">
                    <a:pos x="22723" y="21600"/>
                  </a:cxn>
                  <a:cxn ang="0">
                    <a:pos x="1123" y="43200"/>
                  </a:cxn>
                  <a:cxn ang="0">
                    <a:pos x="0" y="43170"/>
                  </a:cxn>
                  <a:cxn ang="0">
                    <a:pos x="1123" y="21600"/>
                  </a:cxn>
                  <a:cxn ang="0">
                    <a:pos x="1123" y="0"/>
                  </a:cxn>
                </a:cxnLst>
                <a:rect l="0" t="0" r="r" b="b"/>
                <a:pathLst>
                  <a:path w="22723" h="43200" fill="none">
                    <a:moveTo>
                      <a:pt x="1123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>
                    <a:moveTo>
                      <a:pt x="1123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lnTo>
                      <a:pt x="1123" y="0"/>
                    </a:lnTo>
                    <a:close/>
                  </a:path>
                </a:pathLst>
              </a:custGeom>
              <a:noFill/>
              <a:ln w="38100">
                <a:solidFill>
                  <a:srgbClr val="FF99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89456" name="Arc 70"/>
              <p:cNvSpPr>
                <a:spLocks noChangeArrowheads="1"/>
              </p:cNvSpPr>
              <p:nvPr/>
            </p:nvSpPr>
            <p:spPr bwMode="auto">
              <a:xfrm rot="10800000" flipH="1" flipV="1">
                <a:off x="2744" y="3027"/>
                <a:ext cx="57" cy="91"/>
              </a:xfrm>
              <a:custGeom>
                <a:avLst/>
                <a:gdLst/>
                <a:ahLst/>
                <a:cxnLst>
                  <a:cxn ang="0">
                    <a:pos x="1123" y="0"/>
                  </a:cxn>
                  <a:cxn ang="0">
                    <a:pos x="22723" y="21600"/>
                  </a:cxn>
                  <a:cxn ang="0">
                    <a:pos x="1123" y="43200"/>
                  </a:cxn>
                  <a:cxn ang="0">
                    <a:pos x="0" y="43170"/>
                  </a:cxn>
                  <a:cxn ang="0">
                    <a:pos x="1123" y="0"/>
                  </a:cxn>
                  <a:cxn ang="0">
                    <a:pos x="22723" y="21600"/>
                  </a:cxn>
                  <a:cxn ang="0">
                    <a:pos x="1123" y="43200"/>
                  </a:cxn>
                  <a:cxn ang="0">
                    <a:pos x="0" y="43170"/>
                  </a:cxn>
                  <a:cxn ang="0">
                    <a:pos x="1123" y="21600"/>
                  </a:cxn>
                  <a:cxn ang="0">
                    <a:pos x="1123" y="0"/>
                  </a:cxn>
                </a:cxnLst>
                <a:rect l="0" t="0" r="r" b="b"/>
                <a:pathLst>
                  <a:path w="22723" h="43200" fill="none">
                    <a:moveTo>
                      <a:pt x="1123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>
                    <a:moveTo>
                      <a:pt x="1123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lnTo>
                      <a:pt x="1123" y="0"/>
                    </a:lnTo>
                    <a:close/>
                  </a:path>
                </a:pathLst>
              </a:custGeom>
              <a:noFill/>
              <a:ln w="38100">
                <a:solidFill>
                  <a:srgbClr val="FF99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89457" name="Arc 71"/>
              <p:cNvSpPr>
                <a:spLocks noChangeArrowheads="1"/>
              </p:cNvSpPr>
              <p:nvPr/>
            </p:nvSpPr>
            <p:spPr bwMode="auto">
              <a:xfrm rot="10800000" flipH="1" flipV="1">
                <a:off x="2744" y="3123"/>
                <a:ext cx="57" cy="91"/>
              </a:xfrm>
              <a:custGeom>
                <a:avLst/>
                <a:gdLst/>
                <a:ahLst/>
                <a:cxnLst>
                  <a:cxn ang="0">
                    <a:pos x="1123" y="0"/>
                  </a:cxn>
                  <a:cxn ang="0">
                    <a:pos x="22723" y="21600"/>
                  </a:cxn>
                  <a:cxn ang="0">
                    <a:pos x="1123" y="43200"/>
                  </a:cxn>
                  <a:cxn ang="0">
                    <a:pos x="0" y="43170"/>
                  </a:cxn>
                  <a:cxn ang="0">
                    <a:pos x="1123" y="0"/>
                  </a:cxn>
                  <a:cxn ang="0">
                    <a:pos x="22723" y="21600"/>
                  </a:cxn>
                  <a:cxn ang="0">
                    <a:pos x="1123" y="43200"/>
                  </a:cxn>
                  <a:cxn ang="0">
                    <a:pos x="0" y="43170"/>
                  </a:cxn>
                  <a:cxn ang="0">
                    <a:pos x="1123" y="21600"/>
                  </a:cxn>
                  <a:cxn ang="0">
                    <a:pos x="1123" y="0"/>
                  </a:cxn>
                </a:cxnLst>
                <a:rect l="0" t="0" r="r" b="b"/>
                <a:pathLst>
                  <a:path w="22723" h="43200" fill="none">
                    <a:moveTo>
                      <a:pt x="1123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>
                    <a:moveTo>
                      <a:pt x="1123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lnTo>
                      <a:pt x="1123" y="0"/>
                    </a:lnTo>
                    <a:close/>
                  </a:path>
                </a:pathLst>
              </a:custGeom>
              <a:noFill/>
              <a:ln w="38100">
                <a:solidFill>
                  <a:srgbClr val="FF99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189458" name="Group 72"/>
            <p:cNvGrpSpPr>
              <a:grpSpLocks/>
            </p:cNvGrpSpPr>
            <p:nvPr/>
          </p:nvGrpSpPr>
          <p:grpSpPr bwMode="auto">
            <a:xfrm rot="-5400000">
              <a:off x="3402" y="2455"/>
              <a:ext cx="90" cy="408"/>
              <a:chOff x="2744" y="2931"/>
              <a:chExt cx="57" cy="283"/>
            </a:xfrm>
          </p:grpSpPr>
          <p:sp>
            <p:nvSpPr>
              <p:cNvPr id="189459" name="Arc 73"/>
              <p:cNvSpPr>
                <a:spLocks noChangeArrowheads="1"/>
              </p:cNvSpPr>
              <p:nvPr/>
            </p:nvSpPr>
            <p:spPr bwMode="auto">
              <a:xfrm rot="10800000" flipH="1" flipV="1">
                <a:off x="2744" y="2931"/>
                <a:ext cx="57" cy="91"/>
              </a:xfrm>
              <a:custGeom>
                <a:avLst/>
                <a:gdLst/>
                <a:ahLst/>
                <a:cxnLst>
                  <a:cxn ang="0">
                    <a:pos x="1123" y="0"/>
                  </a:cxn>
                  <a:cxn ang="0">
                    <a:pos x="22723" y="21600"/>
                  </a:cxn>
                  <a:cxn ang="0">
                    <a:pos x="1123" y="43200"/>
                  </a:cxn>
                  <a:cxn ang="0">
                    <a:pos x="0" y="43170"/>
                  </a:cxn>
                  <a:cxn ang="0">
                    <a:pos x="1123" y="0"/>
                  </a:cxn>
                  <a:cxn ang="0">
                    <a:pos x="22723" y="21600"/>
                  </a:cxn>
                  <a:cxn ang="0">
                    <a:pos x="1123" y="43200"/>
                  </a:cxn>
                  <a:cxn ang="0">
                    <a:pos x="0" y="43170"/>
                  </a:cxn>
                  <a:cxn ang="0">
                    <a:pos x="1123" y="21600"/>
                  </a:cxn>
                  <a:cxn ang="0">
                    <a:pos x="1123" y="0"/>
                  </a:cxn>
                </a:cxnLst>
                <a:rect l="0" t="0" r="r" b="b"/>
                <a:pathLst>
                  <a:path w="22723" h="43200" fill="none">
                    <a:moveTo>
                      <a:pt x="1123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>
                    <a:moveTo>
                      <a:pt x="1123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lnTo>
                      <a:pt x="1123" y="0"/>
                    </a:lnTo>
                    <a:close/>
                  </a:path>
                </a:pathLst>
              </a:custGeom>
              <a:noFill/>
              <a:ln w="38100">
                <a:solidFill>
                  <a:srgbClr val="FF99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89460" name="Arc 74"/>
              <p:cNvSpPr>
                <a:spLocks noChangeArrowheads="1"/>
              </p:cNvSpPr>
              <p:nvPr/>
            </p:nvSpPr>
            <p:spPr bwMode="auto">
              <a:xfrm rot="10800000" flipH="1" flipV="1">
                <a:off x="2744" y="3027"/>
                <a:ext cx="57" cy="91"/>
              </a:xfrm>
              <a:custGeom>
                <a:avLst/>
                <a:gdLst/>
                <a:ahLst/>
                <a:cxnLst>
                  <a:cxn ang="0">
                    <a:pos x="1123" y="0"/>
                  </a:cxn>
                  <a:cxn ang="0">
                    <a:pos x="22723" y="21600"/>
                  </a:cxn>
                  <a:cxn ang="0">
                    <a:pos x="1123" y="43200"/>
                  </a:cxn>
                  <a:cxn ang="0">
                    <a:pos x="0" y="43170"/>
                  </a:cxn>
                  <a:cxn ang="0">
                    <a:pos x="1123" y="0"/>
                  </a:cxn>
                  <a:cxn ang="0">
                    <a:pos x="22723" y="21600"/>
                  </a:cxn>
                  <a:cxn ang="0">
                    <a:pos x="1123" y="43200"/>
                  </a:cxn>
                  <a:cxn ang="0">
                    <a:pos x="0" y="43170"/>
                  </a:cxn>
                  <a:cxn ang="0">
                    <a:pos x="1123" y="21600"/>
                  </a:cxn>
                  <a:cxn ang="0">
                    <a:pos x="1123" y="0"/>
                  </a:cxn>
                </a:cxnLst>
                <a:rect l="0" t="0" r="r" b="b"/>
                <a:pathLst>
                  <a:path w="22723" h="43200" fill="none">
                    <a:moveTo>
                      <a:pt x="1123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>
                    <a:moveTo>
                      <a:pt x="1123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lnTo>
                      <a:pt x="1123" y="0"/>
                    </a:lnTo>
                    <a:close/>
                  </a:path>
                </a:pathLst>
              </a:custGeom>
              <a:noFill/>
              <a:ln w="38100">
                <a:solidFill>
                  <a:srgbClr val="FF99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89461" name="Arc 75"/>
              <p:cNvSpPr>
                <a:spLocks noChangeArrowheads="1"/>
              </p:cNvSpPr>
              <p:nvPr/>
            </p:nvSpPr>
            <p:spPr bwMode="auto">
              <a:xfrm rot="10800000" flipH="1" flipV="1">
                <a:off x="2744" y="3123"/>
                <a:ext cx="57" cy="91"/>
              </a:xfrm>
              <a:custGeom>
                <a:avLst/>
                <a:gdLst/>
                <a:ahLst/>
                <a:cxnLst>
                  <a:cxn ang="0">
                    <a:pos x="1123" y="0"/>
                  </a:cxn>
                  <a:cxn ang="0">
                    <a:pos x="22723" y="21600"/>
                  </a:cxn>
                  <a:cxn ang="0">
                    <a:pos x="1123" y="43200"/>
                  </a:cxn>
                  <a:cxn ang="0">
                    <a:pos x="0" y="43170"/>
                  </a:cxn>
                  <a:cxn ang="0">
                    <a:pos x="1123" y="0"/>
                  </a:cxn>
                  <a:cxn ang="0">
                    <a:pos x="22723" y="21600"/>
                  </a:cxn>
                  <a:cxn ang="0">
                    <a:pos x="1123" y="43200"/>
                  </a:cxn>
                  <a:cxn ang="0">
                    <a:pos x="0" y="43170"/>
                  </a:cxn>
                  <a:cxn ang="0">
                    <a:pos x="1123" y="21600"/>
                  </a:cxn>
                  <a:cxn ang="0">
                    <a:pos x="1123" y="0"/>
                  </a:cxn>
                </a:cxnLst>
                <a:rect l="0" t="0" r="r" b="b"/>
                <a:pathLst>
                  <a:path w="22723" h="43200" fill="none">
                    <a:moveTo>
                      <a:pt x="1123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>
                    <a:moveTo>
                      <a:pt x="1123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lnTo>
                      <a:pt x="1123" y="0"/>
                    </a:lnTo>
                    <a:close/>
                  </a:path>
                </a:pathLst>
              </a:custGeom>
              <a:noFill/>
              <a:ln w="38100">
                <a:solidFill>
                  <a:srgbClr val="FF99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89462" name="Oval 76" descr="斜纹布"/>
            <p:cNvSpPr>
              <a:spLocks noChangeArrowheads="1"/>
            </p:cNvSpPr>
            <p:nvPr/>
          </p:nvSpPr>
          <p:spPr bwMode="auto">
            <a:xfrm>
              <a:off x="4604" y="2659"/>
              <a:ext cx="90" cy="91"/>
            </a:xfrm>
            <a:prstGeom prst="ellipse">
              <a:avLst/>
            </a:prstGeom>
            <a:noFill/>
            <a:ln w="28575" cap="sq">
              <a:solidFill>
                <a:srgbClr val="FFCC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9463" name="Oval 77" descr="斜纹布"/>
            <p:cNvSpPr>
              <a:spLocks noChangeArrowheads="1"/>
            </p:cNvSpPr>
            <p:nvPr/>
          </p:nvSpPr>
          <p:spPr bwMode="auto">
            <a:xfrm>
              <a:off x="3742" y="3657"/>
              <a:ext cx="90" cy="91"/>
            </a:xfrm>
            <a:prstGeom prst="ellipse">
              <a:avLst/>
            </a:prstGeom>
            <a:noFill/>
            <a:ln w="28575" cap="sq">
              <a:solidFill>
                <a:srgbClr val="FFCC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9464" name="Oval 78" descr="斜纹布"/>
            <p:cNvSpPr>
              <a:spLocks noChangeArrowheads="1"/>
            </p:cNvSpPr>
            <p:nvPr/>
          </p:nvSpPr>
          <p:spPr bwMode="auto">
            <a:xfrm>
              <a:off x="2789" y="2659"/>
              <a:ext cx="90" cy="91"/>
            </a:xfrm>
            <a:prstGeom prst="ellipse">
              <a:avLst/>
            </a:prstGeom>
            <a:noFill/>
            <a:ln w="28575" cap="sq">
              <a:solidFill>
                <a:srgbClr val="FFCC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189465" name="Group 79"/>
            <p:cNvGrpSpPr>
              <a:grpSpLocks/>
            </p:cNvGrpSpPr>
            <p:nvPr/>
          </p:nvGrpSpPr>
          <p:grpSpPr bwMode="auto">
            <a:xfrm rot="10800000">
              <a:off x="3696" y="3022"/>
              <a:ext cx="90" cy="362"/>
              <a:chOff x="2744" y="2931"/>
              <a:chExt cx="57" cy="283"/>
            </a:xfrm>
          </p:grpSpPr>
          <p:sp>
            <p:nvSpPr>
              <p:cNvPr id="189466" name="Arc 80"/>
              <p:cNvSpPr>
                <a:spLocks noChangeArrowheads="1"/>
              </p:cNvSpPr>
              <p:nvPr/>
            </p:nvSpPr>
            <p:spPr bwMode="auto">
              <a:xfrm rot="10800000" flipH="1" flipV="1">
                <a:off x="2744" y="2931"/>
                <a:ext cx="57" cy="91"/>
              </a:xfrm>
              <a:custGeom>
                <a:avLst/>
                <a:gdLst/>
                <a:ahLst/>
                <a:cxnLst>
                  <a:cxn ang="0">
                    <a:pos x="1123" y="0"/>
                  </a:cxn>
                  <a:cxn ang="0">
                    <a:pos x="22723" y="21600"/>
                  </a:cxn>
                  <a:cxn ang="0">
                    <a:pos x="1123" y="43200"/>
                  </a:cxn>
                  <a:cxn ang="0">
                    <a:pos x="0" y="43170"/>
                  </a:cxn>
                  <a:cxn ang="0">
                    <a:pos x="1123" y="0"/>
                  </a:cxn>
                  <a:cxn ang="0">
                    <a:pos x="22723" y="21600"/>
                  </a:cxn>
                  <a:cxn ang="0">
                    <a:pos x="1123" y="43200"/>
                  </a:cxn>
                  <a:cxn ang="0">
                    <a:pos x="0" y="43170"/>
                  </a:cxn>
                  <a:cxn ang="0">
                    <a:pos x="1123" y="21600"/>
                  </a:cxn>
                  <a:cxn ang="0">
                    <a:pos x="1123" y="0"/>
                  </a:cxn>
                </a:cxnLst>
                <a:rect l="0" t="0" r="r" b="b"/>
                <a:pathLst>
                  <a:path w="22723" h="43200" fill="none">
                    <a:moveTo>
                      <a:pt x="1123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>
                    <a:moveTo>
                      <a:pt x="1123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lnTo>
                      <a:pt x="1123" y="0"/>
                    </a:lnTo>
                    <a:close/>
                  </a:path>
                </a:pathLst>
              </a:custGeom>
              <a:noFill/>
              <a:ln w="38100">
                <a:solidFill>
                  <a:srgbClr val="FF99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89467" name="Arc 81"/>
              <p:cNvSpPr>
                <a:spLocks noChangeArrowheads="1"/>
              </p:cNvSpPr>
              <p:nvPr/>
            </p:nvSpPr>
            <p:spPr bwMode="auto">
              <a:xfrm rot="10800000" flipH="1" flipV="1">
                <a:off x="2744" y="3027"/>
                <a:ext cx="57" cy="91"/>
              </a:xfrm>
              <a:custGeom>
                <a:avLst/>
                <a:gdLst/>
                <a:ahLst/>
                <a:cxnLst>
                  <a:cxn ang="0">
                    <a:pos x="1123" y="0"/>
                  </a:cxn>
                  <a:cxn ang="0">
                    <a:pos x="22723" y="21600"/>
                  </a:cxn>
                  <a:cxn ang="0">
                    <a:pos x="1123" y="43200"/>
                  </a:cxn>
                  <a:cxn ang="0">
                    <a:pos x="0" y="43170"/>
                  </a:cxn>
                  <a:cxn ang="0">
                    <a:pos x="1123" y="0"/>
                  </a:cxn>
                  <a:cxn ang="0">
                    <a:pos x="22723" y="21600"/>
                  </a:cxn>
                  <a:cxn ang="0">
                    <a:pos x="1123" y="43200"/>
                  </a:cxn>
                  <a:cxn ang="0">
                    <a:pos x="0" y="43170"/>
                  </a:cxn>
                  <a:cxn ang="0">
                    <a:pos x="1123" y="21600"/>
                  </a:cxn>
                  <a:cxn ang="0">
                    <a:pos x="1123" y="0"/>
                  </a:cxn>
                </a:cxnLst>
                <a:rect l="0" t="0" r="r" b="b"/>
                <a:pathLst>
                  <a:path w="22723" h="43200" fill="none">
                    <a:moveTo>
                      <a:pt x="1123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>
                    <a:moveTo>
                      <a:pt x="1123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lnTo>
                      <a:pt x="1123" y="0"/>
                    </a:lnTo>
                    <a:close/>
                  </a:path>
                </a:pathLst>
              </a:custGeom>
              <a:noFill/>
              <a:ln w="38100">
                <a:solidFill>
                  <a:srgbClr val="FF99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89468" name="Arc 82"/>
              <p:cNvSpPr>
                <a:spLocks noChangeArrowheads="1"/>
              </p:cNvSpPr>
              <p:nvPr/>
            </p:nvSpPr>
            <p:spPr bwMode="auto">
              <a:xfrm rot="10800000" flipH="1" flipV="1">
                <a:off x="2744" y="3123"/>
                <a:ext cx="57" cy="91"/>
              </a:xfrm>
              <a:custGeom>
                <a:avLst/>
                <a:gdLst/>
                <a:ahLst/>
                <a:cxnLst>
                  <a:cxn ang="0">
                    <a:pos x="1123" y="0"/>
                  </a:cxn>
                  <a:cxn ang="0">
                    <a:pos x="22723" y="21600"/>
                  </a:cxn>
                  <a:cxn ang="0">
                    <a:pos x="1123" y="43200"/>
                  </a:cxn>
                  <a:cxn ang="0">
                    <a:pos x="0" y="43170"/>
                  </a:cxn>
                  <a:cxn ang="0">
                    <a:pos x="1123" y="0"/>
                  </a:cxn>
                  <a:cxn ang="0">
                    <a:pos x="22723" y="21600"/>
                  </a:cxn>
                  <a:cxn ang="0">
                    <a:pos x="1123" y="43200"/>
                  </a:cxn>
                  <a:cxn ang="0">
                    <a:pos x="0" y="43170"/>
                  </a:cxn>
                  <a:cxn ang="0">
                    <a:pos x="1123" y="21600"/>
                  </a:cxn>
                  <a:cxn ang="0">
                    <a:pos x="1123" y="0"/>
                  </a:cxn>
                </a:cxnLst>
                <a:rect l="0" t="0" r="r" b="b"/>
                <a:pathLst>
                  <a:path w="22723" h="43200" fill="none">
                    <a:moveTo>
                      <a:pt x="1123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>
                    <a:moveTo>
                      <a:pt x="1123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lnTo>
                      <a:pt x="1123" y="0"/>
                    </a:lnTo>
                    <a:close/>
                  </a:path>
                </a:pathLst>
              </a:custGeom>
              <a:noFill/>
              <a:ln w="38100">
                <a:solidFill>
                  <a:srgbClr val="FF99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sp>
        <p:nvSpPr>
          <p:cNvPr id="289875" name="Rectangle 83"/>
          <p:cNvSpPr>
            <a:spLocks noChangeArrowheads="1"/>
          </p:cNvSpPr>
          <p:nvPr/>
        </p:nvSpPr>
        <p:spPr bwMode="auto">
          <a:xfrm>
            <a:off x="682625" y="4365625"/>
            <a:ext cx="7921625" cy="946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>
              <a:buFontTx/>
              <a:buAutoNum type="circleNumDbPlain" startAt="3"/>
            </a:pPr>
            <a:r>
              <a:rPr lang="zh-CN" altLang="en-US">
                <a:latin typeface="Times New Roman" pitchFamily="18" charset="0"/>
              </a:rPr>
              <a:t>网络中与独立电压源并联的电容元件，其电压</a:t>
            </a:r>
            <a:r>
              <a:rPr lang="en-US" altLang="zh-CN" i="1">
                <a:latin typeface="Times New Roman" pitchFamily="18" charset="0"/>
              </a:rPr>
              <a:t>u</a:t>
            </a:r>
            <a:r>
              <a:rPr lang="en-US" altLang="zh-CN" i="1" baseline="-25000">
                <a:latin typeface="Times New Roman" pitchFamily="18" charset="0"/>
              </a:rPr>
              <a:t>C</a:t>
            </a:r>
            <a:r>
              <a:rPr lang="zh-CN" altLang="en-US">
                <a:latin typeface="Times New Roman" pitchFamily="18" charset="0"/>
              </a:rPr>
              <a:t>由</a:t>
            </a:r>
            <a:r>
              <a:rPr lang="en-US" altLang="zh-CN" i="1">
                <a:latin typeface="Times New Roman" pitchFamily="18" charset="0"/>
              </a:rPr>
              <a:t>u</a:t>
            </a:r>
            <a:r>
              <a:rPr lang="en-US" altLang="zh-CN" i="1" baseline="-25000">
                <a:latin typeface="Times New Roman" pitchFamily="18" charset="0"/>
              </a:rPr>
              <a:t>S</a:t>
            </a:r>
            <a:r>
              <a:rPr lang="zh-CN" altLang="en-US">
                <a:latin typeface="Times New Roman" pitchFamily="18" charset="0"/>
              </a:rPr>
              <a:t>决定。</a:t>
            </a:r>
          </a:p>
        </p:txBody>
      </p:sp>
      <p:sp>
        <p:nvSpPr>
          <p:cNvPr id="289876" name="Rectangle 84"/>
          <p:cNvSpPr>
            <a:spLocks noChangeArrowheads="1"/>
          </p:cNvSpPr>
          <p:nvPr/>
        </p:nvSpPr>
        <p:spPr bwMode="auto">
          <a:xfrm>
            <a:off x="684213" y="5445125"/>
            <a:ext cx="8135937" cy="946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>
              <a:buFontTx/>
              <a:buAutoNum type="circleNumDbPlain" startAt="4"/>
            </a:pPr>
            <a:r>
              <a:rPr lang="zh-CN" altLang="en-US">
                <a:latin typeface="Times New Roman" pitchFamily="18" charset="0"/>
              </a:rPr>
              <a:t>网络中与独立电流源串联的电感元件，其</a:t>
            </a:r>
            <a:r>
              <a:rPr lang="en-US" altLang="zh-CN" i="1">
                <a:latin typeface="Times New Roman" pitchFamily="18" charset="0"/>
              </a:rPr>
              <a:t>i</a:t>
            </a:r>
            <a:r>
              <a:rPr lang="en-US" altLang="zh-CN" i="1" baseline="-25000">
                <a:latin typeface="Times New Roman" pitchFamily="18" charset="0"/>
              </a:rPr>
              <a:t>L</a:t>
            </a:r>
            <a:r>
              <a:rPr lang="zh-CN" altLang="en-US">
                <a:latin typeface="Times New Roman" pitchFamily="18" charset="0"/>
              </a:rPr>
              <a:t>由</a:t>
            </a:r>
            <a:r>
              <a:rPr lang="en-US" altLang="zh-CN" i="1">
                <a:latin typeface="Times New Roman" pitchFamily="18" charset="0"/>
              </a:rPr>
              <a:t>i</a:t>
            </a:r>
            <a:r>
              <a:rPr lang="en-US" altLang="zh-CN" i="1" baseline="-25000">
                <a:latin typeface="Times New Roman" pitchFamily="18" charset="0"/>
              </a:rPr>
              <a:t>S</a:t>
            </a:r>
            <a:r>
              <a:rPr lang="zh-CN" altLang="en-US">
                <a:latin typeface="Times New Roman" pitchFamily="18" charset="0"/>
              </a:rPr>
              <a:t>决定。</a:t>
            </a:r>
          </a:p>
        </p:txBody>
      </p:sp>
      <p:grpSp>
        <p:nvGrpSpPr>
          <p:cNvPr id="189471" name="Group 85"/>
          <p:cNvGrpSpPr>
            <a:grpSpLocks/>
          </p:cNvGrpSpPr>
          <p:nvPr/>
        </p:nvGrpSpPr>
        <p:grpSpPr bwMode="auto">
          <a:xfrm>
            <a:off x="6588125" y="6446838"/>
            <a:ext cx="792163" cy="366712"/>
            <a:chOff x="4649" y="4020"/>
            <a:chExt cx="499" cy="231"/>
          </a:xfrm>
        </p:grpSpPr>
        <p:pic>
          <p:nvPicPr>
            <p:cNvPr id="189472" name="Picture 86" descr="78900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89473" name="Text Box 87">
              <a:hlinkClick r:id="rId3" action="ppaction://hlinksldjump"/>
            </p:cNvPr>
            <p:cNvSpPr txBox="1">
              <a:spLocks noChangeArrowheads="1"/>
            </p:cNvSpPr>
            <p:nvPr/>
          </p:nvSpPr>
          <p:spPr bwMode="auto"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0">
                  <a:solidFill>
                    <a:schemeClr val="bg1"/>
                  </a:solidFill>
                  <a:latin typeface="隶书" pitchFamily="49" charset="-122"/>
                  <a:ea typeface="隶书" pitchFamily="49" charset="-122"/>
                </a:rPr>
                <a:t>返 回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8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1000"/>
                                        <p:tgtEl>
                                          <p:spTgt spid="2898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8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2898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8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000"/>
                                        <p:tgtEl>
                                          <p:spTgt spid="2898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8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1000"/>
                                        <p:tgtEl>
                                          <p:spTgt spid="2898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9832" grpId="0"/>
      <p:bldP spid="289875" grpId="0"/>
      <p:bldP spid="289876" grpId="0"/>
    </p:bldLst>
  </p:timing>
</p:sld>
</file>

<file path=ppt/slides/slide1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818" name="Text Box 2"/>
          <p:cNvSpPr txBox="1">
            <a:spLocks noChangeArrowheads="1"/>
          </p:cNvSpPr>
          <p:nvPr/>
        </p:nvSpPr>
        <p:spPr bwMode="auto">
          <a:xfrm>
            <a:off x="395288" y="2852738"/>
            <a:ext cx="8064500" cy="2655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>
                <a:latin typeface="Times New Roman" pitchFamily="18" charset="0"/>
              </a:rPr>
              <a:t>        </a:t>
            </a:r>
            <a:r>
              <a:rPr lang="zh-CN" altLang="en-US">
                <a:latin typeface="Times New Roman" pitchFamily="18" charset="0"/>
              </a:rPr>
              <a:t>以上四种请况中非独立的</a:t>
            </a:r>
            <a:r>
              <a:rPr lang="en-US" altLang="zh-CN" b="0" i="1">
                <a:solidFill>
                  <a:schemeClr val="bg1"/>
                </a:solidFill>
                <a:latin typeface="Times New Roman" pitchFamily="18" charset="0"/>
              </a:rPr>
              <a:t>u</a:t>
            </a:r>
            <a:r>
              <a:rPr lang="en-US" altLang="zh-CN" b="0" i="1" baseline="-25000">
                <a:solidFill>
                  <a:schemeClr val="bg1"/>
                </a:solidFill>
                <a:latin typeface="Times New Roman" pitchFamily="18" charset="0"/>
              </a:rPr>
              <a:t>C</a:t>
            </a:r>
            <a:r>
              <a:rPr lang="zh-CN" altLang="en-US">
                <a:latin typeface="Times New Roman" pitchFamily="18" charset="0"/>
              </a:rPr>
              <a:t>和</a:t>
            </a:r>
            <a:r>
              <a:rPr lang="en-US" altLang="zh-CN" b="0" i="1">
                <a:solidFill>
                  <a:schemeClr val="bg1"/>
                </a:solidFill>
                <a:latin typeface="Times New Roman" pitchFamily="18" charset="0"/>
              </a:rPr>
              <a:t>i</a:t>
            </a:r>
            <a:r>
              <a:rPr lang="en-US" altLang="zh-CN" b="0" i="1" baseline="-25000">
                <a:solidFill>
                  <a:schemeClr val="bg1"/>
                </a:solidFill>
                <a:latin typeface="Times New Roman" pitchFamily="18" charset="0"/>
              </a:rPr>
              <a:t>L</a:t>
            </a:r>
            <a:r>
              <a:rPr lang="zh-CN" altLang="en-US">
                <a:latin typeface="Times New Roman" pitchFamily="18" charset="0"/>
              </a:rPr>
              <a:t>不能作为状态变量，不含以上四种情况的网络称为常态网络。状态变量数等于</a:t>
            </a:r>
            <a:r>
              <a:rPr lang="en-US" altLang="zh-CN" b="0" i="1">
                <a:solidFill>
                  <a:schemeClr val="bg1"/>
                </a:solidFill>
                <a:latin typeface="Times New Roman" pitchFamily="18" charset="0"/>
              </a:rPr>
              <a:t>C</a:t>
            </a:r>
            <a:r>
              <a:rPr lang="zh-CN" altLang="en-US" b="0" i="1">
                <a:solidFill>
                  <a:schemeClr val="bg1"/>
                </a:solidFill>
                <a:latin typeface="Times New Roman" pitchFamily="18" charset="0"/>
              </a:rPr>
              <a:t>、</a:t>
            </a:r>
            <a:r>
              <a:rPr lang="en-US" altLang="zh-CN" b="0" i="1">
                <a:solidFill>
                  <a:schemeClr val="bg1"/>
                </a:solidFill>
                <a:latin typeface="Times New Roman" pitchFamily="18" charset="0"/>
              </a:rPr>
              <a:t>L</a:t>
            </a:r>
            <a:r>
              <a:rPr lang="zh-CN" altLang="en-US">
                <a:latin typeface="Times New Roman" pitchFamily="18" charset="0"/>
              </a:rPr>
              <a:t>元件总数。含有以上四种情况的网络称为非常态网络，网络的状态变量数小于网络中</a:t>
            </a:r>
            <a:r>
              <a:rPr lang="en-US" altLang="zh-CN" b="0" i="1">
                <a:solidFill>
                  <a:schemeClr val="bg1"/>
                </a:solidFill>
                <a:latin typeface="Times New Roman" pitchFamily="18" charset="0"/>
              </a:rPr>
              <a:t>C</a:t>
            </a:r>
            <a:r>
              <a:rPr lang="zh-CN" altLang="en-US" b="0" i="1">
                <a:solidFill>
                  <a:schemeClr val="bg1"/>
                </a:solidFill>
                <a:latin typeface="Times New Roman" pitchFamily="18" charset="0"/>
              </a:rPr>
              <a:t>、</a:t>
            </a:r>
            <a:r>
              <a:rPr lang="en-US" altLang="zh-CN" b="0" i="1">
                <a:solidFill>
                  <a:schemeClr val="bg1"/>
                </a:solidFill>
                <a:latin typeface="Times New Roman" pitchFamily="18" charset="0"/>
              </a:rPr>
              <a:t>L</a:t>
            </a:r>
            <a:r>
              <a:rPr lang="zh-CN" altLang="en-US">
                <a:latin typeface="Times New Roman" pitchFamily="18" charset="0"/>
              </a:rPr>
              <a:t>元件总数，下面着重讨论常态网络。</a:t>
            </a:r>
          </a:p>
        </p:txBody>
      </p:sp>
      <p:grpSp>
        <p:nvGrpSpPr>
          <p:cNvPr id="190466" name="Group 15"/>
          <p:cNvGrpSpPr>
            <a:grpSpLocks/>
          </p:cNvGrpSpPr>
          <p:nvPr/>
        </p:nvGrpSpPr>
        <p:grpSpPr bwMode="auto"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190467" name="Picture 16" descr="78900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90468" name="Text Box 17">
              <a:hlinkClick r:id="" action="ppaction://hlinkshowjump?jump=nextslide"/>
            </p:cNvPr>
            <p:cNvSpPr txBox="1">
              <a:spLocks noChangeArrowheads="1"/>
            </p:cNvSpPr>
            <p:nvPr/>
          </p:nvSpPr>
          <p:spPr bwMode="auto"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0">
                  <a:solidFill>
                    <a:schemeClr val="bg1"/>
                  </a:solidFill>
                  <a:latin typeface="隶书" pitchFamily="49" charset="-122"/>
                  <a:ea typeface="隶书" pitchFamily="49" charset="-122"/>
                </a:rPr>
                <a:t>下 页</a:t>
              </a:r>
            </a:p>
          </p:txBody>
        </p:sp>
      </p:grpSp>
      <p:grpSp>
        <p:nvGrpSpPr>
          <p:cNvPr id="190469" name="Group 18"/>
          <p:cNvGrpSpPr>
            <a:grpSpLocks/>
          </p:cNvGrpSpPr>
          <p:nvPr/>
        </p:nvGrpSpPr>
        <p:grpSpPr bwMode="auto">
          <a:xfrm>
            <a:off x="7453313" y="6446838"/>
            <a:ext cx="792162" cy="366712"/>
            <a:chOff x="4649" y="4020"/>
            <a:chExt cx="499" cy="231"/>
          </a:xfrm>
        </p:grpSpPr>
        <p:pic>
          <p:nvPicPr>
            <p:cNvPr id="190470" name="Picture 19" descr="78900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90471" name="Text Box 20">
              <a:hlinkClick r:id="" action="ppaction://hlinkshowjump?jump=previousslide"/>
            </p:cNvPr>
            <p:cNvSpPr txBox="1">
              <a:spLocks noChangeArrowheads="1"/>
            </p:cNvSpPr>
            <p:nvPr/>
          </p:nvSpPr>
          <p:spPr bwMode="auto"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0">
                  <a:solidFill>
                    <a:schemeClr val="bg1"/>
                  </a:solidFill>
                  <a:latin typeface="隶书" pitchFamily="49" charset="-122"/>
                  <a:ea typeface="隶书" pitchFamily="49" charset="-122"/>
                </a:rPr>
                <a:t>上 页</a:t>
              </a:r>
            </a:p>
          </p:txBody>
        </p:sp>
      </p:grpSp>
      <p:grpSp>
        <p:nvGrpSpPr>
          <p:cNvPr id="290838" name="Group 22"/>
          <p:cNvGrpSpPr>
            <a:grpSpLocks/>
          </p:cNvGrpSpPr>
          <p:nvPr/>
        </p:nvGrpSpPr>
        <p:grpSpPr bwMode="auto">
          <a:xfrm>
            <a:off x="755650" y="549275"/>
            <a:ext cx="3525838" cy="1946275"/>
            <a:chOff x="1202" y="2341"/>
            <a:chExt cx="2221" cy="1226"/>
          </a:xfrm>
        </p:grpSpPr>
        <p:sp>
          <p:nvSpPr>
            <p:cNvPr id="190473" name="Oval 23"/>
            <p:cNvSpPr>
              <a:spLocks noChangeArrowheads="1"/>
            </p:cNvSpPr>
            <p:nvPr/>
          </p:nvSpPr>
          <p:spPr bwMode="auto">
            <a:xfrm>
              <a:off x="1202" y="2795"/>
              <a:ext cx="363" cy="363"/>
            </a:xfrm>
            <a:prstGeom prst="ellipse">
              <a:avLst/>
            </a:prstGeom>
            <a:gradFill rotWithShape="1">
              <a:gsLst>
                <a:gs pos="0">
                  <a:srgbClr val="0099FF"/>
                </a:gs>
                <a:gs pos="100000">
                  <a:srgbClr val="004776"/>
                </a:gs>
              </a:gsLst>
              <a:path path="shape">
                <a:fillToRect l="50000" t="50000" r="50000" b="50000"/>
              </a:path>
            </a:gradFill>
            <a:ln w="38100">
              <a:solidFill>
                <a:srgbClr val="FF99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endParaRPr lang="zh-CN" altLang="zh-CN" sz="2400" b="0">
                <a:ea typeface="仿宋_GB2312" pitchFamily="49" charset="-122"/>
              </a:endParaRPr>
            </a:p>
          </p:txBody>
        </p:sp>
        <p:sp>
          <p:nvSpPr>
            <p:cNvPr id="190474" name="Line 24"/>
            <p:cNvSpPr>
              <a:spLocks noChangeShapeType="1"/>
            </p:cNvSpPr>
            <p:nvPr/>
          </p:nvSpPr>
          <p:spPr bwMode="auto">
            <a:xfrm flipH="1">
              <a:off x="1383" y="2342"/>
              <a:ext cx="0" cy="1224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0475" name="Line 25"/>
            <p:cNvSpPr>
              <a:spLocks noChangeShapeType="1"/>
            </p:cNvSpPr>
            <p:nvPr/>
          </p:nvSpPr>
          <p:spPr bwMode="auto">
            <a:xfrm>
              <a:off x="2200" y="2341"/>
              <a:ext cx="0" cy="1225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 type="oval" w="med" len="med"/>
              <a:tailEnd type="oval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0476" name="Line 26"/>
            <p:cNvSpPr>
              <a:spLocks noChangeShapeType="1"/>
            </p:cNvSpPr>
            <p:nvPr/>
          </p:nvSpPr>
          <p:spPr bwMode="auto">
            <a:xfrm>
              <a:off x="3015" y="3022"/>
              <a:ext cx="0" cy="545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0477" name="Line 27"/>
            <p:cNvSpPr>
              <a:spLocks noChangeShapeType="1"/>
            </p:cNvSpPr>
            <p:nvPr/>
          </p:nvSpPr>
          <p:spPr bwMode="auto">
            <a:xfrm>
              <a:off x="3016" y="2341"/>
              <a:ext cx="1" cy="584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0478" name="Rectangle 28"/>
            <p:cNvSpPr>
              <a:spLocks noChangeArrowheads="1"/>
            </p:cNvSpPr>
            <p:nvPr/>
          </p:nvSpPr>
          <p:spPr bwMode="auto">
            <a:xfrm>
              <a:off x="2699" y="2841"/>
              <a:ext cx="149" cy="269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C</a:t>
              </a:r>
              <a:endParaRPr lang="en-US" altLang="zh-CN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190479" name="Rectangle 29"/>
            <p:cNvSpPr>
              <a:spLocks noChangeArrowheads="1"/>
            </p:cNvSpPr>
            <p:nvPr/>
          </p:nvSpPr>
          <p:spPr bwMode="auto">
            <a:xfrm>
              <a:off x="1656" y="2841"/>
              <a:ext cx="197" cy="269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u</a:t>
              </a:r>
              <a:r>
                <a:rPr lang="en-US" altLang="zh-CN" b="0" baseline="-2500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S</a:t>
              </a:r>
            </a:p>
          </p:txBody>
        </p:sp>
        <p:sp>
          <p:nvSpPr>
            <p:cNvPr id="190480" name="Rectangle 30"/>
            <p:cNvSpPr>
              <a:spLocks noChangeArrowheads="1"/>
            </p:cNvSpPr>
            <p:nvPr/>
          </p:nvSpPr>
          <p:spPr bwMode="auto">
            <a:xfrm>
              <a:off x="3151" y="2660"/>
              <a:ext cx="126" cy="269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+</a:t>
              </a:r>
            </a:p>
          </p:txBody>
        </p:sp>
        <p:sp>
          <p:nvSpPr>
            <p:cNvPr id="190481" name="Rectangle 31"/>
            <p:cNvSpPr>
              <a:spLocks noChangeArrowheads="1"/>
            </p:cNvSpPr>
            <p:nvPr/>
          </p:nvSpPr>
          <p:spPr bwMode="auto">
            <a:xfrm>
              <a:off x="1475" y="2523"/>
              <a:ext cx="126" cy="269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b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+</a:t>
              </a:r>
            </a:p>
          </p:txBody>
        </p:sp>
        <p:sp>
          <p:nvSpPr>
            <p:cNvPr id="190482" name="Rectangle 32"/>
            <p:cNvSpPr>
              <a:spLocks noChangeArrowheads="1"/>
            </p:cNvSpPr>
            <p:nvPr/>
          </p:nvSpPr>
          <p:spPr bwMode="auto">
            <a:xfrm>
              <a:off x="1429" y="3158"/>
              <a:ext cx="112" cy="269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b="0">
                  <a:solidFill>
                    <a:schemeClr val="bg1"/>
                  </a:solidFill>
                  <a:latin typeface="宋体" pitchFamily="2" charset="-122"/>
                  <a:ea typeface="宋体" pitchFamily="2" charset="-122"/>
                </a:rPr>
                <a:t>-</a:t>
              </a:r>
            </a:p>
          </p:txBody>
        </p:sp>
        <p:sp>
          <p:nvSpPr>
            <p:cNvPr id="190483" name="Rectangle 33"/>
            <p:cNvSpPr>
              <a:spLocks noChangeArrowheads="1"/>
            </p:cNvSpPr>
            <p:nvPr/>
          </p:nvSpPr>
          <p:spPr bwMode="auto">
            <a:xfrm>
              <a:off x="3151" y="2886"/>
              <a:ext cx="272" cy="269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u</a:t>
              </a:r>
              <a:r>
                <a:rPr lang="en-US" altLang="zh-CN" b="0" baseline="-2500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C</a:t>
              </a:r>
            </a:p>
          </p:txBody>
        </p:sp>
        <p:sp>
          <p:nvSpPr>
            <p:cNvPr id="190484" name="Rectangle 34"/>
            <p:cNvSpPr>
              <a:spLocks noChangeArrowheads="1"/>
            </p:cNvSpPr>
            <p:nvPr/>
          </p:nvSpPr>
          <p:spPr bwMode="auto">
            <a:xfrm>
              <a:off x="3106" y="3158"/>
              <a:ext cx="112" cy="269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b="0">
                  <a:solidFill>
                    <a:schemeClr val="bg1"/>
                  </a:solidFill>
                  <a:latin typeface="宋体" pitchFamily="2" charset="-122"/>
                  <a:ea typeface="宋体" pitchFamily="2" charset="-122"/>
                </a:rPr>
                <a:t>-</a:t>
              </a:r>
            </a:p>
          </p:txBody>
        </p:sp>
        <p:grpSp>
          <p:nvGrpSpPr>
            <p:cNvPr id="190485" name="Group 35"/>
            <p:cNvGrpSpPr>
              <a:grpSpLocks/>
            </p:cNvGrpSpPr>
            <p:nvPr/>
          </p:nvGrpSpPr>
          <p:grpSpPr bwMode="auto">
            <a:xfrm>
              <a:off x="2879" y="2932"/>
              <a:ext cx="240" cy="93"/>
              <a:chOff x="3787" y="2478"/>
              <a:chExt cx="240" cy="93"/>
            </a:xfrm>
          </p:grpSpPr>
          <p:sp>
            <p:nvSpPr>
              <p:cNvPr id="190486" name="Line 36"/>
              <p:cNvSpPr>
                <a:spLocks noChangeShapeType="1"/>
              </p:cNvSpPr>
              <p:nvPr/>
            </p:nvSpPr>
            <p:spPr bwMode="auto">
              <a:xfrm flipV="1">
                <a:off x="3787" y="2568"/>
                <a:ext cx="240" cy="3"/>
              </a:xfrm>
              <a:prstGeom prst="line">
                <a:avLst/>
              </a:prstGeom>
              <a:noFill/>
              <a:ln w="57150">
                <a:solidFill>
                  <a:srgbClr val="FF99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90487" name="Line 37"/>
              <p:cNvSpPr>
                <a:spLocks noChangeShapeType="1"/>
              </p:cNvSpPr>
              <p:nvPr/>
            </p:nvSpPr>
            <p:spPr bwMode="auto">
              <a:xfrm>
                <a:off x="3787" y="2478"/>
                <a:ext cx="240" cy="1"/>
              </a:xfrm>
              <a:prstGeom prst="line">
                <a:avLst/>
              </a:prstGeom>
              <a:noFill/>
              <a:ln w="57150">
                <a:solidFill>
                  <a:srgbClr val="FF99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90488" name="Rectangle 38"/>
            <p:cNvSpPr>
              <a:spLocks noChangeArrowheads="1"/>
            </p:cNvSpPr>
            <p:nvPr/>
          </p:nvSpPr>
          <p:spPr bwMode="auto">
            <a:xfrm>
              <a:off x="1980" y="2750"/>
              <a:ext cx="310" cy="269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R</a:t>
              </a:r>
              <a:endParaRPr lang="en-US" altLang="zh-CN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190489" name="Line 39"/>
            <p:cNvSpPr>
              <a:spLocks noChangeShapeType="1"/>
            </p:cNvSpPr>
            <p:nvPr/>
          </p:nvSpPr>
          <p:spPr bwMode="auto">
            <a:xfrm>
              <a:off x="1383" y="3566"/>
              <a:ext cx="1633" cy="0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0490" name="Line 40"/>
            <p:cNvSpPr>
              <a:spLocks noChangeShapeType="1"/>
            </p:cNvSpPr>
            <p:nvPr/>
          </p:nvSpPr>
          <p:spPr bwMode="auto">
            <a:xfrm flipV="1">
              <a:off x="1383" y="2341"/>
              <a:ext cx="1633" cy="1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0491" name="Rectangle 41"/>
            <p:cNvSpPr>
              <a:spLocks noChangeArrowheads="1"/>
            </p:cNvSpPr>
            <p:nvPr/>
          </p:nvSpPr>
          <p:spPr bwMode="auto">
            <a:xfrm>
              <a:off x="2154" y="2750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</a:gradFill>
            <a:ln w="2857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290879" name="Group 63"/>
          <p:cNvGrpSpPr>
            <a:grpSpLocks/>
          </p:cNvGrpSpPr>
          <p:nvPr/>
        </p:nvGrpSpPr>
        <p:grpSpPr bwMode="auto">
          <a:xfrm>
            <a:off x="4211638" y="908050"/>
            <a:ext cx="1296987" cy="1117600"/>
            <a:chOff x="2653" y="572"/>
            <a:chExt cx="817" cy="704"/>
          </a:xfrm>
        </p:grpSpPr>
        <p:sp>
          <p:nvSpPr>
            <p:cNvPr id="190493" name="AutoShape 61"/>
            <p:cNvSpPr>
              <a:spLocks noChangeArrowheads="1"/>
            </p:cNvSpPr>
            <p:nvPr/>
          </p:nvSpPr>
          <p:spPr bwMode="auto">
            <a:xfrm>
              <a:off x="2653" y="890"/>
              <a:ext cx="771" cy="181"/>
            </a:xfrm>
            <a:prstGeom prst="leftRightArrow">
              <a:avLst>
                <a:gd name="adj1" fmla="val 50000"/>
                <a:gd name="adj2" fmla="val 85134"/>
              </a:avLst>
            </a:prstGeom>
            <a:solidFill>
              <a:srgbClr val="00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0494" name="Text Box 62"/>
            <p:cNvSpPr txBox="1">
              <a:spLocks noChangeArrowheads="1"/>
            </p:cNvSpPr>
            <p:nvPr/>
          </p:nvSpPr>
          <p:spPr bwMode="auto">
            <a:xfrm>
              <a:off x="2744" y="572"/>
              <a:ext cx="726" cy="7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Bef>
                  <a:spcPct val="50000"/>
                </a:spcBef>
              </a:pPr>
              <a:r>
                <a:rPr lang="zh-CN" altLang="en-US"/>
                <a:t>零阶电路</a:t>
              </a:r>
            </a:p>
          </p:txBody>
        </p:sp>
      </p:grpSp>
      <p:grpSp>
        <p:nvGrpSpPr>
          <p:cNvPr id="190495" name="Group 64"/>
          <p:cNvGrpSpPr>
            <a:grpSpLocks/>
          </p:cNvGrpSpPr>
          <p:nvPr/>
        </p:nvGrpSpPr>
        <p:grpSpPr bwMode="auto">
          <a:xfrm>
            <a:off x="6588125" y="6446838"/>
            <a:ext cx="792163" cy="366712"/>
            <a:chOff x="4649" y="4020"/>
            <a:chExt cx="499" cy="231"/>
          </a:xfrm>
        </p:grpSpPr>
        <p:pic>
          <p:nvPicPr>
            <p:cNvPr id="190496" name="Picture 65" descr="78900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90497" name="Text Box 66">
              <a:hlinkClick r:id="rId3" action="ppaction://hlinksldjump"/>
            </p:cNvPr>
            <p:cNvSpPr txBox="1">
              <a:spLocks noChangeArrowheads="1"/>
            </p:cNvSpPr>
            <p:nvPr/>
          </p:nvSpPr>
          <p:spPr bwMode="auto"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0">
                  <a:solidFill>
                    <a:schemeClr val="bg1"/>
                  </a:solidFill>
                  <a:latin typeface="隶书" pitchFamily="49" charset="-122"/>
                  <a:ea typeface="隶书" pitchFamily="49" charset="-122"/>
                </a:rPr>
                <a:t>返 回</a:t>
              </a:r>
            </a:p>
          </p:txBody>
        </p:sp>
      </p:grpSp>
      <p:grpSp>
        <p:nvGrpSpPr>
          <p:cNvPr id="290883" name="Group 67"/>
          <p:cNvGrpSpPr>
            <a:grpSpLocks/>
          </p:cNvGrpSpPr>
          <p:nvPr/>
        </p:nvGrpSpPr>
        <p:grpSpPr bwMode="auto">
          <a:xfrm>
            <a:off x="5580063" y="692150"/>
            <a:ext cx="2736850" cy="1800225"/>
            <a:chOff x="3515" y="436"/>
            <a:chExt cx="1724" cy="1134"/>
          </a:xfrm>
        </p:grpSpPr>
        <p:sp>
          <p:nvSpPr>
            <p:cNvPr id="190499" name="Line 43"/>
            <p:cNvSpPr>
              <a:spLocks noChangeShapeType="1"/>
            </p:cNvSpPr>
            <p:nvPr/>
          </p:nvSpPr>
          <p:spPr bwMode="auto">
            <a:xfrm>
              <a:off x="3697" y="481"/>
              <a:ext cx="1451" cy="0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90500" name="Group 44"/>
            <p:cNvGrpSpPr>
              <a:grpSpLocks/>
            </p:cNvGrpSpPr>
            <p:nvPr/>
          </p:nvGrpSpPr>
          <p:grpSpPr bwMode="auto">
            <a:xfrm>
              <a:off x="5148" y="799"/>
              <a:ext cx="91" cy="362"/>
              <a:chOff x="2744" y="2931"/>
              <a:chExt cx="57" cy="283"/>
            </a:xfrm>
          </p:grpSpPr>
          <p:sp>
            <p:nvSpPr>
              <p:cNvPr id="190501" name="Arc 45"/>
              <p:cNvSpPr>
                <a:spLocks noChangeArrowheads="1"/>
              </p:cNvSpPr>
              <p:nvPr/>
            </p:nvSpPr>
            <p:spPr bwMode="auto">
              <a:xfrm rot="10800000" flipH="1" flipV="1">
                <a:off x="2744" y="2931"/>
                <a:ext cx="57" cy="91"/>
              </a:xfrm>
              <a:custGeom>
                <a:avLst/>
                <a:gdLst/>
                <a:ahLst/>
                <a:cxnLst>
                  <a:cxn ang="0">
                    <a:pos x="1123" y="0"/>
                  </a:cxn>
                  <a:cxn ang="0">
                    <a:pos x="22723" y="21600"/>
                  </a:cxn>
                  <a:cxn ang="0">
                    <a:pos x="1123" y="43200"/>
                  </a:cxn>
                  <a:cxn ang="0">
                    <a:pos x="0" y="43170"/>
                  </a:cxn>
                  <a:cxn ang="0">
                    <a:pos x="1123" y="0"/>
                  </a:cxn>
                  <a:cxn ang="0">
                    <a:pos x="22723" y="21600"/>
                  </a:cxn>
                  <a:cxn ang="0">
                    <a:pos x="1123" y="43200"/>
                  </a:cxn>
                  <a:cxn ang="0">
                    <a:pos x="0" y="43170"/>
                  </a:cxn>
                  <a:cxn ang="0">
                    <a:pos x="1123" y="21600"/>
                  </a:cxn>
                  <a:cxn ang="0">
                    <a:pos x="1123" y="0"/>
                  </a:cxn>
                </a:cxnLst>
                <a:rect l="0" t="0" r="r" b="b"/>
                <a:pathLst>
                  <a:path w="22723" h="43200" fill="none">
                    <a:moveTo>
                      <a:pt x="1123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>
                    <a:moveTo>
                      <a:pt x="1123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lnTo>
                      <a:pt x="1123" y="0"/>
                    </a:lnTo>
                    <a:close/>
                  </a:path>
                </a:pathLst>
              </a:custGeom>
              <a:noFill/>
              <a:ln w="38100">
                <a:solidFill>
                  <a:srgbClr val="FF99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90502" name="Arc 46"/>
              <p:cNvSpPr>
                <a:spLocks noChangeArrowheads="1"/>
              </p:cNvSpPr>
              <p:nvPr/>
            </p:nvSpPr>
            <p:spPr bwMode="auto">
              <a:xfrm rot="10800000" flipH="1" flipV="1">
                <a:off x="2744" y="3027"/>
                <a:ext cx="57" cy="91"/>
              </a:xfrm>
              <a:custGeom>
                <a:avLst/>
                <a:gdLst/>
                <a:ahLst/>
                <a:cxnLst>
                  <a:cxn ang="0">
                    <a:pos x="1123" y="0"/>
                  </a:cxn>
                  <a:cxn ang="0">
                    <a:pos x="22723" y="21600"/>
                  </a:cxn>
                  <a:cxn ang="0">
                    <a:pos x="1123" y="43200"/>
                  </a:cxn>
                  <a:cxn ang="0">
                    <a:pos x="0" y="43170"/>
                  </a:cxn>
                  <a:cxn ang="0">
                    <a:pos x="1123" y="0"/>
                  </a:cxn>
                  <a:cxn ang="0">
                    <a:pos x="22723" y="21600"/>
                  </a:cxn>
                  <a:cxn ang="0">
                    <a:pos x="1123" y="43200"/>
                  </a:cxn>
                  <a:cxn ang="0">
                    <a:pos x="0" y="43170"/>
                  </a:cxn>
                  <a:cxn ang="0">
                    <a:pos x="1123" y="21600"/>
                  </a:cxn>
                  <a:cxn ang="0">
                    <a:pos x="1123" y="0"/>
                  </a:cxn>
                </a:cxnLst>
                <a:rect l="0" t="0" r="r" b="b"/>
                <a:pathLst>
                  <a:path w="22723" h="43200" fill="none">
                    <a:moveTo>
                      <a:pt x="1123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>
                    <a:moveTo>
                      <a:pt x="1123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lnTo>
                      <a:pt x="1123" y="0"/>
                    </a:lnTo>
                    <a:close/>
                  </a:path>
                </a:pathLst>
              </a:custGeom>
              <a:noFill/>
              <a:ln w="38100">
                <a:solidFill>
                  <a:srgbClr val="FF99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90503" name="Arc 47"/>
              <p:cNvSpPr>
                <a:spLocks noChangeArrowheads="1"/>
              </p:cNvSpPr>
              <p:nvPr/>
            </p:nvSpPr>
            <p:spPr bwMode="auto">
              <a:xfrm rot="10800000" flipH="1" flipV="1">
                <a:off x="2744" y="3123"/>
                <a:ext cx="57" cy="91"/>
              </a:xfrm>
              <a:custGeom>
                <a:avLst/>
                <a:gdLst/>
                <a:ahLst/>
                <a:cxnLst>
                  <a:cxn ang="0">
                    <a:pos x="1123" y="0"/>
                  </a:cxn>
                  <a:cxn ang="0">
                    <a:pos x="22723" y="21600"/>
                  </a:cxn>
                  <a:cxn ang="0">
                    <a:pos x="1123" y="43200"/>
                  </a:cxn>
                  <a:cxn ang="0">
                    <a:pos x="0" y="43170"/>
                  </a:cxn>
                  <a:cxn ang="0">
                    <a:pos x="1123" y="0"/>
                  </a:cxn>
                  <a:cxn ang="0">
                    <a:pos x="22723" y="21600"/>
                  </a:cxn>
                  <a:cxn ang="0">
                    <a:pos x="1123" y="43200"/>
                  </a:cxn>
                  <a:cxn ang="0">
                    <a:pos x="0" y="43170"/>
                  </a:cxn>
                  <a:cxn ang="0">
                    <a:pos x="1123" y="21600"/>
                  </a:cxn>
                  <a:cxn ang="0">
                    <a:pos x="1123" y="0"/>
                  </a:cxn>
                </a:cxnLst>
                <a:rect l="0" t="0" r="r" b="b"/>
                <a:pathLst>
                  <a:path w="22723" h="43200" fill="none">
                    <a:moveTo>
                      <a:pt x="1123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>
                    <a:moveTo>
                      <a:pt x="1123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lnTo>
                      <a:pt x="1123" y="0"/>
                    </a:lnTo>
                    <a:close/>
                  </a:path>
                </a:pathLst>
              </a:custGeom>
              <a:noFill/>
              <a:ln w="38100">
                <a:solidFill>
                  <a:srgbClr val="FF99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90504" name="Line 48"/>
            <p:cNvSpPr>
              <a:spLocks noChangeShapeType="1"/>
            </p:cNvSpPr>
            <p:nvPr/>
          </p:nvSpPr>
          <p:spPr bwMode="auto">
            <a:xfrm flipH="1">
              <a:off x="5148" y="1162"/>
              <a:ext cx="0" cy="408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0505" name="Rectangle 50"/>
            <p:cNvSpPr>
              <a:spLocks noChangeArrowheads="1"/>
            </p:cNvSpPr>
            <p:nvPr/>
          </p:nvSpPr>
          <p:spPr bwMode="auto">
            <a:xfrm>
              <a:off x="3787" y="572"/>
              <a:ext cx="272" cy="269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i</a:t>
              </a:r>
              <a:r>
                <a:rPr lang="en-US" altLang="zh-CN" b="0" baseline="-2500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S</a:t>
              </a:r>
            </a:p>
          </p:txBody>
        </p:sp>
        <p:sp>
          <p:nvSpPr>
            <p:cNvPr id="190506" name="Rectangle 51"/>
            <p:cNvSpPr>
              <a:spLocks noChangeArrowheads="1"/>
            </p:cNvSpPr>
            <p:nvPr/>
          </p:nvSpPr>
          <p:spPr bwMode="auto">
            <a:xfrm>
              <a:off x="4287" y="436"/>
              <a:ext cx="317" cy="136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</a:gradFill>
            <a:ln w="2857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0507" name="Line 52"/>
            <p:cNvSpPr>
              <a:spLocks noChangeShapeType="1"/>
            </p:cNvSpPr>
            <p:nvPr/>
          </p:nvSpPr>
          <p:spPr bwMode="auto">
            <a:xfrm>
              <a:off x="3696" y="481"/>
              <a:ext cx="0" cy="1089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0508" name="Rectangle 56"/>
            <p:cNvSpPr>
              <a:spLocks noChangeArrowheads="1"/>
            </p:cNvSpPr>
            <p:nvPr/>
          </p:nvSpPr>
          <p:spPr bwMode="auto">
            <a:xfrm>
              <a:off x="4287" y="572"/>
              <a:ext cx="310" cy="269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R</a:t>
              </a:r>
              <a:endParaRPr lang="en-US" altLang="zh-CN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190509" name="Rectangle 57"/>
            <p:cNvSpPr>
              <a:spLocks noChangeArrowheads="1"/>
            </p:cNvSpPr>
            <p:nvPr/>
          </p:nvSpPr>
          <p:spPr bwMode="auto">
            <a:xfrm>
              <a:off x="4929" y="844"/>
              <a:ext cx="310" cy="269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r>
                <a:rPr lang="en-US" altLang="zh-CN" b="0" 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L</a:t>
              </a:r>
              <a:endParaRPr lang="en-US" altLang="zh-CN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190510" name="Line 58"/>
            <p:cNvSpPr>
              <a:spLocks noChangeShapeType="1"/>
            </p:cNvSpPr>
            <p:nvPr/>
          </p:nvSpPr>
          <p:spPr bwMode="auto">
            <a:xfrm flipH="1">
              <a:off x="5148" y="481"/>
              <a:ext cx="0" cy="318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0511" name="Line 59"/>
            <p:cNvSpPr>
              <a:spLocks noChangeShapeType="1"/>
            </p:cNvSpPr>
            <p:nvPr/>
          </p:nvSpPr>
          <p:spPr bwMode="auto">
            <a:xfrm flipH="1">
              <a:off x="3697" y="1570"/>
              <a:ext cx="1451" cy="0"/>
            </a:xfrm>
            <a:prstGeom prst="line">
              <a:avLst/>
            </a:prstGeom>
            <a:noFill/>
            <a:ln w="28575">
              <a:solidFill>
                <a:srgbClr val="FFCC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0512" name="Line 49"/>
            <p:cNvSpPr>
              <a:spLocks noChangeShapeType="1"/>
            </p:cNvSpPr>
            <p:nvPr/>
          </p:nvSpPr>
          <p:spPr bwMode="auto">
            <a:xfrm>
              <a:off x="3696" y="572"/>
              <a:ext cx="0" cy="364"/>
            </a:xfrm>
            <a:prstGeom prst="line">
              <a:avLst/>
            </a:prstGeom>
            <a:noFill/>
            <a:ln w="28575">
              <a:solidFill>
                <a:srgbClr val="00FFFF"/>
              </a:solidFill>
              <a:round/>
              <a:headEnd type="triangle" w="med" len="med"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90513" name="Group 53"/>
            <p:cNvGrpSpPr>
              <a:grpSpLocks/>
            </p:cNvGrpSpPr>
            <p:nvPr/>
          </p:nvGrpSpPr>
          <p:grpSpPr bwMode="auto">
            <a:xfrm>
              <a:off x="3515" y="935"/>
              <a:ext cx="363" cy="363"/>
              <a:chOff x="4785" y="709"/>
              <a:chExt cx="363" cy="363"/>
            </a:xfrm>
          </p:grpSpPr>
          <p:sp>
            <p:nvSpPr>
              <p:cNvPr id="190514" name="Oval 54"/>
              <p:cNvSpPr>
                <a:spLocks noChangeArrowheads="1"/>
              </p:cNvSpPr>
              <p:nvPr/>
            </p:nvSpPr>
            <p:spPr bwMode="auto">
              <a:xfrm>
                <a:off x="4785" y="709"/>
                <a:ext cx="363" cy="363"/>
              </a:xfrm>
              <a:prstGeom prst="ellipse">
                <a:avLst/>
              </a:prstGeom>
              <a:gradFill rotWithShape="1">
                <a:gsLst>
                  <a:gs pos="0">
                    <a:srgbClr val="0099FF"/>
                  </a:gs>
                  <a:gs pos="100000">
                    <a:srgbClr val="004776"/>
                  </a:gs>
                </a:gsLst>
                <a:path path="shape">
                  <a:fillToRect l="50000" t="50000" r="50000" b="50000"/>
                </a:path>
              </a:gradFill>
              <a:ln w="38100">
                <a:solidFill>
                  <a:srgbClr val="FF99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endParaRPr lang="zh-CN" altLang="zh-CN" sz="2400" b="0">
                  <a:ea typeface="仿宋_GB2312" pitchFamily="49" charset="-122"/>
                </a:endParaRPr>
              </a:p>
            </p:txBody>
          </p:sp>
          <p:sp>
            <p:nvSpPr>
              <p:cNvPr id="190515" name="Line 55"/>
              <p:cNvSpPr>
                <a:spLocks noChangeShapeType="1"/>
              </p:cNvSpPr>
              <p:nvPr/>
            </p:nvSpPr>
            <p:spPr bwMode="auto">
              <a:xfrm>
                <a:off x="4785" y="890"/>
                <a:ext cx="363" cy="0"/>
              </a:xfrm>
              <a:prstGeom prst="line">
                <a:avLst/>
              </a:prstGeom>
              <a:noFill/>
              <a:ln w="38100">
                <a:solidFill>
                  <a:srgbClr val="FF99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8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908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8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2908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8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2908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8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0" dur="1000"/>
                                        <p:tgtEl>
                                          <p:spTgt spid="2908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0818" grpId="0"/>
    </p:bldLst>
  </p:timing>
</p:sld>
</file>

<file path=ppt/slides/slide1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659" name="Text Box 3"/>
          <p:cNvSpPr txBox="1">
            <a:spLocks noChangeArrowheads="1"/>
          </p:cNvSpPr>
          <p:nvPr/>
        </p:nvSpPr>
        <p:spPr bwMode="auto">
          <a:xfrm>
            <a:off x="323850" y="476250"/>
            <a:ext cx="5081588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3200">
                <a:solidFill>
                  <a:schemeClr val="bg1"/>
                </a:solidFill>
                <a:latin typeface="楷体_GB2312" pitchFamily="49" charset="-122"/>
              </a:rPr>
              <a:t>2.</a:t>
            </a:r>
            <a:r>
              <a:rPr lang="zh-CN" altLang="en-US" sz="3200">
                <a:solidFill>
                  <a:schemeClr val="bg1"/>
                </a:solidFill>
                <a:latin typeface="楷体_GB2312" pitchFamily="49" charset="-122"/>
              </a:rPr>
              <a:t>动态电路中初始值的计算</a:t>
            </a:r>
          </a:p>
        </p:txBody>
      </p:sp>
      <p:grpSp>
        <p:nvGrpSpPr>
          <p:cNvPr id="191490" name="Group 5"/>
          <p:cNvGrpSpPr>
            <a:grpSpLocks/>
          </p:cNvGrpSpPr>
          <p:nvPr/>
        </p:nvGrpSpPr>
        <p:grpSpPr bwMode="auto"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191491" name="Picture 6" descr="78900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91492" name="Text Box 7">
              <a:hlinkClick r:id="" action="ppaction://hlinkshowjump?jump=nextslide"/>
            </p:cNvPr>
            <p:cNvSpPr txBox="1">
              <a:spLocks noChangeArrowheads="1"/>
            </p:cNvSpPr>
            <p:nvPr/>
          </p:nvSpPr>
          <p:spPr bwMode="auto"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0">
                  <a:solidFill>
                    <a:schemeClr val="bg1"/>
                  </a:solidFill>
                  <a:latin typeface="隶书" pitchFamily="49" charset="-122"/>
                  <a:ea typeface="隶书" pitchFamily="49" charset="-122"/>
                </a:rPr>
                <a:t>下 页</a:t>
              </a:r>
            </a:p>
          </p:txBody>
        </p:sp>
      </p:grpSp>
      <p:grpSp>
        <p:nvGrpSpPr>
          <p:cNvPr id="191493" name="Group 8"/>
          <p:cNvGrpSpPr>
            <a:grpSpLocks/>
          </p:cNvGrpSpPr>
          <p:nvPr/>
        </p:nvGrpSpPr>
        <p:grpSpPr bwMode="auto">
          <a:xfrm>
            <a:off x="7453313" y="6446838"/>
            <a:ext cx="792162" cy="366712"/>
            <a:chOff x="4649" y="4020"/>
            <a:chExt cx="499" cy="231"/>
          </a:xfrm>
        </p:grpSpPr>
        <p:pic>
          <p:nvPicPr>
            <p:cNvPr id="191494" name="Picture 9" descr="78900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91495" name="Text Box 10">
              <a:hlinkClick r:id="" action="ppaction://hlinkshowjump?jump=previousslide"/>
            </p:cNvPr>
            <p:cNvSpPr txBox="1">
              <a:spLocks noChangeArrowheads="1"/>
            </p:cNvSpPr>
            <p:nvPr/>
          </p:nvSpPr>
          <p:spPr bwMode="auto"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0">
                  <a:solidFill>
                    <a:schemeClr val="bg1"/>
                  </a:solidFill>
                  <a:latin typeface="隶书" pitchFamily="49" charset="-122"/>
                  <a:ea typeface="隶书" pitchFamily="49" charset="-122"/>
                </a:rPr>
                <a:t>上 页</a:t>
              </a:r>
            </a:p>
          </p:txBody>
        </p:sp>
      </p:grpSp>
      <p:graphicFrame>
        <p:nvGraphicFramePr>
          <p:cNvPr id="326693" name="Object 37"/>
          <p:cNvGraphicFramePr>
            <a:graphicFrameLocks noChangeAspect="1"/>
          </p:cNvGraphicFramePr>
          <p:nvPr/>
        </p:nvGraphicFramePr>
        <p:xfrm>
          <a:off x="1403350" y="1700213"/>
          <a:ext cx="2735263" cy="585787"/>
        </p:xfrm>
        <a:graphic>
          <a:graphicData uri="http://schemas.openxmlformats.org/presentationml/2006/ole">
            <p:oleObj spid="_x0000_s191496" r:id="rId4" imgW="961920" imgH="196200" progId="Equation.3">
              <p:embed/>
            </p:oleObj>
          </a:graphicData>
        </a:graphic>
      </p:graphicFrame>
      <p:graphicFrame>
        <p:nvGraphicFramePr>
          <p:cNvPr id="326692" name="Object 36"/>
          <p:cNvGraphicFramePr>
            <a:graphicFrameLocks noChangeAspect="1"/>
          </p:cNvGraphicFramePr>
          <p:nvPr/>
        </p:nvGraphicFramePr>
        <p:xfrm>
          <a:off x="4787900" y="1628775"/>
          <a:ext cx="2665413" cy="595313"/>
        </p:xfrm>
        <a:graphic>
          <a:graphicData uri="http://schemas.openxmlformats.org/presentationml/2006/ole">
            <p:oleObj spid="_x0000_s191497" r:id="rId5" imgW="880560" imgH="184680" progId="Equation.3">
              <p:embed/>
            </p:oleObj>
          </a:graphicData>
        </a:graphic>
      </p:graphicFrame>
      <p:sp>
        <p:nvSpPr>
          <p:cNvPr id="326694" name="Rectangle 38"/>
          <p:cNvSpPr>
            <a:spLocks noChangeArrowheads="1"/>
          </p:cNvSpPr>
          <p:nvPr/>
        </p:nvSpPr>
        <p:spPr bwMode="auto">
          <a:xfrm>
            <a:off x="611188" y="1125538"/>
            <a:ext cx="7381875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indent="266700"/>
            <a:r>
              <a:rPr lang="zh-CN" altLang="en-US">
                <a:latin typeface="楷体_GB2312" pitchFamily="49" charset="-122"/>
              </a:rPr>
              <a:t>对于通常电路，初始值由下面关系确定	</a:t>
            </a:r>
            <a:endParaRPr lang="zh-CN" altLang="en-US">
              <a:latin typeface="楷体_GB2312" pitchFamily="49" charset="-122"/>
              <a:cs typeface="Times New Roman" pitchFamily="18" charset="0"/>
            </a:endParaRPr>
          </a:p>
        </p:txBody>
      </p:sp>
      <p:graphicFrame>
        <p:nvGraphicFramePr>
          <p:cNvPr id="326697" name="Object 41"/>
          <p:cNvGraphicFramePr>
            <a:graphicFrameLocks noChangeAspect="1"/>
          </p:cNvGraphicFramePr>
          <p:nvPr/>
        </p:nvGraphicFramePr>
        <p:xfrm>
          <a:off x="2916238" y="2420938"/>
          <a:ext cx="2663825" cy="569912"/>
        </p:xfrm>
        <a:graphic>
          <a:graphicData uri="http://schemas.openxmlformats.org/presentationml/2006/ole">
            <p:oleObj spid="_x0000_s191499" r:id="rId6" imgW="961920" imgH="196200" progId="Equation.3">
              <p:embed/>
            </p:oleObj>
          </a:graphicData>
        </a:graphic>
      </p:graphicFrame>
      <p:graphicFrame>
        <p:nvGraphicFramePr>
          <p:cNvPr id="326696" name="Object 40"/>
          <p:cNvGraphicFramePr>
            <a:graphicFrameLocks noChangeAspect="1"/>
          </p:cNvGraphicFramePr>
          <p:nvPr/>
        </p:nvGraphicFramePr>
        <p:xfrm>
          <a:off x="2916238" y="3141663"/>
          <a:ext cx="2735262" cy="611187"/>
        </p:xfrm>
        <a:graphic>
          <a:graphicData uri="http://schemas.openxmlformats.org/presentationml/2006/ole">
            <p:oleObj spid="_x0000_s191500" r:id="rId7" imgW="880560" imgH="184680" progId="Equation.3">
              <p:embed/>
            </p:oleObj>
          </a:graphicData>
        </a:graphic>
      </p:graphicFrame>
      <p:sp>
        <p:nvSpPr>
          <p:cNvPr id="326698" name="Rectangle 42"/>
          <p:cNvSpPr>
            <a:spLocks noChangeArrowheads="1"/>
          </p:cNvSpPr>
          <p:nvPr/>
        </p:nvSpPr>
        <p:spPr bwMode="auto">
          <a:xfrm>
            <a:off x="468313" y="2420938"/>
            <a:ext cx="2317750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zh-CN" altLang="en-US">
                <a:latin typeface="宋体" pitchFamily="2" charset="-122"/>
              </a:rPr>
              <a:t>在下面情况下</a:t>
            </a:r>
            <a:endParaRPr lang="zh-CN" altLang="en-US">
              <a:cs typeface="Times New Roman" pitchFamily="18" charset="0"/>
            </a:endParaRPr>
          </a:p>
        </p:txBody>
      </p:sp>
      <p:sp>
        <p:nvSpPr>
          <p:cNvPr id="191502" name="Rectangle 44"/>
          <p:cNvSpPr>
            <a:spLocks noChangeArrowheads="1"/>
          </p:cNvSpPr>
          <p:nvPr/>
        </p:nvSpPr>
        <p:spPr bwMode="auto">
          <a:xfrm>
            <a:off x="3971925" y="3767138"/>
            <a:ext cx="222250" cy="26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en-US" altLang="zh-CN" sz="1100" b="0">
                <a:solidFill>
                  <a:schemeClr val="tx1"/>
                </a:solidFill>
              </a:rPr>
              <a:t> </a:t>
            </a:r>
            <a:endParaRPr lang="en-US" altLang="zh-CN" sz="1800" b="0">
              <a:solidFill>
                <a:schemeClr val="tx1"/>
              </a:solidFill>
              <a:ea typeface="宋体" pitchFamily="2" charset="-122"/>
            </a:endParaRPr>
          </a:p>
        </p:txBody>
      </p:sp>
      <p:sp>
        <p:nvSpPr>
          <p:cNvPr id="326703" name="Rectangle 47"/>
          <p:cNvSpPr>
            <a:spLocks noChangeArrowheads="1"/>
          </p:cNvSpPr>
          <p:nvPr/>
        </p:nvSpPr>
        <p:spPr bwMode="auto">
          <a:xfrm>
            <a:off x="611188" y="3860800"/>
            <a:ext cx="7848600" cy="2143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marL="342900" indent="-342900">
              <a:lnSpc>
                <a:spcPct val="120000"/>
              </a:lnSpc>
              <a:buFontTx/>
              <a:buAutoNum type="circleNumDbPlain"/>
            </a:pPr>
            <a:r>
              <a:rPr lang="zh-CN" altLang="en-US">
                <a:latin typeface="楷体_GB2312" pitchFamily="49" charset="-122"/>
              </a:rPr>
              <a:t>换路后的电路有纯电容构成的回路，或有由电容和独立电压源构成的回路，且回路中各个电容上电压值</a:t>
            </a:r>
            <a:r>
              <a:rPr lang="en-US" altLang="zh-CN" b="0" i="1">
                <a:solidFill>
                  <a:schemeClr val="bg1"/>
                </a:solidFill>
                <a:latin typeface="Times New Roman" pitchFamily="18" charset="0"/>
              </a:rPr>
              <a:t>u</a:t>
            </a:r>
            <a:r>
              <a:rPr lang="en-US" altLang="zh-CN" b="0" baseline="-25000">
                <a:solidFill>
                  <a:schemeClr val="bg1"/>
                </a:solidFill>
                <a:latin typeface="Times New Roman" pitchFamily="18" charset="0"/>
              </a:rPr>
              <a:t>C</a:t>
            </a:r>
            <a:r>
              <a:rPr lang="en-US" altLang="zh-CN" b="0">
                <a:solidFill>
                  <a:schemeClr val="bg1"/>
                </a:solidFill>
                <a:latin typeface="Times New Roman" pitchFamily="18" charset="0"/>
              </a:rPr>
              <a:t>(0</a:t>
            </a:r>
            <a:r>
              <a:rPr lang="en-US" altLang="zh-CN" b="0" baseline="-25000">
                <a:solidFill>
                  <a:schemeClr val="bg1"/>
                </a:solidFill>
                <a:latin typeface="宋体" pitchFamily="2" charset="-122"/>
              </a:rPr>
              <a:t>-</a:t>
            </a:r>
            <a:r>
              <a:rPr lang="en-US" altLang="zh-CN" b="0">
                <a:solidFill>
                  <a:schemeClr val="bg1"/>
                </a:solidFill>
                <a:latin typeface="Times New Roman" pitchFamily="18" charset="0"/>
              </a:rPr>
              <a:t>)</a:t>
            </a:r>
            <a:r>
              <a:rPr lang="zh-CN" altLang="en-US"/>
              <a:t>的代数和不等于该回路中各个电压源初始值的代数和。</a:t>
            </a:r>
            <a:endParaRPr lang="zh-CN" altLang="en-US">
              <a:cs typeface="Times New Roman" pitchFamily="18" charset="0"/>
            </a:endParaRPr>
          </a:p>
        </p:txBody>
      </p:sp>
      <p:grpSp>
        <p:nvGrpSpPr>
          <p:cNvPr id="191504" name="Group 50"/>
          <p:cNvGrpSpPr>
            <a:grpSpLocks/>
          </p:cNvGrpSpPr>
          <p:nvPr/>
        </p:nvGrpSpPr>
        <p:grpSpPr bwMode="auto">
          <a:xfrm>
            <a:off x="6588125" y="6446838"/>
            <a:ext cx="792163" cy="366712"/>
            <a:chOff x="4649" y="4020"/>
            <a:chExt cx="499" cy="231"/>
          </a:xfrm>
        </p:grpSpPr>
        <p:pic>
          <p:nvPicPr>
            <p:cNvPr id="191505" name="Picture 51" descr="78900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91506" name="Text Box 52">
              <a:hlinkClick r:id="rId8" action="ppaction://hlinksldjump"/>
            </p:cNvPr>
            <p:cNvSpPr txBox="1">
              <a:spLocks noChangeArrowheads="1"/>
            </p:cNvSpPr>
            <p:nvPr/>
          </p:nvSpPr>
          <p:spPr bwMode="auto"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0">
                  <a:solidFill>
                    <a:schemeClr val="bg1"/>
                  </a:solidFill>
                  <a:latin typeface="隶书" pitchFamily="49" charset="-122"/>
                  <a:ea typeface="隶书" pitchFamily="49" charset="-122"/>
                </a:rPr>
                <a:t>返 回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6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266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266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6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3266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6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3266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6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266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6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266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6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3266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000"/>
                            </p:stCondLst>
                            <p:childTnLst>
                              <p:par>
                                <p:cTn id="33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6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3266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7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3267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6659" grpId="0"/>
      <p:bldP spid="326694" grpId="0"/>
      <p:bldP spid="326698" grpId="0"/>
      <p:bldP spid="326703" grpId="0"/>
    </p:bldLst>
  </p:timing>
</p:sld>
</file>

<file path=ppt/slides/slide1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2513" name="Group 6"/>
          <p:cNvGrpSpPr>
            <a:grpSpLocks/>
          </p:cNvGrpSpPr>
          <p:nvPr/>
        </p:nvGrpSpPr>
        <p:grpSpPr bwMode="auto">
          <a:xfrm>
            <a:off x="8316913" y="6446838"/>
            <a:ext cx="792162" cy="366712"/>
            <a:chOff x="4649" y="4020"/>
            <a:chExt cx="499" cy="231"/>
          </a:xfrm>
        </p:grpSpPr>
        <p:pic>
          <p:nvPicPr>
            <p:cNvPr id="192514" name="Picture 7" descr="78900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92515" name="Text Box 8">
              <a:hlinkClick r:id="" action="ppaction://hlinkshowjump?jump=previousslide"/>
            </p:cNvPr>
            <p:cNvSpPr txBox="1">
              <a:spLocks noChangeArrowheads="1"/>
            </p:cNvSpPr>
            <p:nvPr/>
          </p:nvSpPr>
          <p:spPr bwMode="auto"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0">
                  <a:solidFill>
                    <a:schemeClr val="bg1"/>
                  </a:solidFill>
                  <a:latin typeface="隶书" pitchFamily="49" charset="-122"/>
                  <a:ea typeface="隶书" pitchFamily="49" charset="-122"/>
                </a:rPr>
                <a:t>上 页</a:t>
              </a:r>
            </a:p>
          </p:txBody>
        </p:sp>
      </p:grpSp>
      <p:sp>
        <p:nvSpPr>
          <p:cNvPr id="327698" name="Rectangle 18"/>
          <p:cNvSpPr>
            <a:spLocks noChangeArrowheads="1"/>
          </p:cNvSpPr>
          <p:nvPr/>
        </p:nvSpPr>
        <p:spPr bwMode="auto">
          <a:xfrm>
            <a:off x="611188" y="404813"/>
            <a:ext cx="8137525" cy="2143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marL="342900" indent="-342900">
              <a:lnSpc>
                <a:spcPct val="120000"/>
              </a:lnSpc>
              <a:buFontTx/>
              <a:buAutoNum type="circleNumDbPlain" startAt="2"/>
            </a:pPr>
            <a:r>
              <a:rPr lang="zh-CN" altLang="en-US">
                <a:latin typeface="楷体_GB2312" pitchFamily="49" charset="-122"/>
              </a:rPr>
              <a:t>换路后的电路有纯电感构成的结点（或割集）或有由电感和独立电流源构成的结点（或割集），且结点上各电感的电流值</a:t>
            </a:r>
            <a:r>
              <a:rPr lang="en-US" altLang="zh-CN" b="0" i="1">
                <a:solidFill>
                  <a:schemeClr val="bg1"/>
                </a:solidFill>
                <a:latin typeface="Times New Roman" pitchFamily="18" charset="0"/>
              </a:rPr>
              <a:t>i</a:t>
            </a:r>
            <a:r>
              <a:rPr lang="en-US" altLang="zh-CN" b="0" baseline="-25000">
                <a:solidFill>
                  <a:schemeClr val="bg1"/>
                </a:solidFill>
                <a:latin typeface="Times New Roman" pitchFamily="18" charset="0"/>
              </a:rPr>
              <a:t>L</a:t>
            </a:r>
            <a:r>
              <a:rPr lang="en-US" altLang="zh-CN" b="0">
                <a:solidFill>
                  <a:schemeClr val="bg1"/>
                </a:solidFill>
                <a:latin typeface="Times New Roman" pitchFamily="18" charset="0"/>
              </a:rPr>
              <a:t>(0</a:t>
            </a:r>
            <a:r>
              <a:rPr lang="en-US" altLang="zh-CN" b="0" baseline="-25000">
                <a:solidFill>
                  <a:schemeClr val="bg1"/>
                </a:solidFill>
                <a:latin typeface="宋体" pitchFamily="2" charset="-122"/>
              </a:rPr>
              <a:t>-</a:t>
            </a:r>
            <a:r>
              <a:rPr lang="en-US" altLang="zh-CN" b="0">
                <a:solidFill>
                  <a:schemeClr val="bg1"/>
                </a:solidFill>
                <a:latin typeface="Times New Roman" pitchFamily="18" charset="0"/>
              </a:rPr>
              <a:t>)</a:t>
            </a:r>
            <a:r>
              <a:rPr lang="zh-CN" altLang="en-US"/>
              <a:t>与电流源电流的初始值的代数和不等于零， </a:t>
            </a:r>
            <a:endParaRPr lang="zh-CN" altLang="en-US">
              <a:cs typeface="Times New Roman" pitchFamily="18" charset="0"/>
            </a:endParaRPr>
          </a:p>
        </p:txBody>
      </p:sp>
      <p:sp>
        <p:nvSpPr>
          <p:cNvPr id="327700" name="Rectangle 20"/>
          <p:cNvSpPr>
            <a:spLocks noChangeArrowheads="1"/>
          </p:cNvSpPr>
          <p:nvPr/>
        </p:nvSpPr>
        <p:spPr bwMode="auto">
          <a:xfrm>
            <a:off x="468313" y="2492375"/>
            <a:ext cx="8208962" cy="1117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/>
              <a:t>       </a:t>
            </a:r>
            <a:r>
              <a:rPr lang="zh-CN" altLang="en-US"/>
              <a:t>在上述两种情况下，求初始值，必须遵循换路前后电路中电荷守恒和磁通链守恒的约束关系，即</a:t>
            </a:r>
          </a:p>
        </p:txBody>
      </p:sp>
      <p:graphicFrame>
        <p:nvGraphicFramePr>
          <p:cNvPr id="327704" name="Object 24"/>
          <p:cNvGraphicFramePr>
            <a:graphicFrameLocks noChangeAspect="1"/>
          </p:cNvGraphicFramePr>
          <p:nvPr/>
        </p:nvGraphicFramePr>
        <p:xfrm>
          <a:off x="2124075" y="3716338"/>
          <a:ext cx="3529013" cy="628650"/>
        </p:xfrm>
        <a:graphic>
          <a:graphicData uri="http://schemas.openxmlformats.org/presentationml/2006/ole">
            <p:oleObj spid="_x0000_s192518" r:id="rId4" imgW="1042920" imgH="196200" progId="Equation.3">
              <p:embed/>
            </p:oleObj>
          </a:graphicData>
        </a:graphic>
      </p:graphicFrame>
      <p:graphicFrame>
        <p:nvGraphicFramePr>
          <p:cNvPr id="327703" name="Object 23"/>
          <p:cNvGraphicFramePr>
            <a:graphicFrameLocks noChangeAspect="1"/>
          </p:cNvGraphicFramePr>
          <p:nvPr/>
        </p:nvGraphicFramePr>
        <p:xfrm>
          <a:off x="2124075" y="4344988"/>
          <a:ext cx="3816350" cy="668337"/>
        </p:xfrm>
        <a:graphic>
          <a:graphicData uri="http://schemas.openxmlformats.org/presentationml/2006/ole">
            <p:oleObj spid="_x0000_s192519" r:id="rId5" imgW="1332720" imgH="196200" progId="Equation.3">
              <p:embed/>
            </p:oleObj>
          </a:graphicData>
        </a:graphic>
      </p:graphicFrame>
      <p:graphicFrame>
        <p:nvGraphicFramePr>
          <p:cNvPr id="327702" name="Object 22"/>
          <p:cNvGraphicFramePr>
            <a:graphicFrameLocks noChangeAspect="1"/>
          </p:cNvGraphicFramePr>
          <p:nvPr/>
        </p:nvGraphicFramePr>
        <p:xfrm>
          <a:off x="2124075" y="4973638"/>
          <a:ext cx="3384550" cy="687387"/>
        </p:xfrm>
        <a:graphic>
          <a:graphicData uri="http://schemas.openxmlformats.org/presentationml/2006/ole">
            <p:oleObj spid="_x0000_s192520" r:id="rId6" imgW="1135440" imgH="196200" progId="Equation.3">
              <p:embed/>
            </p:oleObj>
          </a:graphicData>
        </a:graphic>
      </p:graphicFrame>
      <p:graphicFrame>
        <p:nvGraphicFramePr>
          <p:cNvPr id="327701" name="Object 21"/>
          <p:cNvGraphicFramePr>
            <a:graphicFrameLocks noChangeAspect="1"/>
          </p:cNvGraphicFramePr>
          <p:nvPr/>
        </p:nvGraphicFramePr>
        <p:xfrm>
          <a:off x="2122488" y="5661025"/>
          <a:ext cx="3889375" cy="660400"/>
        </p:xfrm>
        <a:graphic>
          <a:graphicData uri="http://schemas.openxmlformats.org/presentationml/2006/ole">
            <p:oleObj spid="_x0000_s192521" r:id="rId7" imgW="1216800" imgH="196200" progId="Equation.3">
              <p:embed/>
            </p:oleObj>
          </a:graphicData>
        </a:graphic>
      </p:graphicFrame>
      <p:sp>
        <p:nvSpPr>
          <p:cNvPr id="192522" name="Rectangle 25"/>
          <p:cNvSpPr>
            <a:spLocks noChangeArrowheads="1"/>
          </p:cNvSpPr>
          <p:nvPr/>
        </p:nvSpPr>
        <p:spPr bwMode="auto">
          <a:xfrm>
            <a:off x="0" y="225425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327708" name="Rectangle 28"/>
          <p:cNvSpPr>
            <a:spLocks noChangeArrowheads="1"/>
          </p:cNvSpPr>
          <p:nvPr/>
        </p:nvSpPr>
        <p:spPr bwMode="auto">
          <a:xfrm>
            <a:off x="755650" y="4349750"/>
            <a:ext cx="1366838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eaLnBrk="0" hangingPunct="0"/>
            <a:r>
              <a:rPr lang="zh-CN" altLang="en-US">
                <a:latin typeface="楷体_GB2312" pitchFamily="49" charset="-122"/>
              </a:rPr>
              <a:t>或</a:t>
            </a:r>
            <a:r>
              <a:rPr lang="zh-CN" altLang="en-US">
                <a:solidFill>
                  <a:schemeClr val="bg1"/>
                </a:solidFill>
                <a:latin typeface="楷体_GB2312" pitchFamily="49" charset="-122"/>
              </a:rPr>
              <a:t>	</a:t>
            </a:r>
            <a:endParaRPr lang="zh-CN" altLang="en-US">
              <a:solidFill>
                <a:schemeClr val="bg1"/>
              </a:solidFill>
              <a:latin typeface="楷体_GB2312" pitchFamily="49" charset="-122"/>
              <a:cs typeface="Times New Roman" pitchFamily="18" charset="0"/>
            </a:endParaRPr>
          </a:p>
        </p:txBody>
      </p:sp>
      <p:sp>
        <p:nvSpPr>
          <p:cNvPr id="192524" name="Rectangle 29"/>
          <p:cNvSpPr>
            <a:spLocks noChangeArrowheads="1"/>
          </p:cNvSpPr>
          <p:nvPr/>
        </p:nvSpPr>
        <p:spPr bwMode="auto">
          <a:xfrm>
            <a:off x="0" y="4359275"/>
            <a:ext cx="24765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en-US" altLang="zh-CN" sz="1000" b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rPr>
              <a:t>  </a:t>
            </a:r>
            <a:endParaRPr lang="en-US" altLang="zh-CN" sz="1800" b="0">
              <a:solidFill>
                <a:schemeClr val="tx1"/>
              </a:solidFill>
              <a:ea typeface="宋体" pitchFamily="2" charset="-122"/>
            </a:endParaRPr>
          </a:p>
        </p:txBody>
      </p:sp>
      <p:sp>
        <p:nvSpPr>
          <p:cNvPr id="327710" name="Rectangle 30"/>
          <p:cNvSpPr>
            <a:spLocks noChangeArrowheads="1"/>
          </p:cNvSpPr>
          <p:nvPr/>
        </p:nvSpPr>
        <p:spPr bwMode="auto">
          <a:xfrm>
            <a:off x="684213" y="5646738"/>
            <a:ext cx="1366837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eaLnBrk="0" hangingPunct="0"/>
            <a:r>
              <a:rPr lang="zh-CN" altLang="en-US">
                <a:latin typeface="楷体_GB2312" pitchFamily="49" charset="-122"/>
              </a:rPr>
              <a:t>或	</a:t>
            </a:r>
            <a:endParaRPr lang="zh-CN" altLang="en-US">
              <a:latin typeface="楷体_GB2312" pitchFamily="49" charset="-122"/>
              <a:cs typeface="Times New Roman" pitchFamily="18" charset="0"/>
            </a:endParaRPr>
          </a:p>
        </p:txBody>
      </p:sp>
      <p:grpSp>
        <p:nvGrpSpPr>
          <p:cNvPr id="192526" name="Group 31"/>
          <p:cNvGrpSpPr>
            <a:grpSpLocks/>
          </p:cNvGrpSpPr>
          <p:nvPr/>
        </p:nvGrpSpPr>
        <p:grpSpPr bwMode="auto">
          <a:xfrm>
            <a:off x="7451725" y="6446838"/>
            <a:ext cx="792163" cy="366712"/>
            <a:chOff x="4649" y="4020"/>
            <a:chExt cx="499" cy="231"/>
          </a:xfrm>
        </p:grpSpPr>
        <p:pic>
          <p:nvPicPr>
            <p:cNvPr id="192527" name="Picture 32" descr="78900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92528" name="Text Box 33">
              <a:hlinkClick r:id="rId8" action="ppaction://hlinksldjump"/>
            </p:cNvPr>
            <p:cNvSpPr txBox="1">
              <a:spLocks noChangeArrowheads="1"/>
            </p:cNvSpPr>
            <p:nvPr/>
          </p:nvSpPr>
          <p:spPr bwMode="auto"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0">
                  <a:solidFill>
                    <a:schemeClr val="bg1"/>
                  </a:solidFill>
                  <a:latin typeface="隶书" pitchFamily="49" charset="-122"/>
                  <a:ea typeface="隶书" pitchFamily="49" charset="-122"/>
                </a:rPr>
                <a:t>返 回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6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276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277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277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277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3277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3277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3277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3277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7698" grpId="0"/>
      <p:bldP spid="327700" grpId="0"/>
      <p:bldP spid="327708" grpId="0"/>
      <p:bldP spid="327710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PP_MARK_KEY" val="a619d353-fd4a-4ea1-a4d9-e909497e8c8d"/>
  <p:tag name="COMMONDATA" val="eyJoZGlkIjoiOGU3NWY5ODU4NzI2NzNlZjYxODI4YjhmYmVlMDhlNGMifQ=="/>
</p:tagLst>
</file>

<file path=ppt/theme/theme1.xml><?xml version="1.0" encoding="utf-8"?>
<a:theme xmlns:a="http://schemas.openxmlformats.org/drawingml/2006/main" name="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默认设计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2800" b="1" i="0" u="none" strike="noStrike" cap="none" normalizeH="0" baseline="0" smtClean="0">
            <a:ln>
              <a:noFill/>
            </a:ln>
            <a:solidFill>
              <a:srgbClr val="FFFF00"/>
            </a:solidFill>
            <a:effectLst/>
            <a:latin typeface="Arial" panose="020B0604020202020204" pitchFamily="34" charset="0"/>
            <a:ea typeface="楷体_GB2312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2800" b="1" i="0" u="none" strike="noStrike" cap="none" normalizeH="0" baseline="0" smtClean="0">
            <a:ln>
              <a:noFill/>
            </a:ln>
            <a:solidFill>
              <a:srgbClr val="FFFF00"/>
            </a:solidFill>
            <a:effectLst/>
            <a:latin typeface="Arial" panose="020B0604020202020204" pitchFamily="34" charset="0"/>
            <a:ea typeface="楷体_GB2312" pitchFamily="49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</TotalTime>
  <Words>7835</Words>
  <Application>Microsoft Office PowerPoint</Application>
  <PresentationFormat>全屏显示(4:3)</PresentationFormat>
  <Paragraphs>2719</Paragraphs>
  <Slides>170</Slides>
  <Notes>5</Notes>
  <HiddenSlides>0</HiddenSlides>
  <MMClips>0</MMClips>
  <ScaleCrop>false</ScaleCrop>
  <HeadingPairs>
    <vt:vector size="8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3</vt:i4>
      </vt:variant>
      <vt:variant>
        <vt:lpstr>幻灯片标题</vt:lpstr>
      </vt:variant>
      <vt:variant>
        <vt:i4>170</vt:i4>
      </vt:variant>
    </vt:vector>
  </HeadingPairs>
  <TitlesOfParts>
    <vt:vector size="191" baseType="lpstr">
      <vt:lpstr>Arial</vt:lpstr>
      <vt:lpstr>宋体</vt:lpstr>
      <vt:lpstr>Wingdings</vt:lpstr>
      <vt:lpstr>楷体_GB2312</vt:lpstr>
      <vt:lpstr>新宋体</vt:lpstr>
      <vt:lpstr>Calibri</vt:lpstr>
      <vt:lpstr>Times New Roman</vt:lpstr>
      <vt:lpstr>隶书</vt:lpstr>
      <vt:lpstr>Monotype Sorts</vt:lpstr>
      <vt:lpstr>Wingdings</vt:lpstr>
      <vt:lpstr>华文行楷</vt:lpstr>
      <vt:lpstr>仿宋_GB2312</vt:lpstr>
      <vt:lpstr>仿宋</vt:lpstr>
      <vt:lpstr>Symbol</vt:lpstr>
      <vt:lpstr>黑体</vt:lpstr>
      <vt:lpstr>微软雅黑</vt:lpstr>
      <vt:lpstr>Arial Unicode MS</vt:lpstr>
      <vt:lpstr>默认设计模板</vt:lpstr>
      <vt:lpstr>Microsoft 公式 3.0</vt:lpstr>
      <vt:lpstr>Equation.DSMT4</vt:lpstr>
      <vt:lpstr>Visio.Drawing.6</vt:lpstr>
      <vt:lpstr>幻灯片 1</vt:lpstr>
      <vt:lpstr>幻灯片 2</vt:lpstr>
      <vt:lpstr>幻灯片 3</vt:lpstr>
      <vt:lpstr>幻灯片 4</vt:lpstr>
      <vt:lpstr>幻灯片 5</vt:lpstr>
      <vt:lpstr>幻灯片 6</vt:lpstr>
      <vt:lpstr>幻灯片 7</vt:lpstr>
      <vt:lpstr>幻灯片 8</vt:lpstr>
      <vt:lpstr>幻灯片 9</vt:lpstr>
      <vt:lpstr>幻灯片 10</vt:lpstr>
      <vt:lpstr>幻灯片 11</vt:lpstr>
      <vt:lpstr>幻灯片 12</vt:lpstr>
      <vt:lpstr>幻灯片 13</vt:lpstr>
      <vt:lpstr>幻灯片 14</vt:lpstr>
      <vt:lpstr>幻灯片 15</vt:lpstr>
      <vt:lpstr>幻灯片 16</vt:lpstr>
      <vt:lpstr>幻灯片 17</vt:lpstr>
      <vt:lpstr>幻灯片 18</vt:lpstr>
      <vt:lpstr>幻灯片 19</vt:lpstr>
      <vt:lpstr>幻灯片 20</vt:lpstr>
      <vt:lpstr>幻灯片 21</vt:lpstr>
      <vt:lpstr>幻灯片 22</vt:lpstr>
      <vt:lpstr>幻灯片 23</vt:lpstr>
      <vt:lpstr>幻灯片 24</vt:lpstr>
      <vt:lpstr>幻灯片 25</vt:lpstr>
      <vt:lpstr>幻灯片 26</vt:lpstr>
      <vt:lpstr>幻灯片 27</vt:lpstr>
      <vt:lpstr>幻灯片 28</vt:lpstr>
      <vt:lpstr>幻灯片 29</vt:lpstr>
      <vt:lpstr>幻灯片 30</vt:lpstr>
      <vt:lpstr>幻灯片 31</vt:lpstr>
      <vt:lpstr>幻灯片 32</vt:lpstr>
      <vt:lpstr>幻灯片 33</vt:lpstr>
      <vt:lpstr>幻灯片 34</vt:lpstr>
      <vt:lpstr>幻灯片 35</vt:lpstr>
      <vt:lpstr>幻灯片 36</vt:lpstr>
      <vt:lpstr>幻灯片 37</vt:lpstr>
      <vt:lpstr>幻灯片 38</vt:lpstr>
      <vt:lpstr>幻灯片 39</vt:lpstr>
      <vt:lpstr>幻灯片 40</vt:lpstr>
      <vt:lpstr>幻灯片 41</vt:lpstr>
      <vt:lpstr>幻灯片 42</vt:lpstr>
      <vt:lpstr>幻灯片 43</vt:lpstr>
      <vt:lpstr>幻灯片 44</vt:lpstr>
      <vt:lpstr>幻灯片 45</vt:lpstr>
      <vt:lpstr>幻灯片 46</vt:lpstr>
      <vt:lpstr>幻灯片 47</vt:lpstr>
      <vt:lpstr>幻灯片 48</vt:lpstr>
      <vt:lpstr>幻灯片 49</vt:lpstr>
      <vt:lpstr>幻灯片 50</vt:lpstr>
      <vt:lpstr>幻灯片 51</vt:lpstr>
      <vt:lpstr>幻灯片 52</vt:lpstr>
      <vt:lpstr>幻灯片 53</vt:lpstr>
      <vt:lpstr>幻灯片 54</vt:lpstr>
      <vt:lpstr>幻灯片 55</vt:lpstr>
      <vt:lpstr>幻灯片 56</vt:lpstr>
      <vt:lpstr>幻灯片 57</vt:lpstr>
      <vt:lpstr>幻灯片 58</vt:lpstr>
      <vt:lpstr>幻灯片 59</vt:lpstr>
      <vt:lpstr>幻灯片 60</vt:lpstr>
      <vt:lpstr>幻灯片 61</vt:lpstr>
      <vt:lpstr>幻灯片 62</vt:lpstr>
      <vt:lpstr>幻灯片 63</vt:lpstr>
      <vt:lpstr>幻灯片 64</vt:lpstr>
      <vt:lpstr>幻灯片 65</vt:lpstr>
      <vt:lpstr>幻灯片 66</vt:lpstr>
      <vt:lpstr>幻灯片 67</vt:lpstr>
      <vt:lpstr>幻灯片 68</vt:lpstr>
      <vt:lpstr>幻灯片 69</vt:lpstr>
      <vt:lpstr>幻灯片 70</vt:lpstr>
      <vt:lpstr>幻灯片 71</vt:lpstr>
      <vt:lpstr>幻灯片 72</vt:lpstr>
      <vt:lpstr>幻灯片 73</vt:lpstr>
      <vt:lpstr>幻灯片 74</vt:lpstr>
      <vt:lpstr>幻灯片 75</vt:lpstr>
      <vt:lpstr>幻灯片 76</vt:lpstr>
      <vt:lpstr>幻灯片 77</vt:lpstr>
      <vt:lpstr>幻灯片 78</vt:lpstr>
      <vt:lpstr>幻灯片 79</vt:lpstr>
      <vt:lpstr>幻灯片 80</vt:lpstr>
      <vt:lpstr>幻灯片 81</vt:lpstr>
      <vt:lpstr>幻灯片 82</vt:lpstr>
      <vt:lpstr>幻灯片 83</vt:lpstr>
      <vt:lpstr>幻灯片 84</vt:lpstr>
      <vt:lpstr>幻灯片 85</vt:lpstr>
      <vt:lpstr>幻灯片 86</vt:lpstr>
      <vt:lpstr>幻灯片 87</vt:lpstr>
      <vt:lpstr>幻灯片 88</vt:lpstr>
      <vt:lpstr>幻灯片 89</vt:lpstr>
      <vt:lpstr>幻灯片 90</vt:lpstr>
      <vt:lpstr>幻灯片 91</vt:lpstr>
      <vt:lpstr>幻灯片 92</vt:lpstr>
      <vt:lpstr>幻灯片 93</vt:lpstr>
      <vt:lpstr>幻灯片 94</vt:lpstr>
      <vt:lpstr>幻灯片 95</vt:lpstr>
      <vt:lpstr>幻灯片 96</vt:lpstr>
      <vt:lpstr>幻灯片 97</vt:lpstr>
      <vt:lpstr>幻灯片 98</vt:lpstr>
      <vt:lpstr>幻灯片 99</vt:lpstr>
      <vt:lpstr>幻灯片 100</vt:lpstr>
      <vt:lpstr>幻灯片 101</vt:lpstr>
      <vt:lpstr>幻灯片 102</vt:lpstr>
      <vt:lpstr>幻灯片 103</vt:lpstr>
      <vt:lpstr>幻灯片 104</vt:lpstr>
      <vt:lpstr>幻灯片 105</vt:lpstr>
      <vt:lpstr>幻灯片 106</vt:lpstr>
      <vt:lpstr>幻灯片 107</vt:lpstr>
      <vt:lpstr>幻灯片 108</vt:lpstr>
      <vt:lpstr>幻灯片 109</vt:lpstr>
      <vt:lpstr>幻灯片 110</vt:lpstr>
      <vt:lpstr>幻灯片 111</vt:lpstr>
      <vt:lpstr>幻灯片 112</vt:lpstr>
      <vt:lpstr>幻灯片 113</vt:lpstr>
      <vt:lpstr>幻灯片 114</vt:lpstr>
      <vt:lpstr>幻灯片 115</vt:lpstr>
      <vt:lpstr>幻灯片 116</vt:lpstr>
      <vt:lpstr>幻灯片 117</vt:lpstr>
      <vt:lpstr>幻灯片 118</vt:lpstr>
      <vt:lpstr>幻灯片 119</vt:lpstr>
      <vt:lpstr>幻灯片 120</vt:lpstr>
      <vt:lpstr>幻灯片 121</vt:lpstr>
      <vt:lpstr>幻灯片 122</vt:lpstr>
      <vt:lpstr>幻灯片 123</vt:lpstr>
      <vt:lpstr>幻灯片 124</vt:lpstr>
      <vt:lpstr>幻灯片 125</vt:lpstr>
      <vt:lpstr>幻灯片 126</vt:lpstr>
      <vt:lpstr>幻灯片 127</vt:lpstr>
      <vt:lpstr>幻灯片 128</vt:lpstr>
      <vt:lpstr>幻灯片 129</vt:lpstr>
      <vt:lpstr>幻灯片 130</vt:lpstr>
      <vt:lpstr>幻灯片 131</vt:lpstr>
      <vt:lpstr>幻灯片 132</vt:lpstr>
      <vt:lpstr>幻灯片 133</vt:lpstr>
      <vt:lpstr>幻灯片 134</vt:lpstr>
      <vt:lpstr>幻灯片 135</vt:lpstr>
      <vt:lpstr>幻灯片 136</vt:lpstr>
      <vt:lpstr>幻灯片 137</vt:lpstr>
      <vt:lpstr>幻灯片 138</vt:lpstr>
      <vt:lpstr>幻灯片 139</vt:lpstr>
      <vt:lpstr>幻灯片 140</vt:lpstr>
      <vt:lpstr>幻灯片 141</vt:lpstr>
      <vt:lpstr>幻灯片 142</vt:lpstr>
      <vt:lpstr>幻灯片 143</vt:lpstr>
      <vt:lpstr>幻灯片 144</vt:lpstr>
      <vt:lpstr>幻灯片 145</vt:lpstr>
      <vt:lpstr>幻灯片 146</vt:lpstr>
      <vt:lpstr>幻灯片 147</vt:lpstr>
      <vt:lpstr>幻灯片 148</vt:lpstr>
      <vt:lpstr>幻灯片 149</vt:lpstr>
      <vt:lpstr>幻灯片 150</vt:lpstr>
      <vt:lpstr>幻灯片 151</vt:lpstr>
      <vt:lpstr>幻灯片 152</vt:lpstr>
      <vt:lpstr>幻灯片 153</vt:lpstr>
      <vt:lpstr>幻灯片 154</vt:lpstr>
      <vt:lpstr>幻灯片 155</vt:lpstr>
      <vt:lpstr>幻灯片 156</vt:lpstr>
      <vt:lpstr>幻灯片 157</vt:lpstr>
      <vt:lpstr>幻灯片 158</vt:lpstr>
      <vt:lpstr>幻灯片 159</vt:lpstr>
      <vt:lpstr>幻灯片 160</vt:lpstr>
      <vt:lpstr>幻灯片 161</vt:lpstr>
      <vt:lpstr>幻灯片 162</vt:lpstr>
      <vt:lpstr>幻灯片 163</vt:lpstr>
      <vt:lpstr>幻灯片 164</vt:lpstr>
      <vt:lpstr>幻灯片 165</vt:lpstr>
      <vt:lpstr>幻灯片 166</vt:lpstr>
      <vt:lpstr>幻灯片 167</vt:lpstr>
      <vt:lpstr>幻灯片 168</vt:lpstr>
      <vt:lpstr>幻灯片 169</vt:lpstr>
      <vt:lpstr>幻灯片 170</vt:lpstr>
    </vt:vector>
  </TitlesOfParts>
  <Company>xjtu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wzy</dc:creator>
  <cp:lastModifiedBy>DELL</cp:lastModifiedBy>
  <cp:revision>401</cp:revision>
  <dcterms:created xsi:type="dcterms:W3CDTF">2002-08-11T02:46:23Z</dcterms:created>
  <dcterms:modified xsi:type="dcterms:W3CDTF">2023-05-08T04:35:22Z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4CD6D84DB6A340E78CE05E6C1C9FB0E6</vt:lpwstr>
  </property>
  <property fmtid="{D5CDD505-2E9C-101B-9397-08002B2CF9AE}" pid="3" name="KSOProductBuildVer">
    <vt:lpwstr>2052-11.1.0.12763</vt:lpwstr>
  </property>
</Properties>
</file>