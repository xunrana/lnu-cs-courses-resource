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D5E7A-0A37-78D2-585E-73629EBFA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EAFFA6-1282-C8CD-E7B8-AC893B55A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C50C0-9EB8-73AB-A287-880BC21C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F9C0B-1E40-FCBB-1567-2E0A12CC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C3A0A-9CA1-CFAB-759F-4C3B42C6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1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B3F6C-0349-FA01-6377-1CC45ECA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E95EBC-0969-A4B6-A753-EBE8D2AD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7AECB-D74B-81D4-82AF-C82160C25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714D0-254D-0F13-1275-15174D26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79325-599C-44E6-0587-01DA9232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7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0EB6C-220C-C538-EEC4-4F4B21EF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632984-37DB-D854-596B-7A56A0956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1D731-395D-172A-A8AA-A0D4348F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7BE919-3EEB-8B58-63A0-F83B4E21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03C622-189F-F823-DF50-AB962113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47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BDAA4-F6FE-6018-3DB4-EA47A473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EC3E42-6B92-5B48-8635-C708405BB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BB22F9-BB69-5A9A-0D7D-B10B1407C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6202E2-005B-77D1-C5F3-1FF11595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D2F88A-6E17-1313-80C5-3E78586F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A3EC1F-AA49-1B43-E2A5-BB0D4ACE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55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EE11E-842E-F8C4-BF13-261F4C88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5A9494-9D5A-D4C3-8FED-AE59F8D90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A99F0F-AD9E-F953-E55A-AB4604007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A7CCC6-C748-5FEE-EDAF-BF7F70E14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70EE13-C302-3341-3D7A-BF00108CF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CE574A-F355-4AA1-9CB5-DC7230B7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301305-0CC3-1750-ED6F-443CDD30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D8B768-6E01-2017-6DB0-B01F4846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6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7E87F-7FFF-0092-CF2B-C236188D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C4CB72-94E8-F86C-C760-C0C246DA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36A9FB-5219-C4B1-3314-D8B4DE3A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4CC35D-191C-55CF-3C6C-15B0E7F2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87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272F86-DFD8-81A2-A66E-43B0425F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7DFA68-C33B-D763-3E00-AABFC679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070CD-D6C4-93D1-4251-293E3D59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9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6F2B2-EC2C-DF65-F7E9-ADDF44D2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223A7-A2C1-DAFF-8281-4E1E3B1C7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B38B5F-8E7E-F45C-A161-379675EA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A63B6-E5C9-2523-9ED9-7EC0AC56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33F0DA-7463-591A-CCE9-6FC604D7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085D95-725E-365F-60DD-B82F56DB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4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C168B-8CB0-8FBF-C7C5-C47407BE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>
            <a:extLst>
              <a:ext uri="{FF2B5EF4-FFF2-40B4-BE49-F238E27FC236}">
                <a16:creationId xmlns:a16="http://schemas.microsoft.com/office/drawing/2014/main" id="{96FB1937-03D2-A3C0-AD9F-66B7384B5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11029-F07C-449E-3EB6-3AC77F790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066429-4ECB-FA02-5621-354F0307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7EE09-8C10-884F-B77D-7B9294FC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1D8991-C560-2B0D-393F-9F6F0EAA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17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14F29-E6D9-4C57-B9FC-44EA5F49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23FF1D-5523-DFF2-72E5-FE3F79B68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DF28D-2E75-3023-AF22-1C2864DB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5DB69-42F7-562D-1E4B-97798681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8305E4-E8B8-FDC5-CE85-3803A5D8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3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5DE43-7FB8-176F-CA0D-850EDB7EC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290823-3135-D2AF-1110-BD7434276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53B9C3-8759-1E0D-9112-496C46DA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2D121-F811-FB76-246E-D8123E71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FDFBC-5DD6-050F-F5C2-8303D6D5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15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358EE2-9B15-7436-B55D-5CC9FB4D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13F357-15BD-886C-035D-0BC85D25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E6DF6-AD76-04AA-9CC9-D955AA084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1767A-CAE0-4AF3-85A0-7D6513BB8DF0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8EE4D-6D77-2770-B85A-E3053E98E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E1ADD-781B-AEBF-6A20-9513096AD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B48A7-FB94-41FA-A537-5DB48EB90F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36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990B0-DCB0-1C3B-7A00-822A2C926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228599"/>
            <a:ext cx="11455400" cy="1820863"/>
          </a:xfrm>
        </p:spPr>
        <p:txBody>
          <a:bodyPr>
            <a:no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大数据领域的技术标准、知识产权、产业政策和法律法规简介</a:t>
            </a:r>
            <a:endParaRPr lang="zh-CN" altLang="en-US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910202-81A3-BB70-1B6E-3BA58B9C0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98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4F3BE-8BCF-60D2-FE33-86E1F5E2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AB23C-6B2C-E7A5-2107-DEAD0C64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30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8C035-071A-AFA0-1048-1FCF7D33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4FD4E65-0305-E51E-FFCB-8E545756F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208653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11217247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1421101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5969601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90476135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3449523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11945325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8537879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7646939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64194523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08669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0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4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393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409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104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25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478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68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93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962B0-9D57-726D-C4D5-001224DB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0030F-170B-0265-AAE2-AF0531BF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9979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1C3D-D919-D101-13B1-C06CCDA3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94C76-49D7-1C82-F095-041739A66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9D145-6733-8A1D-00CE-3D958686C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声音</a:t>
            </a:r>
          </a:p>
        </p:txBody>
      </p:sp>
    </p:spTree>
    <p:extLst>
      <p:ext uri="{BB962C8B-B14F-4D97-AF65-F5344CB8AC3E}">
        <p14:creationId xmlns:p14="http://schemas.microsoft.com/office/powerpoint/2010/main" val="121434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CEF4-5B61-5BFB-9876-A7836B97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F832A-68B2-A999-3F27-31EA926F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C010C-E9DD-641A-87EF-2820D4DF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视频</a:t>
            </a:r>
          </a:p>
        </p:txBody>
      </p:sp>
    </p:spTree>
    <p:extLst>
      <p:ext uri="{BB962C8B-B14F-4D97-AF65-F5344CB8AC3E}">
        <p14:creationId xmlns:p14="http://schemas.microsoft.com/office/powerpoint/2010/main" val="56590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8BAB-48A3-E016-0F0B-1488B133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31A76-037B-8802-EF7E-102655B9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921AF-F5E9-2BB0-AA08-5EB3B027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46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8C63-8400-54E0-F04F-4E0EE5AA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E7E52-1DA5-3334-2516-FA22C1FF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4B50F-E4E4-6E52-2A0B-478695B9C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78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A9BC-324A-FDC9-ABAD-1399767E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0393D-A51C-882A-A603-27CB1972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12FACB-EF40-8F8E-D328-708E95666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0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B442-0CEB-2C63-5976-8CB64AF2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3E3C1-F315-1382-9533-30B0C50B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4C5A2-6C33-BA56-058A-596C51FDC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92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Office PowerPoint</Application>
  <PresentationFormat>宽屏</PresentationFormat>
  <Paragraphs>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幼圆</vt:lpstr>
      <vt:lpstr>Arial</vt:lpstr>
      <vt:lpstr>Office 主题​​</vt:lpstr>
      <vt:lpstr>大数据领域的技术标准、知识产权、产业政策和法律法规简介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 XUN</dc:creator>
  <cp:lastModifiedBy>RAN XUN</cp:lastModifiedBy>
  <cp:revision>1</cp:revision>
  <dcterms:created xsi:type="dcterms:W3CDTF">2024-12-19T06:33:21Z</dcterms:created>
  <dcterms:modified xsi:type="dcterms:W3CDTF">2024-12-19T06:43:19Z</dcterms:modified>
</cp:coreProperties>
</file>